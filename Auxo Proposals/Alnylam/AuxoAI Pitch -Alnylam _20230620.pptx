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theme/theme5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5" r:id="rId5"/>
    <p:sldMasterId id="2147483688" r:id="rId6"/>
    <p:sldMasterId id="2147483701" r:id="rId7"/>
    <p:sldMasterId id="2147483704" r:id="rId8"/>
    <p:sldMasterId id="2147483708" r:id="rId9"/>
  </p:sldMasterIdLst>
  <p:notesMasterIdLst>
    <p:notesMasterId r:id="rId17"/>
  </p:notesMasterIdLst>
  <p:sldIdLst>
    <p:sldId id="995" r:id="rId10"/>
    <p:sldId id="2147472399" r:id="rId11"/>
    <p:sldId id="2146846810" r:id="rId12"/>
    <p:sldId id="2147472425" r:id="rId13"/>
    <p:sldId id="2147472384" r:id="rId14"/>
    <p:sldId id="2146846715" r:id="rId15"/>
    <p:sldId id="103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5F4131-57C3-A6AB-0F14-656861A6130F}" name="AT" initials="AT" userId="S::at@auxoai.com::ca5da849-ea12-45c8-b538-d361ffb98e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424E3C-5C65-48A1-8E78-333D613E6791}" v="543" dt="2023-06-20T16:32:07.697"/>
    <p1510:client id="{BE65BB29-6722-6CB9-6FAA-94F872255393}" v="108" dt="2023-06-20T17:10:40.223"/>
    <p1510:client id="{C297B805-89A0-4C48-9A84-0E1518726A19}" v="273" vWet="275" dt="2023-06-20T16:26:35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microsoft.com/office/2015/10/relationships/revisionInfo" Target="revisionInfo.xml"/><Relationship Id="rId10" Type="http://schemas.openxmlformats.org/officeDocument/2006/relationships/slide" Target="slides/slide1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resh Tripathy" userId="S::amaresh.tripathy@auxoai.com::ca5da849-ea12-45c8-b538-d361ffb98ebc" providerId="AD" clId="Web-{BE65BB29-6722-6CB9-6FAA-94F872255393}"/>
    <pc:docChg chg="delSld modSld">
      <pc:chgData name="Amaresh Tripathy" userId="S::amaresh.tripathy@auxoai.com::ca5da849-ea12-45c8-b538-d361ffb98ebc" providerId="AD" clId="Web-{BE65BB29-6722-6CB9-6FAA-94F872255393}" dt="2023-06-20T17:10:39.238" v="97" actId="20577"/>
      <pc:docMkLst>
        <pc:docMk/>
      </pc:docMkLst>
      <pc:sldChg chg="del">
        <pc:chgData name="Amaresh Tripathy" userId="S::amaresh.tripathy@auxoai.com::ca5da849-ea12-45c8-b538-d361ffb98ebc" providerId="AD" clId="Web-{BE65BB29-6722-6CB9-6FAA-94F872255393}" dt="2023-06-20T16:30:31.333" v="76"/>
        <pc:sldMkLst>
          <pc:docMk/>
          <pc:sldMk cId="2323856792" sldId="2146846656"/>
        </pc:sldMkLst>
      </pc:sldChg>
      <pc:sldChg chg="del">
        <pc:chgData name="Amaresh Tripathy" userId="S::amaresh.tripathy@auxoai.com::ca5da849-ea12-45c8-b538-d361ffb98ebc" providerId="AD" clId="Web-{BE65BB29-6722-6CB9-6FAA-94F872255393}" dt="2023-06-20T16:30:20.629" v="75"/>
        <pc:sldMkLst>
          <pc:docMk/>
          <pc:sldMk cId="596709793" sldId="2146846672"/>
        </pc:sldMkLst>
      </pc:sldChg>
      <pc:sldChg chg="delSp modSp">
        <pc:chgData name="Amaresh Tripathy" userId="S::amaresh.tripathy@auxoai.com::ca5da849-ea12-45c8-b538-d361ffb98ebc" providerId="AD" clId="Web-{BE65BB29-6722-6CB9-6FAA-94F872255393}" dt="2023-06-20T17:10:39.238" v="97" actId="20577"/>
        <pc:sldMkLst>
          <pc:docMk/>
          <pc:sldMk cId="2598009692" sldId="2146846715"/>
        </pc:sldMkLst>
        <pc:spChg chg="mod">
          <ac:chgData name="Amaresh Tripathy" userId="S::amaresh.tripathy@auxoai.com::ca5da849-ea12-45c8-b538-d361ffb98ebc" providerId="AD" clId="Web-{BE65BB29-6722-6CB9-6FAA-94F872255393}" dt="2023-06-20T16:29:44.222" v="58" actId="1076"/>
          <ac:spMkLst>
            <pc:docMk/>
            <pc:sldMk cId="2598009692" sldId="2146846715"/>
            <ac:spMk id="5" creationId="{3238FC68-BD50-15DD-0CA1-2EC24E9D5C8E}"/>
          </ac:spMkLst>
        </pc:spChg>
        <pc:spChg chg="mod">
          <ac:chgData name="Amaresh Tripathy" userId="S::amaresh.tripathy@auxoai.com::ca5da849-ea12-45c8-b538-d361ffb98ebc" providerId="AD" clId="Web-{BE65BB29-6722-6CB9-6FAA-94F872255393}" dt="2023-06-20T17:10:39.238" v="97" actId="20577"/>
          <ac:spMkLst>
            <pc:docMk/>
            <pc:sldMk cId="2598009692" sldId="2146846715"/>
            <ac:spMk id="24" creationId="{F4A24CA4-5128-3F21-633C-1992AABCCCE1}"/>
          </ac:spMkLst>
        </pc:spChg>
        <pc:spChg chg="mod">
          <ac:chgData name="Amaresh Tripathy" userId="S::amaresh.tripathy@auxoai.com::ca5da849-ea12-45c8-b538-d361ffb98ebc" providerId="AD" clId="Web-{BE65BB29-6722-6CB9-6FAA-94F872255393}" dt="2023-06-20T16:29:44.159" v="56" actId="1076"/>
          <ac:spMkLst>
            <pc:docMk/>
            <pc:sldMk cId="2598009692" sldId="2146846715"/>
            <ac:spMk id="29" creationId="{32BA3E12-4449-E580-C692-608B706DE688}"/>
          </ac:spMkLst>
        </pc:spChg>
        <pc:spChg chg="mod">
          <ac:chgData name="Amaresh Tripathy" userId="S::amaresh.tripathy@auxoai.com::ca5da849-ea12-45c8-b538-d361ffb98ebc" providerId="AD" clId="Web-{BE65BB29-6722-6CB9-6FAA-94F872255393}" dt="2023-06-20T16:29:44.191" v="57" actId="1076"/>
          <ac:spMkLst>
            <pc:docMk/>
            <pc:sldMk cId="2598009692" sldId="2146846715"/>
            <ac:spMk id="53" creationId="{48FA6106-5796-5738-268C-BFB408A4DCB2}"/>
          </ac:spMkLst>
        </pc:spChg>
        <pc:spChg chg="del">
          <ac:chgData name="Amaresh Tripathy" userId="S::amaresh.tripathy@auxoai.com::ca5da849-ea12-45c8-b538-d361ffb98ebc" providerId="AD" clId="Web-{BE65BB29-6722-6CB9-6FAA-94F872255393}" dt="2023-06-20T16:29:26.596" v="54"/>
          <ac:spMkLst>
            <pc:docMk/>
            <pc:sldMk cId="2598009692" sldId="2146846715"/>
            <ac:spMk id="57" creationId="{D7DB6122-854B-ACAF-7D97-71DE25650E90}"/>
          </ac:spMkLst>
        </pc:spChg>
        <pc:spChg chg="mod">
          <ac:chgData name="Amaresh Tripathy" userId="S::amaresh.tripathy@auxoai.com::ca5da849-ea12-45c8-b538-d361ffb98ebc" providerId="AD" clId="Web-{BE65BB29-6722-6CB9-6FAA-94F872255393}" dt="2023-06-20T16:29:02.736" v="30" actId="20577"/>
          <ac:spMkLst>
            <pc:docMk/>
            <pc:sldMk cId="2598009692" sldId="2146846715"/>
            <ac:spMk id="59" creationId="{9BD55653-E6AD-4720-0180-72C14FAC57BB}"/>
          </ac:spMkLst>
        </pc:spChg>
      </pc:sldChg>
      <pc:sldChg chg="modSp">
        <pc:chgData name="Amaresh Tripathy" userId="S::amaresh.tripathy@auxoai.com::ca5da849-ea12-45c8-b538-d361ffb98ebc" providerId="AD" clId="Web-{BE65BB29-6722-6CB9-6FAA-94F872255393}" dt="2023-06-20T16:28:24.298" v="20" actId="20577"/>
        <pc:sldMkLst>
          <pc:docMk/>
          <pc:sldMk cId="1087124303" sldId="2146846810"/>
        </pc:sldMkLst>
        <pc:spChg chg="mod">
          <ac:chgData name="Amaresh Tripathy" userId="S::amaresh.tripathy@auxoai.com::ca5da849-ea12-45c8-b538-d361ffb98ebc" providerId="AD" clId="Web-{BE65BB29-6722-6CB9-6FAA-94F872255393}" dt="2023-06-20T16:28:24.298" v="20" actId="20577"/>
          <ac:spMkLst>
            <pc:docMk/>
            <pc:sldMk cId="1087124303" sldId="2146846810"/>
            <ac:spMk id="3" creationId="{2CE75CD2-5F7B-0881-DE84-36D2728E145F}"/>
          </ac:spMkLst>
        </pc:spChg>
      </pc:sldChg>
      <pc:sldChg chg="delSp modSp delAnim">
        <pc:chgData name="Amaresh Tripathy" userId="S::amaresh.tripathy@auxoai.com::ca5da849-ea12-45c8-b538-d361ffb98ebc" providerId="AD" clId="Web-{BE65BB29-6722-6CB9-6FAA-94F872255393}" dt="2023-06-20T17:03:38.192" v="81"/>
        <pc:sldMkLst>
          <pc:docMk/>
          <pc:sldMk cId="2545462949" sldId="2147472384"/>
        </pc:sldMkLst>
        <pc:spChg chg="del">
          <ac:chgData name="Amaresh Tripathy" userId="S::amaresh.tripathy@auxoai.com::ca5da849-ea12-45c8-b538-d361ffb98ebc" providerId="AD" clId="Web-{BE65BB29-6722-6CB9-6FAA-94F872255393}" dt="2023-06-20T17:03:38.192" v="81"/>
          <ac:spMkLst>
            <pc:docMk/>
            <pc:sldMk cId="2545462949" sldId="2147472384"/>
            <ac:spMk id="4" creationId="{D4490E37-6955-BA56-DF4D-0BC9FB5F3581}"/>
          </ac:spMkLst>
        </pc:spChg>
        <pc:spChg chg="del">
          <ac:chgData name="Amaresh Tripathy" userId="S::amaresh.tripathy@auxoai.com::ca5da849-ea12-45c8-b538-d361ffb98ebc" providerId="AD" clId="Web-{BE65BB29-6722-6CB9-6FAA-94F872255393}" dt="2023-06-20T17:03:28.144" v="77"/>
          <ac:spMkLst>
            <pc:docMk/>
            <pc:sldMk cId="2545462949" sldId="2147472384"/>
            <ac:spMk id="5" creationId="{8B00F730-D2D8-6ED8-DE40-456713A0225F}"/>
          </ac:spMkLst>
        </pc:spChg>
        <pc:spChg chg="del mod">
          <ac:chgData name="Amaresh Tripathy" userId="S::amaresh.tripathy@auxoai.com::ca5da849-ea12-45c8-b538-d361ffb98ebc" providerId="AD" clId="Web-{BE65BB29-6722-6CB9-6FAA-94F872255393}" dt="2023-06-20T17:03:36.535" v="80"/>
          <ac:spMkLst>
            <pc:docMk/>
            <pc:sldMk cId="2545462949" sldId="2147472384"/>
            <ac:spMk id="9" creationId="{F3BBA022-A3A3-B9EA-B2BB-821C62C8C836}"/>
          </ac:spMkLst>
        </pc:spChg>
        <pc:spChg chg="del">
          <ac:chgData name="Amaresh Tripathy" userId="S::amaresh.tripathy@auxoai.com::ca5da849-ea12-45c8-b538-d361ffb98ebc" providerId="AD" clId="Web-{BE65BB29-6722-6CB9-6FAA-94F872255393}" dt="2023-06-20T17:03:32.129" v="78"/>
          <ac:spMkLst>
            <pc:docMk/>
            <pc:sldMk cId="2545462949" sldId="2147472384"/>
            <ac:spMk id="14" creationId="{F621EE31-C183-E4C9-7F8E-753562A9B4F4}"/>
          </ac:spMkLst>
        </pc:spChg>
      </pc:sldChg>
      <pc:sldChg chg="del">
        <pc:chgData name="Amaresh Tripathy" userId="S::amaresh.tripathy@auxoai.com::ca5da849-ea12-45c8-b538-d361ffb98ebc" providerId="AD" clId="Web-{BE65BB29-6722-6CB9-6FAA-94F872255393}" dt="2023-06-20T16:30:11.348" v="74"/>
        <pc:sldMkLst>
          <pc:docMk/>
          <pc:sldMk cId="452598523" sldId="2147472402"/>
        </pc:sldMkLst>
      </pc:sldChg>
      <pc:sldChg chg="modSp">
        <pc:chgData name="Amaresh Tripathy" userId="S::amaresh.tripathy@auxoai.com::ca5da849-ea12-45c8-b538-d361ffb98ebc" providerId="AD" clId="Web-{BE65BB29-6722-6CB9-6FAA-94F872255393}" dt="2023-06-20T16:26:34.513" v="0" actId="20577"/>
        <pc:sldMkLst>
          <pc:docMk/>
          <pc:sldMk cId="2310643725" sldId="2147472425"/>
        </pc:sldMkLst>
        <pc:spChg chg="mod">
          <ac:chgData name="Amaresh Tripathy" userId="S::amaresh.tripathy@auxoai.com::ca5da849-ea12-45c8-b538-d361ffb98ebc" providerId="AD" clId="Web-{BE65BB29-6722-6CB9-6FAA-94F872255393}" dt="2023-06-20T16:26:34.513" v="0" actId="20577"/>
          <ac:spMkLst>
            <pc:docMk/>
            <pc:sldMk cId="2310643725" sldId="2147472425"/>
            <ac:spMk id="6" creationId="{71961238-5DC5-6B01-9357-EB7FFBCBB724}"/>
          </ac:spMkLst>
        </pc:spChg>
      </pc:sldChg>
    </pc:docChg>
  </pc:docChgLst>
  <pc:docChgLst>
    <pc:chgData name="Prerna Sharma" userId="0c01f89d-57ee-4627-bc42-f6ea36007593" providerId="ADAL" clId="{C297B805-89A0-4C48-9A84-0E1518726A19}"/>
    <pc:docChg chg="undo custSel addSld delSld modSld sldOrd">
      <pc:chgData name="Prerna Sharma" userId="0c01f89d-57ee-4627-bc42-f6ea36007593" providerId="ADAL" clId="{C297B805-89A0-4C48-9A84-0E1518726A19}" dt="2023-06-20T16:26:10.153" v="246" actId="47"/>
      <pc:docMkLst>
        <pc:docMk/>
      </pc:docMkLst>
      <pc:sldChg chg="add del ord setBg">
        <pc:chgData name="Prerna Sharma" userId="0c01f89d-57ee-4627-bc42-f6ea36007593" providerId="ADAL" clId="{C297B805-89A0-4C48-9A84-0E1518726A19}" dt="2023-06-20T16:17:33.552" v="230"/>
        <pc:sldMkLst>
          <pc:docMk/>
          <pc:sldMk cId="2323856792" sldId="2146846656"/>
        </pc:sldMkLst>
      </pc:sldChg>
      <pc:sldChg chg="addSp delSp modSp mod ord">
        <pc:chgData name="Prerna Sharma" userId="0c01f89d-57ee-4627-bc42-f6ea36007593" providerId="ADAL" clId="{C297B805-89A0-4C48-9A84-0E1518726A19}" dt="2023-06-20T16:18:29.640" v="233" actId="255"/>
        <pc:sldMkLst>
          <pc:docMk/>
          <pc:sldMk cId="2598009692" sldId="2146846715"/>
        </pc:sldMkLst>
        <pc:spChg chg="add mod">
          <ac:chgData name="Prerna Sharma" userId="0c01f89d-57ee-4627-bc42-f6ea36007593" providerId="ADAL" clId="{C297B805-89A0-4C48-9A84-0E1518726A19}" dt="2023-06-20T16:11:52.207" v="15" actId="20577"/>
          <ac:spMkLst>
            <pc:docMk/>
            <pc:sldMk cId="2598009692" sldId="2146846715"/>
            <ac:spMk id="5" creationId="{3238FC68-BD50-15DD-0CA1-2EC24E9D5C8E}"/>
          </ac:spMkLst>
        </pc:spChg>
        <pc:spChg chg="mod">
          <ac:chgData name="Prerna Sharma" userId="0c01f89d-57ee-4627-bc42-f6ea36007593" providerId="ADAL" clId="{C297B805-89A0-4C48-9A84-0E1518726A19}" dt="2023-06-20T16:11:56.635" v="16" actId="1076"/>
          <ac:spMkLst>
            <pc:docMk/>
            <pc:sldMk cId="2598009692" sldId="2146846715"/>
            <ac:spMk id="24" creationId="{F4A24CA4-5128-3F21-633C-1992AABCCCE1}"/>
          </ac:spMkLst>
        </pc:spChg>
        <pc:spChg chg="mod">
          <ac:chgData name="Prerna Sharma" userId="0c01f89d-57ee-4627-bc42-f6ea36007593" providerId="ADAL" clId="{C297B805-89A0-4C48-9A84-0E1518726A19}" dt="2023-06-20T16:11:43.321" v="5" actId="1076"/>
          <ac:spMkLst>
            <pc:docMk/>
            <pc:sldMk cId="2598009692" sldId="2146846715"/>
            <ac:spMk id="29" creationId="{32BA3E12-4449-E580-C692-608B706DE688}"/>
          </ac:spMkLst>
        </pc:spChg>
        <pc:spChg chg="mod">
          <ac:chgData name="Prerna Sharma" userId="0c01f89d-57ee-4627-bc42-f6ea36007593" providerId="ADAL" clId="{C297B805-89A0-4C48-9A84-0E1518726A19}" dt="2023-06-20T16:11:59.614" v="17" actId="1076"/>
          <ac:spMkLst>
            <pc:docMk/>
            <pc:sldMk cId="2598009692" sldId="2146846715"/>
            <ac:spMk id="53" creationId="{48FA6106-5796-5738-268C-BFB408A4DCB2}"/>
          </ac:spMkLst>
        </pc:spChg>
        <pc:spChg chg="mod">
          <ac:chgData name="Prerna Sharma" userId="0c01f89d-57ee-4627-bc42-f6ea36007593" providerId="ADAL" clId="{C297B805-89A0-4C48-9A84-0E1518726A19}" dt="2023-06-20T16:18:29.640" v="233" actId="255"/>
          <ac:spMkLst>
            <pc:docMk/>
            <pc:sldMk cId="2598009692" sldId="2146846715"/>
            <ac:spMk id="59" creationId="{9BD55653-E6AD-4720-0180-72C14FAC57BB}"/>
          </ac:spMkLst>
        </pc:spChg>
        <pc:spChg chg="del">
          <ac:chgData name="Prerna Sharma" userId="0c01f89d-57ee-4627-bc42-f6ea36007593" providerId="ADAL" clId="{C297B805-89A0-4C48-9A84-0E1518726A19}" dt="2023-06-20T16:16:11.667" v="223" actId="478"/>
          <ac:spMkLst>
            <pc:docMk/>
            <pc:sldMk cId="2598009692" sldId="2146846715"/>
            <ac:spMk id="66" creationId="{6D9BEC32-AF65-C5C1-710D-341F74D0246E}"/>
          </ac:spMkLst>
        </pc:spChg>
      </pc:sldChg>
      <pc:sldChg chg="modSp add del mod ord">
        <pc:chgData name="Prerna Sharma" userId="0c01f89d-57ee-4627-bc42-f6ea36007593" providerId="ADAL" clId="{C297B805-89A0-4C48-9A84-0E1518726A19}" dt="2023-06-20T16:26:10.153" v="246" actId="47"/>
        <pc:sldMkLst>
          <pc:docMk/>
          <pc:sldMk cId="1087124303" sldId="2146846810"/>
        </pc:sldMkLst>
        <pc:spChg chg="mod">
          <ac:chgData name="Prerna Sharma" userId="0c01f89d-57ee-4627-bc42-f6ea36007593" providerId="ADAL" clId="{C297B805-89A0-4C48-9A84-0E1518726A19}" dt="2023-06-20T16:19:22.490" v="240" actId="1076"/>
          <ac:spMkLst>
            <pc:docMk/>
            <pc:sldMk cId="1087124303" sldId="2146846810"/>
            <ac:spMk id="12" creationId="{A1231992-A28A-BEA6-54C0-6A3CE53593B3}"/>
          </ac:spMkLst>
        </pc:spChg>
        <pc:spChg chg="mod">
          <ac:chgData name="Prerna Sharma" userId="0c01f89d-57ee-4627-bc42-f6ea36007593" providerId="ADAL" clId="{C297B805-89A0-4C48-9A84-0E1518726A19}" dt="2023-06-20T16:19:50.905" v="244" actId="14100"/>
          <ac:spMkLst>
            <pc:docMk/>
            <pc:sldMk cId="1087124303" sldId="2146846810"/>
            <ac:spMk id="21" creationId="{4A6A574C-267D-F778-FB78-7E03426556A0}"/>
          </ac:spMkLst>
        </pc:spChg>
        <pc:spChg chg="mod">
          <ac:chgData name="Prerna Sharma" userId="0c01f89d-57ee-4627-bc42-f6ea36007593" providerId="ADAL" clId="{C297B805-89A0-4C48-9A84-0E1518726A19}" dt="2023-06-20T16:19:33.078" v="241" actId="1076"/>
          <ac:spMkLst>
            <pc:docMk/>
            <pc:sldMk cId="1087124303" sldId="2146846810"/>
            <ac:spMk id="25" creationId="{F7398017-557C-2D10-E338-A28FCE6F3A0B}"/>
          </ac:spMkLst>
        </pc:spChg>
        <pc:grpChg chg="mod">
          <ac:chgData name="Prerna Sharma" userId="0c01f89d-57ee-4627-bc42-f6ea36007593" providerId="ADAL" clId="{C297B805-89A0-4C48-9A84-0E1518726A19}" dt="2023-06-20T16:19:08.282" v="237" actId="1076"/>
          <ac:grpSpMkLst>
            <pc:docMk/>
            <pc:sldMk cId="1087124303" sldId="2146846810"/>
            <ac:grpSpMk id="4" creationId="{B8C5FBA2-3A17-C8AC-6A10-6E19A5F2053D}"/>
          </ac:grpSpMkLst>
        </pc:grpChg>
        <pc:grpChg chg="mod">
          <ac:chgData name="Prerna Sharma" userId="0c01f89d-57ee-4627-bc42-f6ea36007593" providerId="ADAL" clId="{C297B805-89A0-4C48-9A84-0E1518726A19}" dt="2023-06-20T16:19:08.282" v="237" actId="1076"/>
          <ac:grpSpMkLst>
            <pc:docMk/>
            <pc:sldMk cId="1087124303" sldId="2146846810"/>
            <ac:grpSpMk id="5" creationId="{5800D554-CCDF-4BBA-6EA0-5CD86BD4C858}"/>
          </ac:grpSpMkLst>
        </pc:grpChg>
        <pc:grpChg chg="mod">
          <ac:chgData name="Prerna Sharma" userId="0c01f89d-57ee-4627-bc42-f6ea36007593" providerId="ADAL" clId="{C297B805-89A0-4C48-9A84-0E1518726A19}" dt="2023-06-20T16:19:08.282" v="237" actId="1076"/>
          <ac:grpSpMkLst>
            <pc:docMk/>
            <pc:sldMk cId="1087124303" sldId="2146846810"/>
            <ac:grpSpMk id="23" creationId="{36BDC5C3-A51D-EFEB-AA17-0B2D280D1009}"/>
          </ac:grpSpMkLst>
        </pc:grpChg>
        <pc:cxnChg chg="mod">
          <ac:chgData name="Prerna Sharma" userId="0c01f89d-57ee-4627-bc42-f6ea36007593" providerId="ADAL" clId="{C297B805-89A0-4C48-9A84-0E1518726A19}" dt="2023-06-20T16:19:18.933" v="239" actId="1076"/>
          <ac:cxnSpMkLst>
            <pc:docMk/>
            <pc:sldMk cId="1087124303" sldId="2146846810"/>
            <ac:cxnSpMk id="6" creationId="{0F679762-8E74-99CB-6C8A-7ED278D4BB17}"/>
          </ac:cxnSpMkLst>
        </pc:cxnChg>
        <pc:cxnChg chg="mod">
          <ac:chgData name="Prerna Sharma" userId="0c01f89d-57ee-4627-bc42-f6ea36007593" providerId="ADAL" clId="{C297B805-89A0-4C48-9A84-0E1518726A19}" dt="2023-06-20T16:19:08.282" v="237" actId="1076"/>
          <ac:cxnSpMkLst>
            <pc:docMk/>
            <pc:sldMk cId="1087124303" sldId="2146846810"/>
            <ac:cxnSpMk id="18" creationId="{00B41F09-51B6-1974-7184-C98BE0008BA6}"/>
          </ac:cxnSpMkLst>
        </pc:cxnChg>
        <pc:cxnChg chg="mod">
          <ac:chgData name="Prerna Sharma" userId="0c01f89d-57ee-4627-bc42-f6ea36007593" providerId="ADAL" clId="{C297B805-89A0-4C48-9A84-0E1518726A19}" dt="2023-06-20T16:19:08.282" v="237" actId="1076"/>
          <ac:cxnSpMkLst>
            <pc:docMk/>
            <pc:sldMk cId="1087124303" sldId="2146846810"/>
            <ac:cxnSpMk id="24" creationId="{92721CB1-70A9-D121-D269-1CCD4728C7C9}"/>
          </ac:cxnSpMkLst>
        </pc:cxnChg>
        <pc:cxnChg chg="mod">
          <ac:chgData name="Prerna Sharma" userId="0c01f89d-57ee-4627-bc42-f6ea36007593" providerId="ADAL" clId="{C297B805-89A0-4C48-9A84-0E1518726A19}" dt="2023-06-20T16:19:42.731" v="243" actId="14100"/>
          <ac:cxnSpMkLst>
            <pc:docMk/>
            <pc:sldMk cId="1087124303" sldId="2146846810"/>
            <ac:cxnSpMk id="28" creationId="{0A88AE22-BD62-F3B1-CEC6-9CD674A57D39}"/>
          </ac:cxnSpMkLst>
        </pc:cxnChg>
      </pc:sldChg>
      <pc:sldChg chg="ord">
        <pc:chgData name="Prerna Sharma" userId="0c01f89d-57ee-4627-bc42-f6ea36007593" providerId="ADAL" clId="{C297B805-89A0-4C48-9A84-0E1518726A19}" dt="2023-06-20T16:14:08.373" v="24"/>
        <pc:sldMkLst>
          <pc:docMk/>
          <pc:sldMk cId="2310643725" sldId="2147472425"/>
        </pc:sldMkLst>
      </pc:sldChg>
      <pc:sldMasterChg chg="addSldLayout delSldLayout">
        <pc:chgData name="Prerna Sharma" userId="0c01f89d-57ee-4627-bc42-f6ea36007593" providerId="ADAL" clId="{C297B805-89A0-4C48-9A84-0E1518726A19}" dt="2023-06-20T16:26:10.153" v="246" actId="47"/>
        <pc:sldMasterMkLst>
          <pc:docMk/>
          <pc:sldMasterMk cId="3371666425" sldId="2147483708"/>
        </pc:sldMasterMkLst>
        <pc:sldLayoutChg chg="add del">
          <pc:chgData name="Prerna Sharma" userId="0c01f89d-57ee-4627-bc42-f6ea36007593" providerId="ADAL" clId="{C297B805-89A0-4C48-9A84-0E1518726A19}" dt="2023-06-20T16:26:10.153" v="246" actId="47"/>
          <pc:sldLayoutMkLst>
            <pc:docMk/>
            <pc:sldMasterMk cId="3371666425" sldId="2147483708"/>
            <pc:sldLayoutMk cId="2148441625" sldId="2147483711"/>
          </pc:sldLayoutMkLst>
        </pc:sldLayoutChg>
      </pc:sldMasterChg>
    </pc:docChg>
  </pc:docChgLst>
  <pc:docChgLst>
    <pc:chgData name="Shreyal Shah" userId="22fac80f-ba91-462e-9ba2-f96390e05442" providerId="ADAL" clId="{56424E3C-5C65-48A1-8E78-333D613E6791}"/>
    <pc:docChg chg="undo redo custSel addSld delSld modSld sldOrd delMainMaster">
      <pc:chgData name="Shreyal Shah" userId="22fac80f-ba91-462e-9ba2-f96390e05442" providerId="ADAL" clId="{56424E3C-5C65-48A1-8E78-333D613E6791}" dt="2023-06-20T16:32:07.697" v="1691" actId="14100"/>
      <pc:docMkLst>
        <pc:docMk/>
      </pc:docMkLst>
      <pc:sldChg chg="del">
        <pc:chgData name="Shreyal Shah" userId="22fac80f-ba91-462e-9ba2-f96390e05442" providerId="ADAL" clId="{56424E3C-5C65-48A1-8E78-333D613E6791}" dt="2023-06-09T08:08:41.635" v="4" actId="47"/>
        <pc:sldMkLst>
          <pc:docMk/>
          <pc:sldMk cId="109857222" sldId="256"/>
        </pc:sldMkLst>
      </pc:sldChg>
      <pc:sldChg chg="delSp add setBg delDesignElem">
        <pc:chgData name="Shreyal Shah" userId="22fac80f-ba91-462e-9ba2-f96390e05442" providerId="ADAL" clId="{56424E3C-5C65-48A1-8E78-333D613E6791}" dt="2023-06-09T11:48:26.067" v="981"/>
        <pc:sldMkLst>
          <pc:docMk/>
          <pc:sldMk cId="2318337528" sldId="995"/>
        </pc:sldMkLst>
        <pc:spChg chg="del">
          <ac:chgData name="Shreyal Shah" userId="22fac80f-ba91-462e-9ba2-f96390e05442" providerId="ADAL" clId="{56424E3C-5C65-48A1-8E78-333D613E6791}" dt="2023-06-09T11:48:26.067" v="981"/>
          <ac:spMkLst>
            <pc:docMk/>
            <pc:sldMk cId="2318337528" sldId="995"/>
            <ac:spMk id="7" creationId="{42A4FC2C-047E-45A5-965D-8E1E3BF09BC6}"/>
          </ac:spMkLst>
        </pc:spChg>
      </pc:sldChg>
      <pc:sldChg chg="addSp delSp modSp add del mod setBg delDesignElem">
        <pc:chgData name="Shreyal Shah" userId="22fac80f-ba91-462e-9ba2-f96390e05442" providerId="ADAL" clId="{56424E3C-5C65-48A1-8E78-333D613E6791}" dt="2023-06-09T11:48:31.045" v="982" actId="47"/>
        <pc:sldMkLst>
          <pc:docMk/>
          <pc:sldMk cId="137010231" sldId="996"/>
        </pc:sldMkLst>
        <pc:spChg chg="mod">
          <ac:chgData name="Shreyal Shah" userId="22fac80f-ba91-462e-9ba2-f96390e05442" providerId="ADAL" clId="{56424E3C-5C65-48A1-8E78-333D613E6791}" dt="2023-06-09T08:11:20.106" v="58" actId="20577"/>
          <ac:spMkLst>
            <pc:docMk/>
            <pc:sldMk cId="137010231" sldId="996"/>
            <ac:spMk id="6" creationId="{006DC811-7AA6-67FF-EB50-F1293A4624C1}"/>
          </ac:spMkLst>
        </pc:spChg>
        <pc:spChg chg="add del">
          <ac:chgData name="Shreyal Shah" userId="22fac80f-ba91-462e-9ba2-f96390e05442" providerId="ADAL" clId="{56424E3C-5C65-48A1-8E78-333D613E6791}" dt="2023-06-09T08:09:53.731" v="12"/>
          <ac:spMkLst>
            <pc:docMk/>
            <pc:sldMk cId="137010231" sldId="996"/>
            <ac:spMk id="7" creationId="{42A4FC2C-047E-45A5-965D-8E1E3BF09BC6}"/>
          </ac:spMkLst>
        </pc:spChg>
        <pc:picChg chg="add del mod">
          <ac:chgData name="Shreyal Shah" userId="22fac80f-ba91-462e-9ba2-f96390e05442" providerId="ADAL" clId="{56424E3C-5C65-48A1-8E78-333D613E6791}" dt="2023-06-09T08:09:30.297" v="7" actId="207"/>
          <ac:picMkLst>
            <pc:docMk/>
            <pc:sldMk cId="137010231" sldId="996"/>
            <ac:picMk id="2" creationId="{A57F3D0C-0F53-7836-E613-60D00D9BBEB5}"/>
          </ac:picMkLst>
        </pc:picChg>
      </pc:sldChg>
      <pc:sldChg chg="add">
        <pc:chgData name="Shreyal Shah" userId="22fac80f-ba91-462e-9ba2-f96390e05442" providerId="ADAL" clId="{56424E3C-5C65-48A1-8E78-333D613E6791}" dt="2023-06-20T16:18:19.470" v="1618"/>
        <pc:sldMkLst>
          <pc:docMk/>
          <pc:sldMk cId="1055772611" sldId="1039"/>
        </pc:sldMkLst>
      </pc:sldChg>
      <pc:sldChg chg="delCm">
        <pc:chgData name="Shreyal Shah" userId="22fac80f-ba91-462e-9ba2-f96390e05442" providerId="ADAL" clId="{56424E3C-5C65-48A1-8E78-333D613E6791}" dt="2023-06-20T16:13:56.602" v="1564"/>
        <pc:sldMkLst>
          <pc:docMk/>
          <pc:sldMk cId="2323856792" sldId="21468466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hreyal Shah" userId="22fac80f-ba91-462e-9ba2-f96390e05442" providerId="ADAL" clId="{56424E3C-5C65-48A1-8E78-333D613E6791}" dt="2023-06-20T16:13:56.602" v="1564"/>
              <pc2:cmMkLst xmlns:pc2="http://schemas.microsoft.com/office/powerpoint/2019/9/main/command">
                <pc:docMk/>
                <pc:sldMk cId="2323856792" sldId="2146846656"/>
                <pc2:cmMk id="{4AC693C1-E62F-4698-BD92-DB3883CF992C}"/>
              </pc2:cmMkLst>
            </pc226:cmChg>
          </p:ext>
        </pc:extLst>
      </pc:sldChg>
      <pc:sldChg chg="add">
        <pc:chgData name="Shreyal Shah" userId="22fac80f-ba91-462e-9ba2-f96390e05442" providerId="ADAL" clId="{56424E3C-5C65-48A1-8E78-333D613E6791}" dt="2023-06-20T16:16:28.269" v="1602"/>
        <pc:sldMkLst>
          <pc:docMk/>
          <pc:sldMk cId="596709793" sldId="2146846672"/>
        </pc:sldMkLst>
      </pc:sldChg>
      <pc:sldChg chg="add del setBg">
        <pc:chgData name="Shreyal Shah" userId="22fac80f-ba91-462e-9ba2-f96390e05442" providerId="ADAL" clId="{56424E3C-5C65-48A1-8E78-333D613E6791}" dt="2023-06-20T16:16:20.213" v="1599" actId="2696"/>
        <pc:sldMkLst>
          <pc:docMk/>
          <pc:sldMk cId="1326069176" sldId="2146846672"/>
        </pc:sldMkLst>
      </pc:sldChg>
      <pc:sldChg chg="add del">
        <pc:chgData name="Shreyal Shah" userId="22fac80f-ba91-462e-9ba2-f96390e05442" providerId="ADAL" clId="{56424E3C-5C65-48A1-8E78-333D613E6791}" dt="2023-06-20T16:16:28.232" v="1601"/>
        <pc:sldMkLst>
          <pc:docMk/>
          <pc:sldMk cId="3087675594" sldId="2146846672"/>
        </pc:sldMkLst>
      </pc:sldChg>
      <pc:sldChg chg="addSp delSp modSp add del mod ord">
        <pc:chgData name="Shreyal Shah" userId="22fac80f-ba91-462e-9ba2-f96390e05442" providerId="ADAL" clId="{56424E3C-5C65-48A1-8E78-333D613E6791}" dt="2023-06-20T16:15:28.739" v="1597" actId="1076"/>
        <pc:sldMkLst>
          <pc:docMk/>
          <pc:sldMk cId="2598009692" sldId="2146846715"/>
        </pc:sldMkLst>
        <pc:spChg chg="mod">
          <ac:chgData name="Shreyal Shah" userId="22fac80f-ba91-462e-9ba2-f96390e05442" providerId="ADAL" clId="{56424E3C-5C65-48A1-8E78-333D613E6791}" dt="2023-06-20T16:12:26.649" v="1539" actId="408"/>
          <ac:spMkLst>
            <pc:docMk/>
            <pc:sldMk cId="2598009692" sldId="2146846715"/>
            <ac:spMk id="5" creationId="{3238FC68-BD50-15DD-0CA1-2EC24E9D5C8E}"/>
          </ac:spMkLst>
        </pc:spChg>
        <pc:spChg chg="del">
          <ac:chgData name="Shreyal Shah" userId="22fac80f-ba91-462e-9ba2-f96390e05442" providerId="ADAL" clId="{56424E3C-5C65-48A1-8E78-333D613E6791}" dt="2023-06-20T16:09:37.855" v="1419" actId="478"/>
          <ac:spMkLst>
            <pc:docMk/>
            <pc:sldMk cId="2598009692" sldId="2146846715"/>
            <ac:spMk id="16" creationId="{4BA0D73E-3DC2-CC94-6D9A-98D677CA955A}"/>
          </ac:spMkLst>
        </pc:spChg>
        <pc:spChg chg="del mod">
          <ac:chgData name="Shreyal Shah" userId="22fac80f-ba91-462e-9ba2-f96390e05442" providerId="ADAL" clId="{56424E3C-5C65-48A1-8E78-333D613E6791}" dt="2023-06-20T16:13:44.809" v="1562" actId="478"/>
          <ac:spMkLst>
            <pc:docMk/>
            <pc:sldMk cId="2598009692" sldId="2146846715"/>
            <ac:spMk id="21" creationId="{1A36F706-F9BF-5CBA-37DB-A1D56A0BAD10}"/>
          </ac:spMkLst>
        </pc:spChg>
        <pc:spChg chg="add mod">
          <ac:chgData name="Shreyal Shah" userId="22fac80f-ba91-462e-9ba2-f96390e05442" providerId="ADAL" clId="{56424E3C-5C65-48A1-8E78-333D613E6791}" dt="2023-06-20T16:12:26.649" v="1539" actId="408"/>
          <ac:spMkLst>
            <pc:docMk/>
            <pc:sldMk cId="2598009692" sldId="2146846715"/>
            <ac:spMk id="24" creationId="{F4A24CA4-5128-3F21-633C-1992AABCCCE1}"/>
          </ac:spMkLst>
        </pc:spChg>
        <pc:spChg chg="add mod">
          <ac:chgData name="Shreyal Shah" userId="22fac80f-ba91-462e-9ba2-f96390e05442" providerId="ADAL" clId="{56424E3C-5C65-48A1-8E78-333D613E6791}" dt="2023-06-20T16:12:22.996" v="1538" actId="12789"/>
          <ac:spMkLst>
            <pc:docMk/>
            <pc:sldMk cId="2598009692" sldId="2146846715"/>
            <ac:spMk id="29" creationId="{32BA3E12-4449-E580-C692-608B706DE688}"/>
          </ac:spMkLst>
        </pc:spChg>
        <pc:spChg chg="add mod">
          <ac:chgData name="Shreyal Shah" userId="22fac80f-ba91-462e-9ba2-f96390e05442" providerId="ADAL" clId="{56424E3C-5C65-48A1-8E78-333D613E6791}" dt="2023-06-20T16:12:26.649" v="1539" actId="408"/>
          <ac:spMkLst>
            <pc:docMk/>
            <pc:sldMk cId="2598009692" sldId="2146846715"/>
            <ac:spMk id="53" creationId="{48FA6106-5796-5738-268C-BFB408A4DCB2}"/>
          </ac:spMkLst>
        </pc:spChg>
        <pc:spChg chg="add mod">
          <ac:chgData name="Shreyal Shah" userId="22fac80f-ba91-462e-9ba2-f96390e05442" providerId="ADAL" clId="{56424E3C-5C65-48A1-8E78-333D613E6791}" dt="2023-06-20T16:11:50.104" v="1528" actId="571"/>
          <ac:spMkLst>
            <pc:docMk/>
            <pc:sldMk cId="2598009692" sldId="2146846715"/>
            <ac:spMk id="56" creationId="{3205A811-A90C-D3B5-24ED-17C80BFEDAAD}"/>
          </ac:spMkLst>
        </pc:spChg>
        <pc:spChg chg="add mod">
          <ac:chgData name="Shreyal Shah" userId="22fac80f-ba91-462e-9ba2-f96390e05442" providerId="ADAL" clId="{56424E3C-5C65-48A1-8E78-333D613E6791}" dt="2023-06-20T16:12:32.228" v="1553" actId="20577"/>
          <ac:spMkLst>
            <pc:docMk/>
            <pc:sldMk cId="2598009692" sldId="2146846715"/>
            <ac:spMk id="57" creationId="{D7DB6122-854B-ACAF-7D97-71DE25650E90}"/>
          </ac:spMkLst>
        </pc:spChg>
        <pc:spChg chg="add mod">
          <ac:chgData name="Shreyal Shah" userId="22fac80f-ba91-462e-9ba2-f96390e05442" providerId="ADAL" clId="{56424E3C-5C65-48A1-8E78-333D613E6791}" dt="2023-06-20T16:13:40.937" v="1561"/>
          <ac:spMkLst>
            <pc:docMk/>
            <pc:sldMk cId="2598009692" sldId="2146846715"/>
            <ac:spMk id="59" creationId="{9BD55653-E6AD-4720-0180-72C14FAC57BB}"/>
          </ac:spMkLst>
        </pc:spChg>
        <pc:spChg chg="add del mod">
          <ac:chgData name="Shreyal Shah" userId="22fac80f-ba91-462e-9ba2-f96390e05442" providerId="ADAL" clId="{56424E3C-5C65-48A1-8E78-333D613E6791}" dt="2023-06-20T16:13:47.270" v="1563" actId="478"/>
          <ac:spMkLst>
            <pc:docMk/>
            <pc:sldMk cId="2598009692" sldId="2146846715"/>
            <ac:spMk id="62" creationId="{F5BA7FBE-D434-0754-AEEA-273F3C036D90}"/>
          </ac:spMkLst>
        </pc:spChg>
        <pc:spChg chg="add del">
          <ac:chgData name="Shreyal Shah" userId="22fac80f-ba91-462e-9ba2-f96390e05442" providerId="ADAL" clId="{56424E3C-5C65-48A1-8E78-333D613E6791}" dt="2023-06-20T16:09:32.369" v="1418" actId="478"/>
          <ac:spMkLst>
            <pc:docMk/>
            <pc:sldMk cId="2598009692" sldId="2146846715"/>
            <ac:spMk id="65" creationId="{D26B1F2D-0C3F-CDB6-EAF5-25505FF30CB3}"/>
          </ac:spMkLst>
        </pc:spChg>
        <pc:spChg chg="add mod">
          <ac:chgData name="Shreyal Shah" userId="22fac80f-ba91-462e-9ba2-f96390e05442" providerId="ADAL" clId="{56424E3C-5C65-48A1-8E78-333D613E6791}" dt="2023-06-20T16:15:28.739" v="1597" actId="1076"/>
          <ac:spMkLst>
            <pc:docMk/>
            <pc:sldMk cId="2598009692" sldId="2146846715"/>
            <ac:spMk id="66" creationId="{6D9BEC32-AF65-C5C1-710D-341F74D0246E}"/>
          </ac:spMkLst>
        </pc:spChg>
        <pc:grpChg chg="add del">
          <ac:chgData name="Shreyal Shah" userId="22fac80f-ba91-462e-9ba2-f96390e05442" providerId="ADAL" clId="{56424E3C-5C65-48A1-8E78-333D613E6791}" dt="2023-06-20T16:09:39.849" v="1420" actId="478"/>
          <ac:grpSpMkLst>
            <pc:docMk/>
            <pc:sldMk cId="2598009692" sldId="2146846715"/>
            <ac:grpSpMk id="13" creationId="{F9594DAF-30A8-5504-B481-2A723C5B04CA}"/>
          </ac:grpSpMkLst>
        </pc:grpChg>
        <pc:picChg chg="mod">
          <ac:chgData name="Shreyal Shah" userId="22fac80f-ba91-462e-9ba2-f96390e05442" providerId="ADAL" clId="{56424E3C-5C65-48A1-8E78-333D613E6791}" dt="2023-06-20T16:09:50.950" v="1423" actId="1076"/>
          <ac:picMkLst>
            <pc:docMk/>
            <pc:sldMk cId="2598009692" sldId="2146846715"/>
            <ac:picMk id="19" creationId="{28DC33E3-4A57-F8B4-C56E-F8F255FECA00}"/>
          </ac:picMkLst>
        </pc:picChg>
        <pc:cxnChg chg="mod">
          <ac:chgData name="Shreyal Shah" userId="22fac80f-ba91-462e-9ba2-f96390e05442" providerId="ADAL" clId="{56424E3C-5C65-48A1-8E78-333D613E6791}" dt="2023-06-20T16:09:32.369" v="1418" actId="478"/>
          <ac:cxnSpMkLst>
            <pc:docMk/>
            <pc:sldMk cId="2598009692" sldId="2146846715"/>
            <ac:cxnSpMk id="20" creationId="{1CCE6648-EF65-C3E1-67A6-018873BDD863}"/>
          </ac:cxnSpMkLst>
        </pc:cxnChg>
      </pc:sldChg>
      <pc:sldChg chg="delSp modSp add del mod">
        <pc:chgData name="Shreyal Shah" userId="22fac80f-ba91-462e-9ba2-f96390e05442" providerId="ADAL" clId="{56424E3C-5C65-48A1-8E78-333D613E6791}" dt="2023-06-09T09:21:23.199" v="533" actId="47"/>
        <pc:sldMkLst>
          <pc:docMk/>
          <pc:sldMk cId="2497050012" sldId="2146846719"/>
        </pc:sldMkLst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3" creationId="{92533B4D-2C03-10FB-210B-418890B80FD8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4" creationId="{231C3C8A-ACBD-03A6-B7C7-3060B9744E80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5" creationId="{34ED791A-00E1-7E55-99BD-878F314DA0A9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12" creationId="{1677DAC5-AA15-2621-6D64-902E28168DED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13" creationId="{8C4592EF-487A-E5B7-B123-44D712D21812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14" creationId="{8928E5FD-51D2-308A-CBF0-6C6F955373F1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15" creationId="{0D3984A3-1A82-C1BC-C320-8E09CD4E3C95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16" creationId="{E39E4EB4-66CE-1A16-1155-91E5A13F1B91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17" creationId="{97627ED6-2BD3-A9FB-03E1-3C337F914E41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22" creationId="{32C95719-6440-3CC4-89B5-BF34A70AB163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23" creationId="{C29935F5-9FAF-D2B3-C33B-E7760BC5B147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24" creationId="{54339221-18F5-D324-E3F5-66E1018DB792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25" creationId="{2A8DBCE2-6C8F-6A4C-9BC5-E2213176E770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26" creationId="{05B383B6-CF3F-FF7B-184E-F354AC119480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27" creationId="{B55C6367-45B2-8964-FFFC-D0F9BBBAF7CD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28" creationId="{981F0C05-0331-CF47-331D-7AB32C6AE1FB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29" creationId="{8293B4D9-6344-AFD3-547D-87879EDDE067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30" creationId="{D601FF6E-63B0-439D-C95B-9A1B62CFE9A6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32" creationId="{349FFF5E-20E2-CDE2-1CE9-D04DD45006E0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33" creationId="{43619413-8768-9EBD-CDAA-CB89347CD497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34" creationId="{A5112EAF-0CB7-72C2-DA3C-1E04617A7CB5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35" creationId="{7654F33B-0981-7771-EA0E-6C4B0D75B658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40" creationId="{5AEF3153-7162-5B58-8A08-9B779F4EC893}"/>
          </ac:spMkLst>
        </pc:spChg>
        <pc:spChg chg="del">
          <ac:chgData name="Shreyal Shah" userId="22fac80f-ba91-462e-9ba2-f96390e05442" providerId="ADAL" clId="{56424E3C-5C65-48A1-8E78-333D613E6791}" dt="2023-06-09T08:09:40.986" v="8" actId="478"/>
          <ac:spMkLst>
            <pc:docMk/>
            <pc:sldMk cId="2497050012" sldId="2146846719"/>
            <ac:spMk id="41" creationId="{94397EEB-A59E-0A8B-2AE2-C0254E5B1776}"/>
          </ac:spMkLst>
        </pc:spChg>
        <pc:picChg chg="del">
          <ac:chgData name="Shreyal Shah" userId="22fac80f-ba91-462e-9ba2-f96390e05442" providerId="ADAL" clId="{56424E3C-5C65-48A1-8E78-333D613E6791}" dt="2023-06-09T08:09:40.986" v="8" actId="478"/>
          <ac:picMkLst>
            <pc:docMk/>
            <pc:sldMk cId="2497050012" sldId="2146846719"/>
            <ac:picMk id="36" creationId="{471A891B-BB6D-0096-EB98-77A8DF846428}"/>
          </ac:picMkLst>
        </pc:picChg>
        <pc:picChg chg="del">
          <ac:chgData name="Shreyal Shah" userId="22fac80f-ba91-462e-9ba2-f96390e05442" providerId="ADAL" clId="{56424E3C-5C65-48A1-8E78-333D613E6791}" dt="2023-06-09T08:09:40.986" v="8" actId="478"/>
          <ac:picMkLst>
            <pc:docMk/>
            <pc:sldMk cId="2497050012" sldId="2146846719"/>
            <ac:picMk id="38" creationId="{E903BB09-67F7-A641-1226-82A1266A03CE}"/>
          </ac:picMkLst>
        </pc:picChg>
        <pc:picChg chg="del">
          <ac:chgData name="Shreyal Shah" userId="22fac80f-ba91-462e-9ba2-f96390e05442" providerId="ADAL" clId="{56424E3C-5C65-48A1-8E78-333D613E6791}" dt="2023-06-09T08:09:40.986" v="8" actId="478"/>
          <ac:picMkLst>
            <pc:docMk/>
            <pc:sldMk cId="2497050012" sldId="2146846719"/>
            <ac:picMk id="39" creationId="{43FA649C-9468-C070-D581-11F6486B45E7}"/>
          </ac:picMkLst>
        </pc:picChg>
        <pc:picChg chg="del">
          <ac:chgData name="Shreyal Shah" userId="22fac80f-ba91-462e-9ba2-f96390e05442" providerId="ADAL" clId="{56424E3C-5C65-48A1-8E78-333D613E6791}" dt="2023-06-09T08:09:40.986" v="8" actId="478"/>
          <ac:picMkLst>
            <pc:docMk/>
            <pc:sldMk cId="2497050012" sldId="2146846719"/>
            <ac:picMk id="43" creationId="{97240350-EC14-C0E3-6A46-D4FE24889168}"/>
          </ac:picMkLst>
        </pc:picChg>
        <pc:cxnChg chg="del mod">
          <ac:chgData name="Shreyal Shah" userId="22fac80f-ba91-462e-9ba2-f96390e05442" providerId="ADAL" clId="{56424E3C-5C65-48A1-8E78-333D613E6791}" dt="2023-06-09T08:09:40.986" v="8" actId="478"/>
          <ac:cxnSpMkLst>
            <pc:docMk/>
            <pc:sldMk cId="2497050012" sldId="2146846719"/>
            <ac:cxnSpMk id="18" creationId="{43223CC4-24A8-E1A2-2B68-18F62285AEDA}"/>
          </ac:cxnSpMkLst>
        </pc:cxnChg>
        <pc:cxnChg chg="del mod">
          <ac:chgData name="Shreyal Shah" userId="22fac80f-ba91-462e-9ba2-f96390e05442" providerId="ADAL" clId="{56424E3C-5C65-48A1-8E78-333D613E6791}" dt="2023-06-09T08:09:40.986" v="8" actId="478"/>
          <ac:cxnSpMkLst>
            <pc:docMk/>
            <pc:sldMk cId="2497050012" sldId="2146846719"/>
            <ac:cxnSpMk id="19" creationId="{E219062B-C0ED-9498-0747-522D0BE019C6}"/>
          </ac:cxnSpMkLst>
        </pc:cxnChg>
        <pc:cxnChg chg="del mod">
          <ac:chgData name="Shreyal Shah" userId="22fac80f-ba91-462e-9ba2-f96390e05442" providerId="ADAL" clId="{56424E3C-5C65-48A1-8E78-333D613E6791}" dt="2023-06-09T08:09:40.986" v="8" actId="478"/>
          <ac:cxnSpMkLst>
            <pc:docMk/>
            <pc:sldMk cId="2497050012" sldId="2146846719"/>
            <ac:cxnSpMk id="20" creationId="{00863F46-CDDA-5FD0-7E8A-02F88A55D7A6}"/>
          </ac:cxnSpMkLst>
        </pc:cxnChg>
        <pc:cxnChg chg="del mod">
          <ac:chgData name="Shreyal Shah" userId="22fac80f-ba91-462e-9ba2-f96390e05442" providerId="ADAL" clId="{56424E3C-5C65-48A1-8E78-333D613E6791}" dt="2023-06-09T08:09:40.986" v="8" actId="478"/>
          <ac:cxnSpMkLst>
            <pc:docMk/>
            <pc:sldMk cId="2497050012" sldId="2146846719"/>
            <ac:cxnSpMk id="21" creationId="{31880A42-E804-AE5D-4243-4A2C86ED7671}"/>
          </ac:cxnSpMkLst>
        </pc:cxnChg>
        <pc:cxnChg chg="del">
          <ac:chgData name="Shreyal Shah" userId="22fac80f-ba91-462e-9ba2-f96390e05442" providerId="ADAL" clId="{56424E3C-5C65-48A1-8E78-333D613E6791}" dt="2023-06-09T08:09:40.986" v="8" actId="478"/>
          <ac:cxnSpMkLst>
            <pc:docMk/>
            <pc:sldMk cId="2497050012" sldId="2146846719"/>
            <ac:cxnSpMk id="31" creationId="{D5F1C64E-3EF4-7143-1656-A32159DCFA1D}"/>
          </ac:cxnSpMkLst>
        </pc:cxnChg>
      </pc:sldChg>
      <pc:sldChg chg="add del">
        <pc:chgData name="Shreyal Shah" userId="22fac80f-ba91-462e-9ba2-f96390e05442" providerId="ADAL" clId="{56424E3C-5C65-48A1-8E78-333D613E6791}" dt="2023-06-09T08:09:53.731" v="12"/>
        <pc:sldMkLst>
          <pc:docMk/>
          <pc:sldMk cId="218479877" sldId="2146846720"/>
        </pc:sldMkLst>
      </pc:sldChg>
      <pc:sldChg chg="add del">
        <pc:chgData name="Shreyal Shah" userId="22fac80f-ba91-462e-9ba2-f96390e05442" providerId="ADAL" clId="{56424E3C-5C65-48A1-8E78-333D613E6791}" dt="2023-06-09T08:09:55.629" v="14" actId="47"/>
        <pc:sldMkLst>
          <pc:docMk/>
          <pc:sldMk cId="1604564218" sldId="2146846720"/>
        </pc:sldMkLst>
      </pc:sldChg>
      <pc:sldChg chg="addSp delSp modSp add del mod">
        <pc:chgData name="Shreyal Shah" userId="22fac80f-ba91-462e-9ba2-f96390e05442" providerId="ADAL" clId="{56424E3C-5C65-48A1-8E78-333D613E6791}" dt="2023-06-09T10:10:29.821" v="609" actId="47"/>
        <pc:sldMkLst>
          <pc:docMk/>
          <pc:sldMk cId="2699598977" sldId="2146846720"/>
        </pc:sldMkLst>
        <pc:spChg chg="mod">
          <ac:chgData name="Shreyal Shah" userId="22fac80f-ba91-462e-9ba2-f96390e05442" providerId="ADAL" clId="{56424E3C-5C65-48A1-8E78-333D613E6791}" dt="2023-06-09T09:45:00.840" v="556" actId="403"/>
          <ac:spMkLst>
            <pc:docMk/>
            <pc:sldMk cId="2699598977" sldId="2146846720"/>
            <ac:spMk id="6" creationId="{98FE74CA-0D1B-BD0F-063E-7553E9370370}"/>
          </ac:spMkLst>
        </pc:spChg>
        <pc:spChg chg="mod topLvl">
          <ac:chgData name="Shreyal Shah" userId="22fac80f-ba91-462e-9ba2-f96390e05442" providerId="ADAL" clId="{56424E3C-5C65-48A1-8E78-333D613E6791}" dt="2023-06-09T08:25:51.840" v="143" actId="207"/>
          <ac:spMkLst>
            <pc:docMk/>
            <pc:sldMk cId="2699598977" sldId="2146846720"/>
            <ac:spMk id="9" creationId="{A8A58FC5-AE49-0E6C-9CB8-28067AC436BF}"/>
          </ac:spMkLst>
        </pc:spChg>
        <pc:spChg chg="mod topLvl">
          <ac:chgData name="Shreyal Shah" userId="22fac80f-ba91-462e-9ba2-f96390e05442" providerId="ADAL" clId="{56424E3C-5C65-48A1-8E78-333D613E6791}" dt="2023-06-09T08:25:51.637" v="142" actId="207"/>
          <ac:spMkLst>
            <pc:docMk/>
            <pc:sldMk cId="2699598977" sldId="2146846720"/>
            <ac:spMk id="10" creationId="{6DEDDF24-9C54-8035-5CED-D67158D15FE6}"/>
          </ac:spMkLst>
        </pc:spChg>
        <pc:spChg chg="add mod">
          <ac:chgData name="Shreyal Shah" userId="22fac80f-ba91-462e-9ba2-f96390e05442" providerId="ADAL" clId="{56424E3C-5C65-48A1-8E78-333D613E6791}" dt="2023-06-09T09:18:33.971" v="524" actId="1076"/>
          <ac:spMkLst>
            <pc:docMk/>
            <pc:sldMk cId="2699598977" sldId="2146846720"/>
            <ac:spMk id="11" creationId="{DC9FDCD0-D4B8-4AC5-4242-6B57247DDB3A}"/>
          </ac:spMkLst>
        </pc:spChg>
        <pc:spChg chg="add mod ord">
          <ac:chgData name="Shreyal Shah" userId="22fac80f-ba91-462e-9ba2-f96390e05442" providerId="ADAL" clId="{56424E3C-5C65-48A1-8E78-333D613E6791}" dt="2023-06-09T08:27:27.101" v="187" actId="113"/>
          <ac:spMkLst>
            <pc:docMk/>
            <pc:sldMk cId="2699598977" sldId="2146846720"/>
            <ac:spMk id="12" creationId="{A4668177-8259-472A-A379-46C8231EFE7F}"/>
          </ac:spMkLst>
        </pc:spChg>
        <pc:spChg chg="del mod topLvl">
          <ac:chgData name="Shreyal Shah" userId="22fac80f-ba91-462e-9ba2-f96390e05442" providerId="ADAL" clId="{56424E3C-5C65-48A1-8E78-333D613E6791}" dt="2023-06-09T09:26:29.608" v="547" actId="478"/>
          <ac:spMkLst>
            <pc:docMk/>
            <pc:sldMk cId="2699598977" sldId="2146846720"/>
            <ac:spMk id="16" creationId="{A2EA1473-45F2-E744-2268-F18CAF97A000}"/>
          </ac:spMkLst>
        </pc:spChg>
        <pc:spChg chg="del mod topLvl">
          <ac:chgData name="Shreyal Shah" userId="22fac80f-ba91-462e-9ba2-f96390e05442" providerId="ADAL" clId="{56424E3C-5C65-48A1-8E78-333D613E6791}" dt="2023-06-09T09:26:29.608" v="547" actId="478"/>
          <ac:spMkLst>
            <pc:docMk/>
            <pc:sldMk cId="2699598977" sldId="2146846720"/>
            <ac:spMk id="17" creationId="{BF4AB71E-6647-17D4-0269-0629337CEA3A}"/>
          </ac:spMkLst>
        </pc:spChg>
        <pc:grpChg chg="del mod">
          <ac:chgData name="Shreyal Shah" userId="22fac80f-ba91-462e-9ba2-f96390e05442" providerId="ADAL" clId="{56424E3C-5C65-48A1-8E78-333D613E6791}" dt="2023-06-09T08:19:30.650" v="87" actId="165"/>
          <ac:grpSpMkLst>
            <pc:docMk/>
            <pc:sldMk cId="2699598977" sldId="2146846720"/>
            <ac:grpSpMk id="8" creationId="{107C9348-31C8-342C-B67E-E0F14CF7BC17}"/>
          </ac:grpSpMkLst>
        </pc:grpChg>
        <pc:grpChg chg="del mod">
          <ac:chgData name="Shreyal Shah" userId="22fac80f-ba91-462e-9ba2-f96390e05442" providerId="ADAL" clId="{56424E3C-5C65-48A1-8E78-333D613E6791}" dt="2023-06-09T09:26:15.168" v="542" actId="165"/>
          <ac:grpSpMkLst>
            <pc:docMk/>
            <pc:sldMk cId="2699598977" sldId="2146846720"/>
            <ac:grpSpMk id="15" creationId="{AAEA22BA-6AE0-3AEC-B72C-B3525DCD8048}"/>
          </ac:grpSpMkLst>
        </pc:grpChg>
        <pc:picChg chg="add del mod">
          <ac:chgData name="Shreyal Shah" userId="22fac80f-ba91-462e-9ba2-f96390e05442" providerId="ADAL" clId="{56424E3C-5C65-48A1-8E78-333D613E6791}" dt="2023-06-09T09:20:59.446" v="532" actId="1076"/>
          <ac:picMkLst>
            <pc:docMk/>
            <pc:sldMk cId="2699598977" sldId="2146846720"/>
            <ac:picMk id="2" creationId="{51F41EB2-E86D-36E0-65EA-7A1858F7ABBF}"/>
          </ac:picMkLst>
        </pc:picChg>
        <pc:picChg chg="add del mod">
          <ac:chgData name="Shreyal Shah" userId="22fac80f-ba91-462e-9ba2-f96390e05442" providerId="ADAL" clId="{56424E3C-5C65-48A1-8E78-333D613E6791}" dt="2023-06-09T08:19:25.990" v="86" actId="27803"/>
          <ac:picMkLst>
            <pc:docMk/>
            <pc:sldMk cId="2699598977" sldId="2146846720"/>
            <ac:picMk id="7" creationId="{333BF979-ACA1-EDFB-C28D-96B59A70F972}"/>
          </ac:picMkLst>
        </pc:picChg>
        <pc:picChg chg="add del mod">
          <ac:chgData name="Shreyal Shah" userId="22fac80f-ba91-462e-9ba2-f96390e05442" providerId="ADAL" clId="{56424E3C-5C65-48A1-8E78-333D613E6791}" dt="2023-06-09T09:26:01.051" v="537" actId="27803"/>
          <ac:picMkLst>
            <pc:docMk/>
            <pc:sldMk cId="2699598977" sldId="2146846720"/>
            <ac:picMk id="14" creationId="{88DE6FB3-76F4-2C27-71E9-3A3C20CDBABA}"/>
          </ac:picMkLst>
        </pc:picChg>
        <pc:picChg chg="add mod">
          <ac:chgData name="Shreyal Shah" userId="22fac80f-ba91-462e-9ba2-f96390e05442" providerId="ADAL" clId="{56424E3C-5C65-48A1-8E78-333D613E6791}" dt="2023-06-09T09:20:48.889" v="530" actId="688"/>
          <ac:picMkLst>
            <pc:docMk/>
            <pc:sldMk cId="2699598977" sldId="2146846720"/>
            <ac:picMk id="1026" creationId="{11EA497B-52DD-C49A-8CFE-4476B9831BF4}"/>
          </ac:picMkLst>
        </pc:picChg>
        <pc:picChg chg="add del">
          <ac:chgData name="Shreyal Shah" userId="22fac80f-ba91-462e-9ba2-f96390e05442" providerId="ADAL" clId="{56424E3C-5C65-48A1-8E78-333D613E6791}" dt="2023-06-09T08:17:50.396" v="80" actId="478"/>
          <ac:picMkLst>
            <pc:docMk/>
            <pc:sldMk cId="2699598977" sldId="2146846720"/>
            <ac:picMk id="1028" creationId="{86FD1538-C2F9-CB00-DC28-6EF817C8069B}"/>
          </ac:picMkLst>
        </pc:picChg>
        <pc:cxnChg chg="add del">
          <ac:chgData name="Shreyal Shah" userId="22fac80f-ba91-462e-9ba2-f96390e05442" providerId="ADAL" clId="{56424E3C-5C65-48A1-8E78-333D613E6791}" dt="2023-06-09T08:18:56.248" v="84" actId="478"/>
          <ac:cxnSpMkLst>
            <pc:docMk/>
            <pc:sldMk cId="2699598977" sldId="2146846720"/>
            <ac:cxnSpMk id="4" creationId="{CE830F1B-FD7C-D202-2BB9-4D549D359E83}"/>
          </ac:cxnSpMkLst>
        </pc:cxnChg>
      </pc:sldChg>
      <pc:sldChg chg="addSp delSp modSp add del mod">
        <pc:chgData name="Shreyal Shah" userId="22fac80f-ba91-462e-9ba2-f96390e05442" providerId="ADAL" clId="{56424E3C-5C65-48A1-8E78-333D613E6791}" dt="2023-06-09T10:10:29.821" v="609" actId="47"/>
        <pc:sldMkLst>
          <pc:docMk/>
          <pc:sldMk cId="1201527432" sldId="2146846721"/>
        </pc:sldMkLst>
        <pc:spChg chg="del mod">
          <ac:chgData name="Shreyal Shah" userId="22fac80f-ba91-462e-9ba2-f96390e05442" providerId="ADAL" clId="{56424E3C-5C65-48A1-8E78-333D613E6791}" dt="2023-06-09T09:45:24.255" v="589" actId="478"/>
          <ac:spMkLst>
            <pc:docMk/>
            <pc:sldMk cId="1201527432" sldId="2146846721"/>
            <ac:spMk id="6" creationId="{98FE74CA-0D1B-BD0F-063E-7553E9370370}"/>
          </ac:spMkLst>
        </pc:spChg>
        <pc:spChg chg="del mod topLvl">
          <ac:chgData name="Shreyal Shah" userId="22fac80f-ba91-462e-9ba2-f96390e05442" providerId="ADAL" clId="{56424E3C-5C65-48A1-8E78-333D613E6791}" dt="2023-06-09T08:36:26.061" v="324" actId="478"/>
          <ac:spMkLst>
            <pc:docMk/>
            <pc:sldMk cId="1201527432" sldId="2146846721"/>
            <ac:spMk id="8" creationId="{EB2F5D53-B220-450B-3BD6-7D7E6B720714}"/>
          </ac:spMkLst>
        </pc:spChg>
        <pc:spChg chg="del">
          <ac:chgData name="Shreyal Shah" userId="22fac80f-ba91-462e-9ba2-f96390e05442" providerId="ADAL" clId="{56424E3C-5C65-48A1-8E78-333D613E6791}" dt="2023-06-09T08:35:38.340" v="319" actId="478"/>
          <ac:spMkLst>
            <pc:docMk/>
            <pc:sldMk cId="1201527432" sldId="2146846721"/>
            <ac:spMk id="9" creationId="{A8A58FC5-AE49-0E6C-9CB8-28067AC436BF}"/>
          </ac:spMkLst>
        </pc:spChg>
        <pc:spChg chg="del">
          <ac:chgData name="Shreyal Shah" userId="22fac80f-ba91-462e-9ba2-f96390e05442" providerId="ADAL" clId="{56424E3C-5C65-48A1-8E78-333D613E6791}" dt="2023-06-09T08:35:38.340" v="319" actId="478"/>
          <ac:spMkLst>
            <pc:docMk/>
            <pc:sldMk cId="1201527432" sldId="2146846721"/>
            <ac:spMk id="10" creationId="{6DEDDF24-9C54-8035-5CED-D67158D15FE6}"/>
          </ac:spMkLst>
        </pc:spChg>
        <pc:spChg chg="mod">
          <ac:chgData name="Shreyal Shah" userId="22fac80f-ba91-462e-9ba2-f96390e05442" providerId="ADAL" clId="{56424E3C-5C65-48A1-8E78-333D613E6791}" dt="2023-06-09T09:18:27.715" v="523" actId="1076"/>
          <ac:spMkLst>
            <pc:docMk/>
            <pc:sldMk cId="1201527432" sldId="2146846721"/>
            <ac:spMk id="11" creationId="{DC9FDCD0-D4B8-4AC5-4242-6B57247DDB3A}"/>
          </ac:spMkLst>
        </pc:spChg>
        <pc:spChg chg="mod topLvl">
          <ac:chgData name="Shreyal Shah" userId="22fac80f-ba91-462e-9ba2-f96390e05442" providerId="ADAL" clId="{56424E3C-5C65-48A1-8E78-333D613E6791}" dt="2023-06-09T09:19:55.717" v="528" actId="14861"/>
          <ac:spMkLst>
            <pc:docMk/>
            <pc:sldMk cId="1201527432" sldId="2146846721"/>
            <ac:spMk id="13" creationId="{BBE3BE6D-907E-5FBA-0812-AB089BBAB086}"/>
          </ac:spMkLst>
        </pc:spChg>
        <pc:spChg chg="del mod topLvl">
          <ac:chgData name="Shreyal Shah" userId="22fac80f-ba91-462e-9ba2-f96390e05442" providerId="ADAL" clId="{56424E3C-5C65-48A1-8E78-333D613E6791}" dt="2023-06-09T08:37:01.428" v="329" actId="478"/>
          <ac:spMkLst>
            <pc:docMk/>
            <pc:sldMk cId="1201527432" sldId="2146846721"/>
            <ac:spMk id="15" creationId="{0B63DE78-D7D1-65C5-9174-47214D79A19A}"/>
          </ac:spMkLst>
        </pc:spChg>
        <pc:spChg chg="mod topLvl">
          <ac:chgData name="Shreyal Shah" userId="22fac80f-ba91-462e-9ba2-f96390e05442" providerId="ADAL" clId="{56424E3C-5C65-48A1-8E78-333D613E6791}" dt="2023-06-09T09:19:51.647" v="527" actId="14861"/>
          <ac:spMkLst>
            <pc:docMk/>
            <pc:sldMk cId="1201527432" sldId="2146846721"/>
            <ac:spMk id="16" creationId="{942A0941-1FA2-E275-EB0D-16F620C116E1}"/>
          </ac:spMkLst>
        </pc:spChg>
        <pc:spChg chg="add mod">
          <ac:chgData name="Shreyal Shah" userId="22fac80f-ba91-462e-9ba2-f96390e05442" providerId="ADAL" clId="{56424E3C-5C65-48A1-8E78-333D613E6791}" dt="2023-06-09T08:51:02.353" v="498" actId="1076"/>
          <ac:spMkLst>
            <pc:docMk/>
            <pc:sldMk cId="1201527432" sldId="2146846721"/>
            <ac:spMk id="17" creationId="{3194E61D-CA4D-F612-8FDE-93FA4AA7DA60}"/>
          </ac:spMkLst>
        </pc:spChg>
        <pc:spChg chg="add mod">
          <ac:chgData name="Shreyal Shah" userId="22fac80f-ba91-462e-9ba2-f96390e05442" providerId="ADAL" clId="{56424E3C-5C65-48A1-8E78-333D613E6791}" dt="2023-06-09T09:45:27.519" v="590"/>
          <ac:spMkLst>
            <pc:docMk/>
            <pc:sldMk cId="1201527432" sldId="2146846721"/>
            <ac:spMk id="18" creationId="{79661770-28D7-F128-7592-59D4FB92F162}"/>
          </ac:spMkLst>
        </pc:spChg>
        <pc:grpChg chg="del mod">
          <ac:chgData name="Shreyal Shah" userId="22fac80f-ba91-462e-9ba2-f96390e05442" providerId="ADAL" clId="{56424E3C-5C65-48A1-8E78-333D613E6791}" dt="2023-06-09T08:36:26.061" v="324" actId="478"/>
          <ac:grpSpMkLst>
            <pc:docMk/>
            <pc:sldMk cId="1201527432" sldId="2146846721"/>
            <ac:grpSpMk id="7" creationId="{B47182A9-866E-454B-AD32-AF340B70A83A}"/>
          </ac:grpSpMkLst>
        </pc:grpChg>
        <pc:grpChg chg="del mod">
          <ac:chgData name="Shreyal Shah" userId="22fac80f-ba91-462e-9ba2-f96390e05442" providerId="ADAL" clId="{56424E3C-5C65-48A1-8E78-333D613E6791}" dt="2023-06-09T08:37:01.428" v="329" actId="478"/>
          <ac:grpSpMkLst>
            <pc:docMk/>
            <pc:sldMk cId="1201527432" sldId="2146846721"/>
            <ac:grpSpMk id="14" creationId="{AD95E16B-FE3D-26F9-7DB8-A26880D25ED0}"/>
          </ac:grpSpMkLst>
        </pc:grpChg>
        <pc:picChg chg="del">
          <ac:chgData name="Shreyal Shah" userId="22fac80f-ba91-462e-9ba2-f96390e05442" providerId="ADAL" clId="{56424E3C-5C65-48A1-8E78-333D613E6791}" dt="2023-06-09T08:35:38.340" v="319" actId="478"/>
          <ac:picMkLst>
            <pc:docMk/>
            <pc:sldMk cId="1201527432" sldId="2146846721"/>
            <ac:picMk id="2" creationId="{51F41EB2-E86D-36E0-65EA-7A1858F7ABBF}"/>
          </ac:picMkLst>
        </pc:picChg>
        <pc:picChg chg="add del mod">
          <ac:chgData name="Shreyal Shah" userId="22fac80f-ba91-462e-9ba2-f96390e05442" providerId="ADAL" clId="{56424E3C-5C65-48A1-8E78-333D613E6791}" dt="2023-06-09T08:36:36.245" v="327" actId="27803"/>
          <ac:picMkLst>
            <pc:docMk/>
            <pc:sldMk cId="1201527432" sldId="2146846721"/>
            <ac:picMk id="4" creationId="{D79AA7A6-D94E-0800-93FA-2662141886CC}"/>
          </ac:picMkLst>
        </pc:picChg>
        <pc:picChg chg="add del mod">
          <ac:chgData name="Shreyal Shah" userId="22fac80f-ba91-462e-9ba2-f96390e05442" providerId="ADAL" clId="{56424E3C-5C65-48A1-8E78-333D613E6791}" dt="2023-06-09T08:36:22.229" v="322" actId="27803"/>
          <ac:picMkLst>
            <pc:docMk/>
            <pc:sldMk cId="1201527432" sldId="2146846721"/>
            <ac:picMk id="5" creationId="{465EE978-630F-66FC-28C1-E3AEE0DACE93}"/>
          </ac:picMkLst>
        </pc:picChg>
        <pc:picChg chg="del">
          <ac:chgData name="Shreyal Shah" userId="22fac80f-ba91-462e-9ba2-f96390e05442" providerId="ADAL" clId="{56424E3C-5C65-48A1-8E78-333D613E6791}" dt="2023-06-09T08:35:38.340" v="319" actId="478"/>
          <ac:picMkLst>
            <pc:docMk/>
            <pc:sldMk cId="1201527432" sldId="2146846721"/>
            <ac:picMk id="1026" creationId="{11EA497B-52DD-C49A-8CFE-4476B9831BF4}"/>
          </ac:picMkLst>
        </pc:picChg>
      </pc:sldChg>
      <pc:sldChg chg="new del">
        <pc:chgData name="Shreyal Shah" userId="22fac80f-ba91-462e-9ba2-f96390e05442" providerId="ADAL" clId="{56424E3C-5C65-48A1-8E78-333D613E6791}" dt="2023-06-09T10:23:53.059" v="656" actId="47"/>
        <pc:sldMkLst>
          <pc:docMk/>
          <pc:sldMk cId="103661041" sldId="2146846722"/>
        </pc:sldMkLst>
      </pc:sldChg>
      <pc:sldChg chg="addSp delSp modSp add del mod">
        <pc:chgData name="Shreyal Shah" userId="22fac80f-ba91-462e-9ba2-f96390e05442" providerId="ADAL" clId="{56424E3C-5C65-48A1-8E78-333D613E6791}" dt="2023-06-09T09:25:26.132" v="534" actId="47"/>
        <pc:sldMkLst>
          <pc:docMk/>
          <pc:sldMk cId="4184117606" sldId="2146846722"/>
        </pc:sldMkLst>
        <pc:spChg chg="del">
          <ac:chgData name="Shreyal Shah" userId="22fac80f-ba91-462e-9ba2-f96390e05442" providerId="ADAL" clId="{56424E3C-5C65-48A1-8E78-333D613E6791}" dt="2023-06-09T08:51:11.040" v="500" actId="478"/>
          <ac:spMkLst>
            <pc:docMk/>
            <pc:sldMk cId="4184117606" sldId="2146846722"/>
            <ac:spMk id="13" creationId="{BBE3BE6D-907E-5FBA-0812-AB089BBAB086}"/>
          </ac:spMkLst>
        </pc:spChg>
        <pc:spChg chg="del">
          <ac:chgData name="Shreyal Shah" userId="22fac80f-ba91-462e-9ba2-f96390e05442" providerId="ADAL" clId="{56424E3C-5C65-48A1-8E78-333D613E6791}" dt="2023-06-09T08:51:11.040" v="500" actId="478"/>
          <ac:spMkLst>
            <pc:docMk/>
            <pc:sldMk cId="4184117606" sldId="2146846722"/>
            <ac:spMk id="16" creationId="{942A0941-1FA2-E275-EB0D-16F620C116E1}"/>
          </ac:spMkLst>
        </pc:spChg>
        <pc:spChg chg="del">
          <ac:chgData name="Shreyal Shah" userId="22fac80f-ba91-462e-9ba2-f96390e05442" providerId="ADAL" clId="{56424E3C-5C65-48A1-8E78-333D613E6791}" dt="2023-06-09T08:51:11.040" v="500" actId="478"/>
          <ac:spMkLst>
            <pc:docMk/>
            <pc:sldMk cId="4184117606" sldId="2146846722"/>
            <ac:spMk id="17" creationId="{3194E61D-CA4D-F612-8FDE-93FA4AA7DA60}"/>
          </ac:spMkLst>
        </pc:spChg>
        <pc:picChg chg="add del mod">
          <ac:chgData name="Shreyal Shah" userId="22fac80f-ba91-462e-9ba2-f96390e05442" providerId="ADAL" clId="{56424E3C-5C65-48A1-8E78-333D613E6791}" dt="2023-06-09T09:13:23.619" v="518" actId="478"/>
          <ac:picMkLst>
            <pc:docMk/>
            <pc:sldMk cId="4184117606" sldId="2146846722"/>
            <ac:picMk id="2050" creationId="{03A8A93B-8F64-5948-C20B-4477FC722D07}"/>
          </ac:picMkLst>
        </pc:picChg>
      </pc:sldChg>
      <pc:sldChg chg="modSp add del mod">
        <pc:chgData name="Shreyal Shah" userId="22fac80f-ba91-462e-9ba2-f96390e05442" providerId="ADAL" clId="{56424E3C-5C65-48A1-8E78-333D613E6791}" dt="2023-06-09T10:14:39.810" v="623" actId="47"/>
        <pc:sldMkLst>
          <pc:docMk/>
          <pc:sldMk cId="3692788510" sldId="2146846746"/>
        </pc:sldMkLst>
        <pc:spChg chg="mod">
          <ac:chgData name="Shreyal Shah" userId="22fac80f-ba91-462e-9ba2-f96390e05442" providerId="ADAL" clId="{56424E3C-5C65-48A1-8E78-333D613E6791}" dt="2023-06-09T10:14:15.073" v="620" actId="207"/>
          <ac:spMkLst>
            <pc:docMk/>
            <pc:sldMk cId="3692788510" sldId="2146846746"/>
            <ac:spMk id="10" creationId="{2A9D972B-81CF-1966-8A4A-261B9E2311E1}"/>
          </ac:spMkLst>
        </pc:spChg>
        <pc:spChg chg="mod">
          <ac:chgData name="Shreyal Shah" userId="22fac80f-ba91-462e-9ba2-f96390e05442" providerId="ADAL" clId="{56424E3C-5C65-48A1-8E78-333D613E6791}" dt="2023-06-09T10:13:41.196" v="614" actId="207"/>
          <ac:spMkLst>
            <pc:docMk/>
            <pc:sldMk cId="3692788510" sldId="2146846746"/>
            <ac:spMk id="12" creationId="{85D24C41-4E53-91BC-829F-C0408DA48A34}"/>
          </ac:spMkLst>
        </pc:spChg>
        <pc:spChg chg="mod">
          <ac:chgData name="Shreyal Shah" userId="22fac80f-ba91-462e-9ba2-f96390e05442" providerId="ADAL" clId="{56424E3C-5C65-48A1-8E78-333D613E6791}" dt="2023-06-09T10:14:26.368" v="622" actId="207"/>
          <ac:spMkLst>
            <pc:docMk/>
            <pc:sldMk cId="3692788510" sldId="2146846746"/>
            <ac:spMk id="13" creationId="{CBEB30AA-156E-7FE9-F4E2-F954ED48DFC8}"/>
          </ac:spMkLst>
        </pc:spChg>
        <pc:spChg chg="mod">
          <ac:chgData name="Shreyal Shah" userId="22fac80f-ba91-462e-9ba2-f96390e05442" providerId="ADAL" clId="{56424E3C-5C65-48A1-8E78-333D613E6791}" dt="2023-06-09T10:14:15.073" v="620" actId="207"/>
          <ac:spMkLst>
            <pc:docMk/>
            <pc:sldMk cId="3692788510" sldId="2146846746"/>
            <ac:spMk id="19" creationId="{A77CA94F-1FEB-7627-E462-3E18903CC845}"/>
          </ac:spMkLst>
        </pc:spChg>
        <pc:spChg chg="mod">
          <ac:chgData name="Shreyal Shah" userId="22fac80f-ba91-462e-9ba2-f96390e05442" providerId="ADAL" clId="{56424E3C-5C65-48A1-8E78-333D613E6791}" dt="2023-06-09T10:13:41.196" v="614" actId="207"/>
          <ac:spMkLst>
            <pc:docMk/>
            <pc:sldMk cId="3692788510" sldId="2146846746"/>
            <ac:spMk id="35" creationId="{A418DF80-1C09-36BE-44D2-0828A1B3424E}"/>
          </ac:spMkLst>
        </pc:spChg>
        <pc:spChg chg="mod">
          <ac:chgData name="Shreyal Shah" userId="22fac80f-ba91-462e-9ba2-f96390e05442" providerId="ADAL" clId="{56424E3C-5C65-48A1-8E78-333D613E6791}" dt="2023-06-09T10:14:26.368" v="622" actId="207"/>
          <ac:spMkLst>
            <pc:docMk/>
            <pc:sldMk cId="3692788510" sldId="2146846746"/>
            <ac:spMk id="36" creationId="{8F7BEBEE-791D-C770-7061-0693C8F5186E}"/>
          </ac:spMkLst>
        </pc:spChg>
        <pc:picChg chg="mod">
          <ac:chgData name="Shreyal Shah" userId="22fac80f-ba91-462e-9ba2-f96390e05442" providerId="ADAL" clId="{56424E3C-5C65-48A1-8E78-333D613E6791}" dt="2023-06-09T10:13:54.180" v="617" actId="1367"/>
          <ac:picMkLst>
            <pc:docMk/>
            <pc:sldMk cId="3692788510" sldId="2146846746"/>
            <ac:picMk id="11" creationId="{AC2FFD0D-5A0C-C770-E497-3ED5F1A74811}"/>
          </ac:picMkLst>
        </pc:picChg>
        <pc:picChg chg="mod">
          <ac:chgData name="Shreyal Shah" userId="22fac80f-ba91-462e-9ba2-f96390e05442" providerId="ADAL" clId="{56424E3C-5C65-48A1-8E78-333D613E6791}" dt="2023-06-09T10:13:58.810" v="618" actId="1367"/>
          <ac:picMkLst>
            <pc:docMk/>
            <pc:sldMk cId="3692788510" sldId="2146846746"/>
            <ac:picMk id="34" creationId="{476C4EF1-8B7B-BAE5-7B31-4FE2D3E03A3D}"/>
          </ac:picMkLst>
        </pc:picChg>
      </pc:sldChg>
      <pc:sldChg chg="add del">
        <pc:chgData name="Shreyal Shah" userId="22fac80f-ba91-462e-9ba2-f96390e05442" providerId="ADAL" clId="{56424E3C-5C65-48A1-8E78-333D613E6791}" dt="2023-06-09T14:33:55.892" v="1257" actId="47"/>
        <pc:sldMkLst>
          <pc:docMk/>
          <pc:sldMk cId="58700274" sldId="2146846786"/>
        </pc:sldMkLst>
      </pc:sldChg>
      <pc:sldChg chg="addSp delSp modSp add del mod">
        <pc:chgData name="Shreyal Shah" userId="22fac80f-ba91-462e-9ba2-f96390e05442" providerId="ADAL" clId="{56424E3C-5C65-48A1-8E78-333D613E6791}" dt="2023-06-20T16:20:33.615" v="1647" actId="113"/>
        <pc:sldMkLst>
          <pc:docMk/>
          <pc:sldMk cId="1087124303" sldId="2146846810"/>
        </pc:sldMkLst>
        <pc:spChg chg="del mod">
          <ac:chgData name="Shreyal Shah" userId="22fac80f-ba91-462e-9ba2-f96390e05442" providerId="ADAL" clId="{56424E3C-5C65-48A1-8E78-333D613E6791}" dt="2023-06-20T16:04:31.903" v="1304" actId="478"/>
          <ac:spMkLst>
            <pc:docMk/>
            <pc:sldMk cId="1087124303" sldId="2146846810"/>
            <ac:spMk id="2" creationId="{B1CE6EEA-AD9A-D651-56C2-196CD305F642}"/>
          </ac:spMkLst>
        </pc:spChg>
        <pc:spChg chg="mod">
          <ac:chgData name="Shreyal Shah" userId="22fac80f-ba91-462e-9ba2-f96390e05442" providerId="ADAL" clId="{56424E3C-5C65-48A1-8E78-333D613E6791}" dt="2023-06-20T16:20:33.615" v="1647" actId="113"/>
          <ac:spMkLst>
            <pc:docMk/>
            <pc:sldMk cId="1087124303" sldId="2146846810"/>
            <ac:spMk id="3" creationId="{2CE75CD2-5F7B-0881-DE84-36D2728E145F}"/>
          </ac:spMkLst>
        </pc:spChg>
        <pc:spChg chg="add mod">
          <ac:chgData name="Shreyal Shah" userId="22fac80f-ba91-462e-9ba2-f96390e05442" providerId="ADAL" clId="{56424E3C-5C65-48A1-8E78-333D613E6791}" dt="2023-06-09T10:27:09.853" v="664"/>
          <ac:spMkLst>
            <pc:docMk/>
            <pc:sldMk cId="1087124303" sldId="2146846810"/>
            <ac:spMk id="3" creationId="{D21E4282-5590-2757-A29D-A1B5880E6ED3}"/>
          </ac:spMkLst>
        </pc:spChg>
        <pc:spChg chg="del mod">
          <ac:chgData name="Shreyal Shah" userId="22fac80f-ba91-462e-9ba2-f96390e05442" providerId="ADAL" clId="{56424E3C-5C65-48A1-8E78-333D613E6791}" dt="2023-06-09T10:27:13.085" v="665" actId="478"/>
          <ac:spMkLst>
            <pc:docMk/>
            <pc:sldMk cId="1087124303" sldId="2146846810"/>
            <ac:spMk id="9" creationId="{8CA873FC-DB2A-F17C-92F2-69693E4C44FD}"/>
          </ac:spMkLst>
        </pc:spChg>
        <pc:spChg chg="mod">
          <ac:chgData name="Shreyal Shah" userId="22fac80f-ba91-462e-9ba2-f96390e05442" providerId="ADAL" clId="{56424E3C-5C65-48A1-8E78-333D613E6791}" dt="2023-06-20T16:05:18.634" v="1328" actId="208"/>
          <ac:spMkLst>
            <pc:docMk/>
            <pc:sldMk cId="1087124303" sldId="2146846810"/>
            <ac:spMk id="12" creationId="{A1231992-A28A-BEA6-54C0-6A3CE53593B3}"/>
          </ac:spMkLst>
        </pc:spChg>
        <pc:spChg chg="mod">
          <ac:chgData name="Shreyal Shah" userId="22fac80f-ba91-462e-9ba2-f96390e05442" providerId="ADAL" clId="{56424E3C-5C65-48A1-8E78-333D613E6791}" dt="2023-06-20T16:19:09.966" v="1631" actId="14100"/>
          <ac:spMkLst>
            <pc:docMk/>
            <pc:sldMk cId="1087124303" sldId="2146846810"/>
            <ac:spMk id="21" creationId="{4A6A574C-267D-F778-FB78-7E03426556A0}"/>
          </ac:spMkLst>
        </pc:spChg>
        <pc:spChg chg="mod">
          <ac:chgData name="Shreyal Shah" userId="22fac80f-ba91-462e-9ba2-f96390e05442" providerId="ADAL" clId="{56424E3C-5C65-48A1-8E78-333D613E6791}" dt="2023-06-20T16:07:13.553" v="1406" actId="208"/>
          <ac:spMkLst>
            <pc:docMk/>
            <pc:sldMk cId="1087124303" sldId="2146846810"/>
            <ac:spMk id="25" creationId="{F7398017-557C-2D10-E338-A28FCE6F3A0B}"/>
          </ac:spMkLst>
        </pc:spChg>
        <pc:grpChg chg="mod">
          <ac:chgData name="Shreyal Shah" userId="22fac80f-ba91-462e-9ba2-f96390e05442" providerId="ADAL" clId="{56424E3C-5C65-48A1-8E78-333D613E6791}" dt="2023-06-20T16:13:17.309" v="1556" actId="1076"/>
          <ac:grpSpMkLst>
            <pc:docMk/>
            <pc:sldMk cId="1087124303" sldId="2146846810"/>
            <ac:grpSpMk id="4" creationId="{B8C5FBA2-3A17-C8AC-6A10-6E19A5F2053D}"/>
          </ac:grpSpMkLst>
        </pc:grpChg>
        <pc:grpChg chg="mod">
          <ac:chgData name="Shreyal Shah" userId="22fac80f-ba91-462e-9ba2-f96390e05442" providerId="ADAL" clId="{56424E3C-5C65-48A1-8E78-333D613E6791}" dt="2023-06-20T16:13:17.309" v="1556" actId="1076"/>
          <ac:grpSpMkLst>
            <pc:docMk/>
            <pc:sldMk cId="1087124303" sldId="2146846810"/>
            <ac:grpSpMk id="5" creationId="{5800D554-CCDF-4BBA-6EA0-5CD86BD4C858}"/>
          </ac:grpSpMkLst>
        </pc:grpChg>
        <pc:grpChg chg="mod">
          <ac:chgData name="Shreyal Shah" userId="22fac80f-ba91-462e-9ba2-f96390e05442" providerId="ADAL" clId="{56424E3C-5C65-48A1-8E78-333D613E6791}" dt="2023-06-20T16:13:17.309" v="1556" actId="1076"/>
          <ac:grpSpMkLst>
            <pc:docMk/>
            <pc:sldMk cId="1087124303" sldId="2146846810"/>
            <ac:grpSpMk id="23" creationId="{36BDC5C3-A51D-EFEB-AA17-0B2D280D1009}"/>
          </ac:grpSpMkLst>
        </pc:grpChg>
        <pc:cxnChg chg="mod">
          <ac:chgData name="Shreyal Shah" userId="22fac80f-ba91-462e-9ba2-f96390e05442" providerId="ADAL" clId="{56424E3C-5C65-48A1-8E78-333D613E6791}" dt="2023-06-20T16:06:23.604" v="1371" actId="14100"/>
          <ac:cxnSpMkLst>
            <pc:docMk/>
            <pc:sldMk cId="1087124303" sldId="2146846810"/>
            <ac:cxnSpMk id="6" creationId="{0F679762-8E74-99CB-6C8A-7ED278D4BB17}"/>
          </ac:cxnSpMkLst>
        </pc:cxnChg>
        <pc:cxnChg chg="mod">
          <ac:chgData name="Shreyal Shah" userId="22fac80f-ba91-462e-9ba2-f96390e05442" providerId="ADAL" clId="{56424E3C-5C65-48A1-8E78-333D613E6791}" dt="2023-06-20T16:19:44.728" v="1638" actId="14100"/>
          <ac:cxnSpMkLst>
            <pc:docMk/>
            <pc:sldMk cId="1087124303" sldId="2146846810"/>
            <ac:cxnSpMk id="18" creationId="{00B41F09-51B6-1974-7184-C98BE0008BA6}"/>
          </ac:cxnSpMkLst>
        </pc:cxnChg>
        <pc:cxnChg chg="mod">
          <ac:chgData name="Shreyal Shah" userId="22fac80f-ba91-462e-9ba2-f96390e05442" providerId="ADAL" clId="{56424E3C-5C65-48A1-8E78-333D613E6791}" dt="2023-06-20T16:07:19.057" v="1408" actId="14100"/>
          <ac:cxnSpMkLst>
            <pc:docMk/>
            <pc:sldMk cId="1087124303" sldId="2146846810"/>
            <ac:cxnSpMk id="24" creationId="{92721CB1-70A9-D121-D269-1CCD4728C7C9}"/>
          </ac:cxnSpMkLst>
        </pc:cxnChg>
        <pc:cxnChg chg="add mod">
          <ac:chgData name="Shreyal Shah" userId="22fac80f-ba91-462e-9ba2-f96390e05442" providerId="ADAL" clId="{56424E3C-5C65-48A1-8E78-333D613E6791}" dt="2023-06-20T16:19:32.947" v="1636" actId="14100"/>
          <ac:cxnSpMkLst>
            <pc:docMk/>
            <pc:sldMk cId="1087124303" sldId="2146846810"/>
            <ac:cxnSpMk id="28" creationId="{0A88AE22-BD62-F3B1-CEC6-9CD674A57D39}"/>
          </ac:cxnSpMkLst>
        </pc:cxnChg>
      </pc:sldChg>
      <pc:sldChg chg="modSp add del mod">
        <pc:chgData name="Shreyal Shah" userId="22fac80f-ba91-462e-9ba2-f96390e05442" providerId="ADAL" clId="{56424E3C-5C65-48A1-8E78-333D613E6791}" dt="2023-06-20T16:18:53.568" v="1628" actId="47"/>
        <pc:sldMkLst>
          <pc:docMk/>
          <pc:sldMk cId="866363625" sldId="2146846814"/>
        </pc:sldMkLst>
        <pc:spChg chg="mod">
          <ac:chgData name="Shreyal Shah" userId="22fac80f-ba91-462e-9ba2-f96390e05442" providerId="ADAL" clId="{56424E3C-5C65-48A1-8E78-333D613E6791}" dt="2023-06-20T16:17:18.183" v="1605"/>
          <ac:spMkLst>
            <pc:docMk/>
            <pc:sldMk cId="866363625" sldId="2146846814"/>
            <ac:spMk id="4" creationId="{9D7756BA-93B7-3A39-57DE-3B13CC6C6EC0}"/>
          </ac:spMkLst>
        </pc:spChg>
        <pc:spChg chg="mod">
          <ac:chgData name="Shreyal Shah" userId="22fac80f-ba91-462e-9ba2-f96390e05442" providerId="ADAL" clId="{56424E3C-5C65-48A1-8E78-333D613E6791}" dt="2023-06-20T16:17:23.213" v="1611" actId="20577"/>
          <ac:spMkLst>
            <pc:docMk/>
            <pc:sldMk cId="866363625" sldId="2146846814"/>
            <ac:spMk id="16" creationId="{FE8A4960-424B-CF09-9237-0B567578D8E1}"/>
          </ac:spMkLst>
        </pc:spChg>
        <pc:spChg chg="mod">
          <ac:chgData name="Shreyal Shah" userId="22fac80f-ba91-462e-9ba2-f96390e05442" providerId="ADAL" clId="{56424E3C-5C65-48A1-8E78-333D613E6791}" dt="2023-06-20T16:17:27.552" v="1617" actId="20577"/>
          <ac:spMkLst>
            <pc:docMk/>
            <pc:sldMk cId="866363625" sldId="2146846814"/>
            <ac:spMk id="17" creationId="{F6C0637B-45BD-C8A5-5F63-A0D94CD9870F}"/>
          </ac:spMkLst>
        </pc:spChg>
        <pc:spChg chg="mod">
          <ac:chgData name="Shreyal Shah" userId="22fac80f-ba91-462e-9ba2-f96390e05442" providerId="ADAL" clId="{56424E3C-5C65-48A1-8E78-333D613E6791}" dt="2023-06-20T16:18:40.706" v="1627" actId="20577"/>
          <ac:spMkLst>
            <pc:docMk/>
            <pc:sldMk cId="866363625" sldId="2146846814"/>
            <ac:spMk id="20" creationId="{BAD14C86-9452-0FF6-C92F-C460CF7BA0CC}"/>
          </ac:spMkLst>
        </pc:spChg>
      </pc:sldChg>
      <pc:sldChg chg="addSp delSp modSp add del mod ord addAnim delAnim modAnim modNotesTx">
        <pc:chgData name="Shreyal Shah" userId="22fac80f-ba91-462e-9ba2-f96390e05442" providerId="ADAL" clId="{56424E3C-5C65-48A1-8E78-333D613E6791}" dt="2023-06-20T16:32:07.697" v="1691" actId="14100"/>
        <pc:sldMkLst>
          <pc:docMk/>
          <pc:sldMk cId="2545462949" sldId="2147472384"/>
        </pc:sldMkLst>
        <pc:spChg chg="mod">
          <ac:chgData name="Shreyal Shah" userId="22fac80f-ba91-462e-9ba2-f96390e05442" providerId="ADAL" clId="{56424E3C-5C65-48A1-8E78-333D613E6791}" dt="2023-06-20T16:31:11.680" v="1653" actId="20577"/>
          <ac:spMkLst>
            <pc:docMk/>
            <pc:sldMk cId="2545462949" sldId="2147472384"/>
            <ac:spMk id="2" creationId="{632CA81D-AD22-E4DA-D440-374F1D1BD01B}"/>
          </ac:spMkLst>
        </pc:spChg>
        <pc:spChg chg="del mod">
          <ac:chgData name="Shreyal Shah" userId="22fac80f-ba91-462e-9ba2-f96390e05442" providerId="ADAL" clId="{56424E3C-5C65-48A1-8E78-333D613E6791}" dt="2023-06-09T11:41:46.493" v="823" actId="478"/>
          <ac:spMkLst>
            <pc:docMk/>
            <pc:sldMk cId="2545462949" sldId="2147472384"/>
            <ac:spMk id="3" creationId="{D97F4032-1AB7-CE91-3F3C-C23F9911FBF7}"/>
          </ac:spMkLst>
        </pc:spChg>
        <pc:spChg chg="add del mod">
          <ac:chgData name="Shreyal Shah" userId="22fac80f-ba91-462e-9ba2-f96390e05442" providerId="ADAL" clId="{56424E3C-5C65-48A1-8E78-333D613E6791}" dt="2023-06-09T11:43:12.081" v="885" actId="20577"/>
          <ac:spMkLst>
            <pc:docMk/>
            <pc:sldMk cId="2545462949" sldId="2147472384"/>
            <ac:spMk id="4" creationId="{D4490E37-6955-BA56-DF4D-0BC9FB5F3581}"/>
          </ac:spMkLst>
        </pc:spChg>
        <pc:spChg chg="add del mod">
          <ac:chgData name="Shreyal Shah" userId="22fac80f-ba91-462e-9ba2-f96390e05442" providerId="ADAL" clId="{56424E3C-5C65-48A1-8E78-333D613E6791}" dt="2023-06-09T11:41:05.523" v="799" actId="478"/>
          <ac:spMkLst>
            <pc:docMk/>
            <pc:sldMk cId="2545462949" sldId="2147472384"/>
            <ac:spMk id="5" creationId="{8B00F730-D2D8-6ED8-DE40-456713A0225F}"/>
          </ac:spMkLst>
        </pc:spChg>
        <pc:spChg chg="del mod ord">
          <ac:chgData name="Shreyal Shah" userId="22fac80f-ba91-462e-9ba2-f96390e05442" providerId="ADAL" clId="{56424E3C-5C65-48A1-8E78-333D613E6791}" dt="2023-06-20T16:32:07.697" v="1691" actId="14100"/>
          <ac:spMkLst>
            <pc:docMk/>
            <pc:sldMk cId="2545462949" sldId="2147472384"/>
            <ac:spMk id="6" creationId="{538AB04A-56C8-FC94-530A-2AC377BF2AAA}"/>
          </ac:spMkLst>
        </pc:spChg>
        <pc:spChg chg="mod ord">
          <ac:chgData name="Shreyal Shah" userId="22fac80f-ba91-462e-9ba2-f96390e05442" providerId="ADAL" clId="{56424E3C-5C65-48A1-8E78-333D613E6791}" dt="2023-06-09T11:41:35.078" v="820" actId="1076"/>
          <ac:spMkLst>
            <pc:docMk/>
            <pc:sldMk cId="2545462949" sldId="2147472384"/>
            <ac:spMk id="7" creationId="{C11F835E-4E4D-ECE0-23F5-27332D338724}"/>
          </ac:spMkLst>
        </pc:spChg>
        <pc:spChg chg="add del mod">
          <ac:chgData name="Shreyal Shah" userId="22fac80f-ba91-462e-9ba2-f96390e05442" providerId="ADAL" clId="{56424E3C-5C65-48A1-8E78-333D613E6791}" dt="2023-06-09T11:42:04.813" v="839" actId="21"/>
          <ac:spMkLst>
            <pc:docMk/>
            <pc:sldMk cId="2545462949" sldId="2147472384"/>
            <ac:spMk id="8" creationId="{52EEE2EA-BA20-C640-7D3B-E016BC661A19}"/>
          </ac:spMkLst>
        </pc:spChg>
        <pc:spChg chg="add mod">
          <ac:chgData name="Shreyal Shah" userId="22fac80f-ba91-462e-9ba2-f96390e05442" providerId="ADAL" clId="{56424E3C-5C65-48A1-8E78-333D613E6791}" dt="2023-06-20T16:31:38.180" v="1689" actId="207"/>
          <ac:spMkLst>
            <pc:docMk/>
            <pc:sldMk cId="2545462949" sldId="2147472384"/>
            <ac:spMk id="8" creationId="{E835FC2E-217B-38FA-FCD2-B7B92AEB09F3}"/>
          </ac:spMkLst>
        </pc:spChg>
        <pc:spChg chg="mod">
          <ac:chgData name="Shreyal Shah" userId="22fac80f-ba91-462e-9ba2-f96390e05442" providerId="ADAL" clId="{56424E3C-5C65-48A1-8E78-333D613E6791}" dt="2023-06-09T11:42:27.530" v="847" actId="1076"/>
          <ac:spMkLst>
            <pc:docMk/>
            <pc:sldMk cId="2545462949" sldId="2147472384"/>
            <ac:spMk id="9" creationId="{F3BBA022-A3A3-B9EA-B2BB-821C62C8C836}"/>
          </ac:spMkLst>
        </pc:spChg>
        <pc:spChg chg="mod">
          <ac:chgData name="Shreyal Shah" userId="22fac80f-ba91-462e-9ba2-f96390e05442" providerId="ADAL" clId="{56424E3C-5C65-48A1-8E78-333D613E6791}" dt="2023-06-09T11:43:00.069" v="859" actId="1076"/>
          <ac:spMkLst>
            <pc:docMk/>
            <pc:sldMk cId="2545462949" sldId="2147472384"/>
            <ac:spMk id="10" creationId="{9E4A1216-079C-C0A5-78E2-2741D01661AA}"/>
          </ac:spMkLst>
        </pc:spChg>
        <pc:spChg chg="add del mod">
          <ac:chgData name="Shreyal Shah" userId="22fac80f-ba91-462e-9ba2-f96390e05442" providerId="ADAL" clId="{56424E3C-5C65-48A1-8E78-333D613E6791}" dt="2023-06-09T11:42:04.813" v="839" actId="21"/>
          <ac:spMkLst>
            <pc:docMk/>
            <pc:sldMk cId="2545462949" sldId="2147472384"/>
            <ac:spMk id="11" creationId="{8BD4E5D8-9185-D44E-7E32-D0E9CCD46730}"/>
          </ac:spMkLst>
        </pc:spChg>
        <pc:spChg chg="del">
          <ac:chgData name="Shreyal Shah" userId="22fac80f-ba91-462e-9ba2-f96390e05442" providerId="ADAL" clId="{56424E3C-5C65-48A1-8E78-333D613E6791}" dt="2023-06-09T10:21:55.994" v="626" actId="478"/>
          <ac:spMkLst>
            <pc:docMk/>
            <pc:sldMk cId="2545462949" sldId="2147472384"/>
            <ac:spMk id="13" creationId="{4CAEE33E-7866-5523-C62F-4E97764FD204}"/>
          </ac:spMkLst>
        </pc:spChg>
        <pc:spChg chg="mod">
          <ac:chgData name="Shreyal Shah" userId="22fac80f-ba91-462e-9ba2-f96390e05442" providerId="ADAL" clId="{56424E3C-5C65-48A1-8E78-333D613E6791}" dt="2023-06-09T11:47:01.310" v="913" actId="1076"/>
          <ac:spMkLst>
            <pc:docMk/>
            <pc:sldMk cId="2545462949" sldId="2147472384"/>
            <ac:spMk id="14" creationId="{F621EE31-C183-E4C9-7F8E-753562A9B4F4}"/>
          </ac:spMkLst>
        </pc:spChg>
        <pc:spChg chg="add mod">
          <ac:chgData name="Shreyal Shah" userId="22fac80f-ba91-462e-9ba2-f96390e05442" providerId="ADAL" clId="{56424E3C-5C65-48A1-8E78-333D613E6791}" dt="2023-06-09T11:43:40.674" v="893" actId="1076"/>
          <ac:spMkLst>
            <pc:docMk/>
            <pc:sldMk cId="2545462949" sldId="2147472384"/>
            <ac:spMk id="15" creationId="{2A0BD63A-FE78-FCCD-7078-0B87F230F1D3}"/>
          </ac:spMkLst>
        </pc:spChg>
        <pc:spChg chg="add mod">
          <ac:chgData name="Shreyal Shah" userId="22fac80f-ba91-462e-9ba2-f96390e05442" providerId="ADAL" clId="{56424E3C-5C65-48A1-8E78-333D613E6791}" dt="2023-06-09T11:46:14.563" v="906" actId="692"/>
          <ac:spMkLst>
            <pc:docMk/>
            <pc:sldMk cId="2545462949" sldId="2147472384"/>
            <ac:spMk id="16" creationId="{005DCDE2-0F54-DDFE-EFA0-8A03C5D9549F}"/>
          </ac:spMkLst>
        </pc:spChg>
        <pc:spChg chg="add mod">
          <ac:chgData name="Shreyal Shah" userId="22fac80f-ba91-462e-9ba2-f96390e05442" providerId="ADAL" clId="{56424E3C-5C65-48A1-8E78-333D613E6791}" dt="2023-06-09T11:46:26.043" v="908" actId="692"/>
          <ac:spMkLst>
            <pc:docMk/>
            <pc:sldMk cId="2545462949" sldId="2147472384"/>
            <ac:spMk id="17" creationId="{BB44931F-1EB1-6BC2-E244-248BAE16E690}"/>
          </ac:spMkLst>
        </pc:spChg>
        <pc:cxnChg chg="del">
          <ac:chgData name="Shreyal Shah" userId="22fac80f-ba91-462e-9ba2-f96390e05442" providerId="ADAL" clId="{56424E3C-5C65-48A1-8E78-333D613E6791}" dt="2023-06-09T11:41:01.754" v="797" actId="478"/>
          <ac:cxnSpMkLst>
            <pc:docMk/>
            <pc:sldMk cId="2545462949" sldId="2147472384"/>
            <ac:cxnSpMk id="12" creationId="{3CA6B81D-4CF6-7153-5C9C-A7410779C40B}"/>
          </ac:cxnSpMkLst>
        </pc:cxnChg>
        <pc:cxnChg chg="add del mod">
          <ac:chgData name="Shreyal Shah" userId="22fac80f-ba91-462e-9ba2-f96390e05442" providerId="ADAL" clId="{56424E3C-5C65-48A1-8E78-333D613E6791}" dt="2023-06-09T11:45:36.155" v="902" actId="478"/>
          <ac:cxnSpMkLst>
            <pc:docMk/>
            <pc:sldMk cId="2545462949" sldId="2147472384"/>
            <ac:cxnSpMk id="19" creationId="{3F912B8E-73E8-C7E5-CFEE-FED052F39666}"/>
          </ac:cxnSpMkLst>
        </pc:cxnChg>
        <pc:cxnChg chg="add mod">
          <ac:chgData name="Shreyal Shah" userId="22fac80f-ba91-462e-9ba2-f96390e05442" providerId="ADAL" clId="{56424E3C-5C65-48A1-8E78-333D613E6791}" dt="2023-06-09T11:46:50.083" v="912" actId="693"/>
          <ac:cxnSpMkLst>
            <pc:docMk/>
            <pc:sldMk cId="2545462949" sldId="2147472384"/>
            <ac:cxnSpMk id="22" creationId="{86EE3A21-64EF-DB47-BEE9-64AC1D8DF5EE}"/>
          </ac:cxnSpMkLst>
        </pc:cxnChg>
      </pc:sldChg>
      <pc:sldChg chg="addSp delSp modSp add del mod setBg">
        <pc:chgData name="Shreyal Shah" userId="22fac80f-ba91-462e-9ba2-f96390e05442" providerId="ADAL" clId="{56424E3C-5C65-48A1-8E78-333D613E6791}" dt="2023-06-20T16:02:29.230" v="1264" actId="47"/>
        <pc:sldMkLst>
          <pc:docMk/>
          <pc:sldMk cId="3109216738" sldId="2147472393"/>
        </pc:sldMkLst>
        <pc:spChg chg="mod">
          <ac:chgData name="Shreyal Shah" userId="22fac80f-ba91-462e-9ba2-f96390e05442" providerId="ADAL" clId="{56424E3C-5C65-48A1-8E78-333D613E6791}" dt="2023-06-09T10:35:17.539" v="724" actId="1076"/>
          <ac:spMkLst>
            <pc:docMk/>
            <pc:sldMk cId="3109216738" sldId="2147472393"/>
            <ac:spMk id="3" creationId="{B56E2243-019C-83AA-6E15-6D9516364A83}"/>
          </ac:spMkLst>
        </pc:spChg>
        <pc:spChg chg="add mod">
          <ac:chgData name="Shreyal Shah" userId="22fac80f-ba91-462e-9ba2-f96390e05442" providerId="ADAL" clId="{56424E3C-5C65-48A1-8E78-333D613E6791}" dt="2023-06-09T10:35:32.893" v="727" actId="2711"/>
          <ac:spMkLst>
            <pc:docMk/>
            <pc:sldMk cId="3109216738" sldId="2147472393"/>
            <ac:spMk id="7" creationId="{EF95280C-EFD2-00BA-73D5-7A47B860FD76}"/>
          </ac:spMkLst>
        </pc:spChg>
        <pc:spChg chg="del">
          <ac:chgData name="Shreyal Shah" userId="22fac80f-ba91-462e-9ba2-f96390e05442" providerId="ADAL" clId="{56424E3C-5C65-48A1-8E78-333D613E6791}" dt="2023-06-09T10:29:15.949" v="666" actId="478"/>
          <ac:spMkLst>
            <pc:docMk/>
            <pc:sldMk cId="3109216738" sldId="2147472393"/>
            <ac:spMk id="8" creationId="{3EE2BCDA-706F-1520-C936-1800D1C77F27}"/>
          </ac:spMkLst>
        </pc:spChg>
        <pc:spChg chg="del">
          <ac:chgData name="Shreyal Shah" userId="22fac80f-ba91-462e-9ba2-f96390e05442" providerId="ADAL" clId="{56424E3C-5C65-48A1-8E78-333D613E6791}" dt="2023-06-09T10:29:15.949" v="666" actId="478"/>
          <ac:spMkLst>
            <pc:docMk/>
            <pc:sldMk cId="3109216738" sldId="2147472393"/>
            <ac:spMk id="11" creationId="{CF2D396E-CE46-0585-A8A2-7E181FEF2AD8}"/>
          </ac:spMkLst>
        </pc:spChg>
        <pc:spChg chg="add mod">
          <ac:chgData name="Shreyal Shah" userId="22fac80f-ba91-462e-9ba2-f96390e05442" providerId="ADAL" clId="{56424E3C-5C65-48A1-8E78-333D613E6791}" dt="2023-06-09T10:35:32.893" v="727" actId="2711"/>
          <ac:spMkLst>
            <pc:docMk/>
            <pc:sldMk cId="3109216738" sldId="2147472393"/>
            <ac:spMk id="12" creationId="{306D7BA5-6C6C-4936-650B-E94CAF7CF9F3}"/>
          </ac:spMkLst>
        </pc:spChg>
        <pc:spChg chg="add mod">
          <ac:chgData name="Shreyal Shah" userId="22fac80f-ba91-462e-9ba2-f96390e05442" providerId="ADAL" clId="{56424E3C-5C65-48A1-8E78-333D613E6791}" dt="2023-06-09T11:51:45.704" v="988" actId="1076"/>
          <ac:spMkLst>
            <pc:docMk/>
            <pc:sldMk cId="3109216738" sldId="2147472393"/>
            <ac:spMk id="15" creationId="{0E7D2A1F-436C-391F-94D7-F79CF43D0B1D}"/>
          </ac:spMkLst>
        </pc:spChg>
        <pc:spChg chg="del">
          <ac:chgData name="Shreyal Shah" userId="22fac80f-ba91-462e-9ba2-f96390e05442" providerId="ADAL" clId="{56424E3C-5C65-48A1-8E78-333D613E6791}" dt="2023-06-09T10:29:15.949" v="666" actId="478"/>
          <ac:spMkLst>
            <pc:docMk/>
            <pc:sldMk cId="3109216738" sldId="2147472393"/>
            <ac:spMk id="16" creationId="{FC2B66D1-B761-2588-1F91-8D94D337A166}"/>
          </ac:spMkLst>
        </pc:spChg>
        <pc:spChg chg="del">
          <ac:chgData name="Shreyal Shah" userId="22fac80f-ba91-462e-9ba2-f96390e05442" providerId="ADAL" clId="{56424E3C-5C65-48A1-8E78-333D613E6791}" dt="2023-06-09T10:29:15.949" v="666" actId="478"/>
          <ac:spMkLst>
            <pc:docMk/>
            <pc:sldMk cId="3109216738" sldId="2147472393"/>
            <ac:spMk id="17" creationId="{8943D294-7390-179D-727D-62025BB66C0D}"/>
          </ac:spMkLst>
        </pc:spChg>
        <pc:spChg chg="del">
          <ac:chgData name="Shreyal Shah" userId="22fac80f-ba91-462e-9ba2-f96390e05442" providerId="ADAL" clId="{56424E3C-5C65-48A1-8E78-333D613E6791}" dt="2023-06-09T10:29:15.949" v="666" actId="478"/>
          <ac:spMkLst>
            <pc:docMk/>
            <pc:sldMk cId="3109216738" sldId="2147472393"/>
            <ac:spMk id="18" creationId="{23B4E492-E5C9-EB1D-1116-E30FB2194D9B}"/>
          </ac:spMkLst>
        </pc:spChg>
        <pc:spChg chg="add mod">
          <ac:chgData name="Shreyal Shah" userId="22fac80f-ba91-462e-9ba2-f96390e05442" providerId="ADAL" clId="{56424E3C-5C65-48A1-8E78-333D613E6791}" dt="2023-06-09T10:35:59.514" v="729" actId="1076"/>
          <ac:spMkLst>
            <pc:docMk/>
            <pc:sldMk cId="3109216738" sldId="2147472393"/>
            <ac:spMk id="20" creationId="{046FD1A4-500B-6F70-CBC0-9006651839A6}"/>
          </ac:spMkLst>
        </pc:spChg>
        <pc:spChg chg="add mod">
          <ac:chgData name="Shreyal Shah" userId="22fac80f-ba91-462e-9ba2-f96390e05442" providerId="ADAL" clId="{56424E3C-5C65-48A1-8E78-333D613E6791}" dt="2023-06-09T10:35:32.893" v="727" actId="2711"/>
          <ac:spMkLst>
            <pc:docMk/>
            <pc:sldMk cId="3109216738" sldId="2147472393"/>
            <ac:spMk id="21" creationId="{CEAC6E70-4B19-3427-FCD8-1BDA63663C9A}"/>
          </ac:spMkLst>
        </pc:spChg>
        <pc:spChg chg="add mod">
          <ac:chgData name="Shreyal Shah" userId="22fac80f-ba91-462e-9ba2-f96390e05442" providerId="ADAL" clId="{56424E3C-5C65-48A1-8E78-333D613E6791}" dt="2023-06-09T10:36:08.550" v="731" actId="1076"/>
          <ac:spMkLst>
            <pc:docMk/>
            <pc:sldMk cId="3109216738" sldId="2147472393"/>
            <ac:spMk id="22" creationId="{E56BEADE-2547-715C-22AD-BF121DA57E44}"/>
          </ac:spMkLst>
        </pc:spChg>
        <pc:spChg chg="mod">
          <ac:chgData name="Shreyal Shah" userId="22fac80f-ba91-462e-9ba2-f96390e05442" providerId="ADAL" clId="{56424E3C-5C65-48A1-8E78-333D613E6791}" dt="2023-06-09T10:36:42.639" v="733" actId="571"/>
          <ac:spMkLst>
            <pc:docMk/>
            <pc:sldMk cId="3109216738" sldId="2147472393"/>
            <ac:spMk id="24" creationId="{D720A641-7069-AEB9-BF30-8D199CA238CA}"/>
          </ac:spMkLst>
        </pc:spChg>
        <pc:spChg chg="mod">
          <ac:chgData name="Shreyal Shah" userId="22fac80f-ba91-462e-9ba2-f96390e05442" providerId="ADAL" clId="{56424E3C-5C65-48A1-8E78-333D613E6791}" dt="2023-06-09T10:36:42.639" v="733" actId="571"/>
          <ac:spMkLst>
            <pc:docMk/>
            <pc:sldMk cId="3109216738" sldId="2147472393"/>
            <ac:spMk id="25" creationId="{E1AB8897-F561-2601-F1F5-AD5C2CE08102}"/>
          </ac:spMkLst>
        </pc:spChg>
        <pc:spChg chg="mod">
          <ac:chgData name="Shreyal Shah" userId="22fac80f-ba91-462e-9ba2-f96390e05442" providerId="ADAL" clId="{56424E3C-5C65-48A1-8E78-333D613E6791}" dt="2023-06-09T10:36:42.639" v="733" actId="571"/>
          <ac:spMkLst>
            <pc:docMk/>
            <pc:sldMk cId="3109216738" sldId="2147472393"/>
            <ac:spMk id="26" creationId="{3CE4CA89-586B-F60E-8ECB-213120FE85BC}"/>
          </ac:spMkLst>
        </pc:spChg>
        <pc:spChg chg="add del mod">
          <ac:chgData name="Shreyal Shah" userId="22fac80f-ba91-462e-9ba2-f96390e05442" providerId="ADAL" clId="{56424E3C-5C65-48A1-8E78-333D613E6791}" dt="2023-06-09T12:45:26.271" v="1094" actId="478"/>
          <ac:spMkLst>
            <pc:docMk/>
            <pc:sldMk cId="3109216738" sldId="2147472393"/>
            <ac:spMk id="29" creationId="{B057ADEE-E5AA-C8F8-5F07-59CFAACBCC70}"/>
          </ac:spMkLst>
        </pc:spChg>
        <pc:spChg chg="mod">
          <ac:chgData name="Shreyal Shah" userId="22fac80f-ba91-462e-9ba2-f96390e05442" providerId="ADAL" clId="{56424E3C-5C65-48A1-8E78-333D613E6791}" dt="2023-06-09T10:40:22.531" v="736" actId="12788"/>
          <ac:spMkLst>
            <pc:docMk/>
            <pc:sldMk cId="3109216738" sldId="2147472393"/>
            <ac:spMk id="131" creationId="{4661ED17-AFAE-71D4-5B8D-ED4DA1DBEFB3}"/>
          </ac:spMkLst>
        </pc:spChg>
        <pc:grpChg chg="del">
          <ac:chgData name="Shreyal Shah" userId="22fac80f-ba91-462e-9ba2-f96390e05442" providerId="ADAL" clId="{56424E3C-5C65-48A1-8E78-333D613E6791}" dt="2023-06-09T10:29:15.949" v="666" actId="478"/>
          <ac:grpSpMkLst>
            <pc:docMk/>
            <pc:sldMk cId="3109216738" sldId="2147472393"/>
            <ac:grpSpMk id="13" creationId="{EA70B7A8-24E0-3684-515B-85B04B9FF57E}"/>
          </ac:grpSpMkLst>
        </pc:grpChg>
        <pc:grpChg chg="del">
          <ac:chgData name="Shreyal Shah" userId="22fac80f-ba91-462e-9ba2-f96390e05442" providerId="ADAL" clId="{56424E3C-5C65-48A1-8E78-333D613E6791}" dt="2023-06-09T10:29:15.949" v="666" actId="478"/>
          <ac:grpSpMkLst>
            <pc:docMk/>
            <pc:sldMk cId="3109216738" sldId="2147472393"/>
            <ac:grpSpMk id="14" creationId="{010DE745-3C7E-D5DF-F20F-F800FA84F528}"/>
          </ac:grpSpMkLst>
        </pc:grpChg>
        <pc:grpChg chg="del">
          <ac:chgData name="Shreyal Shah" userId="22fac80f-ba91-462e-9ba2-f96390e05442" providerId="ADAL" clId="{56424E3C-5C65-48A1-8E78-333D613E6791}" dt="2023-06-09T10:29:15.949" v="666" actId="478"/>
          <ac:grpSpMkLst>
            <pc:docMk/>
            <pc:sldMk cId="3109216738" sldId="2147472393"/>
            <ac:grpSpMk id="19" creationId="{A00C18F1-B803-2342-3113-2411F324D330}"/>
          </ac:grpSpMkLst>
        </pc:grpChg>
        <pc:grpChg chg="add mod">
          <ac:chgData name="Shreyal Shah" userId="22fac80f-ba91-462e-9ba2-f96390e05442" providerId="ADAL" clId="{56424E3C-5C65-48A1-8E78-333D613E6791}" dt="2023-06-09T10:36:42.639" v="733" actId="571"/>
          <ac:grpSpMkLst>
            <pc:docMk/>
            <pc:sldMk cId="3109216738" sldId="2147472393"/>
            <ac:grpSpMk id="23" creationId="{33CC2381-4142-4CCF-D812-A1CC94A0AC61}"/>
          </ac:grpSpMkLst>
        </pc:grpChg>
        <pc:grpChg chg="mod">
          <ac:chgData name="Shreyal Shah" userId="22fac80f-ba91-462e-9ba2-f96390e05442" providerId="ADAL" clId="{56424E3C-5C65-48A1-8E78-333D613E6791}" dt="2023-06-09T10:40:22.531" v="736" actId="12788"/>
          <ac:grpSpMkLst>
            <pc:docMk/>
            <pc:sldMk cId="3109216738" sldId="2147472393"/>
            <ac:grpSpMk id="117" creationId="{11553052-CB5D-4B81-4053-B3504B62DAD7}"/>
          </ac:grpSpMkLst>
        </pc:grpChg>
        <pc:picChg chg="del">
          <ac:chgData name="Shreyal Shah" userId="22fac80f-ba91-462e-9ba2-f96390e05442" providerId="ADAL" clId="{56424E3C-5C65-48A1-8E78-333D613E6791}" dt="2023-06-09T10:29:15.949" v="666" actId="478"/>
          <ac:picMkLst>
            <pc:docMk/>
            <pc:sldMk cId="3109216738" sldId="2147472393"/>
            <ac:picMk id="9" creationId="{826BA9DF-F120-0E9F-3B41-93B1A1D74045}"/>
          </ac:picMkLst>
        </pc:picChg>
        <pc:cxnChg chg="add del mod">
          <ac:chgData name="Shreyal Shah" userId="22fac80f-ba91-462e-9ba2-f96390e05442" providerId="ADAL" clId="{56424E3C-5C65-48A1-8E78-333D613E6791}" dt="2023-06-09T10:40:30.532" v="737" actId="478"/>
          <ac:cxnSpMkLst>
            <pc:docMk/>
            <pc:sldMk cId="3109216738" sldId="2147472393"/>
            <ac:cxnSpMk id="28" creationId="{D11B60E8-B57B-76EA-F42B-DC670068C764}"/>
          </ac:cxnSpMkLst>
        </pc:cxnChg>
      </pc:sldChg>
      <pc:sldChg chg="addSp delSp modSp add del mod setBg">
        <pc:chgData name="Shreyal Shah" userId="22fac80f-ba91-462e-9ba2-f96390e05442" providerId="ADAL" clId="{56424E3C-5C65-48A1-8E78-333D613E6791}" dt="2023-06-20T16:20:39.429" v="1648" actId="113"/>
        <pc:sldMkLst>
          <pc:docMk/>
          <pc:sldMk cId="924832345" sldId="2147472399"/>
        </pc:sldMkLst>
        <pc:spChg chg="add del mod">
          <ac:chgData name="Shreyal Shah" userId="22fac80f-ba91-462e-9ba2-f96390e05442" providerId="ADAL" clId="{56424E3C-5C65-48A1-8E78-333D613E6791}" dt="2023-06-20T16:14:05.777" v="1565" actId="478"/>
          <ac:spMkLst>
            <pc:docMk/>
            <pc:sldMk cId="924832345" sldId="2147472399"/>
            <ac:spMk id="4" creationId="{4B678239-3424-8E74-4D78-36831CE72517}"/>
          </ac:spMkLst>
        </pc:spChg>
        <pc:spChg chg="add mod">
          <ac:chgData name="Shreyal Shah" userId="22fac80f-ba91-462e-9ba2-f96390e05442" providerId="ADAL" clId="{56424E3C-5C65-48A1-8E78-333D613E6791}" dt="2023-06-20T16:20:39.429" v="1648" actId="113"/>
          <ac:spMkLst>
            <pc:docMk/>
            <pc:sldMk cId="924832345" sldId="2147472399"/>
            <ac:spMk id="5" creationId="{39CD40CB-8A6F-CB68-2AD4-F7754F3EFA1D}"/>
          </ac:spMkLst>
        </pc:spChg>
        <pc:spChg chg="del mod">
          <ac:chgData name="Shreyal Shah" userId="22fac80f-ba91-462e-9ba2-f96390e05442" providerId="ADAL" clId="{56424E3C-5C65-48A1-8E78-333D613E6791}" dt="2023-06-09T09:45:07.652" v="557" actId="478"/>
          <ac:spMkLst>
            <pc:docMk/>
            <pc:sldMk cId="924832345" sldId="2147472399"/>
            <ac:spMk id="31" creationId="{2F2035B3-4D0F-4068-A32D-927F56796475}"/>
          </ac:spMkLst>
        </pc:spChg>
      </pc:sldChg>
      <pc:sldChg chg="addSp delSp modSp add del mod delAnim modAnim modNotesTx">
        <pc:chgData name="Shreyal Shah" userId="22fac80f-ba91-462e-9ba2-f96390e05442" providerId="ADAL" clId="{56424E3C-5C65-48A1-8E78-333D613E6791}" dt="2023-06-20T16:09:00.593" v="1415" actId="47"/>
        <pc:sldMkLst>
          <pc:docMk/>
          <pc:sldMk cId="1523804133" sldId="2147472400"/>
        </pc:sldMkLst>
        <pc:spChg chg="del">
          <ac:chgData name="Shreyal Shah" userId="22fac80f-ba91-462e-9ba2-f96390e05442" providerId="ADAL" clId="{56424E3C-5C65-48A1-8E78-333D613E6791}" dt="2023-06-09T10:54:36.670" v="771" actId="478"/>
          <ac:spMkLst>
            <pc:docMk/>
            <pc:sldMk cId="1523804133" sldId="2147472400"/>
            <ac:spMk id="4" creationId="{4B678239-3424-8E74-4D78-36831CE72517}"/>
          </ac:spMkLst>
        </pc:spChg>
        <pc:spChg chg="del">
          <ac:chgData name="Shreyal Shah" userId="22fac80f-ba91-462e-9ba2-f96390e05442" providerId="ADAL" clId="{56424E3C-5C65-48A1-8E78-333D613E6791}" dt="2023-06-09T10:54:33.916" v="770" actId="478"/>
          <ac:spMkLst>
            <pc:docMk/>
            <pc:sldMk cId="1523804133" sldId="2147472400"/>
            <ac:spMk id="6" creationId="{47199221-9A6A-0E5F-F230-F49F25229DA6}"/>
          </ac:spMkLst>
        </pc:spChg>
        <pc:spChg chg="add mod">
          <ac:chgData name="Shreyal Shah" userId="22fac80f-ba91-462e-9ba2-f96390e05442" providerId="ADAL" clId="{56424E3C-5C65-48A1-8E78-333D613E6791}" dt="2023-06-09T11:48:06.992" v="979" actId="1037"/>
          <ac:spMkLst>
            <pc:docMk/>
            <pc:sldMk cId="1523804133" sldId="2147472400"/>
            <ac:spMk id="9" creationId="{71A1DD42-71E2-E437-D7B0-4C9AEE7F5C13}"/>
          </ac:spMkLst>
        </pc:spChg>
        <pc:spChg chg="del">
          <ac:chgData name="Shreyal Shah" userId="22fac80f-ba91-462e-9ba2-f96390e05442" providerId="ADAL" clId="{56424E3C-5C65-48A1-8E78-333D613E6791}" dt="2023-06-09T10:54:36.670" v="771" actId="478"/>
          <ac:spMkLst>
            <pc:docMk/>
            <pc:sldMk cId="1523804133" sldId="2147472400"/>
            <ac:spMk id="177" creationId="{85C2AB66-2779-EF97-5F65-07B59EFB54B1}"/>
          </ac:spMkLst>
        </pc:spChg>
        <pc:spChg chg="del">
          <ac:chgData name="Shreyal Shah" userId="22fac80f-ba91-462e-9ba2-f96390e05442" providerId="ADAL" clId="{56424E3C-5C65-48A1-8E78-333D613E6791}" dt="2023-06-09T10:54:36.670" v="771" actId="478"/>
          <ac:spMkLst>
            <pc:docMk/>
            <pc:sldMk cId="1523804133" sldId="2147472400"/>
            <ac:spMk id="179" creationId="{74633AAC-C35E-93FC-C230-134B427A479B}"/>
          </ac:spMkLst>
        </pc:spChg>
        <pc:spChg chg="del">
          <ac:chgData name="Shreyal Shah" userId="22fac80f-ba91-462e-9ba2-f96390e05442" providerId="ADAL" clId="{56424E3C-5C65-48A1-8E78-333D613E6791}" dt="2023-06-09T10:54:36.670" v="771" actId="478"/>
          <ac:spMkLst>
            <pc:docMk/>
            <pc:sldMk cId="1523804133" sldId="2147472400"/>
            <ac:spMk id="180" creationId="{B1035161-B58E-AB9D-0F5C-0C20A220D5F5}"/>
          </ac:spMkLst>
        </pc:spChg>
        <pc:spChg chg="del">
          <ac:chgData name="Shreyal Shah" userId="22fac80f-ba91-462e-9ba2-f96390e05442" providerId="ADAL" clId="{56424E3C-5C65-48A1-8E78-333D613E6791}" dt="2023-06-09T10:54:36.670" v="771" actId="478"/>
          <ac:spMkLst>
            <pc:docMk/>
            <pc:sldMk cId="1523804133" sldId="2147472400"/>
            <ac:spMk id="181" creationId="{85E9FAA9-8861-495A-8A2E-BCF48BE7ABFA}"/>
          </ac:spMkLst>
        </pc:spChg>
        <pc:spChg chg="del">
          <ac:chgData name="Shreyal Shah" userId="22fac80f-ba91-462e-9ba2-f96390e05442" providerId="ADAL" clId="{56424E3C-5C65-48A1-8E78-333D613E6791}" dt="2023-06-09T10:54:36.670" v="771" actId="478"/>
          <ac:spMkLst>
            <pc:docMk/>
            <pc:sldMk cId="1523804133" sldId="2147472400"/>
            <ac:spMk id="182" creationId="{DE04D1F4-8E47-61A9-6356-502F5FF16BE7}"/>
          </ac:spMkLst>
        </pc:spChg>
        <pc:spChg chg="del">
          <ac:chgData name="Shreyal Shah" userId="22fac80f-ba91-462e-9ba2-f96390e05442" providerId="ADAL" clId="{56424E3C-5C65-48A1-8E78-333D613E6791}" dt="2023-06-09T10:54:36.670" v="771" actId="478"/>
          <ac:spMkLst>
            <pc:docMk/>
            <pc:sldMk cId="1523804133" sldId="2147472400"/>
            <ac:spMk id="183" creationId="{26AE3B98-D54B-CB84-39EF-88FFB094CA89}"/>
          </ac:spMkLst>
        </pc:spChg>
        <pc:spChg chg="del">
          <ac:chgData name="Shreyal Shah" userId="22fac80f-ba91-462e-9ba2-f96390e05442" providerId="ADAL" clId="{56424E3C-5C65-48A1-8E78-333D613E6791}" dt="2023-06-09T10:54:36.670" v="771" actId="478"/>
          <ac:spMkLst>
            <pc:docMk/>
            <pc:sldMk cId="1523804133" sldId="2147472400"/>
            <ac:spMk id="184" creationId="{B00AC815-0D45-5E68-BA7C-9B0CF9B581DD}"/>
          </ac:spMkLst>
        </pc:spChg>
        <pc:spChg chg="del">
          <ac:chgData name="Shreyal Shah" userId="22fac80f-ba91-462e-9ba2-f96390e05442" providerId="ADAL" clId="{56424E3C-5C65-48A1-8E78-333D613E6791}" dt="2023-06-09T10:54:36.670" v="771" actId="478"/>
          <ac:spMkLst>
            <pc:docMk/>
            <pc:sldMk cId="1523804133" sldId="2147472400"/>
            <ac:spMk id="185" creationId="{65BB7DDD-4CA1-4BC0-826E-8F9F0809176A}"/>
          </ac:spMkLst>
        </pc:spChg>
        <pc:spChg chg="del">
          <ac:chgData name="Shreyal Shah" userId="22fac80f-ba91-462e-9ba2-f96390e05442" providerId="ADAL" clId="{56424E3C-5C65-48A1-8E78-333D613E6791}" dt="2023-06-09T10:54:36.670" v="771" actId="478"/>
          <ac:spMkLst>
            <pc:docMk/>
            <pc:sldMk cId="1523804133" sldId="2147472400"/>
            <ac:spMk id="186" creationId="{940BEE24-F953-0C34-7603-616588DB236E}"/>
          </ac:spMkLst>
        </pc:spChg>
        <pc:grpChg chg="del">
          <ac:chgData name="Shreyal Shah" userId="22fac80f-ba91-462e-9ba2-f96390e05442" providerId="ADAL" clId="{56424E3C-5C65-48A1-8E78-333D613E6791}" dt="2023-06-09T10:54:36.670" v="771" actId="478"/>
          <ac:grpSpMkLst>
            <pc:docMk/>
            <pc:sldMk cId="1523804133" sldId="2147472400"/>
            <ac:grpSpMk id="2" creationId="{CC88F0F2-A591-6196-64FA-E54EBB53F75C}"/>
          </ac:grpSpMkLst>
        </pc:grpChg>
        <pc:grpChg chg="del">
          <ac:chgData name="Shreyal Shah" userId="22fac80f-ba91-462e-9ba2-f96390e05442" providerId="ADAL" clId="{56424E3C-5C65-48A1-8E78-333D613E6791}" dt="2023-06-09T10:54:36.670" v="771" actId="478"/>
          <ac:grpSpMkLst>
            <pc:docMk/>
            <pc:sldMk cId="1523804133" sldId="2147472400"/>
            <ac:grpSpMk id="143" creationId="{D4F9A327-6256-92C6-D7B6-5E88DA9100A0}"/>
          </ac:grpSpMkLst>
        </pc:grpChg>
        <pc:grpChg chg="del">
          <ac:chgData name="Shreyal Shah" userId="22fac80f-ba91-462e-9ba2-f96390e05442" providerId="ADAL" clId="{56424E3C-5C65-48A1-8E78-333D613E6791}" dt="2023-06-09T10:54:36.670" v="771" actId="478"/>
          <ac:grpSpMkLst>
            <pc:docMk/>
            <pc:sldMk cId="1523804133" sldId="2147472400"/>
            <ac:grpSpMk id="144" creationId="{2DABECC7-3E56-7C1A-25E5-150D4E142CDE}"/>
          </ac:grpSpMkLst>
        </pc:grpChg>
        <pc:grpChg chg="del">
          <ac:chgData name="Shreyal Shah" userId="22fac80f-ba91-462e-9ba2-f96390e05442" providerId="ADAL" clId="{56424E3C-5C65-48A1-8E78-333D613E6791}" dt="2023-06-09T10:54:36.670" v="771" actId="478"/>
          <ac:grpSpMkLst>
            <pc:docMk/>
            <pc:sldMk cId="1523804133" sldId="2147472400"/>
            <ac:grpSpMk id="155" creationId="{8A5D26E6-57CA-D66F-3771-9C9C76FC51BC}"/>
          </ac:grpSpMkLst>
        </pc:grpChg>
        <pc:grpChg chg="del">
          <ac:chgData name="Shreyal Shah" userId="22fac80f-ba91-462e-9ba2-f96390e05442" providerId="ADAL" clId="{56424E3C-5C65-48A1-8E78-333D613E6791}" dt="2023-06-09T10:54:36.670" v="771" actId="478"/>
          <ac:grpSpMkLst>
            <pc:docMk/>
            <pc:sldMk cId="1523804133" sldId="2147472400"/>
            <ac:grpSpMk id="166" creationId="{0F48C230-16E6-31CF-9B98-D036329D5D5E}"/>
          </ac:grpSpMkLst>
        </pc:grpChg>
        <pc:picChg chg="add del mod">
          <ac:chgData name="Shreyal Shah" userId="22fac80f-ba91-462e-9ba2-f96390e05442" providerId="ADAL" clId="{56424E3C-5C65-48A1-8E78-333D613E6791}" dt="2023-06-09T10:56:09.527" v="775" actId="478"/>
          <ac:picMkLst>
            <pc:docMk/>
            <pc:sldMk cId="1523804133" sldId="2147472400"/>
            <ac:picMk id="5" creationId="{EC11F1DE-48F4-EEEA-BA32-B723169CE7BF}"/>
          </ac:picMkLst>
        </pc:picChg>
        <pc:picChg chg="add del mod">
          <ac:chgData name="Shreyal Shah" userId="22fac80f-ba91-462e-9ba2-f96390e05442" providerId="ADAL" clId="{56424E3C-5C65-48A1-8E78-333D613E6791}" dt="2023-06-09T14:31:04.804" v="1248" actId="478"/>
          <ac:picMkLst>
            <pc:docMk/>
            <pc:sldMk cId="1523804133" sldId="2147472400"/>
            <ac:picMk id="7" creationId="{4F6FFD32-7898-221D-A602-408910DEC0C5}"/>
          </ac:picMkLst>
        </pc:picChg>
        <pc:picChg chg="add mod ord">
          <ac:chgData name="Shreyal Shah" userId="22fac80f-ba91-462e-9ba2-f96390e05442" providerId="ADAL" clId="{56424E3C-5C65-48A1-8E78-333D613E6791}" dt="2023-06-09T14:33:04.347" v="1254" actId="167"/>
          <ac:picMkLst>
            <pc:docMk/>
            <pc:sldMk cId="1523804133" sldId="2147472400"/>
            <ac:picMk id="10" creationId="{FDC76BD2-BAA0-BFF0-DA23-771B733E1B7E}"/>
          </ac:picMkLst>
        </pc:pic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26" creationId="{800838F1-69AD-A0C3-0F32-2DE6C2560C51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29" creationId="{3FC61C3E-F8DA-0AEB-39C9-B9F00D36B70F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33" creationId="{9090FD58-1B07-02AA-81B2-CA4119E773E7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36" creationId="{FA0723B2-5641-B162-9B81-B66BAD709D05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39" creationId="{9E7CF8AE-3BA4-5677-8564-9DB584759DDC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47" creationId="{843B6AD4-940F-A3A7-AB7E-B432BB5FB3DE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50" creationId="{F004019E-EDDC-6C1D-7D28-1A2269E5E3F8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53" creationId="{61098135-E2FF-D721-9785-4E376BBBF4AA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56" creationId="{F9065BCE-8AFC-2078-5A8B-550935FC0C79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63" creationId="{0A5A3860-5CAA-96F0-1911-FBE1624E1473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71" creationId="{1F5B0CC9-9B4B-AB86-F00B-13067F7D5905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74" creationId="{95FD9915-AA66-6521-930B-EA8BFB7526E1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77" creationId="{E2B5013D-1721-A0A8-9943-F513460E8AE3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80" creationId="{08249AAA-1B1C-65F6-1DB8-1DC2C0B680F3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83" creationId="{BDDC8298-34D1-3AF4-1F1C-EAAA1B80A078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91" creationId="{7DBBF6E9-2F3F-9143-4303-39F22CFE64C8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94" creationId="{D3BD64E8-3B5D-FEFE-57CE-B2B972474DB7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97" creationId="{2ED0C5B3-FF21-AF6B-1518-DC3BBB8E0E43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100" creationId="{268B47E8-9B77-3744-6DF0-2B5D8307630D}"/>
          </ac:cxnSpMkLst>
        </pc:cxnChg>
        <pc:cxnChg chg="mod">
          <ac:chgData name="Shreyal Shah" userId="22fac80f-ba91-462e-9ba2-f96390e05442" providerId="ADAL" clId="{56424E3C-5C65-48A1-8E78-333D613E6791}" dt="2023-06-09T10:54:36.670" v="771" actId="478"/>
          <ac:cxnSpMkLst>
            <pc:docMk/>
            <pc:sldMk cId="1523804133" sldId="2147472400"/>
            <ac:cxnSpMk id="103" creationId="{01BE1FBC-3986-C697-3BAE-C20353882BA6}"/>
          </ac:cxnSpMkLst>
        </pc:cxnChg>
      </pc:sldChg>
      <pc:sldChg chg="add del setBg">
        <pc:chgData name="Shreyal Shah" userId="22fac80f-ba91-462e-9ba2-f96390e05442" providerId="ADAL" clId="{56424E3C-5C65-48A1-8E78-333D613E6791}" dt="2023-06-09T10:54:31.727" v="768"/>
        <pc:sldMkLst>
          <pc:docMk/>
          <pc:sldMk cId="1975852476" sldId="2147472400"/>
        </pc:sldMkLst>
      </pc:sldChg>
      <pc:sldChg chg="new del">
        <pc:chgData name="Shreyal Shah" userId="22fac80f-ba91-462e-9ba2-f96390e05442" providerId="ADAL" clId="{56424E3C-5C65-48A1-8E78-333D613E6791}" dt="2023-06-09T10:54:24.747" v="766" actId="47"/>
        <pc:sldMkLst>
          <pc:docMk/>
          <pc:sldMk cId="3887648318" sldId="2147472400"/>
        </pc:sldMkLst>
      </pc:sldChg>
      <pc:sldChg chg="new del">
        <pc:chgData name="Shreyal Shah" userId="22fac80f-ba91-462e-9ba2-f96390e05442" providerId="ADAL" clId="{56424E3C-5C65-48A1-8E78-333D613E6791}" dt="2023-06-09T11:19:55.827" v="786" actId="47"/>
        <pc:sldMkLst>
          <pc:docMk/>
          <pc:sldMk cId="689887514" sldId="2147472401"/>
        </pc:sldMkLst>
      </pc:sldChg>
      <pc:sldChg chg="add del setBg">
        <pc:chgData name="Shreyal Shah" userId="22fac80f-ba91-462e-9ba2-f96390e05442" providerId="ADAL" clId="{56424E3C-5C65-48A1-8E78-333D613E6791}" dt="2023-06-09T14:33:55.892" v="1257" actId="47"/>
        <pc:sldMkLst>
          <pc:docMk/>
          <pc:sldMk cId="729378118" sldId="2147472401"/>
        </pc:sldMkLst>
      </pc:sldChg>
      <pc:sldChg chg="add del setBg">
        <pc:chgData name="Shreyal Shah" userId="22fac80f-ba91-462e-9ba2-f96390e05442" providerId="ADAL" clId="{56424E3C-5C65-48A1-8E78-333D613E6791}" dt="2023-06-09T11:51:50.449" v="990"/>
        <pc:sldMkLst>
          <pc:docMk/>
          <pc:sldMk cId="979732850" sldId="2147472401"/>
        </pc:sldMkLst>
      </pc:sldChg>
      <pc:sldChg chg="delSp modSp add del mod ord">
        <pc:chgData name="Shreyal Shah" userId="22fac80f-ba91-462e-9ba2-f96390e05442" providerId="ADAL" clId="{56424E3C-5C65-48A1-8E78-333D613E6791}" dt="2023-06-09T11:47:20.792" v="925" actId="47"/>
        <pc:sldMkLst>
          <pc:docMk/>
          <pc:sldMk cId="2048043583" sldId="2147472401"/>
        </pc:sldMkLst>
        <pc:spChg chg="mod">
          <ac:chgData name="Shreyal Shah" userId="22fac80f-ba91-462e-9ba2-f96390e05442" providerId="ADAL" clId="{56424E3C-5C65-48A1-8E78-333D613E6791}" dt="2023-06-09T11:47:07.829" v="921" actId="20577"/>
          <ac:spMkLst>
            <pc:docMk/>
            <pc:sldMk cId="2048043583" sldId="2147472401"/>
            <ac:spMk id="4" creationId="{4B678239-3424-8E74-4D78-36831CE72517}"/>
          </ac:spMkLst>
        </pc:spChg>
        <pc:spChg chg="del">
          <ac:chgData name="Shreyal Shah" userId="22fac80f-ba91-462e-9ba2-f96390e05442" providerId="ADAL" clId="{56424E3C-5C65-48A1-8E78-333D613E6791}" dt="2023-06-09T11:20:21.403" v="793" actId="478"/>
          <ac:spMkLst>
            <pc:docMk/>
            <pc:sldMk cId="2048043583" sldId="2147472401"/>
            <ac:spMk id="6" creationId="{47199221-9A6A-0E5F-F230-F49F25229DA6}"/>
          </ac:spMkLst>
        </pc:spChg>
        <pc:spChg chg="del">
          <ac:chgData name="Shreyal Shah" userId="22fac80f-ba91-462e-9ba2-f96390e05442" providerId="ADAL" clId="{56424E3C-5C65-48A1-8E78-333D613E6791}" dt="2023-06-09T11:20:13.843" v="792" actId="478"/>
          <ac:spMkLst>
            <pc:docMk/>
            <pc:sldMk cId="2048043583" sldId="2147472401"/>
            <ac:spMk id="177" creationId="{85C2AB66-2779-EF97-5F65-07B59EFB54B1}"/>
          </ac:spMkLst>
        </pc:spChg>
        <pc:spChg chg="del">
          <ac:chgData name="Shreyal Shah" userId="22fac80f-ba91-462e-9ba2-f96390e05442" providerId="ADAL" clId="{56424E3C-5C65-48A1-8E78-333D613E6791}" dt="2023-06-09T11:20:13.843" v="792" actId="478"/>
          <ac:spMkLst>
            <pc:docMk/>
            <pc:sldMk cId="2048043583" sldId="2147472401"/>
            <ac:spMk id="179" creationId="{74633AAC-C35E-93FC-C230-134B427A479B}"/>
          </ac:spMkLst>
        </pc:spChg>
        <pc:spChg chg="del">
          <ac:chgData name="Shreyal Shah" userId="22fac80f-ba91-462e-9ba2-f96390e05442" providerId="ADAL" clId="{56424E3C-5C65-48A1-8E78-333D613E6791}" dt="2023-06-09T11:20:13.843" v="792" actId="478"/>
          <ac:spMkLst>
            <pc:docMk/>
            <pc:sldMk cId="2048043583" sldId="2147472401"/>
            <ac:spMk id="180" creationId="{B1035161-B58E-AB9D-0F5C-0C20A220D5F5}"/>
          </ac:spMkLst>
        </pc:spChg>
        <pc:spChg chg="del">
          <ac:chgData name="Shreyal Shah" userId="22fac80f-ba91-462e-9ba2-f96390e05442" providerId="ADAL" clId="{56424E3C-5C65-48A1-8E78-333D613E6791}" dt="2023-06-09T11:20:13.843" v="792" actId="478"/>
          <ac:spMkLst>
            <pc:docMk/>
            <pc:sldMk cId="2048043583" sldId="2147472401"/>
            <ac:spMk id="181" creationId="{85E9FAA9-8861-495A-8A2E-BCF48BE7ABFA}"/>
          </ac:spMkLst>
        </pc:spChg>
        <pc:spChg chg="del">
          <ac:chgData name="Shreyal Shah" userId="22fac80f-ba91-462e-9ba2-f96390e05442" providerId="ADAL" clId="{56424E3C-5C65-48A1-8E78-333D613E6791}" dt="2023-06-09T11:20:26.854" v="794" actId="478"/>
          <ac:spMkLst>
            <pc:docMk/>
            <pc:sldMk cId="2048043583" sldId="2147472401"/>
            <ac:spMk id="182" creationId="{DE04D1F4-8E47-61A9-6356-502F5FF16BE7}"/>
          </ac:spMkLst>
        </pc:spChg>
        <pc:spChg chg="del">
          <ac:chgData name="Shreyal Shah" userId="22fac80f-ba91-462e-9ba2-f96390e05442" providerId="ADAL" clId="{56424E3C-5C65-48A1-8E78-333D613E6791}" dt="2023-06-09T11:20:13.843" v="792" actId="478"/>
          <ac:spMkLst>
            <pc:docMk/>
            <pc:sldMk cId="2048043583" sldId="2147472401"/>
            <ac:spMk id="183" creationId="{26AE3B98-D54B-CB84-39EF-88FFB094CA89}"/>
          </ac:spMkLst>
        </pc:spChg>
        <pc:spChg chg="del">
          <ac:chgData name="Shreyal Shah" userId="22fac80f-ba91-462e-9ba2-f96390e05442" providerId="ADAL" clId="{56424E3C-5C65-48A1-8E78-333D613E6791}" dt="2023-06-09T11:20:13.843" v="792" actId="478"/>
          <ac:spMkLst>
            <pc:docMk/>
            <pc:sldMk cId="2048043583" sldId="2147472401"/>
            <ac:spMk id="184" creationId="{B00AC815-0D45-5E68-BA7C-9B0CF9B581DD}"/>
          </ac:spMkLst>
        </pc:spChg>
        <pc:spChg chg="del">
          <ac:chgData name="Shreyal Shah" userId="22fac80f-ba91-462e-9ba2-f96390e05442" providerId="ADAL" clId="{56424E3C-5C65-48A1-8E78-333D613E6791}" dt="2023-06-09T11:20:13.843" v="792" actId="478"/>
          <ac:spMkLst>
            <pc:docMk/>
            <pc:sldMk cId="2048043583" sldId="2147472401"/>
            <ac:spMk id="185" creationId="{65BB7DDD-4CA1-4BC0-826E-8F9F0809176A}"/>
          </ac:spMkLst>
        </pc:spChg>
        <pc:spChg chg="del">
          <ac:chgData name="Shreyal Shah" userId="22fac80f-ba91-462e-9ba2-f96390e05442" providerId="ADAL" clId="{56424E3C-5C65-48A1-8E78-333D613E6791}" dt="2023-06-09T11:20:13.843" v="792" actId="478"/>
          <ac:spMkLst>
            <pc:docMk/>
            <pc:sldMk cId="2048043583" sldId="2147472401"/>
            <ac:spMk id="186" creationId="{940BEE24-F953-0C34-7603-616588DB236E}"/>
          </ac:spMkLst>
        </pc:spChg>
        <pc:grpChg chg="del">
          <ac:chgData name="Shreyal Shah" userId="22fac80f-ba91-462e-9ba2-f96390e05442" providerId="ADAL" clId="{56424E3C-5C65-48A1-8E78-333D613E6791}" dt="2023-06-09T11:20:13.843" v="792" actId="478"/>
          <ac:grpSpMkLst>
            <pc:docMk/>
            <pc:sldMk cId="2048043583" sldId="2147472401"/>
            <ac:grpSpMk id="2" creationId="{CC88F0F2-A591-6196-64FA-E54EBB53F75C}"/>
          </ac:grpSpMkLst>
        </pc:grpChg>
        <pc:grpChg chg="del">
          <ac:chgData name="Shreyal Shah" userId="22fac80f-ba91-462e-9ba2-f96390e05442" providerId="ADAL" clId="{56424E3C-5C65-48A1-8E78-333D613E6791}" dt="2023-06-09T11:20:13.843" v="792" actId="478"/>
          <ac:grpSpMkLst>
            <pc:docMk/>
            <pc:sldMk cId="2048043583" sldId="2147472401"/>
            <ac:grpSpMk id="143" creationId="{D4F9A327-6256-92C6-D7B6-5E88DA9100A0}"/>
          </ac:grpSpMkLst>
        </pc:grpChg>
        <pc:grpChg chg="del">
          <ac:chgData name="Shreyal Shah" userId="22fac80f-ba91-462e-9ba2-f96390e05442" providerId="ADAL" clId="{56424E3C-5C65-48A1-8E78-333D613E6791}" dt="2023-06-09T11:20:13.843" v="792" actId="478"/>
          <ac:grpSpMkLst>
            <pc:docMk/>
            <pc:sldMk cId="2048043583" sldId="2147472401"/>
            <ac:grpSpMk id="144" creationId="{2DABECC7-3E56-7C1A-25E5-150D4E142CDE}"/>
          </ac:grpSpMkLst>
        </pc:grpChg>
        <pc:grpChg chg="del">
          <ac:chgData name="Shreyal Shah" userId="22fac80f-ba91-462e-9ba2-f96390e05442" providerId="ADAL" clId="{56424E3C-5C65-48A1-8E78-333D613E6791}" dt="2023-06-09T11:20:13.843" v="792" actId="478"/>
          <ac:grpSpMkLst>
            <pc:docMk/>
            <pc:sldMk cId="2048043583" sldId="2147472401"/>
            <ac:grpSpMk id="155" creationId="{8A5D26E6-57CA-D66F-3771-9C9C76FC51BC}"/>
          </ac:grpSpMkLst>
        </pc:grpChg>
        <pc:grpChg chg="del">
          <ac:chgData name="Shreyal Shah" userId="22fac80f-ba91-462e-9ba2-f96390e05442" providerId="ADAL" clId="{56424E3C-5C65-48A1-8E78-333D613E6791}" dt="2023-06-09T11:20:26.854" v="794" actId="478"/>
          <ac:grpSpMkLst>
            <pc:docMk/>
            <pc:sldMk cId="2048043583" sldId="2147472401"/>
            <ac:grpSpMk id="166" creationId="{0F48C230-16E6-31CF-9B98-D036329D5D5E}"/>
          </ac:grpSpMkLst>
        </pc:grp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26" creationId="{800838F1-69AD-A0C3-0F32-2DE6C2560C51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29" creationId="{3FC61C3E-F8DA-0AEB-39C9-B9F00D36B70F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33" creationId="{9090FD58-1B07-02AA-81B2-CA4119E773E7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36" creationId="{FA0723B2-5641-B162-9B81-B66BAD709D05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39" creationId="{9E7CF8AE-3BA4-5677-8564-9DB584759DDC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47" creationId="{843B6AD4-940F-A3A7-AB7E-B432BB5FB3DE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50" creationId="{F004019E-EDDC-6C1D-7D28-1A2269E5E3F8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53" creationId="{61098135-E2FF-D721-9785-4E376BBBF4AA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56" creationId="{F9065BCE-8AFC-2078-5A8B-550935FC0C79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63" creationId="{0A5A3860-5CAA-96F0-1911-FBE1624E1473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71" creationId="{1F5B0CC9-9B4B-AB86-F00B-13067F7D5905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74" creationId="{95FD9915-AA66-6521-930B-EA8BFB7526E1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77" creationId="{E2B5013D-1721-A0A8-9943-F513460E8AE3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80" creationId="{08249AAA-1B1C-65F6-1DB8-1DC2C0B680F3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83" creationId="{BDDC8298-34D1-3AF4-1F1C-EAAA1B80A078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91" creationId="{7DBBF6E9-2F3F-9143-4303-39F22CFE64C8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94" creationId="{D3BD64E8-3B5D-FEFE-57CE-B2B972474DB7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97" creationId="{2ED0C5B3-FF21-AF6B-1518-DC3BBB8E0E43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100" creationId="{268B47E8-9B77-3744-6DF0-2B5D8307630D}"/>
          </ac:cxnSpMkLst>
        </pc:cxnChg>
        <pc:cxnChg chg="mod">
          <ac:chgData name="Shreyal Shah" userId="22fac80f-ba91-462e-9ba2-f96390e05442" providerId="ADAL" clId="{56424E3C-5C65-48A1-8E78-333D613E6791}" dt="2023-06-09T11:20:13.843" v="792" actId="478"/>
          <ac:cxnSpMkLst>
            <pc:docMk/>
            <pc:sldMk cId="2048043583" sldId="2147472401"/>
            <ac:cxnSpMk id="103" creationId="{01BE1FBC-3986-C697-3BAE-C20353882BA6}"/>
          </ac:cxnSpMkLst>
        </pc:cxnChg>
      </pc:sldChg>
      <pc:sldChg chg="addSp delSp modSp add del mod setBg">
        <pc:chgData name="Shreyal Shah" userId="22fac80f-ba91-462e-9ba2-f96390e05442" providerId="ADAL" clId="{56424E3C-5C65-48A1-8E78-333D613E6791}" dt="2023-06-20T16:07:48.424" v="1411" actId="47"/>
        <pc:sldMkLst>
          <pc:docMk/>
          <pc:sldMk cId="3691561681" sldId="2147472401"/>
        </pc:sldMkLst>
        <pc:spChg chg="mod">
          <ac:chgData name="Shreyal Shah" userId="22fac80f-ba91-462e-9ba2-f96390e05442" providerId="ADAL" clId="{56424E3C-5C65-48A1-8E78-333D613E6791}" dt="2023-06-09T11:54:44.496" v="1010" actId="1076"/>
          <ac:spMkLst>
            <pc:docMk/>
            <pc:sldMk cId="3691561681" sldId="2147472401"/>
            <ac:spMk id="3" creationId="{B56E2243-019C-83AA-6E15-6D9516364A83}"/>
          </ac:spMkLst>
        </pc:spChg>
        <pc:spChg chg="add del">
          <ac:chgData name="Shreyal Shah" userId="22fac80f-ba91-462e-9ba2-f96390e05442" providerId="ADAL" clId="{56424E3C-5C65-48A1-8E78-333D613E6791}" dt="2023-06-09T11:53:44.198" v="1008" actId="478"/>
          <ac:spMkLst>
            <pc:docMk/>
            <pc:sldMk cId="3691561681" sldId="2147472401"/>
            <ac:spMk id="9" creationId="{085C3797-BAE0-74CB-6D01-B16771875294}"/>
          </ac:spMkLst>
        </pc:spChg>
        <pc:spChg chg="add mod">
          <ac:chgData name="Shreyal Shah" userId="22fac80f-ba91-462e-9ba2-f96390e05442" providerId="ADAL" clId="{56424E3C-5C65-48A1-8E78-333D613E6791}" dt="2023-06-09T11:53:41.075" v="1007"/>
          <ac:spMkLst>
            <pc:docMk/>
            <pc:sldMk cId="3691561681" sldId="2147472401"/>
            <ac:spMk id="11" creationId="{1F5DC5FB-5D3B-188D-CEBC-074ACC20D1BD}"/>
          </ac:spMkLst>
        </pc:spChg>
        <pc:spChg chg="add mod">
          <ac:chgData name="Shreyal Shah" userId="22fac80f-ba91-462e-9ba2-f96390e05442" providerId="ADAL" clId="{56424E3C-5C65-48A1-8E78-333D613E6791}" dt="2023-06-09T11:56:40.133" v="1073" actId="20577"/>
          <ac:spMkLst>
            <pc:docMk/>
            <pc:sldMk cId="3691561681" sldId="2147472401"/>
            <ac:spMk id="13" creationId="{9C6271EB-7C5B-F218-3093-C43EC6EACC68}"/>
          </ac:spMkLst>
        </pc:spChg>
        <pc:spChg chg="add mod">
          <ac:chgData name="Shreyal Shah" userId="22fac80f-ba91-462e-9ba2-f96390e05442" providerId="ADAL" clId="{56424E3C-5C65-48A1-8E78-333D613E6791}" dt="2023-06-09T11:57:10.519" v="1088" actId="20577"/>
          <ac:spMkLst>
            <pc:docMk/>
            <pc:sldMk cId="3691561681" sldId="2147472401"/>
            <ac:spMk id="14" creationId="{DB10490E-5649-E405-41D1-D8A3C993B783}"/>
          </ac:spMkLst>
        </pc:spChg>
        <pc:spChg chg="mod">
          <ac:chgData name="Shreyal Shah" userId="22fac80f-ba91-462e-9ba2-f96390e05442" providerId="ADAL" clId="{56424E3C-5C65-48A1-8E78-333D613E6791}" dt="2023-06-09T11:53:18.205" v="1005" actId="1076"/>
          <ac:spMkLst>
            <pc:docMk/>
            <pc:sldMk cId="3691561681" sldId="2147472401"/>
            <ac:spMk id="15" creationId="{0E7D2A1F-436C-391F-94D7-F79CF43D0B1D}"/>
          </ac:spMkLst>
        </pc:spChg>
        <pc:spChg chg="del">
          <ac:chgData name="Shreyal Shah" userId="22fac80f-ba91-462e-9ba2-f96390e05442" providerId="ADAL" clId="{56424E3C-5C65-48A1-8E78-333D613E6791}" dt="2023-06-09T11:52:56.390" v="1003" actId="478"/>
          <ac:spMkLst>
            <pc:docMk/>
            <pc:sldMk cId="3691561681" sldId="2147472401"/>
            <ac:spMk id="20" creationId="{046FD1A4-500B-6F70-CBC0-9006651839A6}"/>
          </ac:spMkLst>
        </pc:spChg>
        <pc:spChg chg="del mod">
          <ac:chgData name="Shreyal Shah" userId="22fac80f-ba91-462e-9ba2-f96390e05442" providerId="ADAL" clId="{56424E3C-5C65-48A1-8E78-333D613E6791}" dt="2023-06-09T11:55:10.240" v="1014" actId="478"/>
          <ac:spMkLst>
            <pc:docMk/>
            <pc:sldMk cId="3691561681" sldId="2147472401"/>
            <ac:spMk id="22" creationId="{E56BEADE-2547-715C-22AD-BF121DA57E44}"/>
          </ac:spMkLst>
        </pc:spChg>
      </pc:sldChg>
      <pc:sldChg chg="addSp delSp modSp add del mod">
        <pc:chgData name="Shreyal Shah" userId="22fac80f-ba91-462e-9ba2-f96390e05442" providerId="ADAL" clId="{56424E3C-5C65-48A1-8E78-333D613E6791}" dt="2023-06-09T12:46:52.608" v="1137" actId="14100"/>
        <pc:sldMkLst>
          <pc:docMk/>
          <pc:sldMk cId="452598523" sldId="2147472402"/>
        </pc:sldMkLst>
        <pc:spChg chg="add del mod">
          <ac:chgData name="Shreyal Shah" userId="22fac80f-ba91-462e-9ba2-f96390e05442" providerId="ADAL" clId="{56424E3C-5C65-48A1-8E78-333D613E6791}" dt="2023-06-09T11:59:28.832" v="1093"/>
          <ac:spMkLst>
            <pc:docMk/>
            <pc:sldMk cId="452598523" sldId="2147472402"/>
            <ac:spMk id="2" creationId="{E23CF825-0891-5BFD-7126-05922E4D3B75}"/>
          </ac:spMkLst>
        </pc:spChg>
        <pc:spChg chg="add mod">
          <ac:chgData name="Shreyal Shah" userId="22fac80f-ba91-462e-9ba2-f96390e05442" providerId="ADAL" clId="{56424E3C-5C65-48A1-8E78-333D613E6791}" dt="2023-06-09T12:46:46.208" v="1135" actId="1037"/>
          <ac:spMkLst>
            <pc:docMk/>
            <pc:sldMk cId="452598523" sldId="2147472402"/>
            <ac:spMk id="3" creationId="{1758D42D-AF4E-9A4F-07E1-AE1AFB7A9B29}"/>
          </ac:spMkLst>
        </pc:spChg>
        <pc:spChg chg="add mod">
          <ac:chgData name="Shreyal Shah" userId="22fac80f-ba91-462e-9ba2-f96390e05442" providerId="ADAL" clId="{56424E3C-5C65-48A1-8E78-333D613E6791}" dt="2023-06-09T12:46:52.608" v="1137" actId="14100"/>
          <ac:spMkLst>
            <pc:docMk/>
            <pc:sldMk cId="452598523" sldId="2147472402"/>
            <ac:spMk id="4" creationId="{B073D3B8-F65F-B382-5299-27F10735056F}"/>
          </ac:spMkLst>
        </pc:spChg>
        <pc:spChg chg="add mod">
          <ac:chgData name="Shreyal Shah" userId="22fac80f-ba91-462e-9ba2-f96390e05442" providerId="ADAL" clId="{56424E3C-5C65-48A1-8E78-333D613E6791}" dt="2023-06-09T12:46:46.208" v="1135" actId="1037"/>
          <ac:spMkLst>
            <pc:docMk/>
            <pc:sldMk cId="452598523" sldId="2147472402"/>
            <ac:spMk id="8" creationId="{39FB9941-AB5C-EA84-9408-C5179AEC3D02}"/>
          </ac:spMkLst>
        </pc:spChg>
      </pc:sldChg>
      <pc:sldChg chg="modSp add del mod setBg">
        <pc:chgData name="Shreyal Shah" userId="22fac80f-ba91-462e-9ba2-f96390e05442" providerId="ADAL" clId="{56424E3C-5C65-48A1-8E78-333D613E6791}" dt="2023-06-09T09:48:41.207" v="608" actId="47"/>
        <pc:sldMkLst>
          <pc:docMk/>
          <pc:sldMk cId="1009449255" sldId="2147472403"/>
        </pc:sldMkLst>
        <pc:spChg chg="mod">
          <ac:chgData name="Shreyal Shah" userId="22fac80f-ba91-462e-9ba2-f96390e05442" providerId="ADAL" clId="{56424E3C-5C65-48A1-8E78-333D613E6791}" dt="2023-06-09T09:47:45.517" v="601" actId="1582"/>
          <ac:spMkLst>
            <pc:docMk/>
            <pc:sldMk cId="1009449255" sldId="2147472403"/>
            <ac:spMk id="2" creationId="{EDDD0731-BAE8-C867-8AB3-6FAD8636E379}"/>
          </ac:spMkLst>
        </pc:spChg>
        <pc:spChg chg="mod">
          <ac:chgData name="Shreyal Shah" userId="22fac80f-ba91-462e-9ba2-f96390e05442" providerId="ADAL" clId="{56424E3C-5C65-48A1-8E78-333D613E6791}" dt="2023-06-09T09:47:45.517" v="601" actId="1582"/>
          <ac:spMkLst>
            <pc:docMk/>
            <pc:sldMk cId="1009449255" sldId="2147472403"/>
            <ac:spMk id="4" creationId="{0F912F83-D7D3-E287-4FCE-7B3EE4699B98}"/>
          </ac:spMkLst>
        </pc:spChg>
        <pc:spChg chg="mod">
          <ac:chgData name="Shreyal Shah" userId="22fac80f-ba91-462e-9ba2-f96390e05442" providerId="ADAL" clId="{56424E3C-5C65-48A1-8E78-333D613E6791}" dt="2023-06-09T09:47:45.517" v="601" actId="1582"/>
          <ac:spMkLst>
            <pc:docMk/>
            <pc:sldMk cId="1009449255" sldId="2147472403"/>
            <ac:spMk id="5" creationId="{06CC17E9-DB3C-C963-8948-6052C1502724}"/>
          </ac:spMkLst>
        </pc:spChg>
        <pc:spChg chg="mod">
          <ac:chgData name="Shreyal Shah" userId="22fac80f-ba91-462e-9ba2-f96390e05442" providerId="ADAL" clId="{56424E3C-5C65-48A1-8E78-333D613E6791}" dt="2023-06-09T09:47:45.517" v="601" actId="1582"/>
          <ac:spMkLst>
            <pc:docMk/>
            <pc:sldMk cId="1009449255" sldId="2147472403"/>
            <ac:spMk id="6" creationId="{4A711C6E-F5C1-C8B8-E590-F6AF34B307BE}"/>
          </ac:spMkLst>
        </pc:spChg>
        <pc:spChg chg="mod">
          <ac:chgData name="Shreyal Shah" userId="22fac80f-ba91-462e-9ba2-f96390e05442" providerId="ADAL" clId="{56424E3C-5C65-48A1-8E78-333D613E6791}" dt="2023-06-09T09:47:45.517" v="601" actId="1582"/>
          <ac:spMkLst>
            <pc:docMk/>
            <pc:sldMk cId="1009449255" sldId="2147472403"/>
            <ac:spMk id="7" creationId="{C60C28F2-8839-8173-719E-7E8C7CF0EC6A}"/>
          </ac:spMkLst>
        </pc:spChg>
        <pc:spChg chg="mod">
          <ac:chgData name="Shreyal Shah" userId="22fac80f-ba91-462e-9ba2-f96390e05442" providerId="ADAL" clId="{56424E3C-5C65-48A1-8E78-333D613E6791}" dt="2023-06-09T09:47:45.517" v="601" actId="1582"/>
          <ac:spMkLst>
            <pc:docMk/>
            <pc:sldMk cId="1009449255" sldId="2147472403"/>
            <ac:spMk id="8" creationId="{6CBAAB36-D3DC-7B38-AB2F-19147B4696AA}"/>
          </ac:spMkLst>
        </pc:spChg>
        <pc:grpChg chg="mod">
          <ac:chgData name="Shreyal Shah" userId="22fac80f-ba91-462e-9ba2-f96390e05442" providerId="ADAL" clId="{56424E3C-5C65-48A1-8E78-333D613E6791}" dt="2023-06-09T09:47:13.439" v="598" actId="14861"/>
          <ac:grpSpMkLst>
            <pc:docMk/>
            <pc:sldMk cId="1009449255" sldId="2147472403"/>
            <ac:grpSpMk id="39" creationId="{AC50A5B1-0529-5A1D-4313-BA6F132E006A}"/>
          </ac:grpSpMkLst>
        </pc:grpChg>
        <pc:grpChg chg="mod">
          <ac:chgData name="Shreyal Shah" userId="22fac80f-ba91-462e-9ba2-f96390e05442" providerId="ADAL" clId="{56424E3C-5C65-48A1-8E78-333D613E6791}" dt="2023-06-09T09:47:13.439" v="598" actId="14861"/>
          <ac:grpSpMkLst>
            <pc:docMk/>
            <pc:sldMk cId="1009449255" sldId="2147472403"/>
            <ac:grpSpMk id="40" creationId="{39B0F130-AEF3-5036-C719-997BB67370BC}"/>
          </ac:grpSpMkLst>
        </pc:grpChg>
        <pc:grpChg chg="mod">
          <ac:chgData name="Shreyal Shah" userId="22fac80f-ba91-462e-9ba2-f96390e05442" providerId="ADAL" clId="{56424E3C-5C65-48A1-8E78-333D613E6791}" dt="2023-06-09T09:47:13.439" v="598" actId="14861"/>
          <ac:grpSpMkLst>
            <pc:docMk/>
            <pc:sldMk cId="1009449255" sldId="2147472403"/>
            <ac:grpSpMk id="41" creationId="{F0B19859-FE1C-33F1-BDC4-D5A1DDA5B888}"/>
          </ac:grpSpMkLst>
        </pc:grpChg>
        <pc:grpChg chg="mod">
          <ac:chgData name="Shreyal Shah" userId="22fac80f-ba91-462e-9ba2-f96390e05442" providerId="ADAL" clId="{56424E3C-5C65-48A1-8E78-333D613E6791}" dt="2023-06-09T09:47:13.439" v="598" actId="14861"/>
          <ac:grpSpMkLst>
            <pc:docMk/>
            <pc:sldMk cId="1009449255" sldId="2147472403"/>
            <ac:grpSpMk id="42" creationId="{E0D858FC-193B-5449-BEC1-7D06CC5A85F4}"/>
          </ac:grpSpMkLst>
        </pc:grpChg>
        <pc:grpChg chg="mod">
          <ac:chgData name="Shreyal Shah" userId="22fac80f-ba91-462e-9ba2-f96390e05442" providerId="ADAL" clId="{56424E3C-5C65-48A1-8E78-333D613E6791}" dt="2023-06-09T09:47:13.439" v="598" actId="14861"/>
          <ac:grpSpMkLst>
            <pc:docMk/>
            <pc:sldMk cId="1009449255" sldId="2147472403"/>
            <ac:grpSpMk id="43" creationId="{D4777A39-FFC8-FBAD-CE1A-8A32DD698483}"/>
          </ac:grpSpMkLst>
        </pc:grpChg>
        <pc:grpChg chg="mod">
          <ac:chgData name="Shreyal Shah" userId="22fac80f-ba91-462e-9ba2-f96390e05442" providerId="ADAL" clId="{56424E3C-5C65-48A1-8E78-333D613E6791}" dt="2023-06-09T09:47:13.439" v="598" actId="14861"/>
          <ac:grpSpMkLst>
            <pc:docMk/>
            <pc:sldMk cId="1009449255" sldId="2147472403"/>
            <ac:grpSpMk id="44" creationId="{CD8F9D11-252A-0845-E640-974265360236}"/>
          </ac:grpSpMkLst>
        </pc:grpChg>
        <pc:picChg chg="mod">
          <ac:chgData name="Shreyal Shah" userId="22fac80f-ba91-462e-9ba2-f96390e05442" providerId="ADAL" clId="{56424E3C-5C65-48A1-8E78-333D613E6791}" dt="2023-06-09T09:47:57.233" v="603" actId="208"/>
          <ac:picMkLst>
            <pc:docMk/>
            <pc:sldMk cId="1009449255" sldId="2147472403"/>
            <ac:picMk id="10" creationId="{C7A307EE-DCE9-2EE6-720E-C72EECED3BA0}"/>
          </ac:picMkLst>
        </pc:picChg>
        <pc:picChg chg="mod">
          <ac:chgData name="Shreyal Shah" userId="22fac80f-ba91-462e-9ba2-f96390e05442" providerId="ADAL" clId="{56424E3C-5C65-48A1-8E78-333D613E6791}" dt="2023-06-09T09:47:51.647" v="602" actId="208"/>
          <ac:picMkLst>
            <pc:docMk/>
            <pc:sldMk cId="1009449255" sldId="2147472403"/>
            <ac:picMk id="12" creationId="{7DEEC485-4484-013A-9747-791725247940}"/>
          </ac:picMkLst>
        </pc:picChg>
        <pc:picChg chg="mod">
          <ac:chgData name="Shreyal Shah" userId="22fac80f-ba91-462e-9ba2-f96390e05442" providerId="ADAL" clId="{56424E3C-5C65-48A1-8E78-333D613E6791}" dt="2023-06-09T09:48:09.221" v="606" actId="208"/>
          <ac:picMkLst>
            <pc:docMk/>
            <pc:sldMk cId="1009449255" sldId="2147472403"/>
            <ac:picMk id="14" creationId="{11737D10-31CB-8313-9E98-48612EBB8D25}"/>
          </ac:picMkLst>
        </pc:picChg>
        <pc:picChg chg="mod">
          <ac:chgData name="Shreyal Shah" userId="22fac80f-ba91-462e-9ba2-f96390e05442" providerId="ADAL" clId="{56424E3C-5C65-48A1-8E78-333D613E6791}" dt="2023-06-09T09:48:00.812" v="604" actId="208"/>
          <ac:picMkLst>
            <pc:docMk/>
            <pc:sldMk cId="1009449255" sldId="2147472403"/>
            <ac:picMk id="16" creationId="{43008913-E2F2-0DBC-32B0-1210765CF470}"/>
          </ac:picMkLst>
        </pc:picChg>
        <pc:picChg chg="mod">
          <ac:chgData name="Shreyal Shah" userId="22fac80f-ba91-462e-9ba2-f96390e05442" providerId="ADAL" clId="{56424E3C-5C65-48A1-8E78-333D613E6791}" dt="2023-06-09T09:48:14.575" v="607" actId="208"/>
          <ac:picMkLst>
            <pc:docMk/>
            <pc:sldMk cId="1009449255" sldId="2147472403"/>
            <ac:picMk id="18" creationId="{50136A0A-C7EE-5319-DBFD-371CC4F80A86}"/>
          </ac:picMkLst>
        </pc:picChg>
        <pc:picChg chg="mod">
          <ac:chgData name="Shreyal Shah" userId="22fac80f-ba91-462e-9ba2-f96390e05442" providerId="ADAL" clId="{56424E3C-5C65-48A1-8E78-333D613E6791}" dt="2023-06-09T09:48:04.963" v="605" actId="208"/>
          <ac:picMkLst>
            <pc:docMk/>
            <pc:sldMk cId="1009449255" sldId="2147472403"/>
            <ac:picMk id="30" creationId="{745D2333-AF87-02E7-1C71-B31EB5DE4A9A}"/>
          </ac:picMkLst>
        </pc:picChg>
      </pc:sldChg>
      <pc:sldChg chg="add del">
        <pc:chgData name="Shreyal Shah" userId="22fac80f-ba91-462e-9ba2-f96390e05442" providerId="ADAL" clId="{56424E3C-5C65-48A1-8E78-333D613E6791}" dt="2023-06-09T14:33:55.892" v="1257" actId="47"/>
        <pc:sldMkLst>
          <pc:docMk/>
          <pc:sldMk cId="2995038996" sldId="2147472404"/>
        </pc:sldMkLst>
      </pc:sldChg>
      <pc:sldChg chg="del">
        <pc:chgData name="Shreyal Shah" userId="22fac80f-ba91-462e-9ba2-f96390e05442" providerId="ADAL" clId="{56424E3C-5C65-48A1-8E78-333D613E6791}" dt="2023-06-09T12:47:10.183" v="1138" actId="2696"/>
        <pc:sldMkLst>
          <pc:docMk/>
          <pc:sldMk cId="3790700425" sldId="2147472404"/>
        </pc:sldMkLst>
      </pc:sldChg>
      <pc:sldChg chg="modSp add del mod modAnim">
        <pc:chgData name="Shreyal Shah" userId="22fac80f-ba91-462e-9ba2-f96390e05442" providerId="ADAL" clId="{56424E3C-5C65-48A1-8E78-333D613E6791}" dt="2023-06-09T14:33:28.544" v="1255" actId="2696"/>
        <pc:sldMkLst>
          <pc:docMk/>
          <pc:sldMk cId="825107698" sldId="2147472405"/>
        </pc:sldMkLst>
        <pc:spChg chg="mod">
          <ac:chgData name="Shreyal Shah" userId="22fac80f-ba91-462e-9ba2-f96390e05442" providerId="ADAL" clId="{56424E3C-5C65-48A1-8E78-333D613E6791}" dt="2023-06-09T14:22:36.927" v="1200" actId="20577"/>
          <ac:spMkLst>
            <pc:docMk/>
            <pc:sldMk cId="825107698" sldId="2147472405"/>
            <ac:spMk id="2" creationId="{632CA81D-AD22-E4DA-D440-374F1D1BD01B}"/>
          </ac:spMkLst>
        </pc:spChg>
        <pc:spChg chg="mod">
          <ac:chgData name="Shreyal Shah" userId="22fac80f-ba91-462e-9ba2-f96390e05442" providerId="ADAL" clId="{56424E3C-5C65-48A1-8E78-333D613E6791}" dt="2023-06-09T14:25:43.257" v="1247" actId="14100"/>
          <ac:spMkLst>
            <pc:docMk/>
            <pc:sldMk cId="825107698" sldId="2147472405"/>
            <ac:spMk id="6" creationId="{538AB04A-56C8-FC94-530A-2AC377BF2AAA}"/>
          </ac:spMkLst>
        </pc:spChg>
        <pc:spChg chg="mod">
          <ac:chgData name="Shreyal Shah" userId="22fac80f-ba91-462e-9ba2-f96390e05442" providerId="ADAL" clId="{56424E3C-5C65-48A1-8E78-333D613E6791}" dt="2023-06-09T14:22:57.177" v="1226" actId="20577"/>
          <ac:spMkLst>
            <pc:docMk/>
            <pc:sldMk cId="825107698" sldId="2147472405"/>
            <ac:spMk id="7" creationId="{C11F835E-4E4D-ECE0-23F5-27332D338724}"/>
          </ac:spMkLst>
        </pc:spChg>
      </pc:sldChg>
      <pc:sldChg chg="add del">
        <pc:chgData name="Shreyal Shah" userId="22fac80f-ba91-462e-9ba2-f96390e05442" providerId="ADAL" clId="{56424E3C-5C65-48A1-8E78-333D613E6791}" dt="2023-06-09T14:33:55.892" v="1257" actId="47"/>
        <pc:sldMkLst>
          <pc:docMk/>
          <pc:sldMk cId="1222358303" sldId="2147472405"/>
        </pc:sldMkLst>
      </pc:sldChg>
      <pc:sldChg chg="add del">
        <pc:chgData name="Shreyal Shah" userId="22fac80f-ba91-462e-9ba2-f96390e05442" providerId="ADAL" clId="{56424E3C-5C65-48A1-8E78-333D613E6791}" dt="2023-06-09T14:22:31.984" v="1194"/>
        <pc:sldMkLst>
          <pc:docMk/>
          <pc:sldMk cId="3930250588" sldId="2147472405"/>
        </pc:sldMkLst>
      </pc:sldChg>
      <pc:sldChg chg="addSp delSp modSp add del mod">
        <pc:chgData name="Shreyal Shah" userId="22fac80f-ba91-462e-9ba2-f96390e05442" providerId="ADAL" clId="{56424E3C-5C65-48A1-8E78-333D613E6791}" dt="2023-06-20T16:07:28.921" v="1409" actId="47"/>
        <pc:sldMkLst>
          <pc:docMk/>
          <pc:sldMk cId="2308889632" sldId="2147472424"/>
        </pc:sldMkLst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2" creationId="{8DEF46AA-A813-155E-A9FE-3D0701F045C7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3" creationId="{9563BA89-395E-BDFD-1398-D8088D3944DE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4" creationId="{8EA30465-2668-5079-B4EB-87A875CB6AED}"/>
          </ac:spMkLst>
        </pc:spChg>
        <pc:spChg chg="add mod">
          <ac:chgData name="Shreyal Shah" userId="22fac80f-ba91-462e-9ba2-f96390e05442" providerId="ADAL" clId="{56424E3C-5C65-48A1-8E78-333D613E6791}" dt="2023-06-20T16:02:49.969" v="1268" actId="14100"/>
          <ac:spMkLst>
            <pc:docMk/>
            <pc:sldMk cId="2308889632" sldId="2147472424"/>
            <ac:spMk id="5" creationId="{3B39FA44-EB62-71A6-B5FF-943E1DC0D4F2}"/>
          </ac:spMkLst>
        </pc:spChg>
        <pc:spChg chg="add mod">
          <ac:chgData name="Shreyal Shah" userId="22fac80f-ba91-462e-9ba2-f96390e05442" providerId="ADAL" clId="{56424E3C-5C65-48A1-8E78-333D613E6791}" dt="2023-06-20T16:03:33.320" v="1301" actId="113"/>
          <ac:spMkLst>
            <pc:docMk/>
            <pc:sldMk cId="2308889632" sldId="2147472424"/>
            <ac:spMk id="6" creationId="{31C24B37-B4E5-B77A-0E0C-C456BB6008D2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12" creationId="{2DBB9767-8946-8498-5DFA-17139B26722A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13" creationId="{ACA2297B-BCAB-358B-2B92-DF4EDF882DA0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14" creationId="{D84EE11C-2FDC-08F8-9198-72BD732A39CD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15" creationId="{228A7423-AB97-4D49-DFF6-722FFF323BFD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16" creationId="{CF1C5BEC-143B-3D9C-BE93-431046DC6057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17" creationId="{6F6162DE-8A38-2698-D22D-6F0A1515C4D2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18" creationId="{EE3E2CE5-5857-44EC-C5C1-EAFC1AD3F96E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19" creationId="{72C3EC62-AEF6-DA21-5E08-308674DB4E45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21" creationId="{B84C5B1C-888C-DEB3-EC2B-4A86552C04CC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22" creationId="{52109DB7-62E0-5FEB-6640-8368C33ABD23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29" creationId="{3B42B37A-BFF9-627D-5723-CC3804869F46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30" creationId="{6C7B79DC-271B-EFF7-AFC6-AA2C123BF4AA}"/>
          </ac:spMkLst>
        </pc:spChg>
        <pc:spChg chg="mod">
          <ac:chgData name="Shreyal Shah" userId="22fac80f-ba91-462e-9ba2-f96390e05442" providerId="ADAL" clId="{56424E3C-5C65-48A1-8E78-333D613E6791}" dt="2023-06-20T16:03:19.528" v="1290" actId="403"/>
          <ac:spMkLst>
            <pc:docMk/>
            <pc:sldMk cId="2308889632" sldId="2147472424"/>
            <ac:spMk id="40" creationId="{89050778-EF80-A99F-E490-EB68611EB76A}"/>
          </ac:spMkLst>
        </pc:spChg>
        <pc:spChg chg="mod">
          <ac:chgData name="Shreyal Shah" userId="22fac80f-ba91-462e-9ba2-f96390e05442" providerId="ADAL" clId="{56424E3C-5C65-48A1-8E78-333D613E6791}" dt="2023-06-20T16:03:15.422" v="1289" actId="404"/>
          <ac:spMkLst>
            <pc:docMk/>
            <pc:sldMk cId="2308889632" sldId="2147472424"/>
            <ac:spMk id="41" creationId="{AA171361-90D7-EA5F-F188-5C99BFCAF585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42" creationId="{1FC6A170-308A-C5BE-2EED-5F9A4250EDF8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43" creationId="{A526177B-CCA9-A775-B41A-E2D955F7D130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44" creationId="{CF7D0E81-B211-6D68-5721-445099F3D33B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45" creationId="{8FD1A476-9EC0-C9E1-CA99-D9869F2FEAF0}"/>
          </ac:spMkLst>
        </pc:spChg>
        <pc:spChg chg="del">
          <ac:chgData name="Shreyal Shah" userId="22fac80f-ba91-462e-9ba2-f96390e05442" providerId="ADAL" clId="{56424E3C-5C65-48A1-8E78-333D613E6791}" dt="2023-06-20T16:01:55.100" v="1262" actId="478"/>
          <ac:spMkLst>
            <pc:docMk/>
            <pc:sldMk cId="2308889632" sldId="2147472424"/>
            <ac:spMk id="48" creationId="{FE0F2B11-B824-CC53-9B33-FF585A78341F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50" creationId="{BF0CAF59-FBA7-D1C3-A54D-6DF9804C8267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55" creationId="{840783FF-C0E7-4681-1654-E74E391A6326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71" creationId="{370D3381-9A29-87DF-42BC-92FA24964842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82" creationId="{AB6E239F-CFC8-F9B8-73DA-B9BADC81EDF7}"/>
          </ac:spMkLst>
        </pc:spChg>
        <pc:spChg chg="del">
          <ac:chgData name="Shreyal Shah" userId="22fac80f-ba91-462e-9ba2-f96390e05442" providerId="ADAL" clId="{56424E3C-5C65-48A1-8E78-333D613E6791}" dt="2023-06-20T16:01:51.677" v="1261" actId="478"/>
          <ac:spMkLst>
            <pc:docMk/>
            <pc:sldMk cId="2308889632" sldId="2147472424"/>
            <ac:spMk id="83" creationId="{0E923FD4-77F3-41A5-0532-B698E2F13537}"/>
          </ac:spMkLst>
        </pc:spChg>
        <pc:cxnChg chg="del mod">
          <ac:chgData name="Shreyal Shah" userId="22fac80f-ba91-462e-9ba2-f96390e05442" providerId="ADAL" clId="{56424E3C-5C65-48A1-8E78-333D613E6791}" dt="2023-06-20T16:01:51.677" v="1261" actId="478"/>
          <ac:cxnSpMkLst>
            <pc:docMk/>
            <pc:sldMk cId="2308889632" sldId="2147472424"/>
            <ac:cxnSpMk id="34" creationId="{D8B94A89-D925-FC30-8E70-4C89B81687FC}"/>
          </ac:cxnSpMkLst>
        </pc:cxnChg>
        <pc:cxnChg chg="del mod">
          <ac:chgData name="Shreyal Shah" userId="22fac80f-ba91-462e-9ba2-f96390e05442" providerId="ADAL" clId="{56424E3C-5C65-48A1-8E78-333D613E6791}" dt="2023-06-20T16:01:51.677" v="1261" actId="478"/>
          <ac:cxnSpMkLst>
            <pc:docMk/>
            <pc:sldMk cId="2308889632" sldId="2147472424"/>
            <ac:cxnSpMk id="35" creationId="{5CB15756-CA50-0C14-9F63-4287D5789C47}"/>
          </ac:cxnSpMkLst>
        </pc:cxnChg>
        <pc:cxnChg chg="del mod">
          <ac:chgData name="Shreyal Shah" userId="22fac80f-ba91-462e-9ba2-f96390e05442" providerId="ADAL" clId="{56424E3C-5C65-48A1-8E78-333D613E6791}" dt="2023-06-20T16:01:51.677" v="1261" actId="478"/>
          <ac:cxnSpMkLst>
            <pc:docMk/>
            <pc:sldMk cId="2308889632" sldId="2147472424"/>
            <ac:cxnSpMk id="39" creationId="{D5938D6E-1D55-24DA-2991-2130985F5B4F}"/>
          </ac:cxnSpMkLst>
        </pc:cxnChg>
        <pc:cxnChg chg="del mod">
          <ac:chgData name="Shreyal Shah" userId="22fac80f-ba91-462e-9ba2-f96390e05442" providerId="ADAL" clId="{56424E3C-5C65-48A1-8E78-333D613E6791}" dt="2023-06-20T16:01:51.677" v="1261" actId="478"/>
          <ac:cxnSpMkLst>
            <pc:docMk/>
            <pc:sldMk cId="2308889632" sldId="2147472424"/>
            <ac:cxnSpMk id="46" creationId="{B1DA53D3-8AD3-173D-DAC0-E0F4359A35B1}"/>
          </ac:cxnSpMkLst>
        </pc:cxnChg>
        <pc:cxnChg chg="del mod">
          <ac:chgData name="Shreyal Shah" userId="22fac80f-ba91-462e-9ba2-f96390e05442" providerId="ADAL" clId="{56424E3C-5C65-48A1-8E78-333D613E6791}" dt="2023-06-20T16:01:51.677" v="1261" actId="478"/>
          <ac:cxnSpMkLst>
            <pc:docMk/>
            <pc:sldMk cId="2308889632" sldId="2147472424"/>
            <ac:cxnSpMk id="47" creationId="{79AECDEC-5919-345A-5FE0-53F7AF492158}"/>
          </ac:cxnSpMkLst>
        </pc:cxnChg>
        <pc:cxnChg chg="del mod">
          <ac:chgData name="Shreyal Shah" userId="22fac80f-ba91-462e-9ba2-f96390e05442" providerId="ADAL" clId="{56424E3C-5C65-48A1-8E78-333D613E6791}" dt="2023-06-20T16:01:51.677" v="1261" actId="478"/>
          <ac:cxnSpMkLst>
            <pc:docMk/>
            <pc:sldMk cId="2308889632" sldId="2147472424"/>
            <ac:cxnSpMk id="80" creationId="{698C5441-9A82-35C7-26CE-DF7A67BFE4FD}"/>
          </ac:cxnSpMkLst>
        </pc:cxnChg>
        <pc:cxnChg chg="del mod">
          <ac:chgData name="Shreyal Shah" userId="22fac80f-ba91-462e-9ba2-f96390e05442" providerId="ADAL" clId="{56424E3C-5C65-48A1-8E78-333D613E6791}" dt="2023-06-20T16:01:51.677" v="1261" actId="478"/>
          <ac:cxnSpMkLst>
            <pc:docMk/>
            <pc:sldMk cId="2308889632" sldId="2147472424"/>
            <ac:cxnSpMk id="94" creationId="{5B5D593B-68BC-BB9B-344F-7726C092A504}"/>
          </ac:cxnSpMkLst>
        </pc:cxnChg>
        <pc:cxnChg chg="del mod">
          <ac:chgData name="Shreyal Shah" userId="22fac80f-ba91-462e-9ba2-f96390e05442" providerId="ADAL" clId="{56424E3C-5C65-48A1-8E78-333D613E6791}" dt="2023-06-20T16:01:51.677" v="1261" actId="478"/>
          <ac:cxnSpMkLst>
            <pc:docMk/>
            <pc:sldMk cId="2308889632" sldId="2147472424"/>
            <ac:cxnSpMk id="98" creationId="{2A9737E4-2275-FD85-EC5C-18E132171603}"/>
          </ac:cxnSpMkLst>
        </pc:cxnChg>
      </pc:sldChg>
      <pc:sldChg chg="addSp delSp modSp add mod">
        <pc:chgData name="Shreyal Shah" userId="22fac80f-ba91-462e-9ba2-f96390e05442" providerId="ADAL" clId="{56424E3C-5C65-48A1-8E78-333D613E6791}" dt="2023-06-20T16:20:22.263" v="1646" actId="113"/>
        <pc:sldMkLst>
          <pc:docMk/>
          <pc:sldMk cId="2310643725" sldId="2147472425"/>
        </pc:sldMkLst>
        <pc:spChg chg="add mod">
          <ac:chgData name="Shreyal Shah" userId="22fac80f-ba91-462e-9ba2-f96390e05442" providerId="ADAL" clId="{56424E3C-5C65-48A1-8E78-333D613E6791}" dt="2023-06-20T16:20:22.263" v="1646" actId="113"/>
          <ac:spMkLst>
            <pc:docMk/>
            <pc:sldMk cId="2310643725" sldId="2147472425"/>
            <ac:spMk id="6" creationId="{71961238-5DC5-6B01-9357-EB7FFBCBB724}"/>
          </ac:spMkLst>
        </pc:spChg>
        <pc:spChg chg="del mod">
          <ac:chgData name="Shreyal Shah" userId="22fac80f-ba91-462e-9ba2-f96390e05442" providerId="ADAL" clId="{56424E3C-5C65-48A1-8E78-333D613E6791}" dt="2023-06-20T16:20:13.668" v="1645" actId="478"/>
          <ac:spMkLst>
            <pc:docMk/>
            <pc:sldMk cId="2310643725" sldId="2147472425"/>
            <ac:spMk id="96" creationId="{0DA907D1-AEB9-DAF7-06D8-D70CB25FD906}"/>
          </ac:spMkLst>
        </pc:spChg>
      </pc:sldChg>
      <pc:sldMasterChg chg="del delSldLayout">
        <pc:chgData name="Shreyal Shah" userId="22fac80f-ba91-462e-9ba2-f96390e05442" providerId="ADAL" clId="{56424E3C-5C65-48A1-8E78-333D613E6791}" dt="2023-06-09T08:08:41.635" v="4" actId="47"/>
        <pc:sldMasterMkLst>
          <pc:docMk/>
          <pc:sldMasterMk cId="2460954070" sldId="2147483660"/>
        </pc:sldMasterMkLst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hreyal Shah" userId="22fac80f-ba91-462e-9ba2-f96390e05442" providerId="ADAL" clId="{56424E3C-5C65-48A1-8E78-333D613E6791}" dt="2023-06-09T08:08:41.635" v="4" actId="47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delSldLayout">
        <pc:chgData name="Shreyal Shah" userId="22fac80f-ba91-462e-9ba2-f96390e05442" providerId="ADAL" clId="{56424E3C-5C65-48A1-8E78-333D613E6791}" dt="2023-06-09T10:23:53.059" v="656" actId="47"/>
        <pc:sldMasterMkLst>
          <pc:docMk/>
          <pc:sldMasterMk cId="2760682407" sldId="2147483685"/>
        </pc:sldMasterMkLst>
        <pc:sldLayoutChg chg="del">
          <pc:chgData name="Shreyal Shah" userId="22fac80f-ba91-462e-9ba2-f96390e05442" providerId="ADAL" clId="{56424E3C-5C65-48A1-8E78-333D613E6791}" dt="2023-06-09T10:23:53.059" v="656" actId="47"/>
          <pc:sldLayoutMkLst>
            <pc:docMk/>
            <pc:sldMasterMk cId="2760682407" sldId="2147483685"/>
            <pc:sldLayoutMk cId="3560925406" sldId="2147483687"/>
          </pc:sldLayoutMkLst>
        </pc:sldLayoutChg>
      </pc:sldMasterChg>
      <pc:sldMasterChg chg="delSldLayout">
        <pc:chgData name="Shreyal Shah" userId="22fac80f-ba91-462e-9ba2-f96390e05442" providerId="ADAL" clId="{56424E3C-5C65-48A1-8E78-333D613E6791}" dt="2023-06-09T14:33:55.892" v="1257" actId="47"/>
        <pc:sldMasterMkLst>
          <pc:docMk/>
          <pc:sldMasterMk cId="1975524914" sldId="2147483704"/>
        </pc:sldMasterMkLst>
        <pc:sldLayoutChg chg="del">
          <pc:chgData name="Shreyal Shah" userId="22fac80f-ba91-462e-9ba2-f96390e05442" providerId="ADAL" clId="{56424E3C-5C65-48A1-8E78-333D613E6791}" dt="2023-06-09T10:14:39.810" v="623" actId="47"/>
          <pc:sldLayoutMkLst>
            <pc:docMk/>
            <pc:sldMasterMk cId="1975524914" sldId="2147483704"/>
            <pc:sldLayoutMk cId="2926097" sldId="2147483706"/>
          </pc:sldLayoutMkLst>
        </pc:sldLayoutChg>
        <pc:sldLayoutChg chg="del">
          <pc:chgData name="Shreyal Shah" userId="22fac80f-ba91-462e-9ba2-f96390e05442" providerId="ADAL" clId="{56424E3C-5C65-48A1-8E78-333D613E6791}" dt="2023-06-09T14:33:55.892" v="1257" actId="47"/>
          <pc:sldLayoutMkLst>
            <pc:docMk/>
            <pc:sldMasterMk cId="1975524914" sldId="2147483704"/>
            <pc:sldLayoutMk cId="2247834426" sldId="2147483707"/>
          </pc:sldLayoutMkLst>
        </pc:sldLayoutChg>
        <pc:sldLayoutChg chg="del">
          <pc:chgData name="Shreyal Shah" userId="22fac80f-ba91-462e-9ba2-f96390e05442" providerId="ADAL" clId="{56424E3C-5C65-48A1-8E78-333D613E6791}" dt="2023-06-09T14:33:55.892" v="1257" actId="47"/>
          <pc:sldLayoutMkLst>
            <pc:docMk/>
            <pc:sldMasterMk cId="1975524914" sldId="2147483704"/>
            <pc:sldLayoutMk cId="1868696169" sldId="21474837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890D0-117E-4B46-9800-0A7711026255}" type="datetimeFigureOut">
              <a:rPr lang="en-IN" smtClean="0"/>
              <a:t>20-06-2023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DF5B02-8817-445F-8E92-7407A472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767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A3AB2B-189A-4C92-A457-C6A383363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0534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err="1">
                <a:solidFill>
                  <a:schemeClr val="bg1"/>
                </a:solidFill>
                <a:effectLst/>
                <a:latin typeface="+mj-lt"/>
              </a:rPr>
              <a:t>AuxoAI</a:t>
            </a:r>
            <a:r>
              <a:rPr lang="en-US" i="0">
                <a:solidFill>
                  <a:schemeClr val="bg1"/>
                </a:solidFill>
                <a:effectLst/>
                <a:latin typeface="+mj-lt"/>
              </a:rPr>
              <a:t> wi</a:t>
            </a:r>
            <a:r>
              <a:rPr lang="en-US">
                <a:solidFill>
                  <a:schemeClr val="bg1"/>
                </a:solidFill>
                <a:latin typeface="+mj-lt"/>
              </a:rPr>
              <a:t>ll</a:t>
            </a:r>
            <a:r>
              <a:rPr lang="en-US" i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i="0" err="1">
                <a:solidFill>
                  <a:schemeClr val="bg1"/>
                </a:solidFill>
                <a:effectLst/>
                <a:latin typeface="+mj-lt"/>
              </a:rPr>
              <a:t>revolutionlize</a:t>
            </a:r>
            <a:r>
              <a:rPr lang="en-US" i="0">
                <a:solidFill>
                  <a:schemeClr val="bg1"/>
                </a:solidFill>
                <a:effectLst/>
                <a:latin typeface="+mj-lt"/>
              </a:rPr>
              <a:t> your AI </a:t>
            </a:r>
            <a:r>
              <a:rPr lang="en-US" i="0" err="1">
                <a:solidFill>
                  <a:schemeClr val="bg1"/>
                </a:solidFill>
                <a:effectLst/>
                <a:latin typeface="+mj-lt"/>
              </a:rPr>
              <a:t>jouney</a:t>
            </a:r>
            <a:r>
              <a:rPr lang="en-US" i="0">
                <a:solidFill>
                  <a:schemeClr val="bg1"/>
                </a:solidFill>
                <a:effectLst/>
                <a:latin typeface="+mj-lt"/>
              </a:rPr>
              <a:t> you at each step with our game changing analytics offerings.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970DD8-728E-4BEE-85BA-EBC8B02E856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444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F5B02-8817-445F-8E92-7407A472428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258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3950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00">
              <a:alpha val="36000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527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5013177"/>
          </a:xfrm>
          <a:prstGeom prst="rect">
            <a:avLst/>
          </a:prstGeom>
          <a:solidFill>
            <a:srgbClr val="FFFF00">
              <a:alpha val="26148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C6EE1-5D5B-80D8-9F81-7E9747CC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450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7487" y="620689"/>
            <a:ext cx="9217025" cy="4464496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C9BE3D5-90BF-BFFE-9AFD-B82D1E34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6820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89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36159" y="0"/>
            <a:ext cx="4655841" cy="685800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D8459-0BF8-57CE-AD35-2461696C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61856" cy="162371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0247B9-8779-4C82-2DF5-ED5A15E76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2205162"/>
            <a:ext cx="4321125" cy="2663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9059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03912" y="0"/>
            <a:ext cx="6888089" cy="685800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065DF4-4FEE-3DDF-20B4-085C9EBE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16" y="1628800"/>
            <a:ext cx="3601616" cy="428801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80780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6200" y="548680"/>
            <a:ext cx="3960440" cy="601111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2E37D117-891A-426B-C28D-099D4A50E4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35215" y="548680"/>
            <a:ext cx="3960440" cy="601111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AFDC97-87B9-8102-D4E8-448BC9EA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628800"/>
            <a:ext cx="2160240" cy="428801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720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D7E51E0-C9D6-ED70-61F4-C218540116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0"/>
            <a:ext cx="6071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69721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8CC6D-9507-7445-AFB9-D0C022EECB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19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rgbClr val="01788D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066AEB-B852-C94A-969C-3FC81B4A39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7109002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194933309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1B9AE0-4091-2048-AF2B-F7B9D94CF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10698194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77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D418A57-4613-7545-AFAD-E1A8661FCB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20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chemeClr val="tx2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4034552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1B9AE0-4091-2048-AF2B-F7B9D94CF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10698194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77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D418A57-4613-7545-AFAD-E1A8661FCB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20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chemeClr val="tx2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4C3B8C2-A48D-5543-AB7A-9C21C67D98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43800" y="0"/>
            <a:ext cx="46482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8003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  <a:latin typeface="Helvetica ligh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36517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400" y="223200"/>
            <a:ext cx="10710000" cy="8676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Helvetica ligh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85903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92402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00">
              <a:alpha val="36000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5745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5013177"/>
          </a:xfrm>
          <a:prstGeom prst="rect">
            <a:avLst/>
          </a:prstGeom>
          <a:solidFill>
            <a:srgbClr val="FFFF00">
              <a:alpha val="26148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C6EE1-5D5B-80D8-9F81-7E9747CC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6642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7487" y="620689"/>
            <a:ext cx="9217025" cy="4464496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C9BE3D5-90BF-BFFE-9AFD-B82D1E34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6820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3838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36159" y="0"/>
            <a:ext cx="4655841" cy="685800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D8459-0BF8-57CE-AD35-2461696C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61856" cy="162371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0247B9-8779-4C82-2DF5-ED5A15E76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2205162"/>
            <a:ext cx="4321125" cy="2663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729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03912" y="0"/>
            <a:ext cx="6888089" cy="685800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065DF4-4FEE-3DDF-20B4-085C9EBE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16" y="1628800"/>
            <a:ext cx="3601616" cy="428801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01602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6200" y="548680"/>
            <a:ext cx="3960440" cy="601111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2E37D117-891A-426B-C28D-099D4A50E4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35215" y="548680"/>
            <a:ext cx="3960440" cy="601111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AFDC97-87B9-8102-D4E8-448BC9EA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628800"/>
            <a:ext cx="2160240" cy="428801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43765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D7E51E0-C9D6-ED70-61F4-C218540116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0"/>
            <a:ext cx="6071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7272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8CC6D-9507-7445-AFB9-D0C022EECB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19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rgbClr val="01788D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066AEB-B852-C94A-969C-3FC81B4A39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7109002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348457955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1B9AE0-4091-2048-AF2B-F7B9D94CF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10698194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77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D418A57-4613-7545-AFAD-E1A8661FCB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20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chemeClr val="tx2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8030620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1B9AE0-4091-2048-AF2B-F7B9D94CF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10698194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77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D418A57-4613-7545-AFAD-E1A8661FCB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20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chemeClr val="tx2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4C3B8C2-A48D-5543-AB7A-9C21C67D98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43800" y="0"/>
            <a:ext cx="46482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3372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  <a:latin typeface="Helvetica ligh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54443"/>
      </p:ext>
    </p:extLst>
  </p:cSld>
  <p:clrMapOvr>
    <a:masterClrMapping/>
  </p:clrMapOvr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26143"/>
      </p:ext>
    </p:extLst>
  </p:cSld>
  <p:clrMapOvr>
    <a:masterClrMapping/>
  </p:clrMapOvr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951430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734052"/>
      </p:ext>
    </p:extLst>
  </p:cSld>
  <p:clrMapOvr>
    <a:masterClrMapping/>
  </p:clrMapOvr>
  <p:hf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2028"/>
      </p:ext>
    </p:extLst>
  </p:cSld>
  <p:clrMapOvr>
    <a:masterClrMapping/>
  </p:clrMapOvr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09698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844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.sv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92B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56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DD031DC-F022-5D3C-A0C7-9DEC885772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8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92B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57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DD031DC-F022-5D3C-A0C7-9DEC8857721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7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DD031DC-F022-5D3C-A0C7-9DEC885772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24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DD031DC-F022-5D3C-A0C7-9DEC8857721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6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0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wimming, ocean floor&#10;&#10;Description automatically generated">
            <a:extLst>
              <a:ext uri="{FF2B5EF4-FFF2-40B4-BE49-F238E27FC236}">
                <a16:creationId xmlns:a16="http://schemas.microsoft.com/office/drawing/2014/main" id="{A57F3D0C-0F53-7836-E613-60D00D9BBE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7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90D733C-1326-6229-FD7C-42996D0915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488" y="188640"/>
            <a:ext cx="1276871" cy="230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DC811-7AA6-67FF-EB50-F1293A4624C1}"/>
              </a:ext>
            </a:extLst>
          </p:cNvPr>
          <p:cNvSpPr txBox="1"/>
          <p:nvPr/>
        </p:nvSpPr>
        <p:spPr>
          <a:xfrm>
            <a:off x="361" y="2795635"/>
            <a:ext cx="6624736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kumimoji="0" lang="en-US" sz="5400" b="1" i="0" u="none" strike="noStrike" kern="1200" cap="none" spc="0" normalizeH="0" baseline="0" noProof="0" err="1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AuxoAI</a:t>
            </a:r>
            <a:r>
              <a:rPr lang="en-US" sz="5400" b="1">
                <a:solidFill>
                  <a:srgbClr val="FEFFFF"/>
                </a:solidFill>
                <a:latin typeface="Calibri"/>
                <a:cs typeface="Calibri"/>
              </a:rPr>
              <a:t> Introduction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200" b="1">
                <a:solidFill>
                  <a:srgbClr val="FEFFFF"/>
                </a:solidFill>
                <a:latin typeface="Calibri"/>
                <a:cs typeface="Calibri"/>
              </a:rPr>
              <a:t>AI Made Real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IN" sz="3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</a:b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337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199221-9A6A-0E5F-F230-F49F25229DA6}"/>
              </a:ext>
            </a:extLst>
          </p:cNvPr>
          <p:cNvSpPr/>
          <p:nvPr/>
        </p:nvSpPr>
        <p:spPr>
          <a:xfrm>
            <a:off x="4142094" y="1556955"/>
            <a:ext cx="3991198" cy="4028727"/>
          </a:xfrm>
          <a:prstGeom prst="rect">
            <a:avLst/>
          </a:prstGeom>
          <a:gradFill flip="none" rotWithShape="1">
            <a:gsLst>
              <a:gs pos="0">
                <a:srgbClr val="AFFE04">
                  <a:alpha val="19000"/>
                </a:srgbClr>
              </a:gs>
              <a:gs pos="50000">
                <a:srgbClr val="669900"/>
              </a:gs>
              <a:gs pos="100000">
                <a:srgbClr val="414141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88F0F2-A591-6196-64FA-E54EBB53F75C}"/>
              </a:ext>
            </a:extLst>
          </p:cNvPr>
          <p:cNvGrpSpPr/>
          <p:nvPr/>
        </p:nvGrpSpPr>
        <p:grpSpPr>
          <a:xfrm>
            <a:off x="5322094" y="2755174"/>
            <a:ext cx="1610112" cy="1630086"/>
            <a:chOff x="5322094" y="2510623"/>
            <a:chExt cx="1610112" cy="16300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73C5F6-D28E-037F-D1C5-647A9A8440C5}"/>
                </a:ext>
              </a:extLst>
            </p:cNvPr>
            <p:cNvSpPr/>
            <p:nvPr/>
          </p:nvSpPr>
          <p:spPr>
            <a:xfrm>
              <a:off x="5525196" y="2711661"/>
              <a:ext cx="1230214" cy="1230214"/>
            </a:xfrm>
            <a:prstGeom prst="rect">
              <a:avLst/>
            </a:prstGeom>
            <a:solidFill>
              <a:schemeClr val="tx1">
                <a:alpha val="22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5E061A-D536-2BE5-5360-FF701AD2BEE1}"/>
                </a:ext>
              </a:extLst>
            </p:cNvPr>
            <p:cNvSpPr/>
            <p:nvPr/>
          </p:nvSpPr>
          <p:spPr>
            <a:xfrm>
              <a:off x="5581114" y="2767580"/>
              <a:ext cx="1118376" cy="1118376"/>
            </a:xfrm>
            <a:prstGeom prst="rect">
              <a:avLst/>
            </a:prstGeom>
            <a:solidFill>
              <a:schemeClr val="tx1">
                <a:alpha val="20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064B58-EB89-FA19-53E5-A9B020C2AB9D}"/>
                </a:ext>
              </a:extLst>
            </p:cNvPr>
            <p:cNvSpPr txBox="1"/>
            <p:nvPr/>
          </p:nvSpPr>
          <p:spPr>
            <a:xfrm>
              <a:off x="5560828" y="3003602"/>
              <a:ext cx="115894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AI </a:t>
              </a:r>
            </a:p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Inside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ABA6836-FD5D-7998-36E6-4F704C383E1F}"/>
                </a:ext>
              </a:extLst>
            </p:cNvPr>
            <p:cNvGrpSpPr/>
            <p:nvPr/>
          </p:nvGrpSpPr>
          <p:grpSpPr>
            <a:xfrm>
              <a:off x="5663413" y="2510623"/>
              <a:ext cx="953779" cy="341749"/>
              <a:chOff x="5669210" y="2510623"/>
              <a:chExt cx="953779" cy="341749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2B4FD3CC-309C-E0BB-4D7A-03161629D368}"/>
                  </a:ext>
                </a:extLst>
              </p:cNvPr>
              <p:cNvGrpSpPr/>
              <p:nvPr/>
            </p:nvGrpSpPr>
            <p:grpSpPr>
              <a:xfrm>
                <a:off x="5669210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EBFBF6CB-0738-6F65-FD97-401F697CBA7B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01BE1FBC-3986-C697-3BAE-C20353882BA6}"/>
                    </a:ext>
                  </a:extLst>
                </p:cNvPr>
                <p:cNvCxnSpPr>
                  <a:stCxn id="102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FF89F3DB-8E5F-94DE-9DA2-940412E85352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FD59074E-5AD1-5050-2C63-DB7F9716653E}"/>
                  </a:ext>
                </a:extLst>
              </p:cNvPr>
              <p:cNvGrpSpPr/>
              <p:nvPr/>
            </p:nvGrpSpPr>
            <p:grpSpPr>
              <a:xfrm>
                <a:off x="5880421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89D3C428-A86A-526A-AF64-1BFB558EBB15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268B47E8-9B77-3744-6DF0-2B5D8307630D}"/>
                    </a:ext>
                  </a:extLst>
                </p:cNvPr>
                <p:cNvCxnSpPr>
                  <a:stCxn id="99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A77BC65F-96D7-5734-2858-E0CBA72F2FFA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D9C7A38A-008B-1FA2-CA88-9A2263366324}"/>
                  </a:ext>
                </a:extLst>
              </p:cNvPr>
              <p:cNvGrpSpPr/>
              <p:nvPr/>
            </p:nvGrpSpPr>
            <p:grpSpPr>
              <a:xfrm>
                <a:off x="6091632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A22D5D04-C7EC-F1FD-DC1C-C12D52138ADA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2ED0C5B3-FF21-AF6B-1518-DC3BBB8E0E43}"/>
                    </a:ext>
                  </a:extLst>
                </p:cNvPr>
                <p:cNvCxnSpPr>
                  <a:stCxn id="96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6EA1A5C5-9362-67ED-AF5F-CFBC6084F389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5FDF216B-4A92-044D-A0AC-09B02E70D7BB}"/>
                  </a:ext>
                </a:extLst>
              </p:cNvPr>
              <p:cNvGrpSpPr/>
              <p:nvPr/>
            </p:nvGrpSpPr>
            <p:grpSpPr>
              <a:xfrm>
                <a:off x="6302843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62DD6D44-3323-D335-C8C1-1B107095A75C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D3BD64E8-3B5D-FEFE-57CE-B2B972474DB7}"/>
                    </a:ext>
                  </a:extLst>
                </p:cNvPr>
                <p:cNvCxnSpPr>
                  <a:stCxn id="93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1650B957-3653-54B7-7792-60C635478AAF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06CC3C52-3B99-39DD-5EA0-6630ACADB6F0}"/>
                  </a:ext>
                </a:extLst>
              </p:cNvPr>
              <p:cNvGrpSpPr/>
              <p:nvPr/>
            </p:nvGrpSpPr>
            <p:grpSpPr>
              <a:xfrm>
                <a:off x="6514056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B3431EEC-823F-FC45-0742-42B90303E07E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7DBBF6E9-2F3F-9143-4303-39F22CFE64C8}"/>
                    </a:ext>
                  </a:extLst>
                </p:cNvPr>
                <p:cNvCxnSpPr>
                  <a:stCxn id="90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227DE479-B9A7-BA6B-250F-77C8DA5FC248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558EE5C-7D89-B1CC-9D22-F069F050A1FB}"/>
                </a:ext>
              </a:extLst>
            </p:cNvPr>
            <p:cNvGrpSpPr/>
            <p:nvPr/>
          </p:nvGrpSpPr>
          <p:grpSpPr>
            <a:xfrm flipV="1">
              <a:off x="5663413" y="3798960"/>
              <a:ext cx="953779" cy="341749"/>
              <a:chOff x="5669210" y="2510623"/>
              <a:chExt cx="953779" cy="341749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3898AD91-30C7-9479-3135-8A9684112D58}"/>
                  </a:ext>
                </a:extLst>
              </p:cNvPr>
              <p:cNvGrpSpPr/>
              <p:nvPr/>
            </p:nvGrpSpPr>
            <p:grpSpPr>
              <a:xfrm>
                <a:off x="5669210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D918A28C-00DD-0B1D-18AD-681B2F8000AB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BDDC8298-34D1-3AF4-1F1C-EAAA1B80A078}"/>
                    </a:ext>
                  </a:extLst>
                </p:cNvPr>
                <p:cNvCxnSpPr>
                  <a:stCxn id="82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FEDC51B6-43CE-162B-3CEC-14586581D8AB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534C7924-2AC7-2F21-EABC-2D704CB30FA5}"/>
                  </a:ext>
                </a:extLst>
              </p:cNvPr>
              <p:cNvGrpSpPr/>
              <p:nvPr/>
            </p:nvGrpSpPr>
            <p:grpSpPr>
              <a:xfrm>
                <a:off x="5880421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755B10A8-BCEE-DC0F-89AA-AA727CE3C862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08249AAA-1B1C-65F6-1DB8-1DC2C0B680F3}"/>
                    </a:ext>
                  </a:extLst>
                </p:cNvPr>
                <p:cNvCxnSpPr>
                  <a:stCxn id="79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9A8FC560-36BF-F70C-65B0-6571F470A3EA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8E39D6FC-56C0-FB4F-A21C-4FCD15968E73}"/>
                  </a:ext>
                </a:extLst>
              </p:cNvPr>
              <p:cNvGrpSpPr/>
              <p:nvPr/>
            </p:nvGrpSpPr>
            <p:grpSpPr>
              <a:xfrm>
                <a:off x="6091632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E03EBB95-1F72-8C00-EAC7-D3E6664F2B74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E2B5013D-1721-A0A8-9943-F513460E8AE3}"/>
                    </a:ext>
                  </a:extLst>
                </p:cNvPr>
                <p:cNvCxnSpPr>
                  <a:stCxn id="76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4B212312-AA5B-F0FA-D4B5-77D6A1A25D1C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5453D0CC-1C17-D18F-82DA-5BB5966F8FC2}"/>
                  </a:ext>
                </a:extLst>
              </p:cNvPr>
              <p:cNvGrpSpPr/>
              <p:nvPr/>
            </p:nvGrpSpPr>
            <p:grpSpPr>
              <a:xfrm>
                <a:off x="6302843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E1D1131A-D85D-3FB3-2507-FAC075114FF3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95FD9915-AA66-6521-930B-EA8BFB7526E1}"/>
                    </a:ext>
                  </a:extLst>
                </p:cNvPr>
                <p:cNvCxnSpPr>
                  <a:stCxn id="73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B5A6DEAC-2764-6CE9-4FB4-3F23FA44A3DF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558CF30-C23D-2EC7-FC14-60252A1EB79E}"/>
                  </a:ext>
                </a:extLst>
              </p:cNvPr>
              <p:cNvGrpSpPr/>
              <p:nvPr/>
            </p:nvGrpSpPr>
            <p:grpSpPr>
              <a:xfrm>
                <a:off x="6514056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56315413-E15F-DB19-DDA1-4EFEC7EB808A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1F5B0CC9-9B4B-AB86-F00B-13067F7D5905}"/>
                    </a:ext>
                  </a:extLst>
                </p:cNvPr>
                <p:cNvCxnSpPr>
                  <a:stCxn id="70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369698E1-64D7-5446-9C5B-F5F26B7716D5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D4303C9-7989-C2C2-849A-2B210180E763}"/>
                </a:ext>
              </a:extLst>
            </p:cNvPr>
            <p:cNvGrpSpPr/>
            <p:nvPr/>
          </p:nvGrpSpPr>
          <p:grpSpPr>
            <a:xfrm rot="16200000" flipV="1">
              <a:off x="6284442" y="3155896"/>
              <a:ext cx="953779" cy="341749"/>
              <a:chOff x="5669210" y="2510623"/>
              <a:chExt cx="953779" cy="341749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C36DFB58-1578-28EB-6CD1-6AA67AE8A864}"/>
                  </a:ext>
                </a:extLst>
              </p:cNvPr>
              <p:cNvGrpSpPr/>
              <p:nvPr/>
            </p:nvGrpSpPr>
            <p:grpSpPr>
              <a:xfrm>
                <a:off x="5669210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8CF8181C-3483-B5E6-6A73-AE42228058FB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0A5A3860-5CAA-96F0-1911-FBE1624E1473}"/>
                    </a:ext>
                  </a:extLst>
                </p:cNvPr>
                <p:cNvCxnSpPr>
                  <a:stCxn id="62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BE01A13F-4151-4D08-54C1-B29D1351A6B6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955DA568-7A23-BC1F-DFE8-B1AA211EF394}"/>
                  </a:ext>
                </a:extLst>
              </p:cNvPr>
              <p:cNvGrpSpPr/>
              <p:nvPr/>
            </p:nvGrpSpPr>
            <p:grpSpPr>
              <a:xfrm>
                <a:off x="5880421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7DB128D-E6C3-7B75-A99B-42D046A66FF2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F9065BCE-8AFC-2078-5A8B-550935FC0C79}"/>
                    </a:ext>
                  </a:extLst>
                </p:cNvPr>
                <p:cNvCxnSpPr>
                  <a:stCxn id="55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AA94601D-A3A2-9742-7F03-B0C192896AB7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44164E5A-0824-9789-DB8C-2CFDD9EE2219}"/>
                  </a:ext>
                </a:extLst>
              </p:cNvPr>
              <p:cNvGrpSpPr/>
              <p:nvPr/>
            </p:nvGrpSpPr>
            <p:grpSpPr>
              <a:xfrm>
                <a:off x="6091632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859ECF18-7715-1D77-29D1-B7E76B9193B4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61098135-E2FF-D721-9785-4E376BBBF4AA}"/>
                    </a:ext>
                  </a:extLst>
                </p:cNvPr>
                <p:cNvCxnSpPr>
                  <a:stCxn id="52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117163A9-12FE-5D92-83DC-7DCF99AD9739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BBA76B7-2A7D-2EB2-BAF6-C93E1B7BD136}"/>
                  </a:ext>
                </a:extLst>
              </p:cNvPr>
              <p:cNvGrpSpPr/>
              <p:nvPr/>
            </p:nvGrpSpPr>
            <p:grpSpPr>
              <a:xfrm>
                <a:off x="6302843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604E5AF3-F6B1-F26B-E7CF-8745A37F6C7C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F004019E-EDDC-6C1D-7D28-1A2269E5E3F8}"/>
                    </a:ext>
                  </a:extLst>
                </p:cNvPr>
                <p:cNvCxnSpPr>
                  <a:stCxn id="49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55BE8722-A601-6A99-FB2F-F73C028BB8D7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3C1A819C-A96D-DB25-7CEE-B5E4305DD49F}"/>
                  </a:ext>
                </a:extLst>
              </p:cNvPr>
              <p:cNvGrpSpPr/>
              <p:nvPr/>
            </p:nvGrpSpPr>
            <p:grpSpPr>
              <a:xfrm>
                <a:off x="6514056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745749E6-541E-EDEC-7EB7-EFBE09424F1C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843B6AD4-940F-A3A7-AB7E-B432BB5FB3DE}"/>
                    </a:ext>
                  </a:extLst>
                </p:cNvPr>
                <p:cNvCxnSpPr>
                  <a:stCxn id="46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B252D0F-B513-E880-B3AA-BABDCA6B2378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D12BDA1-32D5-5B51-8B9A-EF1030A91A82}"/>
                </a:ext>
              </a:extLst>
            </p:cNvPr>
            <p:cNvGrpSpPr/>
            <p:nvPr/>
          </p:nvGrpSpPr>
          <p:grpSpPr>
            <a:xfrm rot="5400000" flipH="1" flipV="1">
              <a:off x="5016079" y="3155896"/>
              <a:ext cx="953779" cy="341749"/>
              <a:chOff x="5669210" y="2510623"/>
              <a:chExt cx="953779" cy="341749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7EBA9A0-9F92-2618-21BD-8F3266B91EB8}"/>
                  </a:ext>
                </a:extLst>
              </p:cNvPr>
              <p:cNvGrpSpPr/>
              <p:nvPr/>
            </p:nvGrpSpPr>
            <p:grpSpPr>
              <a:xfrm>
                <a:off x="5669210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B6D0B13-66B9-F8C2-5A4E-70D61D6B5063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E7CF8AE-3BA4-5677-8564-9DB584759DDC}"/>
                    </a:ext>
                  </a:extLst>
                </p:cNvPr>
                <p:cNvCxnSpPr>
                  <a:stCxn id="38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B01C7948-2CF9-C614-BE44-FF72C84D0C08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C12B6C6C-4041-F57B-1FFE-D17A3AF21B7F}"/>
                  </a:ext>
                </a:extLst>
              </p:cNvPr>
              <p:cNvGrpSpPr/>
              <p:nvPr/>
            </p:nvGrpSpPr>
            <p:grpSpPr>
              <a:xfrm>
                <a:off x="5880421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6587F41-5E20-2DC8-9BF2-0D1A75DF45B4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FA0723B2-5641-B162-9B81-B66BAD709D05}"/>
                    </a:ext>
                  </a:extLst>
                </p:cNvPr>
                <p:cNvCxnSpPr>
                  <a:stCxn id="35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91DA631B-693D-ABD0-3746-0B7AD714AF91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7FBE0E1-D28D-09E8-04E0-F146FA648FA1}"/>
                  </a:ext>
                </a:extLst>
              </p:cNvPr>
              <p:cNvGrpSpPr/>
              <p:nvPr/>
            </p:nvGrpSpPr>
            <p:grpSpPr>
              <a:xfrm>
                <a:off x="6091632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5DA4CE6F-2D4F-AB47-2465-C571302DDFC0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9090FD58-1B07-02AA-81B2-CA4119E773E7}"/>
                    </a:ext>
                  </a:extLst>
                </p:cNvPr>
                <p:cNvCxnSpPr>
                  <a:stCxn id="32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EBF1246E-65FD-571A-F844-A043389C5387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CC57CD1-62F9-D0D0-34FB-CB81D0F05212}"/>
                  </a:ext>
                </a:extLst>
              </p:cNvPr>
              <p:cNvGrpSpPr/>
              <p:nvPr/>
            </p:nvGrpSpPr>
            <p:grpSpPr>
              <a:xfrm>
                <a:off x="6302843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CE1DC3A-2100-9202-B62F-6A96E634FE64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FC61C3E-F8DA-0AEB-39C9-B9F00D36B70F}"/>
                    </a:ext>
                  </a:extLst>
                </p:cNvPr>
                <p:cNvCxnSpPr>
                  <a:stCxn id="28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2EACFFE-9430-6D81-21C5-7A0853C7771D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FD5B29B-18DF-EF5C-2692-CF6FF83A4A45}"/>
                  </a:ext>
                </a:extLst>
              </p:cNvPr>
              <p:cNvGrpSpPr/>
              <p:nvPr/>
            </p:nvGrpSpPr>
            <p:grpSpPr>
              <a:xfrm>
                <a:off x="6514056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3D6876E-AE11-C1ED-D3FF-5D0AAFAE507A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00838F1-69AD-A0C3-0F32-2DE6C2560C51}"/>
                    </a:ext>
                  </a:extLst>
                </p:cNvPr>
                <p:cNvCxnSpPr>
                  <a:stCxn id="25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05CC45CD-DF49-A9F0-250D-9E49D49F5B86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4F9A327-6256-92C6-D7B6-5E88DA9100A0}"/>
              </a:ext>
            </a:extLst>
          </p:cNvPr>
          <p:cNvGrpSpPr/>
          <p:nvPr/>
        </p:nvGrpSpPr>
        <p:grpSpPr>
          <a:xfrm>
            <a:off x="7053852" y="2956212"/>
            <a:ext cx="1182098" cy="1168422"/>
            <a:chOff x="7053852" y="2711661"/>
            <a:chExt cx="1182098" cy="1168422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17A9FB7B-18C1-F3DF-B7CC-9AB8EF96DA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28970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6A152368-5914-C405-E33A-3AF053DBA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0111" y="2711661"/>
              <a:ext cx="177551" cy="185392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C20B60D-84F8-0CCD-8FE3-BC95A5FDA8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31129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8D07D136-DFDA-D828-27BF-C3A143E2CB5A}"/>
                </a:ext>
              </a:extLst>
            </p:cNvPr>
            <p:cNvCxnSpPr>
              <a:cxnSpLocks/>
            </p:cNvCxnSpPr>
            <p:nvPr/>
          </p:nvCxnSpPr>
          <p:spPr>
            <a:xfrm>
              <a:off x="7910111" y="3112953"/>
              <a:ext cx="325839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431A6D6C-E5FC-17B1-125C-E8879FF69C44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310744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708925E5-3643-7D80-C1D5-D2EC4C9C58E9}"/>
                </a:ext>
              </a:extLst>
            </p:cNvPr>
            <p:cNvCxnSpPr>
              <a:cxnSpLocks/>
            </p:cNvCxnSpPr>
            <p:nvPr/>
          </p:nvCxnSpPr>
          <p:spPr>
            <a:xfrm>
              <a:off x="7299325" y="331153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8FD6BF6B-2DE0-2592-C0DD-14FB9B9A10D5}"/>
                </a:ext>
              </a:extLst>
            </p:cNvPr>
            <p:cNvCxnSpPr>
              <a:cxnSpLocks/>
            </p:cNvCxnSpPr>
            <p:nvPr/>
          </p:nvCxnSpPr>
          <p:spPr>
            <a:xfrm>
              <a:off x="7431084" y="3446469"/>
              <a:ext cx="664287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62C89147-4C6D-D8A5-6743-9DB606CB2B5F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537315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0F522D0D-B0E9-80A8-0031-C3C2C9001E14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751672"/>
              <a:ext cx="769348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9409971D-5487-B399-2AD4-954782269500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0" y="374674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DABECC7-3E56-7C1A-25E5-150D4E142CDE}"/>
              </a:ext>
            </a:extLst>
          </p:cNvPr>
          <p:cNvGrpSpPr/>
          <p:nvPr/>
        </p:nvGrpSpPr>
        <p:grpSpPr>
          <a:xfrm rot="16200000">
            <a:off x="5494788" y="1463096"/>
            <a:ext cx="1182098" cy="1168422"/>
            <a:chOff x="7053852" y="2711661"/>
            <a:chExt cx="1182098" cy="1168422"/>
          </a:xfrm>
        </p:grpSpPr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7D61B944-B105-B13D-CC98-1C715BE17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28970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C2951C1D-F303-9B59-7C0E-ECB853BDB3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0111" y="2711661"/>
              <a:ext cx="177551" cy="185392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FDC339B-9E88-2680-1C6E-BF75EA8E95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31129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6C93F4C1-248D-371C-54E7-E03F8BFAF9BB}"/>
                </a:ext>
              </a:extLst>
            </p:cNvPr>
            <p:cNvCxnSpPr>
              <a:cxnSpLocks/>
            </p:cNvCxnSpPr>
            <p:nvPr/>
          </p:nvCxnSpPr>
          <p:spPr>
            <a:xfrm>
              <a:off x="7910111" y="3112953"/>
              <a:ext cx="325839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5836B396-1533-52A7-5F9F-2816F574EC59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310744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9AD708DD-BD1A-C15E-E92E-C8D064B45252}"/>
                </a:ext>
              </a:extLst>
            </p:cNvPr>
            <p:cNvCxnSpPr>
              <a:cxnSpLocks/>
            </p:cNvCxnSpPr>
            <p:nvPr/>
          </p:nvCxnSpPr>
          <p:spPr>
            <a:xfrm>
              <a:off x="7299325" y="331153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10863AA6-B145-B5C6-13CF-53EFCCFE5D76}"/>
                </a:ext>
              </a:extLst>
            </p:cNvPr>
            <p:cNvCxnSpPr>
              <a:cxnSpLocks/>
            </p:cNvCxnSpPr>
            <p:nvPr/>
          </p:nvCxnSpPr>
          <p:spPr>
            <a:xfrm>
              <a:off x="7431084" y="3446469"/>
              <a:ext cx="664287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FD2BEF37-3DD7-E70B-749D-6595AFD8E71A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537315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CDE8A5D8-6482-FCE9-FB33-5161D33EA564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751672"/>
              <a:ext cx="769348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8E9E653D-3270-5934-1BDA-49ADA5834E8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0" y="374674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A5D26E6-57CA-D66F-3771-9C9C76FC51BC}"/>
              </a:ext>
            </a:extLst>
          </p:cNvPr>
          <p:cNvGrpSpPr/>
          <p:nvPr/>
        </p:nvGrpSpPr>
        <p:grpSpPr>
          <a:xfrm rot="10800000">
            <a:off x="4029468" y="2979817"/>
            <a:ext cx="1182098" cy="1168422"/>
            <a:chOff x="7053852" y="2711661"/>
            <a:chExt cx="1182098" cy="1168422"/>
          </a:xfrm>
        </p:grpSpPr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5558FFA5-3191-E480-24EA-FD403DDE8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28970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CA19F1B2-A44C-9575-5379-1BED29264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0111" y="2711661"/>
              <a:ext cx="177551" cy="185392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84E91D6D-E1DF-9C24-F61B-F5B81FE833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31129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03E62CB0-1F33-1980-C8E2-90175D0A6903}"/>
                </a:ext>
              </a:extLst>
            </p:cNvPr>
            <p:cNvCxnSpPr>
              <a:cxnSpLocks/>
            </p:cNvCxnSpPr>
            <p:nvPr/>
          </p:nvCxnSpPr>
          <p:spPr>
            <a:xfrm>
              <a:off x="7910111" y="3112953"/>
              <a:ext cx="325839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0BF95960-E474-BC98-3087-CAF7380C6A82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310744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86AD003D-4258-74AA-63DB-042515CB7287}"/>
                </a:ext>
              </a:extLst>
            </p:cNvPr>
            <p:cNvCxnSpPr>
              <a:cxnSpLocks/>
            </p:cNvCxnSpPr>
            <p:nvPr/>
          </p:nvCxnSpPr>
          <p:spPr>
            <a:xfrm>
              <a:off x="7299325" y="331153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3CE66143-D8B0-C89F-44A5-06031EC40B98}"/>
                </a:ext>
              </a:extLst>
            </p:cNvPr>
            <p:cNvCxnSpPr>
              <a:cxnSpLocks/>
            </p:cNvCxnSpPr>
            <p:nvPr/>
          </p:nvCxnSpPr>
          <p:spPr>
            <a:xfrm>
              <a:off x="7431084" y="3446469"/>
              <a:ext cx="664287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A6BCC5A0-0128-DE3D-4B96-62B6CADC37AA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537315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9764F986-7B5F-0FC3-00F9-8FF9B50B8AF6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751672"/>
              <a:ext cx="769348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F54EDD1D-167E-50AE-C4C1-CCCD16D48BC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0" y="374674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0F48C230-16E6-31CF-9B98-D036329D5D5E}"/>
              </a:ext>
            </a:extLst>
          </p:cNvPr>
          <p:cNvGrpSpPr/>
          <p:nvPr/>
        </p:nvGrpSpPr>
        <p:grpSpPr>
          <a:xfrm rot="5400000" flipV="1">
            <a:off x="5494788" y="4486039"/>
            <a:ext cx="1182098" cy="1168422"/>
            <a:chOff x="7053852" y="2711661"/>
            <a:chExt cx="1182098" cy="1168422"/>
          </a:xfrm>
        </p:grpSpPr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ABE24252-9162-2D0F-805E-4724D84D8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28970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EE9246F3-1B94-F348-3243-68D91EFC38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0111" y="2711661"/>
              <a:ext cx="177551" cy="185392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19ADD8FB-CBCE-C526-11F8-C36F7BF676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31129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571F6744-4527-985C-3807-2F22E9252F02}"/>
                </a:ext>
              </a:extLst>
            </p:cNvPr>
            <p:cNvCxnSpPr>
              <a:cxnSpLocks/>
            </p:cNvCxnSpPr>
            <p:nvPr/>
          </p:nvCxnSpPr>
          <p:spPr>
            <a:xfrm>
              <a:off x="7910111" y="3112953"/>
              <a:ext cx="325839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F6E3A771-BE37-7C9C-EE67-9ED2BBAA4987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310744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D1D167ED-E5B4-B2BE-4974-64A08A255F3A}"/>
                </a:ext>
              </a:extLst>
            </p:cNvPr>
            <p:cNvCxnSpPr>
              <a:cxnSpLocks/>
            </p:cNvCxnSpPr>
            <p:nvPr/>
          </p:nvCxnSpPr>
          <p:spPr>
            <a:xfrm>
              <a:off x="7299325" y="331153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495EB52E-500C-4482-0B02-1FDB40B92408}"/>
                </a:ext>
              </a:extLst>
            </p:cNvPr>
            <p:cNvCxnSpPr>
              <a:cxnSpLocks/>
            </p:cNvCxnSpPr>
            <p:nvPr/>
          </p:nvCxnSpPr>
          <p:spPr>
            <a:xfrm>
              <a:off x="7431084" y="3446469"/>
              <a:ext cx="664287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43725004-4A95-65B3-B6F5-C21F98050EAF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537315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9AC29D56-11F0-1DE1-3426-B2B54EBCAC9C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751672"/>
              <a:ext cx="769348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3F1FDF33-40F3-1FE6-3209-03856F69B2E8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0" y="374674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7" name="Oval 176">
            <a:extLst>
              <a:ext uri="{FF2B5EF4-FFF2-40B4-BE49-F238E27FC236}">
                <a16:creationId xmlns:a16="http://schemas.microsoft.com/office/drawing/2014/main" id="{85C2AB66-2779-EF97-5F65-07B59EFB54B1}"/>
              </a:ext>
            </a:extLst>
          </p:cNvPr>
          <p:cNvSpPr/>
          <p:nvPr/>
        </p:nvSpPr>
        <p:spPr>
          <a:xfrm>
            <a:off x="6636053" y="1706832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74633AAC-C35E-93FC-C230-134B427A479B}"/>
              </a:ext>
            </a:extLst>
          </p:cNvPr>
          <p:cNvSpPr/>
          <p:nvPr/>
        </p:nvSpPr>
        <p:spPr>
          <a:xfrm>
            <a:off x="8201957" y="3326115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B1035161-B58E-AB9D-0F5C-0C20A220D5F5}"/>
              </a:ext>
            </a:extLst>
          </p:cNvPr>
          <p:cNvSpPr/>
          <p:nvPr/>
        </p:nvSpPr>
        <p:spPr>
          <a:xfrm>
            <a:off x="7920969" y="4090641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85E9FAA9-8861-495A-8A2E-BCF48BE7ABFA}"/>
              </a:ext>
            </a:extLst>
          </p:cNvPr>
          <p:cNvSpPr/>
          <p:nvPr/>
        </p:nvSpPr>
        <p:spPr>
          <a:xfrm>
            <a:off x="6294709" y="4689092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DE04D1F4-8E47-61A9-6356-502F5FF16BE7}"/>
              </a:ext>
            </a:extLst>
          </p:cNvPr>
          <p:cNvSpPr/>
          <p:nvPr/>
        </p:nvSpPr>
        <p:spPr>
          <a:xfrm>
            <a:off x="5868169" y="5299834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26AE3B98-D54B-CB84-39EF-88FFB094CA89}"/>
              </a:ext>
            </a:extLst>
          </p:cNvPr>
          <p:cNvSpPr/>
          <p:nvPr/>
        </p:nvSpPr>
        <p:spPr>
          <a:xfrm>
            <a:off x="4143762" y="4114247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B00AC815-0D45-5E68-BA7C-9B0CF9B581DD}"/>
              </a:ext>
            </a:extLst>
          </p:cNvPr>
          <p:cNvSpPr/>
          <p:nvPr/>
        </p:nvSpPr>
        <p:spPr>
          <a:xfrm>
            <a:off x="4933739" y="3515781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65BB7DDD-4CA1-4BC0-826E-8F9F0809176A}"/>
              </a:ext>
            </a:extLst>
          </p:cNvPr>
          <p:cNvSpPr/>
          <p:nvPr/>
        </p:nvSpPr>
        <p:spPr>
          <a:xfrm>
            <a:off x="5868169" y="1744624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940BEE24-F953-0C34-7603-616588DB236E}"/>
              </a:ext>
            </a:extLst>
          </p:cNvPr>
          <p:cNvSpPr/>
          <p:nvPr/>
        </p:nvSpPr>
        <p:spPr>
          <a:xfrm>
            <a:off x="6065954" y="2356758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9CD40CB-8A6F-CB68-2AD4-F7754F3EFA1D}"/>
              </a:ext>
            </a:extLst>
          </p:cNvPr>
          <p:cNvSpPr txBox="1">
            <a:spLocks/>
          </p:cNvSpPr>
          <p:nvPr/>
        </p:nvSpPr>
        <p:spPr>
          <a:xfrm>
            <a:off x="1004884" y="312900"/>
            <a:ext cx="11187116" cy="866548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92B94C"/>
                </a:solidFill>
                <a:effectLst/>
                <a:uLnTx/>
                <a:uFillTx/>
                <a:latin typeface="Helvetica light"/>
                <a:ea typeface="+mn-ea"/>
                <a:cs typeface="Helvetica"/>
              </a:rPr>
              <a:t>We are an AI First company</a:t>
            </a:r>
          </a:p>
        </p:txBody>
      </p:sp>
    </p:spTree>
    <p:extLst>
      <p:ext uri="{BB962C8B-B14F-4D97-AF65-F5344CB8AC3E}">
        <p14:creationId xmlns:p14="http://schemas.microsoft.com/office/powerpoint/2010/main" val="924832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A6A574C-267D-F778-FB78-7E03426556A0}"/>
              </a:ext>
            </a:extLst>
          </p:cNvPr>
          <p:cNvSpPr/>
          <p:nvPr/>
        </p:nvSpPr>
        <p:spPr>
          <a:xfrm>
            <a:off x="108568" y="3956392"/>
            <a:ext cx="3506186" cy="156738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/>
              <a:t>We will build </a:t>
            </a:r>
            <a:r>
              <a:rPr lang="en-IN" sz="1400" b="1">
                <a:solidFill>
                  <a:schemeClr val="tx1"/>
                </a:solidFill>
              </a:rPr>
              <a:t>business co-pilots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Set up a sandbox environment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Build POCs for rapid delivery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Test and evaluate models against KPIs for prototype deployment</a:t>
            </a:r>
            <a:endParaRPr kumimoji="0" lang="en-IN" sz="1400" b="0" i="0" u="none" strike="noStrike" kern="1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C5FBA2-3A17-C8AC-6A10-6E19A5F2053D}"/>
              </a:ext>
            </a:extLst>
          </p:cNvPr>
          <p:cNvGrpSpPr/>
          <p:nvPr/>
        </p:nvGrpSpPr>
        <p:grpSpPr>
          <a:xfrm>
            <a:off x="2470870" y="1698701"/>
            <a:ext cx="2087740" cy="1799775"/>
            <a:chOff x="2802816" y="1658296"/>
            <a:chExt cx="2087740" cy="1799775"/>
          </a:xfrm>
        </p:grpSpPr>
        <p:sp>
          <p:nvSpPr>
            <p:cNvPr id="203" name="Hexagon 202">
              <a:extLst>
                <a:ext uri="{FF2B5EF4-FFF2-40B4-BE49-F238E27FC236}">
                  <a16:creationId xmlns:a16="http://schemas.microsoft.com/office/drawing/2014/main" id="{821C81C6-B76B-F1BF-EF9A-12029AE36A96}"/>
                </a:ext>
              </a:extLst>
            </p:cNvPr>
            <p:cNvSpPr/>
            <p:nvPr/>
          </p:nvSpPr>
          <p:spPr>
            <a:xfrm>
              <a:off x="3104887" y="1909942"/>
              <a:ext cx="1484013" cy="1279321"/>
            </a:xfrm>
            <a:prstGeom prst="hexagon">
              <a:avLst/>
            </a:prstGeom>
            <a:noFill/>
            <a:ln w="3175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C30BCC0F-3E73-8BC1-B426-99CC133AC452}"/>
                </a:ext>
              </a:extLst>
            </p:cNvPr>
            <p:cNvSpPr txBox="1"/>
            <p:nvPr/>
          </p:nvSpPr>
          <p:spPr>
            <a:xfrm>
              <a:off x="3453370" y="2109731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5114D882-DB67-CAA1-E7B0-722C434E867B}"/>
                </a:ext>
              </a:extLst>
            </p:cNvPr>
            <p:cNvSpPr txBox="1"/>
            <p:nvPr/>
          </p:nvSpPr>
          <p:spPr>
            <a:xfrm>
              <a:off x="3451103" y="2092144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3500" b="1">
                <a:solidFill>
                  <a:schemeClr val="bg1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81F5A5F1-448C-D366-BCAD-B821C5E20B2D}"/>
                </a:ext>
              </a:extLst>
            </p:cNvPr>
            <p:cNvSpPr txBox="1"/>
            <p:nvPr/>
          </p:nvSpPr>
          <p:spPr>
            <a:xfrm>
              <a:off x="2885227" y="2678588"/>
              <a:ext cx="1923334" cy="397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>
                  <a:solidFill>
                    <a:schemeClr val="bg1"/>
                  </a:solidFill>
                </a:rPr>
                <a:t>Boot</a:t>
              </a:r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7CEAE1BD-CA45-3AAF-B5E0-2700A67A98A0}"/>
                </a:ext>
              </a:extLst>
            </p:cNvPr>
            <p:cNvSpPr/>
            <p:nvPr/>
          </p:nvSpPr>
          <p:spPr>
            <a:xfrm>
              <a:off x="2959146" y="1782320"/>
              <a:ext cx="1780095" cy="1534564"/>
            </a:xfrm>
            <a:prstGeom prst="hexagon">
              <a:avLst/>
            </a:prstGeom>
            <a:noFill/>
            <a:ln w="3175">
              <a:solidFill>
                <a:schemeClr val="bg1"/>
              </a:solidFill>
              <a:prstDash val="dash"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06BBE3E5-1605-F285-E9BD-45B586383BAA}"/>
                </a:ext>
              </a:extLst>
            </p:cNvPr>
            <p:cNvSpPr/>
            <p:nvPr/>
          </p:nvSpPr>
          <p:spPr>
            <a:xfrm flipV="1">
              <a:off x="4535296" y="2527168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962C8F61-D41A-2A1A-C342-1668B7F6F2EB}"/>
                </a:ext>
              </a:extLst>
            </p:cNvPr>
            <p:cNvSpPr/>
            <p:nvPr/>
          </p:nvSpPr>
          <p:spPr>
            <a:xfrm flipV="1">
              <a:off x="4231640" y="188965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785B0936-134D-1B1F-E71F-29CF2D13D41C}"/>
                </a:ext>
              </a:extLst>
            </p:cNvPr>
            <p:cNvSpPr/>
            <p:nvPr/>
          </p:nvSpPr>
          <p:spPr>
            <a:xfrm flipV="1">
              <a:off x="3365107" y="188685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AC30B1AE-6869-D545-0B53-72989B064462}"/>
                </a:ext>
              </a:extLst>
            </p:cNvPr>
            <p:cNvSpPr/>
            <p:nvPr/>
          </p:nvSpPr>
          <p:spPr>
            <a:xfrm flipV="1">
              <a:off x="3056725" y="251144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D853C3C7-EA94-CEBC-12C5-64714F5F8B40}"/>
                </a:ext>
              </a:extLst>
            </p:cNvPr>
            <p:cNvSpPr/>
            <p:nvPr/>
          </p:nvSpPr>
          <p:spPr>
            <a:xfrm flipV="1">
              <a:off x="4231639" y="313389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EBBB270F-129D-3257-1371-505D218FBCA7}"/>
                </a:ext>
              </a:extLst>
            </p:cNvPr>
            <p:cNvSpPr/>
            <p:nvPr/>
          </p:nvSpPr>
          <p:spPr>
            <a:xfrm flipV="1">
              <a:off x="3381523" y="3127307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128BEAEA-6FBD-43C1-25CA-073CB2028FB1}"/>
                </a:ext>
              </a:extLst>
            </p:cNvPr>
            <p:cNvSpPr/>
            <p:nvPr/>
          </p:nvSpPr>
          <p:spPr>
            <a:xfrm>
              <a:off x="2802816" y="1658296"/>
              <a:ext cx="2087740" cy="1799775"/>
            </a:xfrm>
            <a:prstGeom prst="hexagon">
              <a:avLst/>
            </a:prstGeom>
            <a:noFill/>
            <a:ln w="63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679762-8E74-99CB-6C8A-7ED278D4BB17}"/>
              </a:ext>
            </a:extLst>
          </p:cNvPr>
          <p:cNvCxnSpPr>
            <a:cxnSpLocks/>
          </p:cNvCxnSpPr>
          <p:nvPr/>
        </p:nvCxnSpPr>
        <p:spPr>
          <a:xfrm>
            <a:off x="4355024" y="2003347"/>
            <a:ext cx="1719327" cy="0"/>
          </a:xfrm>
          <a:prstGeom prst="line">
            <a:avLst/>
          </a:prstGeom>
          <a:ln w="3175">
            <a:solidFill>
              <a:srgbClr val="777777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231992-A28A-BEA6-54C0-6A3CE53593B3}"/>
              </a:ext>
            </a:extLst>
          </p:cNvPr>
          <p:cNvSpPr/>
          <p:nvPr/>
        </p:nvSpPr>
        <p:spPr>
          <a:xfrm>
            <a:off x="6203812" y="1121123"/>
            <a:ext cx="4251549" cy="1576972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/>
              <a:t>We will create your </a:t>
            </a:r>
            <a:r>
              <a:rPr lang="en-IN" sz="1400" b="1">
                <a:solidFill>
                  <a:schemeClr val="tx1"/>
                </a:solidFill>
              </a:rPr>
              <a:t>AI Strategy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Conduct bootcamp to educate leadership on the art of possible using AI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Identify opportunities for possible AI interventions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Prioritize AI modules for rapid prototyping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B41F09-51B6-1974-7184-C98BE0008BA6}"/>
              </a:ext>
            </a:extLst>
          </p:cNvPr>
          <p:cNvCxnSpPr>
            <a:cxnSpLocks/>
          </p:cNvCxnSpPr>
          <p:nvPr/>
        </p:nvCxnSpPr>
        <p:spPr>
          <a:xfrm>
            <a:off x="3614753" y="4373919"/>
            <a:ext cx="944794" cy="0"/>
          </a:xfrm>
          <a:prstGeom prst="line">
            <a:avLst/>
          </a:prstGeom>
          <a:ln w="3175">
            <a:solidFill>
              <a:srgbClr val="777777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721CB1-70A9-D121-D269-1CCD4728C7C9}"/>
              </a:ext>
            </a:extLst>
          </p:cNvPr>
          <p:cNvCxnSpPr>
            <a:cxnSpLocks/>
          </p:cNvCxnSpPr>
          <p:nvPr/>
        </p:nvCxnSpPr>
        <p:spPr>
          <a:xfrm>
            <a:off x="7043401" y="5316751"/>
            <a:ext cx="484599" cy="0"/>
          </a:xfrm>
          <a:prstGeom prst="line">
            <a:avLst/>
          </a:prstGeom>
          <a:ln w="3175">
            <a:solidFill>
              <a:srgbClr val="777777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7398017-557C-2D10-E338-A28FCE6F3A0B}"/>
              </a:ext>
            </a:extLst>
          </p:cNvPr>
          <p:cNvSpPr/>
          <p:nvPr/>
        </p:nvSpPr>
        <p:spPr>
          <a:xfrm>
            <a:off x="8427724" y="4034183"/>
            <a:ext cx="3655709" cy="1403496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/>
              <a:t>We will </a:t>
            </a:r>
            <a:r>
              <a:rPr lang="en-IN" sz="1400" b="1">
                <a:solidFill>
                  <a:schemeClr val="tx1"/>
                </a:solidFill>
              </a:rPr>
              <a:t>deploy &amp; maintain AI models:</a:t>
            </a:r>
          </a:p>
          <a:p>
            <a:pPr marL="180975" indent="-180975" algn="l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FEFFFF"/>
                </a:solidFill>
                <a:effectLst/>
                <a:latin typeface="Helvetica light"/>
              </a:rPr>
              <a:t>Enable deploying and maintaining AI solutions in your environment</a:t>
            </a:r>
          </a:p>
          <a:p>
            <a:pPr marL="180975" indent="-180975" algn="l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FEFFFF"/>
                </a:solidFill>
                <a:effectLst/>
                <a:latin typeface="Helvetica light"/>
              </a:rPr>
              <a:t>Monitor and refine model and establish ongoing support and training ecosystem</a:t>
            </a:r>
          </a:p>
          <a:p>
            <a:pPr marL="180975" indent="-180975" algn="l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FEFFFF"/>
                </a:solidFill>
                <a:effectLst/>
                <a:latin typeface="Helvetica light"/>
              </a:rPr>
              <a:t>Change management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00D554-CCDF-4BBA-6EA0-5CD86BD4C858}"/>
              </a:ext>
            </a:extLst>
          </p:cNvPr>
          <p:cNvGrpSpPr/>
          <p:nvPr/>
        </p:nvGrpSpPr>
        <p:grpSpPr>
          <a:xfrm>
            <a:off x="5891296" y="3658163"/>
            <a:ext cx="2087740" cy="1799775"/>
            <a:chOff x="2802816" y="1658296"/>
            <a:chExt cx="2087740" cy="1799775"/>
          </a:xfrm>
        </p:grpSpPr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1FFFD80D-5890-E1B7-2D94-5A30888D1432}"/>
                </a:ext>
              </a:extLst>
            </p:cNvPr>
            <p:cNvSpPr/>
            <p:nvPr/>
          </p:nvSpPr>
          <p:spPr>
            <a:xfrm>
              <a:off x="3104887" y="1909942"/>
              <a:ext cx="1484013" cy="1279321"/>
            </a:xfrm>
            <a:prstGeom prst="hexagon">
              <a:avLst/>
            </a:prstGeom>
            <a:noFill/>
            <a:ln w="3175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81564F-20C9-40D9-42A1-1B5AD495F9CE}"/>
                </a:ext>
              </a:extLst>
            </p:cNvPr>
            <p:cNvSpPr txBox="1"/>
            <p:nvPr/>
          </p:nvSpPr>
          <p:spPr>
            <a:xfrm>
              <a:off x="3453370" y="2109731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1F4D12-6FA6-A47A-8D82-E48CFD238A5E}"/>
                </a:ext>
              </a:extLst>
            </p:cNvPr>
            <p:cNvSpPr txBox="1"/>
            <p:nvPr/>
          </p:nvSpPr>
          <p:spPr>
            <a:xfrm>
              <a:off x="3451103" y="2092144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3500" b="1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91F4D8-64AB-CED1-F74F-FDE761690574}"/>
                </a:ext>
              </a:extLst>
            </p:cNvPr>
            <p:cNvSpPr txBox="1"/>
            <p:nvPr/>
          </p:nvSpPr>
          <p:spPr>
            <a:xfrm>
              <a:off x="2885227" y="2678588"/>
              <a:ext cx="1923334" cy="397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>
                  <a:solidFill>
                    <a:schemeClr val="bg1"/>
                  </a:solidFill>
                </a:rPr>
                <a:t>Realize</a:t>
              </a:r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918A7519-22D2-6A92-A0D2-88DC5C858D2A}"/>
                </a:ext>
              </a:extLst>
            </p:cNvPr>
            <p:cNvSpPr/>
            <p:nvPr/>
          </p:nvSpPr>
          <p:spPr>
            <a:xfrm>
              <a:off x="2959146" y="1782320"/>
              <a:ext cx="1780095" cy="1534564"/>
            </a:xfrm>
            <a:prstGeom prst="hexagon">
              <a:avLst/>
            </a:prstGeom>
            <a:noFill/>
            <a:ln w="3175">
              <a:solidFill>
                <a:schemeClr val="bg1"/>
              </a:solidFill>
              <a:prstDash val="dash"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DA735BB3-C5FD-9B72-A2C4-B2DEE72FA2E6}"/>
                </a:ext>
              </a:extLst>
            </p:cNvPr>
            <p:cNvSpPr/>
            <p:nvPr/>
          </p:nvSpPr>
          <p:spPr>
            <a:xfrm flipV="1">
              <a:off x="4535296" y="2527168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6963B414-4DEB-773D-4C4F-21C888418B18}"/>
                </a:ext>
              </a:extLst>
            </p:cNvPr>
            <p:cNvSpPr/>
            <p:nvPr/>
          </p:nvSpPr>
          <p:spPr>
            <a:xfrm flipV="1">
              <a:off x="4231640" y="188965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4D8C06ED-02E1-CF23-A49E-E116243B6C17}"/>
                </a:ext>
              </a:extLst>
            </p:cNvPr>
            <p:cNvSpPr/>
            <p:nvPr/>
          </p:nvSpPr>
          <p:spPr>
            <a:xfrm flipV="1">
              <a:off x="3365107" y="188685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ADEC5709-CF4A-E535-5C4A-3709CF017BC2}"/>
                </a:ext>
              </a:extLst>
            </p:cNvPr>
            <p:cNvSpPr/>
            <p:nvPr/>
          </p:nvSpPr>
          <p:spPr>
            <a:xfrm flipV="1">
              <a:off x="3056725" y="251144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B9294D30-D71D-AE5C-5C8D-7DC44147D8F7}"/>
                </a:ext>
              </a:extLst>
            </p:cNvPr>
            <p:cNvSpPr/>
            <p:nvPr/>
          </p:nvSpPr>
          <p:spPr>
            <a:xfrm flipV="1">
              <a:off x="4231639" y="313389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52DE145E-AE6D-37AB-5415-6977D68A87A9}"/>
                </a:ext>
              </a:extLst>
            </p:cNvPr>
            <p:cNvSpPr/>
            <p:nvPr/>
          </p:nvSpPr>
          <p:spPr>
            <a:xfrm flipV="1">
              <a:off x="3381523" y="3127307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6C630909-3C25-6890-495A-BA161B27BB06}"/>
                </a:ext>
              </a:extLst>
            </p:cNvPr>
            <p:cNvSpPr/>
            <p:nvPr/>
          </p:nvSpPr>
          <p:spPr>
            <a:xfrm>
              <a:off x="2802816" y="1658296"/>
              <a:ext cx="2087740" cy="1799775"/>
            </a:xfrm>
            <a:prstGeom prst="hexagon">
              <a:avLst/>
            </a:prstGeom>
            <a:noFill/>
            <a:ln w="63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BDC5C3-A51D-EFEB-AA17-0B2D280D1009}"/>
              </a:ext>
            </a:extLst>
          </p:cNvPr>
          <p:cNvGrpSpPr/>
          <p:nvPr/>
        </p:nvGrpSpPr>
        <p:grpSpPr>
          <a:xfrm>
            <a:off x="4170818" y="2669182"/>
            <a:ext cx="2087740" cy="1799775"/>
            <a:chOff x="2802816" y="1658296"/>
            <a:chExt cx="2087740" cy="1799775"/>
          </a:xfrm>
        </p:grpSpPr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5B7CBB89-98A4-C764-14F5-0070C8D5B620}"/>
                </a:ext>
              </a:extLst>
            </p:cNvPr>
            <p:cNvSpPr/>
            <p:nvPr/>
          </p:nvSpPr>
          <p:spPr>
            <a:xfrm>
              <a:off x="3104887" y="1909942"/>
              <a:ext cx="1484013" cy="1279321"/>
            </a:xfrm>
            <a:prstGeom prst="hexagon">
              <a:avLst/>
            </a:prstGeom>
            <a:noFill/>
            <a:ln w="3175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5FA30A4-5059-00AD-4913-277F7022446F}"/>
                </a:ext>
              </a:extLst>
            </p:cNvPr>
            <p:cNvSpPr txBox="1"/>
            <p:nvPr/>
          </p:nvSpPr>
          <p:spPr>
            <a:xfrm>
              <a:off x="3453370" y="2109731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1F9630F-B768-1894-9DE6-D095BE209B06}"/>
                </a:ext>
              </a:extLst>
            </p:cNvPr>
            <p:cNvSpPr txBox="1"/>
            <p:nvPr/>
          </p:nvSpPr>
          <p:spPr>
            <a:xfrm>
              <a:off x="3451103" y="2092144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D3A6BD8-D16D-90CB-936C-1CD65F565194}"/>
                </a:ext>
              </a:extLst>
            </p:cNvPr>
            <p:cNvSpPr txBox="1"/>
            <p:nvPr/>
          </p:nvSpPr>
          <p:spPr>
            <a:xfrm>
              <a:off x="2885227" y="2678588"/>
              <a:ext cx="1923334" cy="397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>
                  <a:solidFill>
                    <a:schemeClr val="bg1"/>
                  </a:solidFill>
                </a:rPr>
                <a:t>Studio</a:t>
              </a:r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5A815BB0-299B-3D98-D956-CFE6258AF907}"/>
                </a:ext>
              </a:extLst>
            </p:cNvPr>
            <p:cNvSpPr/>
            <p:nvPr/>
          </p:nvSpPr>
          <p:spPr>
            <a:xfrm>
              <a:off x="2959146" y="1782320"/>
              <a:ext cx="1780095" cy="1534564"/>
            </a:xfrm>
            <a:prstGeom prst="hexagon">
              <a:avLst/>
            </a:prstGeom>
            <a:noFill/>
            <a:ln w="3175">
              <a:solidFill>
                <a:schemeClr val="bg1"/>
              </a:solidFill>
              <a:prstDash val="dash"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7CD768C2-699E-0C8A-69EF-740BCA31376A}"/>
                </a:ext>
              </a:extLst>
            </p:cNvPr>
            <p:cNvSpPr/>
            <p:nvPr/>
          </p:nvSpPr>
          <p:spPr>
            <a:xfrm flipV="1">
              <a:off x="4535296" y="2527168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B3FB1F10-950F-EC53-866E-E0AB75234EB4}"/>
                </a:ext>
              </a:extLst>
            </p:cNvPr>
            <p:cNvSpPr/>
            <p:nvPr/>
          </p:nvSpPr>
          <p:spPr>
            <a:xfrm flipV="1">
              <a:off x="4231640" y="188965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345A3E64-D08D-C052-384F-6426F229E405}"/>
                </a:ext>
              </a:extLst>
            </p:cNvPr>
            <p:cNvSpPr/>
            <p:nvPr/>
          </p:nvSpPr>
          <p:spPr>
            <a:xfrm flipV="1">
              <a:off x="3365107" y="188685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0907224C-657D-5725-3035-7098872AA091}"/>
                </a:ext>
              </a:extLst>
            </p:cNvPr>
            <p:cNvSpPr/>
            <p:nvPr/>
          </p:nvSpPr>
          <p:spPr>
            <a:xfrm flipV="1">
              <a:off x="3056725" y="251144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2268D2F4-7834-9116-EC9B-CC42274C88DE}"/>
                </a:ext>
              </a:extLst>
            </p:cNvPr>
            <p:cNvSpPr/>
            <p:nvPr/>
          </p:nvSpPr>
          <p:spPr>
            <a:xfrm flipV="1">
              <a:off x="4231639" y="313389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C22B765E-6678-BCE8-6CCB-F21F9FBBE44D}"/>
                </a:ext>
              </a:extLst>
            </p:cNvPr>
            <p:cNvSpPr/>
            <p:nvPr/>
          </p:nvSpPr>
          <p:spPr>
            <a:xfrm flipV="1">
              <a:off x="3381523" y="3127307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52210C3D-0C15-0FA6-503D-2DE083C91AE4}"/>
                </a:ext>
              </a:extLst>
            </p:cNvPr>
            <p:cNvSpPr/>
            <p:nvPr/>
          </p:nvSpPr>
          <p:spPr>
            <a:xfrm>
              <a:off x="2802816" y="1658296"/>
              <a:ext cx="2087740" cy="1799775"/>
            </a:xfrm>
            <a:prstGeom prst="hexagon">
              <a:avLst/>
            </a:prstGeom>
            <a:noFill/>
            <a:ln w="63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CE75CD2-5F7B-0881-DE84-36D2728E145F}"/>
              </a:ext>
            </a:extLst>
          </p:cNvPr>
          <p:cNvSpPr txBox="1">
            <a:spLocks/>
          </p:cNvSpPr>
          <p:nvPr/>
        </p:nvSpPr>
        <p:spPr>
          <a:xfrm>
            <a:off x="1004884" y="312900"/>
            <a:ext cx="11187116" cy="866548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defTabSz="9144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800" b="0">
                <a:solidFill>
                  <a:srgbClr val="92B94C"/>
                </a:solidFill>
                <a:latin typeface="Helvetica light"/>
                <a:cs typeface="Helvetica"/>
              </a:rPr>
              <a:t>Three steps on the </a:t>
            </a:r>
            <a:r>
              <a:rPr lang="en-US" sz="2800" b="0" err="1">
                <a:solidFill>
                  <a:srgbClr val="92B94C"/>
                </a:solidFill>
                <a:latin typeface="Helvetica light"/>
                <a:cs typeface="Helvetica"/>
              </a:rPr>
              <a:t>GenAI</a:t>
            </a:r>
            <a:r>
              <a:rPr lang="en-US" sz="2800" b="0">
                <a:solidFill>
                  <a:srgbClr val="92B94C"/>
                </a:solidFill>
                <a:latin typeface="Helvetica light"/>
                <a:cs typeface="Helvetica"/>
              </a:rPr>
              <a:t> journey</a:t>
            </a:r>
            <a:endParaRPr lang="en-US">
              <a:ea typeface="+mn-ea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A88AE22-BD62-F3B1-CEC6-9CD674A57D39}"/>
              </a:ext>
            </a:extLst>
          </p:cNvPr>
          <p:cNvCxnSpPr>
            <a:cxnSpLocks/>
            <a:endCxn id="22" idx="0"/>
          </p:cNvCxnSpPr>
          <p:nvPr/>
        </p:nvCxnSpPr>
        <p:spPr>
          <a:xfrm flipH="1" flipV="1">
            <a:off x="7979036" y="4558051"/>
            <a:ext cx="448688" cy="7028"/>
          </a:xfrm>
          <a:prstGeom prst="line">
            <a:avLst/>
          </a:prstGeom>
          <a:ln w="3175">
            <a:solidFill>
              <a:srgbClr val="777777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12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23425A8-9E7A-5472-1B34-6D787EC90098}"/>
              </a:ext>
            </a:extLst>
          </p:cNvPr>
          <p:cNvSpPr/>
          <p:nvPr/>
        </p:nvSpPr>
        <p:spPr>
          <a:xfrm>
            <a:off x="0" y="4465996"/>
            <a:ext cx="12192000" cy="239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chemeClr val="accent6">
                    <a:lumMod val="40000"/>
                    <a:lumOff val="60000"/>
                  </a:schemeClr>
                </a:solidFill>
              </a:rPr>
              <a:t>Other building blocks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8EC053-2CE6-B2E8-2A33-47B2DA03898D}"/>
              </a:ext>
            </a:extLst>
          </p:cNvPr>
          <p:cNvCxnSpPr>
            <a:cxnSpLocks/>
          </p:cNvCxnSpPr>
          <p:nvPr/>
        </p:nvCxnSpPr>
        <p:spPr>
          <a:xfrm>
            <a:off x="0" y="2097021"/>
            <a:ext cx="12163559" cy="0"/>
          </a:xfrm>
          <a:prstGeom prst="line">
            <a:avLst/>
          </a:prstGeom>
          <a:ln w="76200">
            <a:solidFill>
              <a:schemeClr val="tx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Graphic 24" descr="Lightbulb and gear outline">
            <a:extLst>
              <a:ext uri="{FF2B5EF4-FFF2-40B4-BE49-F238E27FC236}">
                <a16:creationId xmlns:a16="http://schemas.microsoft.com/office/drawing/2014/main" id="{DA5D4379-7672-9C81-D84A-2AD3E16D2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8961" y="1831276"/>
            <a:ext cx="457200" cy="4572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6EF7D05A-9568-851C-B29A-FD5A3F71AFA1}"/>
              </a:ext>
            </a:extLst>
          </p:cNvPr>
          <p:cNvSpPr/>
          <p:nvPr/>
        </p:nvSpPr>
        <p:spPr>
          <a:xfrm>
            <a:off x="7364730" y="1617916"/>
            <a:ext cx="914400" cy="914400"/>
          </a:xfrm>
          <a:prstGeom prst="ellipse">
            <a:avLst/>
          </a:prstGeom>
          <a:solidFill>
            <a:srgbClr val="000000"/>
          </a:solidFill>
          <a:ln w="7620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>
              <a:solidFill>
                <a:srgbClr val="343434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890010-9125-E8E0-403C-D4ACA003F298}"/>
              </a:ext>
            </a:extLst>
          </p:cNvPr>
          <p:cNvGrpSpPr/>
          <p:nvPr/>
        </p:nvGrpSpPr>
        <p:grpSpPr>
          <a:xfrm>
            <a:off x="471351" y="1602676"/>
            <a:ext cx="2651760" cy="1343668"/>
            <a:chOff x="471351" y="1928815"/>
            <a:chExt cx="2651760" cy="134366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67863B-979F-8DC6-30A2-4C9E4A54DE20}"/>
                </a:ext>
              </a:extLst>
            </p:cNvPr>
            <p:cNvSpPr/>
            <p:nvPr/>
          </p:nvSpPr>
          <p:spPr>
            <a:xfrm>
              <a:off x="1110342" y="1928815"/>
              <a:ext cx="914400" cy="914400"/>
            </a:xfrm>
            <a:prstGeom prst="ellipse">
              <a:avLst/>
            </a:prstGeom>
            <a:solidFill>
              <a:srgbClr val="0000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rgbClr val="343434"/>
                </a:solidFill>
              </a:endParaRPr>
            </a:p>
          </p:txBody>
        </p:sp>
        <p:pic>
          <p:nvPicPr>
            <p:cNvPr id="23" name="Graphic 22" descr="Chess pieces outline">
              <a:extLst>
                <a:ext uri="{FF2B5EF4-FFF2-40B4-BE49-F238E27FC236}">
                  <a16:creationId xmlns:a16="http://schemas.microsoft.com/office/drawing/2014/main" id="{75400557-A91E-311D-EC95-A119CD940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40031" y="2157415"/>
              <a:ext cx="457200" cy="4572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4EBAE40-D9C3-2E12-524F-243312FCA7C6}"/>
                </a:ext>
              </a:extLst>
            </p:cNvPr>
            <p:cNvSpPr txBox="1"/>
            <p:nvPr/>
          </p:nvSpPr>
          <p:spPr>
            <a:xfrm>
              <a:off x="471351" y="2903151"/>
              <a:ext cx="2651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>
                  <a:solidFill>
                    <a:schemeClr val="accent6">
                      <a:lumMod val="75000"/>
                    </a:schemeClr>
                  </a:solidFill>
                </a:rPr>
                <a:t>AI Expedition Kick-off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FB5FD64-6361-4D52-7496-B221983B1CDC}"/>
              </a:ext>
            </a:extLst>
          </p:cNvPr>
          <p:cNvGrpSpPr/>
          <p:nvPr/>
        </p:nvGrpSpPr>
        <p:grpSpPr>
          <a:xfrm>
            <a:off x="4049248" y="1614766"/>
            <a:ext cx="2651760" cy="1331578"/>
            <a:chOff x="3934948" y="1940905"/>
            <a:chExt cx="2651760" cy="1331578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BCA2A0D2-13F1-67A5-08D1-B822DC34FA6E}"/>
                </a:ext>
              </a:extLst>
            </p:cNvPr>
            <p:cNvSpPr/>
            <p:nvPr/>
          </p:nvSpPr>
          <p:spPr>
            <a:xfrm>
              <a:off x="4129018" y="1940905"/>
              <a:ext cx="914400" cy="914400"/>
            </a:xfrm>
            <a:prstGeom prst="ellipse">
              <a:avLst/>
            </a:prstGeom>
            <a:solidFill>
              <a:srgbClr val="0000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rgbClr val="343434"/>
                </a:solidFill>
              </a:endParaRPr>
            </a:p>
          </p:txBody>
        </p:sp>
        <p:pic>
          <p:nvPicPr>
            <p:cNvPr id="79" name="Graphic 78" descr="Lightbulb and gear outline">
              <a:extLst>
                <a:ext uri="{FF2B5EF4-FFF2-40B4-BE49-F238E27FC236}">
                  <a16:creationId xmlns:a16="http://schemas.microsoft.com/office/drawing/2014/main" id="{9188BB40-9423-2AC0-0E22-11F733359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57618" y="2165695"/>
              <a:ext cx="457200" cy="4572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45918E0-03F5-A239-4937-839A79658974}"/>
                </a:ext>
              </a:extLst>
            </p:cNvPr>
            <p:cNvSpPr txBox="1"/>
            <p:nvPr/>
          </p:nvSpPr>
          <p:spPr>
            <a:xfrm>
              <a:off x="3934948" y="2903151"/>
              <a:ext cx="2651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>
                  <a:solidFill>
                    <a:schemeClr val="accent6">
                      <a:lumMod val="75000"/>
                    </a:schemeClr>
                  </a:solidFill>
                </a:rPr>
                <a:t>AI Odyssey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65E341C-F849-3C5E-7C06-C95803045493}"/>
              </a:ext>
            </a:extLst>
          </p:cNvPr>
          <p:cNvGrpSpPr/>
          <p:nvPr/>
        </p:nvGrpSpPr>
        <p:grpSpPr>
          <a:xfrm>
            <a:off x="6743700" y="1831095"/>
            <a:ext cx="2651760" cy="1117342"/>
            <a:chOff x="6473718" y="2180275"/>
            <a:chExt cx="2651760" cy="1117342"/>
          </a:xfrm>
        </p:grpSpPr>
        <p:pic>
          <p:nvPicPr>
            <p:cNvPr id="27" name="Graphic 26" descr="Circles with arrows outline">
              <a:extLst>
                <a:ext uri="{FF2B5EF4-FFF2-40B4-BE49-F238E27FC236}">
                  <a16:creationId xmlns:a16="http://schemas.microsoft.com/office/drawing/2014/main" id="{7DE9EC1A-D063-C4D9-2B44-AA757426F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32617" y="2180275"/>
              <a:ext cx="457200" cy="4572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080F90-0600-3D81-62E4-831668D17552}"/>
                </a:ext>
              </a:extLst>
            </p:cNvPr>
            <p:cNvSpPr txBox="1"/>
            <p:nvPr/>
          </p:nvSpPr>
          <p:spPr>
            <a:xfrm>
              <a:off x="6473718" y="2928285"/>
              <a:ext cx="2651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>
                  <a:solidFill>
                    <a:schemeClr val="accent6">
                      <a:lumMod val="75000"/>
                    </a:schemeClr>
                  </a:solidFill>
                </a:rPr>
                <a:t>AI Innovation Forge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20BD19-8A2A-37AF-31B2-71AF011218C7}"/>
              </a:ext>
            </a:extLst>
          </p:cNvPr>
          <p:cNvGrpSpPr/>
          <p:nvPr/>
        </p:nvGrpSpPr>
        <p:grpSpPr>
          <a:xfrm>
            <a:off x="9811430" y="1618008"/>
            <a:ext cx="2651760" cy="1328336"/>
            <a:chOff x="9388520" y="1944147"/>
            <a:chExt cx="2651760" cy="132833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2C8A8A2-4EAE-6628-7CB5-4A06B9318283}"/>
                </a:ext>
              </a:extLst>
            </p:cNvPr>
            <p:cNvSpPr/>
            <p:nvPr/>
          </p:nvSpPr>
          <p:spPr>
            <a:xfrm>
              <a:off x="9877016" y="1944147"/>
              <a:ext cx="914400" cy="914400"/>
            </a:xfrm>
            <a:prstGeom prst="ellipse">
              <a:avLst/>
            </a:prstGeom>
            <a:solidFill>
              <a:srgbClr val="0000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rgbClr val="343434"/>
                </a:solidFill>
              </a:endParaRPr>
            </a:p>
          </p:txBody>
        </p:sp>
        <p:pic>
          <p:nvPicPr>
            <p:cNvPr id="29" name="Graphic 28" descr="List outline">
              <a:extLst>
                <a:ext uri="{FF2B5EF4-FFF2-40B4-BE49-F238E27FC236}">
                  <a16:creationId xmlns:a16="http://schemas.microsoft.com/office/drawing/2014/main" id="{2762403D-5904-4F41-B22B-5141106B4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17046" y="2176557"/>
              <a:ext cx="457200" cy="4572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5F9D3A-3FFB-F119-342E-D054508C739E}"/>
                </a:ext>
              </a:extLst>
            </p:cNvPr>
            <p:cNvSpPr txBox="1"/>
            <p:nvPr/>
          </p:nvSpPr>
          <p:spPr>
            <a:xfrm>
              <a:off x="9388520" y="2903151"/>
              <a:ext cx="2651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>
                  <a:solidFill>
                    <a:schemeClr val="accent6">
                      <a:lumMod val="75000"/>
                    </a:schemeClr>
                  </a:solidFill>
                </a:rPr>
                <a:t>AI Insights Nexus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C50ADA2-233F-67AD-B7BE-836C60261B7C}"/>
              </a:ext>
            </a:extLst>
          </p:cNvPr>
          <p:cNvGrpSpPr/>
          <p:nvPr/>
        </p:nvGrpSpPr>
        <p:grpSpPr>
          <a:xfrm>
            <a:off x="48706" y="4976467"/>
            <a:ext cx="2740412" cy="1554635"/>
            <a:chOff x="48706" y="4976467"/>
            <a:chExt cx="2740412" cy="1554635"/>
          </a:xfrm>
        </p:grpSpPr>
        <p:pic>
          <p:nvPicPr>
            <p:cNvPr id="10" name="Graphic 9" descr="Dice outline">
              <a:extLst>
                <a:ext uri="{FF2B5EF4-FFF2-40B4-BE49-F238E27FC236}">
                  <a16:creationId xmlns:a16="http://schemas.microsoft.com/office/drawing/2014/main" id="{B763755C-898F-B36F-48BD-62FEEB56C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57151" y="4976467"/>
              <a:ext cx="640080" cy="64008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2114DA-0EE0-F10F-F3FC-A65842B8B159}"/>
                </a:ext>
              </a:extLst>
            </p:cNvPr>
            <p:cNvSpPr txBox="1"/>
            <p:nvPr/>
          </p:nvSpPr>
          <p:spPr>
            <a:xfrm>
              <a:off x="48706" y="5576995"/>
              <a:ext cx="274041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>
                  <a:solidFill>
                    <a:schemeClr val="accent6">
                      <a:lumMod val="75000"/>
                    </a:schemeClr>
                  </a:solidFill>
                </a:rPr>
                <a:t>AI Quest Badges</a:t>
              </a:r>
              <a:br>
                <a:rPr lang="en-IN" sz="1400" b="1">
                  <a:solidFill>
                    <a:schemeClr val="accent6">
                      <a:lumMod val="75000"/>
                    </a:schemeClr>
                  </a:solidFill>
                </a:rPr>
              </a:br>
              <a:r>
                <a:rPr lang="en-IN" sz="14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Executives embark on AI quest, earning badges for participation and completion</a:t>
              </a:r>
            </a:p>
          </p:txBody>
        </p:sp>
      </p:grpSp>
      <p:pic>
        <p:nvPicPr>
          <p:cNvPr id="14" name="Graphic 13" descr="Compass outline">
            <a:extLst>
              <a:ext uri="{FF2B5EF4-FFF2-40B4-BE49-F238E27FC236}">
                <a16:creationId xmlns:a16="http://schemas.microsoft.com/office/drawing/2014/main" id="{B3FE25E8-7448-A212-97FB-C96F07B2BA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25001" y="4876848"/>
            <a:ext cx="640080" cy="6400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8DDF44-753F-EC4F-92FA-3388DC0D17BD}"/>
              </a:ext>
            </a:extLst>
          </p:cNvPr>
          <p:cNvSpPr txBox="1"/>
          <p:nvPr/>
        </p:nvSpPr>
        <p:spPr>
          <a:xfrm>
            <a:off x="6384948" y="5546854"/>
            <a:ext cx="25828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accent6">
                    <a:lumMod val="75000"/>
                  </a:schemeClr>
                </a:solidFill>
              </a:rPr>
              <a:t>AI Expert Series</a:t>
            </a:r>
            <a:br>
              <a:rPr lang="en-IN" sz="1400" b="1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sz="1400">
                <a:solidFill>
                  <a:schemeClr val="bg1"/>
                </a:solidFill>
              </a:rPr>
              <a:t>Speaker sessions, fireside chats and round tables with </a:t>
            </a: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AI experts for first-hand view on industry advancements</a:t>
            </a:r>
          </a:p>
        </p:txBody>
      </p:sp>
      <p:pic>
        <p:nvPicPr>
          <p:cNvPr id="20" name="Graphic 19" descr="Newspaper outline">
            <a:extLst>
              <a:ext uri="{FF2B5EF4-FFF2-40B4-BE49-F238E27FC236}">
                <a16:creationId xmlns:a16="http://schemas.microsoft.com/office/drawing/2014/main" id="{AE1919E2-3717-C13E-503F-347729D1FAE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54604" y="4876848"/>
            <a:ext cx="470905" cy="6400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CD75C29-8D3E-3809-A2A5-DFEBA19401C1}"/>
              </a:ext>
            </a:extLst>
          </p:cNvPr>
          <p:cNvSpPr txBox="1"/>
          <p:nvPr/>
        </p:nvSpPr>
        <p:spPr>
          <a:xfrm>
            <a:off x="9395460" y="5528358"/>
            <a:ext cx="25828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accent6">
                    <a:lumMod val="75000"/>
                  </a:schemeClr>
                </a:solidFill>
              </a:rPr>
              <a:t>AI Newsletter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br>
              <a:rPr lang="en-IN" sz="1400" b="1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Release of articles, case studies and thought leadership to keep up inspiration and share progress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C285AB-0152-4EFB-AB58-69EC16F05EE7}"/>
              </a:ext>
            </a:extLst>
          </p:cNvPr>
          <p:cNvSpPr txBox="1"/>
          <p:nvPr/>
        </p:nvSpPr>
        <p:spPr>
          <a:xfrm>
            <a:off x="48706" y="3009846"/>
            <a:ext cx="3106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VR experience sparks AI curiosity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Use case brainstorming and detail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80E828-E108-7D2E-3AE3-A491E2EB188A}"/>
              </a:ext>
            </a:extLst>
          </p:cNvPr>
          <p:cNvSpPr txBox="1"/>
          <p:nvPr/>
        </p:nvSpPr>
        <p:spPr>
          <a:xfrm>
            <a:off x="3094483" y="3021447"/>
            <a:ext cx="3442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Interactive ethical dilemma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AI Ethics Game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6DD035-A579-DCBB-4254-52C2432C49EA}"/>
              </a:ext>
            </a:extLst>
          </p:cNvPr>
          <p:cNvSpPr txBox="1"/>
          <p:nvPr/>
        </p:nvSpPr>
        <p:spPr>
          <a:xfrm>
            <a:off x="6513849" y="3032793"/>
            <a:ext cx="2855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Design thinking workshop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Rapid prototyping sessions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524882-95E6-38B6-25E7-6A703C7CE897}"/>
              </a:ext>
            </a:extLst>
          </p:cNvPr>
          <p:cNvSpPr txBox="1"/>
          <p:nvPr/>
        </p:nvSpPr>
        <p:spPr>
          <a:xfrm>
            <a:off x="9483009" y="3009846"/>
            <a:ext cx="3386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Cross functional discussions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Prioritization of use cases</a:t>
            </a:r>
          </a:p>
        </p:txBody>
      </p:sp>
      <p:pic>
        <p:nvPicPr>
          <p:cNvPr id="42" name="Graphic 41" descr="Drawing Figure outline">
            <a:extLst>
              <a:ext uri="{FF2B5EF4-FFF2-40B4-BE49-F238E27FC236}">
                <a16:creationId xmlns:a16="http://schemas.microsoft.com/office/drawing/2014/main" id="{9D26B9A4-33A5-B6B6-E47E-FB5F92D2E7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54165" y="4971558"/>
            <a:ext cx="548640" cy="54864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7E106E7-0B32-145B-A92C-1E5B941DCAD1}"/>
              </a:ext>
            </a:extLst>
          </p:cNvPr>
          <p:cNvSpPr txBox="1"/>
          <p:nvPr/>
        </p:nvSpPr>
        <p:spPr>
          <a:xfrm>
            <a:off x="3216827" y="5576994"/>
            <a:ext cx="27404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accent6">
                    <a:lumMod val="75000"/>
                  </a:schemeClr>
                </a:solidFill>
              </a:rPr>
              <a:t>AI In Action</a:t>
            </a:r>
            <a:br>
              <a:rPr lang="en-IN" sz="1400" b="1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AI Startup presentations and Labs to witness demo of AI in Healthcare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961238-5DC5-6B01-9357-EB7FFBCBB724}"/>
              </a:ext>
            </a:extLst>
          </p:cNvPr>
          <p:cNvSpPr txBox="1">
            <a:spLocks/>
          </p:cNvSpPr>
          <p:nvPr/>
        </p:nvSpPr>
        <p:spPr>
          <a:xfrm>
            <a:off x="1004884" y="312900"/>
            <a:ext cx="11187116" cy="866548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92B94C"/>
                </a:solidFill>
                <a:effectLst/>
                <a:uLnTx/>
                <a:uFillTx/>
                <a:latin typeface="Helvetica light"/>
                <a:ea typeface="+mn-ea"/>
                <a:cs typeface="Helvetica"/>
              </a:rPr>
              <a:t>AI Education will be tailored to the needs of leadership and will focus on experiential learning in real-world context</a:t>
            </a:r>
          </a:p>
        </p:txBody>
      </p:sp>
    </p:spTree>
    <p:extLst>
      <p:ext uri="{BB962C8B-B14F-4D97-AF65-F5344CB8AC3E}">
        <p14:creationId xmlns:p14="http://schemas.microsoft.com/office/powerpoint/2010/main" val="231064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7F4032-1AB7-CE91-3F3C-C23F9911FBF7}"/>
              </a:ext>
            </a:extLst>
          </p:cNvPr>
          <p:cNvSpPr txBox="1"/>
          <p:nvPr/>
        </p:nvSpPr>
        <p:spPr>
          <a:xfrm>
            <a:off x="2626359" y="2220128"/>
            <a:ext cx="84480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0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A1216-079C-C0A5-78E2-2741D01661AA}"/>
              </a:ext>
            </a:extLst>
          </p:cNvPr>
          <p:cNvSpPr txBox="1"/>
          <p:nvPr/>
        </p:nvSpPr>
        <p:spPr>
          <a:xfrm>
            <a:off x="2626359" y="3078819"/>
            <a:ext cx="84480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000" b="1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t>Co-Pilot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32CA81D-AD22-E4DA-D440-374F1D1BD01B}"/>
              </a:ext>
            </a:extLst>
          </p:cNvPr>
          <p:cNvSpPr txBox="1">
            <a:spLocks/>
          </p:cNvSpPr>
          <p:nvPr/>
        </p:nvSpPr>
        <p:spPr>
          <a:xfrm>
            <a:off x="1004884" y="312900"/>
            <a:ext cx="11187116" cy="866548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92B94C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Delivering Superlative Experiences through Co-Pilots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6B81D-4CF6-7153-5C9C-A7410779C40B}"/>
              </a:ext>
            </a:extLst>
          </p:cNvPr>
          <p:cNvCxnSpPr>
            <a:cxnSpLocks/>
          </p:cNvCxnSpPr>
          <p:nvPr/>
        </p:nvCxnSpPr>
        <p:spPr>
          <a:xfrm>
            <a:off x="3710576" y="2133061"/>
            <a:ext cx="0" cy="1935060"/>
          </a:xfrm>
          <a:prstGeom prst="line">
            <a:avLst/>
          </a:prstGeom>
          <a:ln w="76200">
            <a:solidFill>
              <a:srgbClr val="0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38AB04A-56C8-FC94-530A-2AC377BF2AAA}"/>
              </a:ext>
            </a:extLst>
          </p:cNvPr>
          <p:cNvSpPr/>
          <p:nvPr/>
        </p:nvSpPr>
        <p:spPr>
          <a:xfrm>
            <a:off x="0" y="1915885"/>
            <a:ext cx="3710576" cy="4942116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F835E-4E4D-ECE0-23F5-27332D338724}"/>
              </a:ext>
            </a:extLst>
          </p:cNvPr>
          <p:cNvSpPr txBox="1"/>
          <p:nvPr/>
        </p:nvSpPr>
        <p:spPr>
          <a:xfrm>
            <a:off x="502442" y="4917614"/>
            <a:ext cx="11187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Times New Roman" panose="02020603050405020304" pitchFamily="18" charset="0"/>
              </a:rPr>
              <a:t>AuxoAI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Times New Roman" panose="02020603050405020304" pitchFamily="18" charset="0"/>
              </a:rPr>
              <a:t> helps you build and scale impactful solutions in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Times New Roman" panose="02020603050405020304" pitchFamily="18" charset="0"/>
              </a:rPr>
              <a:t>your domain of priority.</a:t>
            </a:r>
            <a:endParaRPr kumimoji="0" lang="en-IN" sz="1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35FC2E-217B-38FA-FCD2-B7B92AEB09F3}"/>
              </a:ext>
            </a:extLst>
          </p:cNvPr>
          <p:cNvSpPr/>
          <p:nvPr/>
        </p:nvSpPr>
        <p:spPr>
          <a:xfrm>
            <a:off x="12411385" y="202019"/>
            <a:ext cx="1333322" cy="66985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Play in slide show mode</a:t>
            </a:r>
          </a:p>
        </p:txBody>
      </p:sp>
    </p:spTree>
    <p:extLst>
      <p:ext uri="{BB962C8B-B14F-4D97-AF65-F5344CB8AC3E}">
        <p14:creationId xmlns:p14="http://schemas.microsoft.com/office/powerpoint/2010/main" val="254546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xit" presetSubtype="8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hord 83">
            <a:extLst>
              <a:ext uri="{FF2B5EF4-FFF2-40B4-BE49-F238E27FC236}">
                <a16:creationId xmlns:a16="http://schemas.microsoft.com/office/drawing/2014/main" id="{0110C3FE-74D3-774D-7622-B2F7A4742DA0}"/>
              </a:ext>
            </a:extLst>
          </p:cNvPr>
          <p:cNvSpPr/>
          <p:nvPr/>
        </p:nvSpPr>
        <p:spPr>
          <a:xfrm>
            <a:off x="9800748" y="1227289"/>
            <a:ext cx="3765960" cy="3582653"/>
          </a:xfrm>
          <a:prstGeom prst="chord">
            <a:avLst>
              <a:gd name="adj1" fmla="val 4396902"/>
              <a:gd name="adj2" fmla="val 17159793"/>
            </a:avLst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97210E7-47FA-1C9B-ABDF-7204F2926697}"/>
              </a:ext>
            </a:extLst>
          </p:cNvPr>
          <p:cNvCxnSpPr>
            <a:cxnSpLocks/>
          </p:cNvCxnSpPr>
          <p:nvPr/>
        </p:nvCxnSpPr>
        <p:spPr>
          <a:xfrm>
            <a:off x="9178535" y="2042785"/>
            <a:ext cx="1408082" cy="0"/>
          </a:xfrm>
          <a:prstGeom prst="straightConnector1">
            <a:avLst/>
          </a:prstGeom>
          <a:ln w="28575">
            <a:gradFill flip="none" rotWithShape="1">
              <a:gsLst>
                <a:gs pos="0">
                  <a:schemeClr val="tx1"/>
                </a:gs>
                <a:gs pos="100000">
                  <a:srgbClr val="000000"/>
                </a:gs>
              </a:gsLst>
              <a:lin ang="0" scaled="1"/>
              <a:tileRect/>
            </a:gradFill>
            <a:bevel/>
            <a:headEnd type="oval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Chord 85">
            <a:extLst>
              <a:ext uri="{FF2B5EF4-FFF2-40B4-BE49-F238E27FC236}">
                <a16:creationId xmlns:a16="http://schemas.microsoft.com/office/drawing/2014/main" id="{FC6F2317-44D2-5EE9-D1BE-85C2D0006D57}"/>
              </a:ext>
            </a:extLst>
          </p:cNvPr>
          <p:cNvSpPr/>
          <p:nvPr/>
        </p:nvSpPr>
        <p:spPr>
          <a:xfrm flipH="1">
            <a:off x="-1371254" y="1235704"/>
            <a:ext cx="3765960" cy="3582653"/>
          </a:xfrm>
          <a:prstGeom prst="chord">
            <a:avLst>
              <a:gd name="adj1" fmla="val 4396902"/>
              <a:gd name="adj2" fmla="val 17159793"/>
            </a:avLst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6FFE7B-D821-B552-D253-62D5A91D7508}"/>
              </a:ext>
            </a:extLst>
          </p:cNvPr>
          <p:cNvSpPr txBox="1"/>
          <p:nvPr/>
        </p:nvSpPr>
        <p:spPr>
          <a:xfrm>
            <a:off x="3518875" y="6298181"/>
            <a:ext cx="4997699" cy="400110"/>
          </a:xfrm>
          <a:prstGeom prst="rect">
            <a:avLst/>
          </a:prstGeom>
          <a:noFill/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91B94C">
                    <a:lumMod val="40000"/>
                    <a:lumOff val="60000"/>
                  </a:srgbClr>
                </a:solidFill>
                <a:effectLst>
                  <a:glow rad="228600">
                    <a:srgbClr val="91B94C">
                      <a:lumMod val="50000"/>
                      <a:alpha val="40000"/>
                    </a:srgbClr>
                  </a:glow>
                </a:effectLst>
                <a:uLnTx/>
                <a:uFillTx/>
                <a:latin typeface="Helvetica light"/>
                <a:ea typeface="+mn-ea"/>
                <a:cs typeface="+mn-cs"/>
              </a:rPr>
              <a:t>Improved business outcomes</a:t>
            </a:r>
          </a:p>
        </p:txBody>
      </p:sp>
      <p:pic>
        <p:nvPicPr>
          <p:cNvPr id="19" name="Graphic 18" descr="Caret Right outline">
            <a:extLst>
              <a:ext uri="{FF2B5EF4-FFF2-40B4-BE49-F238E27FC236}">
                <a16:creationId xmlns:a16="http://schemas.microsoft.com/office/drawing/2014/main" id="{28DC33E3-4A57-F8B4-C56E-F8F255FEC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632713" y="4641821"/>
            <a:ext cx="720000" cy="720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35D867C-5D96-C551-90D4-23F288AF302F}"/>
              </a:ext>
            </a:extLst>
          </p:cNvPr>
          <p:cNvSpPr/>
          <p:nvPr/>
        </p:nvSpPr>
        <p:spPr>
          <a:xfrm>
            <a:off x="4751114" y="1857469"/>
            <a:ext cx="2430781" cy="2430781"/>
          </a:xfrm>
          <a:prstGeom prst="ellipse">
            <a:avLst/>
          </a:prstGeom>
          <a:noFill/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7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5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1B6869F-7683-5885-2CF3-7E9ADD1559AF}"/>
              </a:ext>
            </a:extLst>
          </p:cNvPr>
          <p:cNvSpPr/>
          <p:nvPr/>
        </p:nvSpPr>
        <p:spPr>
          <a:xfrm>
            <a:off x="1671630" y="3455732"/>
            <a:ext cx="3485165" cy="674555"/>
          </a:xfrm>
          <a:custGeom>
            <a:avLst/>
            <a:gdLst>
              <a:gd name="connsiteX0" fmla="*/ 0 w 3844212"/>
              <a:gd name="connsiteY0" fmla="*/ 522551 h 522551"/>
              <a:gd name="connsiteX1" fmla="*/ 998375 w 3844212"/>
              <a:gd name="connsiteY1" fmla="*/ 37 h 522551"/>
              <a:gd name="connsiteX2" fmla="*/ 2892490 w 3844212"/>
              <a:gd name="connsiteY2" fmla="*/ 494559 h 522551"/>
              <a:gd name="connsiteX3" fmla="*/ 3844212 w 3844212"/>
              <a:gd name="connsiteY3" fmla="*/ 410584 h 522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4212" h="522551">
                <a:moveTo>
                  <a:pt x="0" y="522551"/>
                </a:moveTo>
                <a:cubicBezTo>
                  <a:pt x="258146" y="263626"/>
                  <a:pt x="516293" y="4702"/>
                  <a:pt x="998375" y="37"/>
                </a:cubicBezTo>
                <a:cubicBezTo>
                  <a:pt x="1480457" y="-4628"/>
                  <a:pt x="2418184" y="426135"/>
                  <a:pt x="2892490" y="494559"/>
                </a:cubicBezTo>
                <a:cubicBezTo>
                  <a:pt x="3366796" y="562983"/>
                  <a:pt x="3605504" y="486783"/>
                  <a:pt x="3844212" y="410584"/>
                </a:cubicBezTo>
              </a:path>
            </a:pathLst>
          </a:custGeom>
          <a:noFill/>
          <a:ln w="28575" cap="rnd">
            <a:gradFill flip="none" rotWithShape="1">
              <a:gsLst>
                <a:gs pos="0">
                  <a:srgbClr val="000000"/>
                </a:gs>
                <a:gs pos="62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  <a:round/>
            <a:headEnd type="none"/>
            <a:tailEnd type="oval" w="lg" len="lg"/>
            <a:extLst>
              <a:ext uri="{C807C97D-BFC1-408E-A445-0C87EB9F89A2}">
                <ask:lineSketchStyleProps xmlns:ask="http://schemas.microsoft.com/office/drawing/2018/sketchyshapes" sd="1847422903">
                  <a:custGeom>
                    <a:avLst/>
                    <a:gdLst>
                      <a:gd name="connsiteX0" fmla="*/ 0 w 3600000"/>
                      <a:gd name="connsiteY0" fmla="*/ 522551 h 522551"/>
                      <a:gd name="connsiteX1" fmla="*/ 934951 w 3600000"/>
                      <a:gd name="connsiteY1" fmla="*/ 37 h 522551"/>
                      <a:gd name="connsiteX2" fmla="*/ 2708738 w 3600000"/>
                      <a:gd name="connsiteY2" fmla="*/ 494559 h 522551"/>
                      <a:gd name="connsiteX3" fmla="*/ 3600000 w 3600000"/>
                      <a:gd name="connsiteY3" fmla="*/ 410584 h 5225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600000" h="522551" extrusionOk="0">
                        <a:moveTo>
                          <a:pt x="0" y="522551"/>
                        </a:moveTo>
                        <a:cubicBezTo>
                          <a:pt x="206185" y="271139"/>
                          <a:pt x="503124" y="-22656"/>
                          <a:pt x="934951" y="37"/>
                        </a:cubicBezTo>
                        <a:cubicBezTo>
                          <a:pt x="1387447" y="26639"/>
                          <a:pt x="2264918" y="488584"/>
                          <a:pt x="2708738" y="494559"/>
                        </a:cubicBezTo>
                        <a:cubicBezTo>
                          <a:pt x="3146207" y="608800"/>
                          <a:pt x="3363653" y="481449"/>
                          <a:pt x="3600000" y="410584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D41943A-122B-2BBC-C70E-ACFEB4E9352A}"/>
              </a:ext>
            </a:extLst>
          </p:cNvPr>
          <p:cNvSpPr/>
          <p:nvPr/>
        </p:nvSpPr>
        <p:spPr>
          <a:xfrm flipH="1">
            <a:off x="1803134" y="2564125"/>
            <a:ext cx="3029485" cy="173795"/>
          </a:xfrm>
          <a:custGeom>
            <a:avLst/>
            <a:gdLst>
              <a:gd name="connsiteX0" fmla="*/ 0 w 3685592"/>
              <a:gd name="connsiteY0" fmla="*/ 55984 h 168905"/>
              <a:gd name="connsiteX1" fmla="*/ 2313992 w 3685592"/>
              <a:gd name="connsiteY1" fmla="*/ 167951 h 168905"/>
              <a:gd name="connsiteX2" fmla="*/ 3685592 w 3685592"/>
              <a:gd name="connsiteY2" fmla="*/ 0 h 168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5592" h="168905">
                <a:moveTo>
                  <a:pt x="0" y="55984"/>
                </a:moveTo>
                <a:cubicBezTo>
                  <a:pt x="849863" y="116633"/>
                  <a:pt x="1699727" y="177282"/>
                  <a:pt x="2313992" y="167951"/>
                </a:cubicBezTo>
                <a:cubicBezTo>
                  <a:pt x="2928257" y="158620"/>
                  <a:pt x="3572070" y="34212"/>
                  <a:pt x="3685592" y="0"/>
                </a:cubicBezTo>
              </a:path>
            </a:pathLst>
          </a:custGeom>
          <a:noFill/>
          <a:ln w="19050" cap="rnd">
            <a:gradFill flip="none" rotWithShape="1">
              <a:gsLst>
                <a:gs pos="0">
                  <a:srgbClr val="000000"/>
                </a:gs>
                <a:gs pos="62000">
                  <a:schemeClr val="bg1"/>
                </a:gs>
                <a:gs pos="100000">
                  <a:schemeClr val="bg1"/>
                </a:gs>
              </a:gsLst>
              <a:lin ang="10800000" scaled="1"/>
              <a:tileRect/>
            </a:gradFill>
            <a:round/>
            <a:headEnd type="oval" w="lg" len="lg"/>
            <a:tailEnd type="none" w="lg" len="lg"/>
            <a:extLst>
              <a:ext uri="{C807C97D-BFC1-408E-A445-0C87EB9F89A2}">
                <ask:lineSketchStyleProps xmlns:ask="http://schemas.microsoft.com/office/drawing/2018/sketchyshapes" sd="3046027325">
                  <a:custGeom>
                    <a:avLst/>
                    <a:gdLst>
                      <a:gd name="connsiteX0" fmla="*/ 0 w 3600000"/>
                      <a:gd name="connsiteY0" fmla="*/ 55984 h 168905"/>
                      <a:gd name="connsiteX1" fmla="*/ 2260253 w 3600000"/>
                      <a:gd name="connsiteY1" fmla="*/ 167951 h 168905"/>
                      <a:gd name="connsiteX2" fmla="*/ 3600000 w 3600000"/>
                      <a:gd name="connsiteY2" fmla="*/ 0 h 1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600000" h="168905" extrusionOk="0">
                        <a:moveTo>
                          <a:pt x="0" y="55984"/>
                        </a:moveTo>
                        <a:cubicBezTo>
                          <a:pt x="852299" y="53958"/>
                          <a:pt x="1673325" y="235407"/>
                          <a:pt x="2260253" y="167951"/>
                        </a:cubicBezTo>
                        <a:cubicBezTo>
                          <a:pt x="2857659" y="156119"/>
                          <a:pt x="3481634" y="18919"/>
                          <a:pt x="3600000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C761415-5986-218E-B8B0-0C1041AF703E}"/>
              </a:ext>
            </a:extLst>
          </p:cNvPr>
          <p:cNvSpPr/>
          <p:nvPr/>
        </p:nvSpPr>
        <p:spPr>
          <a:xfrm>
            <a:off x="1905979" y="3020643"/>
            <a:ext cx="2846165" cy="411330"/>
          </a:xfrm>
          <a:custGeom>
            <a:avLst/>
            <a:gdLst>
              <a:gd name="connsiteX0" fmla="*/ 0 w 3657600"/>
              <a:gd name="connsiteY0" fmla="*/ 262687 h 365509"/>
              <a:gd name="connsiteX1" fmla="*/ 1175658 w 3657600"/>
              <a:gd name="connsiteY1" fmla="*/ 1430 h 365509"/>
              <a:gd name="connsiteX2" fmla="*/ 2705878 w 3657600"/>
              <a:gd name="connsiteY2" fmla="*/ 365324 h 365509"/>
              <a:gd name="connsiteX3" fmla="*/ 3657600 w 3657600"/>
              <a:gd name="connsiteY3" fmla="*/ 57414 h 36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509">
                <a:moveTo>
                  <a:pt x="0" y="262687"/>
                </a:moveTo>
                <a:cubicBezTo>
                  <a:pt x="362339" y="123505"/>
                  <a:pt x="724678" y="-15676"/>
                  <a:pt x="1175658" y="1430"/>
                </a:cubicBezTo>
                <a:cubicBezTo>
                  <a:pt x="1626638" y="18536"/>
                  <a:pt x="2292221" y="355993"/>
                  <a:pt x="2705878" y="365324"/>
                </a:cubicBezTo>
                <a:cubicBezTo>
                  <a:pt x="3119535" y="374655"/>
                  <a:pt x="3447661" y="29422"/>
                  <a:pt x="3657600" y="57414"/>
                </a:cubicBezTo>
              </a:path>
            </a:pathLst>
          </a:custGeom>
          <a:noFill/>
          <a:ln w="19050">
            <a:gradFill flip="none" rotWithShape="1">
              <a:gsLst>
                <a:gs pos="0">
                  <a:srgbClr val="000000"/>
                </a:gs>
                <a:gs pos="62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  <a:headEnd type="none"/>
            <a:tailEnd type="oval" w="lg" len="lg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B036D91-8974-5EB8-0BE2-5CE85D2177E5}"/>
              </a:ext>
            </a:extLst>
          </p:cNvPr>
          <p:cNvSpPr/>
          <p:nvPr/>
        </p:nvSpPr>
        <p:spPr>
          <a:xfrm>
            <a:off x="1710013" y="1824625"/>
            <a:ext cx="3420986" cy="558075"/>
          </a:xfrm>
          <a:custGeom>
            <a:avLst/>
            <a:gdLst>
              <a:gd name="connsiteX0" fmla="*/ 0 w 3963583"/>
              <a:gd name="connsiteY0" fmla="*/ 0 h 495907"/>
              <a:gd name="connsiteX1" fmla="*/ 1483567 w 3963583"/>
              <a:gd name="connsiteY1" fmla="*/ 485192 h 495907"/>
              <a:gd name="connsiteX2" fmla="*/ 3657600 w 3963583"/>
              <a:gd name="connsiteY2" fmla="*/ 335902 h 495907"/>
              <a:gd name="connsiteX3" fmla="*/ 3946849 w 3963583"/>
              <a:gd name="connsiteY3" fmla="*/ 335902 h 495907"/>
              <a:gd name="connsiteX4" fmla="*/ 3946849 w 3963583"/>
              <a:gd name="connsiteY4" fmla="*/ 335902 h 49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3583" h="495907">
                <a:moveTo>
                  <a:pt x="0" y="0"/>
                </a:moveTo>
                <a:cubicBezTo>
                  <a:pt x="436983" y="214604"/>
                  <a:pt x="873967" y="429208"/>
                  <a:pt x="1483567" y="485192"/>
                </a:cubicBezTo>
                <a:cubicBezTo>
                  <a:pt x="2093167" y="541176"/>
                  <a:pt x="3247053" y="360784"/>
                  <a:pt x="3657600" y="335902"/>
                </a:cubicBezTo>
                <a:cubicBezTo>
                  <a:pt x="4068147" y="311020"/>
                  <a:pt x="3946849" y="335902"/>
                  <a:pt x="3946849" y="335902"/>
                </a:cubicBezTo>
                <a:lnTo>
                  <a:pt x="3946849" y="335902"/>
                </a:lnTo>
              </a:path>
            </a:pathLst>
          </a:custGeom>
          <a:noFill/>
          <a:ln w="19050">
            <a:gradFill flip="none" rotWithShape="1">
              <a:gsLst>
                <a:gs pos="0">
                  <a:srgbClr val="000000"/>
                </a:gs>
                <a:gs pos="62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  <a:headEnd type="none"/>
            <a:tailEnd type="oval" w="lg" len="lg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765842-F769-A484-436E-8F82B938F782}"/>
              </a:ext>
            </a:extLst>
          </p:cNvPr>
          <p:cNvCxnSpPr>
            <a:cxnSpLocks/>
          </p:cNvCxnSpPr>
          <p:nvPr/>
        </p:nvCxnSpPr>
        <p:spPr>
          <a:xfrm>
            <a:off x="6871746" y="2259508"/>
            <a:ext cx="1891140" cy="11944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70564E-1874-0125-7642-9A7EBA4D8D51}"/>
              </a:ext>
            </a:extLst>
          </p:cNvPr>
          <p:cNvCxnSpPr>
            <a:cxnSpLocks/>
          </p:cNvCxnSpPr>
          <p:nvPr/>
        </p:nvCxnSpPr>
        <p:spPr>
          <a:xfrm>
            <a:off x="7129829" y="2780962"/>
            <a:ext cx="1881019" cy="0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1CF363-9CEE-DCB2-6192-6D0E33609626}"/>
              </a:ext>
            </a:extLst>
          </p:cNvPr>
          <p:cNvCxnSpPr>
            <a:cxnSpLocks/>
          </p:cNvCxnSpPr>
          <p:nvPr/>
        </p:nvCxnSpPr>
        <p:spPr>
          <a:xfrm>
            <a:off x="9010848" y="2780962"/>
            <a:ext cx="1408082" cy="0"/>
          </a:xfrm>
          <a:prstGeom prst="straightConnector1">
            <a:avLst/>
          </a:prstGeom>
          <a:ln w="28575">
            <a:gradFill flip="none" rotWithShape="1">
              <a:gsLst>
                <a:gs pos="0">
                  <a:schemeClr val="tx1"/>
                </a:gs>
                <a:gs pos="91000">
                  <a:srgbClr val="000000"/>
                </a:gs>
                <a:gs pos="100000">
                  <a:srgbClr val="000000"/>
                </a:gs>
              </a:gsLst>
              <a:lin ang="0" scaled="1"/>
              <a:tileRect/>
            </a:gradFill>
            <a:bevel/>
            <a:headEnd type="oval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61941B6-BBC9-C24D-ACA2-8EF980E17E0B}"/>
              </a:ext>
            </a:extLst>
          </p:cNvPr>
          <p:cNvCxnSpPr>
            <a:cxnSpLocks/>
          </p:cNvCxnSpPr>
          <p:nvPr/>
        </p:nvCxnSpPr>
        <p:spPr>
          <a:xfrm>
            <a:off x="7181890" y="3310532"/>
            <a:ext cx="761978" cy="0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9A34FF0-6824-F87F-C6CE-7EAF2E9AED2E}"/>
              </a:ext>
            </a:extLst>
          </p:cNvPr>
          <p:cNvCxnSpPr>
            <a:cxnSpLocks/>
          </p:cNvCxnSpPr>
          <p:nvPr/>
        </p:nvCxnSpPr>
        <p:spPr>
          <a:xfrm>
            <a:off x="7948826" y="3311904"/>
            <a:ext cx="411667" cy="230741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916F35E-B172-F3A4-1D9B-95578AE2BABA}"/>
              </a:ext>
            </a:extLst>
          </p:cNvPr>
          <p:cNvCxnSpPr>
            <a:cxnSpLocks/>
          </p:cNvCxnSpPr>
          <p:nvPr/>
        </p:nvCxnSpPr>
        <p:spPr>
          <a:xfrm>
            <a:off x="6778834" y="3948795"/>
            <a:ext cx="1199850" cy="0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FB9F149-CB0F-4570-F9AC-B796EE14B7AA}"/>
              </a:ext>
            </a:extLst>
          </p:cNvPr>
          <p:cNvSpPr/>
          <p:nvPr/>
        </p:nvSpPr>
        <p:spPr>
          <a:xfrm>
            <a:off x="4839082" y="1947599"/>
            <a:ext cx="2268729" cy="2268729"/>
          </a:xfrm>
          <a:prstGeom prst="ellipse">
            <a:avLst/>
          </a:prstGeom>
          <a:solidFill>
            <a:srgbClr val="000000">
              <a:alpha val="30196"/>
            </a:srgbClr>
          </a:solidFill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Helvetica" panose="020B0604020202020204" pitchFamily="34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B2127EB-1CC7-B529-1704-FEB6C5B80358}"/>
              </a:ext>
            </a:extLst>
          </p:cNvPr>
          <p:cNvCxnSpPr>
            <a:cxnSpLocks/>
          </p:cNvCxnSpPr>
          <p:nvPr/>
        </p:nvCxnSpPr>
        <p:spPr>
          <a:xfrm>
            <a:off x="8360493" y="3542645"/>
            <a:ext cx="2075445" cy="0"/>
          </a:xfrm>
          <a:prstGeom prst="straightConnector1">
            <a:avLst/>
          </a:prstGeom>
          <a:ln w="28575">
            <a:gradFill flip="none" rotWithShape="1">
              <a:gsLst>
                <a:gs pos="0">
                  <a:schemeClr val="tx1"/>
                </a:gs>
                <a:gs pos="100000">
                  <a:srgbClr val="000000"/>
                </a:gs>
              </a:gsLst>
              <a:lin ang="0" scaled="1"/>
              <a:tileRect/>
            </a:gradFill>
            <a:bevel/>
            <a:headEnd type="oval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4" name="Graphic 8" descr="Three circles, one filled with diagonal lines">
            <a:extLst>
              <a:ext uri="{FF2B5EF4-FFF2-40B4-BE49-F238E27FC236}">
                <a16:creationId xmlns:a16="http://schemas.microsoft.com/office/drawing/2014/main" id="{D1EBE793-526A-FC4B-BB95-F9E0F6FB6B66}"/>
              </a:ext>
            </a:extLst>
          </p:cNvPr>
          <p:cNvGrpSpPr/>
          <p:nvPr/>
        </p:nvGrpSpPr>
        <p:grpSpPr>
          <a:xfrm rot="10800000">
            <a:off x="12764" y="1693141"/>
            <a:ext cx="1941812" cy="1941805"/>
            <a:chOff x="163341" y="2878070"/>
            <a:chExt cx="2284485" cy="2284475"/>
          </a:xfrm>
          <a:solidFill>
            <a:srgbClr val="333333">
              <a:alpha val="80000"/>
            </a:srgbClr>
          </a:solidFill>
        </p:grpSpPr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FD193C2-E106-6074-CD8E-7D77A4ACBF3A}"/>
                </a:ext>
              </a:extLst>
            </p:cNvPr>
            <p:cNvSpPr/>
            <p:nvPr/>
          </p:nvSpPr>
          <p:spPr>
            <a:xfrm>
              <a:off x="285451" y="3000180"/>
              <a:ext cx="504339" cy="504329"/>
            </a:xfrm>
            <a:custGeom>
              <a:avLst/>
              <a:gdLst>
                <a:gd name="connsiteX0" fmla="*/ 445351 w 504339"/>
                <a:gd name="connsiteY0" fmla="*/ 32042 h 504329"/>
                <a:gd name="connsiteX1" fmla="*/ 32052 w 504339"/>
                <a:gd name="connsiteY1" fmla="*/ 445351 h 504329"/>
                <a:gd name="connsiteX2" fmla="*/ 0 w 504339"/>
                <a:gd name="connsiteY2" fmla="*/ 504330 h 504329"/>
                <a:gd name="connsiteX3" fmla="*/ 504339 w 504339"/>
                <a:gd name="connsiteY3" fmla="*/ 0 h 504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339" h="504329">
                  <a:moveTo>
                    <a:pt x="445351" y="32042"/>
                  </a:moveTo>
                  <a:lnTo>
                    <a:pt x="32052" y="445351"/>
                  </a:lnTo>
                  <a:lnTo>
                    <a:pt x="0" y="504330"/>
                  </a:lnTo>
                  <a:lnTo>
                    <a:pt x="504339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3FD3D7C-BCF6-8D64-746B-105A6739ABFC}"/>
                </a:ext>
              </a:extLst>
            </p:cNvPr>
            <p:cNvSpPr/>
            <p:nvPr/>
          </p:nvSpPr>
          <p:spPr>
            <a:xfrm>
              <a:off x="209870" y="2924599"/>
              <a:ext cx="769962" cy="769962"/>
            </a:xfrm>
            <a:custGeom>
              <a:avLst/>
              <a:gdLst>
                <a:gd name="connsiteX0" fmla="*/ 730444 w 769962"/>
                <a:gd name="connsiteY0" fmla="*/ 12583 h 769962"/>
                <a:gd name="connsiteX1" fmla="*/ 12583 w 769962"/>
                <a:gd name="connsiteY1" fmla="*/ 730444 h 769962"/>
                <a:gd name="connsiteX2" fmla="*/ 0 w 769962"/>
                <a:gd name="connsiteY2" fmla="*/ 769963 h 769962"/>
                <a:gd name="connsiteX3" fmla="*/ 769963 w 769962"/>
                <a:gd name="connsiteY3" fmla="*/ 0 h 76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962" h="769962">
                  <a:moveTo>
                    <a:pt x="730444" y="12583"/>
                  </a:moveTo>
                  <a:lnTo>
                    <a:pt x="12583" y="730444"/>
                  </a:lnTo>
                  <a:lnTo>
                    <a:pt x="0" y="769963"/>
                  </a:lnTo>
                  <a:lnTo>
                    <a:pt x="7699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FAC768D-0D62-21B9-A421-EA645EAD97FC}"/>
                </a:ext>
              </a:extLst>
            </p:cNvPr>
            <p:cNvSpPr/>
            <p:nvPr/>
          </p:nvSpPr>
          <p:spPr>
            <a:xfrm>
              <a:off x="176637" y="2891357"/>
              <a:ext cx="950909" cy="950909"/>
            </a:xfrm>
            <a:custGeom>
              <a:avLst/>
              <a:gdLst>
                <a:gd name="connsiteX0" fmla="*/ 918400 w 950909"/>
                <a:gd name="connsiteY0" fmla="*/ 5572 h 950909"/>
                <a:gd name="connsiteX1" fmla="*/ 5563 w 950909"/>
                <a:gd name="connsiteY1" fmla="*/ 918410 h 950909"/>
                <a:gd name="connsiteX2" fmla="*/ 0 w 950909"/>
                <a:gd name="connsiteY2" fmla="*/ 950909 h 950909"/>
                <a:gd name="connsiteX3" fmla="*/ 950909 w 950909"/>
                <a:gd name="connsiteY3" fmla="*/ 0 h 950909"/>
                <a:gd name="connsiteX4" fmla="*/ 918400 w 950909"/>
                <a:gd name="connsiteY4" fmla="*/ 5572 h 950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909" h="950909">
                  <a:moveTo>
                    <a:pt x="918400" y="5572"/>
                  </a:moveTo>
                  <a:lnTo>
                    <a:pt x="5563" y="918410"/>
                  </a:lnTo>
                  <a:cubicBezTo>
                    <a:pt x="3543" y="929221"/>
                    <a:pt x="1695" y="940060"/>
                    <a:pt x="0" y="950909"/>
                  </a:cubicBezTo>
                  <a:lnTo>
                    <a:pt x="950909" y="0"/>
                  </a:lnTo>
                  <a:cubicBezTo>
                    <a:pt x="940051" y="1705"/>
                    <a:pt x="929211" y="3553"/>
                    <a:pt x="918400" y="55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DBBC69A-9953-40B3-82D7-4CC313320A03}"/>
                </a:ext>
              </a:extLst>
            </p:cNvPr>
            <p:cNvSpPr/>
            <p:nvPr/>
          </p:nvSpPr>
          <p:spPr>
            <a:xfrm>
              <a:off x="163826" y="2878556"/>
              <a:ext cx="1090974" cy="1090974"/>
            </a:xfrm>
            <a:custGeom>
              <a:avLst/>
              <a:gdLst>
                <a:gd name="connsiteX0" fmla="*/ 1062438 w 1090974"/>
                <a:gd name="connsiteY0" fmla="*/ 1610 h 1090974"/>
                <a:gd name="connsiteX1" fmla="*/ 1610 w 1090974"/>
                <a:gd name="connsiteY1" fmla="*/ 1062428 h 1090974"/>
                <a:gd name="connsiteX2" fmla="*/ 0 w 1090974"/>
                <a:gd name="connsiteY2" fmla="*/ 1090975 h 1090974"/>
                <a:gd name="connsiteX3" fmla="*/ 1090975 w 1090974"/>
                <a:gd name="connsiteY3" fmla="*/ 0 h 1090974"/>
                <a:gd name="connsiteX4" fmla="*/ 1062438 w 1090974"/>
                <a:gd name="connsiteY4" fmla="*/ 1610 h 1090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0974" h="1090974">
                  <a:moveTo>
                    <a:pt x="1062438" y="1610"/>
                  </a:moveTo>
                  <a:lnTo>
                    <a:pt x="1610" y="1062428"/>
                  </a:lnTo>
                  <a:cubicBezTo>
                    <a:pt x="953" y="1071934"/>
                    <a:pt x="419" y="1081459"/>
                    <a:pt x="0" y="1090975"/>
                  </a:cubicBezTo>
                  <a:lnTo>
                    <a:pt x="1090975" y="0"/>
                  </a:lnTo>
                  <a:cubicBezTo>
                    <a:pt x="1081459" y="429"/>
                    <a:pt x="1071944" y="952"/>
                    <a:pt x="1062438" y="16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E37E752-5243-5FC1-9EE2-118AFC6D99FE}"/>
                </a:ext>
              </a:extLst>
            </p:cNvPr>
            <p:cNvSpPr/>
            <p:nvPr/>
          </p:nvSpPr>
          <p:spPr>
            <a:xfrm>
              <a:off x="163341" y="2878070"/>
              <a:ext cx="1205303" cy="1205303"/>
            </a:xfrm>
            <a:custGeom>
              <a:avLst/>
              <a:gdLst>
                <a:gd name="connsiteX0" fmla="*/ 1179490 w 1205303"/>
                <a:gd name="connsiteY0" fmla="*/ 0 h 1205303"/>
                <a:gd name="connsiteX1" fmla="*/ 0 w 1205303"/>
                <a:gd name="connsiteY1" fmla="*/ 1179481 h 1205303"/>
                <a:gd name="connsiteX2" fmla="*/ 1114 w 1205303"/>
                <a:gd name="connsiteY2" fmla="*/ 1205303 h 1205303"/>
                <a:gd name="connsiteX3" fmla="*/ 1205303 w 1205303"/>
                <a:gd name="connsiteY3" fmla="*/ 1114 h 1205303"/>
                <a:gd name="connsiteX4" fmla="*/ 1179490 w 1205303"/>
                <a:gd name="connsiteY4" fmla="*/ 0 h 1205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5303" h="1205303">
                  <a:moveTo>
                    <a:pt x="1179490" y="0"/>
                  </a:moveTo>
                  <a:lnTo>
                    <a:pt x="0" y="1179481"/>
                  </a:lnTo>
                  <a:cubicBezTo>
                    <a:pt x="276" y="1188091"/>
                    <a:pt x="648" y="1196692"/>
                    <a:pt x="1114" y="1205303"/>
                  </a:cubicBezTo>
                  <a:lnTo>
                    <a:pt x="1205303" y="1114"/>
                  </a:lnTo>
                  <a:cubicBezTo>
                    <a:pt x="1196702" y="648"/>
                    <a:pt x="1188101" y="276"/>
                    <a:pt x="117949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76996AE-C267-119C-3D38-B5236C3005A3}"/>
                </a:ext>
              </a:extLst>
            </p:cNvPr>
            <p:cNvSpPr/>
            <p:nvPr/>
          </p:nvSpPr>
          <p:spPr>
            <a:xfrm>
              <a:off x="171684" y="2886414"/>
              <a:ext cx="1300991" cy="1301000"/>
            </a:xfrm>
            <a:custGeom>
              <a:avLst/>
              <a:gdLst>
                <a:gd name="connsiteX0" fmla="*/ 1277264 w 1300991"/>
                <a:gd name="connsiteY0" fmla="*/ 0 h 1301000"/>
                <a:gd name="connsiteX1" fmla="*/ 0 w 1300991"/>
                <a:gd name="connsiteY1" fmla="*/ 1277264 h 1301000"/>
                <a:gd name="connsiteX2" fmla="*/ 3210 w 1300991"/>
                <a:gd name="connsiteY2" fmla="*/ 1301001 h 1301000"/>
                <a:gd name="connsiteX3" fmla="*/ 1300991 w 1300991"/>
                <a:gd name="connsiteY3" fmla="*/ 3210 h 1301000"/>
                <a:gd name="connsiteX4" fmla="*/ 1277264 w 1300991"/>
                <a:gd name="connsiteY4" fmla="*/ 0 h 130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0991" h="1301000">
                  <a:moveTo>
                    <a:pt x="1277264" y="0"/>
                  </a:moveTo>
                  <a:lnTo>
                    <a:pt x="0" y="1277264"/>
                  </a:lnTo>
                  <a:cubicBezTo>
                    <a:pt x="991" y="1285180"/>
                    <a:pt x="2048" y="1293095"/>
                    <a:pt x="3210" y="1301001"/>
                  </a:cubicBezTo>
                  <a:lnTo>
                    <a:pt x="1300991" y="3210"/>
                  </a:lnTo>
                  <a:cubicBezTo>
                    <a:pt x="1293095" y="2048"/>
                    <a:pt x="1285180" y="1000"/>
                    <a:pt x="127726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7CFC5DA-5C49-56D8-92DB-B773CA0F01A5}"/>
                </a:ext>
              </a:extLst>
            </p:cNvPr>
            <p:cNvSpPr/>
            <p:nvPr/>
          </p:nvSpPr>
          <p:spPr>
            <a:xfrm>
              <a:off x="188296" y="2903025"/>
              <a:ext cx="1380467" cy="1380477"/>
            </a:xfrm>
            <a:custGeom>
              <a:avLst/>
              <a:gdLst>
                <a:gd name="connsiteX0" fmla="*/ 1358513 w 1380467"/>
                <a:gd name="connsiteY0" fmla="*/ 0 h 1380477"/>
                <a:gd name="connsiteX1" fmla="*/ 0 w 1380467"/>
                <a:gd name="connsiteY1" fmla="*/ 1358513 h 1380477"/>
                <a:gd name="connsiteX2" fmla="*/ 4972 w 1380467"/>
                <a:gd name="connsiteY2" fmla="*/ 1380477 h 1380477"/>
                <a:gd name="connsiteX3" fmla="*/ 1380468 w 1380467"/>
                <a:gd name="connsiteY3" fmla="*/ 4982 h 1380477"/>
                <a:gd name="connsiteX4" fmla="*/ 1358513 w 1380467"/>
                <a:gd name="connsiteY4" fmla="*/ 0 h 138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0467" h="1380477">
                  <a:moveTo>
                    <a:pt x="1358513" y="0"/>
                  </a:moveTo>
                  <a:lnTo>
                    <a:pt x="0" y="1358513"/>
                  </a:lnTo>
                  <a:cubicBezTo>
                    <a:pt x="1572" y="1365847"/>
                    <a:pt x="3258" y="1373162"/>
                    <a:pt x="4972" y="1380477"/>
                  </a:cubicBezTo>
                  <a:lnTo>
                    <a:pt x="1380468" y="4982"/>
                  </a:lnTo>
                  <a:cubicBezTo>
                    <a:pt x="1373162" y="3258"/>
                    <a:pt x="1365847" y="1572"/>
                    <a:pt x="135851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95D4729-D420-43BC-074E-EE8818911608}"/>
                </a:ext>
              </a:extLst>
            </p:cNvPr>
            <p:cNvSpPr/>
            <p:nvPr/>
          </p:nvSpPr>
          <p:spPr>
            <a:xfrm>
              <a:off x="211804" y="2926533"/>
              <a:ext cx="1446523" cy="1446514"/>
            </a:xfrm>
            <a:custGeom>
              <a:avLst/>
              <a:gdLst>
                <a:gd name="connsiteX0" fmla="*/ 1425959 w 1446523"/>
                <a:gd name="connsiteY0" fmla="*/ 0 h 1446514"/>
                <a:gd name="connsiteX1" fmla="*/ 0 w 1446523"/>
                <a:gd name="connsiteY1" fmla="*/ 1425959 h 1446514"/>
                <a:gd name="connsiteX2" fmla="*/ 6382 w 1446523"/>
                <a:gd name="connsiteY2" fmla="*/ 1446514 h 1446514"/>
                <a:gd name="connsiteX3" fmla="*/ 1446524 w 1446523"/>
                <a:gd name="connsiteY3" fmla="*/ 6372 h 1446514"/>
                <a:gd name="connsiteX4" fmla="*/ 1425959 w 1446523"/>
                <a:gd name="connsiteY4" fmla="*/ 0 h 1446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6523" h="1446514">
                  <a:moveTo>
                    <a:pt x="1425959" y="0"/>
                  </a:moveTo>
                  <a:lnTo>
                    <a:pt x="0" y="1425959"/>
                  </a:lnTo>
                  <a:cubicBezTo>
                    <a:pt x="2076" y="1432827"/>
                    <a:pt x="4172" y="1439685"/>
                    <a:pt x="6382" y="1446514"/>
                  </a:cubicBezTo>
                  <a:lnTo>
                    <a:pt x="1446524" y="6372"/>
                  </a:lnTo>
                  <a:cubicBezTo>
                    <a:pt x="1439685" y="4172"/>
                    <a:pt x="1432827" y="2076"/>
                    <a:pt x="142595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5977EB7-6C11-2F1D-A442-5605A49CE288}"/>
                </a:ext>
              </a:extLst>
            </p:cNvPr>
            <p:cNvSpPr/>
            <p:nvPr/>
          </p:nvSpPr>
          <p:spPr>
            <a:xfrm>
              <a:off x="241274" y="2955994"/>
              <a:ext cx="1500730" cy="1500730"/>
            </a:xfrm>
            <a:custGeom>
              <a:avLst/>
              <a:gdLst>
                <a:gd name="connsiteX0" fmla="*/ 1481490 w 1500730"/>
                <a:gd name="connsiteY0" fmla="*/ 0 h 1500730"/>
                <a:gd name="connsiteX1" fmla="*/ 0 w 1500730"/>
                <a:gd name="connsiteY1" fmla="*/ 1481500 h 1500730"/>
                <a:gd name="connsiteX2" fmla="*/ 7706 w 1500730"/>
                <a:gd name="connsiteY2" fmla="*/ 1500730 h 1500730"/>
                <a:gd name="connsiteX3" fmla="*/ 1500730 w 1500730"/>
                <a:gd name="connsiteY3" fmla="*/ 7706 h 1500730"/>
                <a:gd name="connsiteX4" fmla="*/ 1481490 w 1500730"/>
                <a:gd name="connsiteY4" fmla="*/ 0 h 15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0730" h="1500730">
                  <a:moveTo>
                    <a:pt x="1481490" y="0"/>
                  </a:moveTo>
                  <a:lnTo>
                    <a:pt x="0" y="1481500"/>
                  </a:lnTo>
                  <a:cubicBezTo>
                    <a:pt x="2515" y="1487929"/>
                    <a:pt x="5067" y="1494339"/>
                    <a:pt x="7706" y="1500730"/>
                  </a:cubicBezTo>
                  <a:lnTo>
                    <a:pt x="1500730" y="7706"/>
                  </a:lnTo>
                  <a:cubicBezTo>
                    <a:pt x="1494339" y="5067"/>
                    <a:pt x="1487919" y="2515"/>
                    <a:pt x="148149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D624211-AC4A-4EC4-CA46-C1CD1CF2D529}"/>
                </a:ext>
              </a:extLst>
            </p:cNvPr>
            <p:cNvSpPr/>
            <p:nvPr/>
          </p:nvSpPr>
          <p:spPr>
            <a:xfrm>
              <a:off x="308961" y="2990756"/>
              <a:ext cx="1544488" cy="1544488"/>
            </a:xfrm>
            <a:custGeom>
              <a:avLst/>
              <a:gdLst>
                <a:gd name="connsiteX0" fmla="*/ 1526448 w 1544488"/>
                <a:gd name="connsiteY0" fmla="*/ 0 h 1544488"/>
                <a:gd name="connsiteX1" fmla="*/ 0 w 1544488"/>
                <a:gd name="connsiteY1" fmla="*/ 1526448 h 1544488"/>
                <a:gd name="connsiteX2" fmla="*/ 8896 w 1544488"/>
                <a:gd name="connsiteY2" fmla="*/ 1544488 h 1544488"/>
                <a:gd name="connsiteX3" fmla="*/ 1544488 w 1544488"/>
                <a:gd name="connsiteY3" fmla="*/ 8896 h 1544488"/>
                <a:gd name="connsiteX4" fmla="*/ 1526448 w 1544488"/>
                <a:gd name="connsiteY4" fmla="*/ 0 h 1544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4488" h="1544488">
                  <a:moveTo>
                    <a:pt x="1526448" y="0"/>
                  </a:moveTo>
                  <a:lnTo>
                    <a:pt x="0" y="1526448"/>
                  </a:lnTo>
                  <a:cubicBezTo>
                    <a:pt x="2915" y="1532477"/>
                    <a:pt x="5877" y="1538497"/>
                    <a:pt x="8896" y="1544488"/>
                  </a:cubicBezTo>
                  <a:lnTo>
                    <a:pt x="1544488" y="8896"/>
                  </a:lnTo>
                  <a:cubicBezTo>
                    <a:pt x="1538497" y="5868"/>
                    <a:pt x="1532477" y="2905"/>
                    <a:pt x="152644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307BF09-1D3D-BF43-E24F-58512D2C511A}"/>
                </a:ext>
              </a:extLst>
            </p:cNvPr>
            <p:cNvSpPr/>
            <p:nvPr/>
          </p:nvSpPr>
          <p:spPr>
            <a:xfrm>
              <a:off x="315655" y="3030384"/>
              <a:ext cx="1578606" cy="1578606"/>
            </a:xfrm>
            <a:custGeom>
              <a:avLst/>
              <a:gdLst>
                <a:gd name="connsiteX0" fmla="*/ 1561662 w 1578606"/>
                <a:gd name="connsiteY0" fmla="*/ 0 h 1578606"/>
                <a:gd name="connsiteX1" fmla="*/ 0 w 1578606"/>
                <a:gd name="connsiteY1" fmla="*/ 1561662 h 1578606"/>
                <a:gd name="connsiteX2" fmla="*/ 9992 w 1578606"/>
                <a:gd name="connsiteY2" fmla="*/ 1578607 h 1578606"/>
                <a:gd name="connsiteX3" fmla="*/ 1578607 w 1578606"/>
                <a:gd name="connsiteY3" fmla="*/ 9982 h 1578606"/>
                <a:gd name="connsiteX4" fmla="*/ 1561662 w 1578606"/>
                <a:gd name="connsiteY4" fmla="*/ 0 h 157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8606" h="1578606">
                  <a:moveTo>
                    <a:pt x="1561662" y="0"/>
                  </a:moveTo>
                  <a:lnTo>
                    <a:pt x="0" y="1561662"/>
                  </a:lnTo>
                  <a:cubicBezTo>
                    <a:pt x="3277" y="1567329"/>
                    <a:pt x="6610" y="1572978"/>
                    <a:pt x="9992" y="1578607"/>
                  </a:cubicBezTo>
                  <a:lnTo>
                    <a:pt x="1578607" y="9982"/>
                  </a:lnTo>
                  <a:cubicBezTo>
                    <a:pt x="1572987" y="6601"/>
                    <a:pt x="1567339" y="3277"/>
                    <a:pt x="156166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474C490-7E19-CD04-039F-551DB1294127}"/>
                </a:ext>
              </a:extLst>
            </p:cNvPr>
            <p:cNvSpPr/>
            <p:nvPr/>
          </p:nvSpPr>
          <p:spPr>
            <a:xfrm>
              <a:off x="359822" y="3074552"/>
              <a:ext cx="1603733" cy="1603724"/>
            </a:xfrm>
            <a:custGeom>
              <a:avLst/>
              <a:gdLst>
                <a:gd name="connsiteX0" fmla="*/ 1587799 w 1603733"/>
                <a:gd name="connsiteY0" fmla="*/ 0 h 1603724"/>
                <a:gd name="connsiteX1" fmla="*/ 0 w 1603733"/>
                <a:gd name="connsiteY1" fmla="*/ 1587798 h 1603724"/>
                <a:gd name="connsiteX2" fmla="*/ 11011 w 1603733"/>
                <a:gd name="connsiteY2" fmla="*/ 1603724 h 1603724"/>
                <a:gd name="connsiteX3" fmla="*/ 1603734 w 1603733"/>
                <a:gd name="connsiteY3" fmla="*/ 11001 h 1603724"/>
                <a:gd name="connsiteX4" fmla="*/ 1587799 w 1603733"/>
                <a:gd name="connsiteY4" fmla="*/ 0 h 1603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733" h="1603724">
                  <a:moveTo>
                    <a:pt x="1587799" y="0"/>
                  </a:moveTo>
                  <a:lnTo>
                    <a:pt x="0" y="1587798"/>
                  </a:lnTo>
                  <a:cubicBezTo>
                    <a:pt x="3629" y="1593132"/>
                    <a:pt x="7277" y="1598448"/>
                    <a:pt x="11011" y="1603724"/>
                  </a:cubicBezTo>
                  <a:lnTo>
                    <a:pt x="1603734" y="11001"/>
                  </a:lnTo>
                  <a:cubicBezTo>
                    <a:pt x="1598447" y="7277"/>
                    <a:pt x="1593123" y="3629"/>
                    <a:pt x="158779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529873A3-78EA-16C6-7120-48895AB82D31}"/>
                </a:ext>
              </a:extLst>
            </p:cNvPr>
            <p:cNvSpPr/>
            <p:nvPr/>
          </p:nvSpPr>
          <p:spPr>
            <a:xfrm>
              <a:off x="408285" y="3123015"/>
              <a:ext cx="1620307" cy="1620316"/>
            </a:xfrm>
            <a:custGeom>
              <a:avLst/>
              <a:gdLst>
                <a:gd name="connsiteX0" fmla="*/ 1605343 w 1620307"/>
                <a:gd name="connsiteY0" fmla="*/ 0 h 1620316"/>
                <a:gd name="connsiteX1" fmla="*/ 0 w 1620307"/>
                <a:gd name="connsiteY1" fmla="*/ 1605343 h 1620316"/>
                <a:gd name="connsiteX2" fmla="*/ 11963 w 1620307"/>
                <a:gd name="connsiteY2" fmla="*/ 1620317 h 1620316"/>
                <a:gd name="connsiteX3" fmla="*/ 1620307 w 1620307"/>
                <a:gd name="connsiteY3" fmla="*/ 11973 h 1620316"/>
                <a:gd name="connsiteX4" fmla="*/ 1605343 w 1620307"/>
                <a:gd name="connsiteY4" fmla="*/ 0 h 162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0307" h="1620316">
                  <a:moveTo>
                    <a:pt x="1605343" y="0"/>
                  </a:moveTo>
                  <a:lnTo>
                    <a:pt x="0" y="1605343"/>
                  </a:lnTo>
                  <a:cubicBezTo>
                    <a:pt x="3962" y="1610354"/>
                    <a:pt x="7906" y="1615364"/>
                    <a:pt x="11963" y="1620317"/>
                  </a:cubicBezTo>
                  <a:lnTo>
                    <a:pt x="1620307" y="11973"/>
                  </a:lnTo>
                  <a:cubicBezTo>
                    <a:pt x="1615354" y="7906"/>
                    <a:pt x="1610344" y="3953"/>
                    <a:pt x="160534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76B5183-101B-9E5A-6551-0DB3719ABB51}"/>
                </a:ext>
              </a:extLst>
            </p:cNvPr>
            <p:cNvSpPr/>
            <p:nvPr/>
          </p:nvSpPr>
          <p:spPr>
            <a:xfrm>
              <a:off x="460863" y="3175583"/>
              <a:ext cx="1628632" cy="1628641"/>
            </a:xfrm>
            <a:custGeom>
              <a:avLst/>
              <a:gdLst>
                <a:gd name="connsiteX0" fmla="*/ 1614650 w 1628632"/>
                <a:gd name="connsiteY0" fmla="*/ 0 h 1628641"/>
                <a:gd name="connsiteX1" fmla="*/ 0 w 1628632"/>
                <a:gd name="connsiteY1" fmla="*/ 1614659 h 1628641"/>
                <a:gd name="connsiteX2" fmla="*/ 12954 w 1628632"/>
                <a:gd name="connsiteY2" fmla="*/ 1628642 h 1628641"/>
                <a:gd name="connsiteX3" fmla="*/ 1628632 w 1628632"/>
                <a:gd name="connsiteY3" fmla="*/ 12964 h 1628641"/>
                <a:gd name="connsiteX4" fmla="*/ 1614650 w 1628632"/>
                <a:gd name="connsiteY4" fmla="*/ 0 h 1628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8632" h="1628641">
                  <a:moveTo>
                    <a:pt x="1614650" y="0"/>
                  </a:moveTo>
                  <a:lnTo>
                    <a:pt x="0" y="1614659"/>
                  </a:lnTo>
                  <a:cubicBezTo>
                    <a:pt x="4277" y="1619345"/>
                    <a:pt x="8592" y="1624013"/>
                    <a:pt x="12954" y="1628642"/>
                  </a:cubicBezTo>
                  <a:lnTo>
                    <a:pt x="1628632" y="12964"/>
                  </a:lnTo>
                  <a:cubicBezTo>
                    <a:pt x="1624003" y="8591"/>
                    <a:pt x="1619336" y="4277"/>
                    <a:pt x="16146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95CD8B3-B6E2-C136-A243-476D55A1301B}"/>
                </a:ext>
              </a:extLst>
            </p:cNvPr>
            <p:cNvSpPr/>
            <p:nvPr/>
          </p:nvSpPr>
          <p:spPr>
            <a:xfrm>
              <a:off x="517452" y="3232169"/>
              <a:ext cx="1628935" cy="1628937"/>
            </a:xfrm>
            <a:custGeom>
              <a:avLst/>
              <a:gdLst>
                <a:gd name="connsiteX0" fmla="*/ 1615945 w 1628936"/>
                <a:gd name="connsiteY0" fmla="*/ 0 h 1628937"/>
                <a:gd name="connsiteX1" fmla="*/ 0 w 1628936"/>
                <a:gd name="connsiteY1" fmla="*/ 1615954 h 1628937"/>
                <a:gd name="connsiteX2" fmla="*/ 13954 w 1628936"/>
                <a:gd name="connsiteY2" fmla="*/ 1628937 h 1628937"/>
                <a:gd name="connsiteX3" fmla="*/ 1628937 w 1628936"/>
                <a:gd name="connsiteY3" fmla="*/ 13954 h 1628937"/>
                <a:gd name="connsiteX4" fmla="*/ 1615945 w 1628936"/>
                <a:gd name="connsiteY4" fmla="*/ 0 h 162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8936" h="1628937">
                  <a:moveTo>
                    <a:pt x="1615945" y="0"/>
                  </a:moveTo>
                  <a:lnTo>
                    <a:pt x="0" y="1615954"/>
                  </a:lnTo>
                  <a:cubicBezTo>
                    <a:pt x="4610" y="1620345"/>
                    <a:pt x="9287" y="1624632"/>
                    <a:pt x="13954" y="1628937"/>
                  </a:cubicBezTo>
                  <a:lnTo>
                    <a:pt x="1628937" y="13954"/>
                  </a:lnTo>
                  <a:cubicBezTo>
                    <a:pt x="1624622" y="9287"/>
                    <a:pt x="1620336" y="4620"/>
                    <a:pt x="161594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31F5AC8-00A4-1F12-5399-B6D2A1B7B2BD}"/>
                </a:ext>
              </a:extLst>
            </p:cNvPr>
            <p:cNvSpPr/>
            <p:nvPr/>
          </p:nvSpPr>
          <p:spPr>
            <a:xfrm>
              <a:off x="578107" y="3292826"/>
              <a:ext cx="1621183" cy="1621183"/>
            </a:xfrm>
            <a:custGeom>
              <a:avLst/>
              <a:gdLst>
                <a:gd name="connsiteX0" fmla="*/ 1609096 w 1621183"/>
                <a:gd name="connsiteY0" fmla="*/ 0 h 1621183"/>
                <a:gd name="connsiteX1" fmla="*/ 0 w 1621183"/>
                <a:gd name="connsiteY1" fmla="*/ 1609106 h 1621183"/>
                <a:gd name="connsiteX2" fmla="*/ 14869 w 1621183"/>
                <a:gd name="connsiteY2" fmla="*/ 1621184 h 1621183"/>
                <a:gd name="connsiteX3" fmla="*/ 1621184 w 1621183"/>
                <a:gd name="connsiteY3" fmla="*/ 14868 h 1621183"/>
                <a:gd name="connsiteX4" fmla="*/ 1609096 w 1621183"/>
                <a:gd name="connsiteY4" fmla="*/ 0 h 16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1183" h="1621183">
                  <a:moveTo>
                    <a:pt x="1609096" y="0"/>
                  </a:moveTo>
                  <a:lnTo>
                    <a:pt x="0" y="1609106"/>
                  </a:lnTo>
                  <a:cubicBezTo>
                    <a:pt x="4924" y="1613183"/>
                    <a:pt x="9887" y="1617202"/>
                    <a:pt x="14869" y="1621184"/>
                  </a:cubicBezTo>
                  <a:lnTo>
                    <a:pt x="1621184" y="14868"/>
                  </a:lnTo>
                  <a:cubicBezTo>
                    <a:pt x="1617193" y="9887"/>
                    <a:pt x="1613173" y="4934"/>
                    <a:pt x="160909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E67C33C-8A65-5F5D-F6A8-622895334CF1}"/>
                </a:ext>
              </a:extLst>
            </p:cNvPr>
            <p:cNvSpPr/>
            <p:nvPr/>
          </p:nvSpPr>
          <p:spPr>
            <a:xfrm>
              <a:off x="642829" y="3357549"/>
              <a:ext cx="1605238" cy="1605248"/>
            </a:xfrm>
            <a:custGeom>
              <a:avLst/>
              <a:gdLst>
                <a:gd name="connsiteX0" fmla="*/ 1594123 w 1605238"/>
                <a:gd name="connsiteY0" fmla="*/ 0 h 1605248"/>
                <a:gd name="connsiteX1" fmla="*/ 0 w 1605238"/>
                <a:gd name="connsiteY1" fmla="*/ 1594133 h 1605248"/>
                <a:gd name="connsiteX2" fmla="*/ 15821 w 1605238"/>
                <a:gd name="connsiteY2" fmla="*/ 1605248 h 1605248"/>
                <a:gd name="connsiteX3" fmla="*/ 1605239 w 1605238"/>
                <a:gd name="connsiteY3" fmla="*/ 15821 h 1605248"/>
                <a:gd name="connsiteX4" fmla="*/ 1594123 w 1605238"/>
                <a:gd name="connsiteY4" fmla="*/ 0 h 160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5238" h="1605248">
                  <a:moveTo>
                    <a:pt x="1594123" y="0"/>
                  </a:moveTo>
                  <a:lnTo>
                    <a:pt x="0" y="1594133"/>
                  </a:lnTo>
                  <a:cubicBezTo>
                    <a:pt x="5258" y="1597876"/>
                    <a:pt x="10516" y="1601600"/>
                    <a:pt x="15821" y="1605248"/>
                  </a:cubicBezTo>
                  <a:lnTo>
                    <a:pt x="1605239" y="15821"/>
                  </a:lnTo>
                  <a:cubicBezTo>
                    <a:pt x="1601600" y="10525"/>
                    <a:pt x="1597876" y="5258"/>
                    <a:pt x="15941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B85B5CF-6A0F-7569-B43D-ABE19BF51EF9}"/>
                </a:ext>
              </a:extLst>
            </p:cNvPr>
            <p:cNvSpPr/>
            <p:nvPr/>
          </p:nvSpPr>
          <p:spPr>
            <a:xfrm>
              <a:off x="711771" y="3426500"/>
              <a:ext cx="1580806" cy="1580807"/>
            </a:xfrm>
            <a:custGeom>
              <a:avLst/>
              <a:gdLst>
                <a:gd name="connsiteX0" fmla="*/ 1570701 w 1580806"/>
                <a:gd name="connsiteY0" fmla="*/ 0 h 1580807"/>
                <a:gd name="connsiteX1" fmla="*/ 0 w 1580806"/>
                <a:gd name="connsiteY1" fmla="*/ 1570701 h 1580807"/>
                <a:gd name="connsiteX2" fmla="*/ 16840 w 1580806"/>
                <a:gd name="connsiteY2" fmla="*/ 1580807 h 1580807"/>
                <a:gd name="connsiteX3" fmla="*/ 1580807 w 1580806"/>
                <a:gd name="connsiteY3" fmla="*/ 16840 h 1580807"/>
                <a:gd name="connsiteX4" fmla="*/ 1570701 w 1580806"/>
                <a:gd name="connsiteY4" fmla="*/ 0 h 158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0806" h="1580807">
                  <a:moveTo>
                    <a:pt x="1570701" y="0"/>
                  </a:moveTo>
                  <a:lnTo>
                    <a:pt x="0" y="1570701"/>
                  </a:lnTo>
                  <a:cubicBezTo>
                    <a:pt x="5591" y="1574111"/>
                    <a:pt x="11192" y="1577502"/>
                    <a:pt x="16840" y="1580807"/>
                  </a:cubicBezTo>
                  <a:lnTo>
                    <a:pt x="1580807" y="16840"/>
                  </a:lnTo>
                  <a:cubicBezTo>
                    <a:pt x="1577502" y="11192"/>
                    <a:pt x="1574111" y="5601"/>
                    <a:pt x="157070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83830CC-1808-DC6E-772F-60A6F4C322B9}"/>
                </a:ext>
              </a:extLst>
            </p:cNvPr>
            <p:cNvSpPr/>
            <p:nvPr/>
          </p:nvSpPr>
          <p:spPr>
            <a:xfrm>
              <a:off x="785180" y="3499909"/>
              <a:ext cx="1547374" cy="1547364"/>
            </a:xfrm>
            <a:custGeom>
              <a:avLst/>
              <a:gdLst>
                <a:gd name="connsiteX0" fmla="*/ 1538354 w 1547374"/>
                <a:gd name="connsiteY0" fmla="*/ 0 h 1547364"/>
                <a:gd name="connsiteX1" fmla="*/ 0 w 1547374"/>
                <a:gd name="connsiteY1" fmla="*/ 1538354 h 1547364"/>
                <a:gd name="connsiteX2" fmla="*/ 17926 w 1547374"/>
                <a:gd name="connsiteY2" fmla="*/ 1547365 h 1547364"/>
                <a:gd name="connsiteX3" fmla="*/ 1547375 w 1547374"/>
                <a:gd name="connsiteY3" fmla="*/ 17916 h 1547364"/>
                <a:gd name="connsiteX4" fmla="*/ 1538354 w 1547374"/>
                <a:gd name="connsiteY4" fmla="*/ 0 h 1547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74" h="1547364">
                  <a:moveTo>
                    <a:pt x="1538354" y="0"/>
                  </a:moveTo>
                  <a:lnTo>
                    <a:pt x="0" y="1538354"/>
                  </a:lnTo>
                  <a:cubicBezTo>
                    <a:pt x="5953" y="1541402"/>
                    <a:pt x="11925" y="1544431"/>
                    <a:pt x="17926" y="1547365"/>
                  </a:cubicBezTo>
                  <a:lnTo>
                    <a:pt x="1547375" y="17916"/>
                  </a:lnTo>
                  <a:cubicBezTo>
                    <a:pt x="1544431" y="11925"/>
                    <a:pt x="1541402" y="5953"/>
                    <a:pt x="153835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B1C9B7B3-3813-01C1-84F7-F2F98742B48D}"/>
                </a:ext>
              </a:extLst>
            </p:cNvPr>
            <p:cNvSpPr/>
            <p:nvPr/>
          </p:nvSpPr>
          <p:spPr>
            <a:xfrm>
              <a:off x="863341" y="3578063"/>
              <a:ext cx="1504321" cy="1504340"/>
            </a:xfrm>
            <a:custGeom>
              <a:avLst/>
              <a:gdLst>
                <a:gd name="connsiteX0" fmla="*/ 1496501 w 1504321"/>
                <a:gd name="connsiteY0" fmla="*/ 0 h 1504340"/>
                <a:gd name="connsiteX1" fmla="*/ 0 w 1504321"/>
                <a:gd name="connsiteY1" fmla="*/ 1496511 h 1504340"/>
                <a:gd name="connsiteX2" fmla="*/ 19107 w 1504321"/>
                <a:gd name="connsiteY2" fmla="*/ 1504341 h 1504340"/>
                <a:gd name="connsiteX3" fmla="*/ 1504321 w 1504321"/>
                <a:gd name="connsiteY3" fmla="*/ 19117 h 1504340"/>
                <a:gd name="connsiteX4" fmla="*/ 1496501 w 1504321"/>
                <a:gd name="connsiteY4" fmla="*/ 0 h 1504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4321" h="1504340">
                  <a:moveTo>
                    <a:pt x="1496501" y="0"/>
                  </a:moveTo>
                  <a:lnTo>
                    <a:pt x="0" y="1496511"/>
                  </a:lnTo>
                  <a:cubicBezTo>
                    <a:pt x="6353" y="1499178"/>
                    <a:pt x="12716" y="1501797"/>
                    <a:pt x="19107" y="1504341"/>
                  </a:cubicBezTo>
                  <a:lnTo>
                    <a:pt x="1504321" y="19117"/>
                  </a:lnTo>
                  <a:cubicBezTo>
                    <a:pt x="1501788" y="12725"/>
                    <a:pt x="1499168" y="6353"/>
                    <a:pt x="149650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E873A6B-66EA-0E57-9D5F-5A88ECA2DBCF}"/>
                </a:ext>
              </a:extLst>
            </p:cNvPr>
            <p:cNvSpPr/>
            <p:nvPr/>
          </p:nvSpPr>
          <p:spPr>
            <a:xfrm>
              <a:off x="946648" y="3661368"/>
              <a:ext cx="1450866" cy="1450876"/>
            </a:xfrm>
            <a:custGeom>
              <a:avLst/>
              <a:gdLst>
                <a:gd name="connsiteX0" fmla="*/ 1444362 w 1450866"/>
                <a:gd name="connsiteY0" fmla="*/ 0 h 1450876"/>
                <a:gd name="connsiteX1" fmla="*/ 0 w 1450866"/>
                <a:gd name="connsiteY1" fmla="*/ 1444371 h 1450876"/>
                <a:gd name="connsiteX2" fmla="*/ 20431 w 1450866"/>
                <a:gd name="connsiteY2" fmla="*/ 1450877 h 1450876"/>
                <a:gd name="connsiteX3" fmla="*/ 1450867 w 1450866"/>
                <a:gd name="connsiteY3" fmla="*/ 20431 h 1450876"/>
                <a:gd name="connsiteX4" fmla="*/ 1444362 w 1450866"/>
                <a:gd name="connsiteY4" fmla="*/ 0 h 1450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0866" h="1450876">
                  <a:moveTo>
                    <a:pt x="1444362" y="0"/>
                  </a:moveTo>
                  <a:lnTo>
                    <a:pt x="0" y="1444371"/>
                  </a:lnTo>
                  <a:cubicBezTo>
                    <a:pt x="6791" y="1446609"/>
                    <a:pt x="13602" y="1448772"/>
                    <a:pt x="20431" y="1450877"/>
                  </a:cubicBezTo>
                  <a:lnTo>
                    <a:pt x="1450867" y="20431"/>
                  </a:lnTo>
                  <a:cubicBezTo>
                    <a:pt x="1448762" y="13602"/>
                    <a:pt x="1446600" y="6791"/>
                    <a:pt x="144436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DA899EF-F6D4-0C8E-6D19-1591BA08FB3D}"/>
                </a:ext>
              </a:extLst>
            </p:cNvPr>
            <p:cNvSpPr/>
            <p:nvPr/>
          </p:nvSpPr>
          <p:spPr>
            <a:xfrm>
              <a:off x="1035659" y="3750379"/>
              <a:ext cx="1385868" cy="1385868"/>
            </a:xfrm>
            <a:custGeom>
              <a:avLst/>
              <a:gdLst>
                <a:gd name="connsiteX0" fmla="*/ 1380801 w 1385868"/>
                <a:gd name="connsiteY0" fmla="*/ 0 h 1385868"/>
                <a:gd name="connsiteX1" fmla="*/ 0 w 1385868"/>
                <a:gd name="connsiteY1" fmla="*/ 1380811 h 1385868"/>
                <a:gd name="connsiteX2" fmla="*/ 21879 w 1385868"/>
                <a:gd name="connsiteY2" fmla="*/ 1385869 h 1385868"/>
                <a:gd name="connsiteX3" fmla="*/ 1385868 w 1385868"/>
                <a:gd name="connsiteY3" fmla="*/ 21879 h 1385868"/>
                <a:gd name="connsiteX4" fmla="*/ 1380801 w 1385868"/>
                <a:gd name="connsiteY4" fmla="*/ 0 h 138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5868" h="1385868">
                  <a:moveTo>
                    <a:pt x="1380801" y="0"/>
                  </a:moveTo>
                  <a:lnTo>
                    <a:pt x="0" y="1380811"/>
                  </a:lnTo>
                  <a:cubicBezTo>
                    <a:pt x="7277" y="1382573"/>
                    <a:pt x="14573" y="1384259"/>
                    <a:pt x="21879" y="1385869"/>
                  </a:cubicBezTo>
                  <a:lnTo>
                    <a:pt x="1385868" y="21879"/>
                  </a:lnTo>
                  <a:cubicBezTo>
                    <a:pt x="1384249" y="14573"/>
                    <a:pt x="1382563" y="7287"/>
                    <a:pt x="138080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565436E-BB34-3550-CABE-B24CBF76626C}"/>
                </a:ext>
              </a:extLst>
            </p:cNvPr>
            <p:cNvSpPr/>
            <p:nvPr/>
          </p:nvSpPr>
          <p:spPr>
            <a:xfrm>
              <a:off x="1131300" y="3846029"/>
              <a:ext cx="1307353" cy="1307344"/>
            </a:xfrm>
            <a:custGeom>
              <a:avLst/>
              <a:gdLst>
                <a:gd name="connsiteX0" fmla="*/ 1303992 w 1307353"/>
                <a:gd name="connsiteY0" fmla="*/ 0 h 1307344"/>
                <a:gd name="connsiteX1" fmla="*/ 0 w 1307353"/>
                <a:gd name="connsiteY1" fmla="*/ 1303982 h 1307344"/>
                <a:gd name="connsiteX2" fmla="*/ 23574 w 1307353"/>
                <a:gd name="connsiteY2" fmla="*/ 1307344 h 1307344"/>
                <a:gd name="connsiteX3" fmla="*/ 1307354 w 1307353"/>
                <a:gd name="connsiteY3" fmla="*/ 23565 h 1307344"/>
                <a:gd name="connsiteX4" fmla="*/ 1303992 w 1307353"/>
                <a:gd name="connsiteY4" fmla="*/ 0 h 1307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353" h="1307344">
                  <a:moveTo>
                    <a:pt x="1303992" y="0"/>
                  </a:moveTo>
                  <a:lnTo>
                    <a:pt x="0" y="1303982"/>
                  </a:lnTo>
                  <a:cubicBezTo>
                    <a:pt x="7849" y="1305192"/>
                    <a:pt x="15707" y="1306306"/>
                    <a:pt x="23574" y="1307344"/>
                  </a:cubicBezTo>
                  <a:lnTo>
                    <a:pt x="1307354" y="23565"/>
                  </a:lnTo>
                  <a:cubicBezTo>
                    <a:pt x="1306316" y="15697"/>
                    <a:pt x="1305192" y="7849"/>
                    <a:pt x="130399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EF17F5F-B1EF-6B12-8E08-C319E77193FB}"/>
                </a:ext>
              </a:extLst>
            </p:cNvPr>
            <p:cNvSpPr/>
            <p:nvPr/>
          </p:nvSpPr>
          <p:spPr>
            <a:xfrm>
              <a:off x="1234665" y="3949385"/>
              <a:ext cx="1213037" cy="1213037"/>
            </a:xfrm>
            <a:custGeom>
              <a:avLst/>
              <a:gdLst>
                <a:gd name="connsiteX0" fmla="*/ 1211732 w 1213037"/>
                <a:gd name="connsiteY0" fmla="*/ 0 h 1213037"/>
                <a:gd name="connsiteX1" fmla="*/ 0 w 1213037"/>
                <a:gd name="connsiteY1" fmla="*/ 1211732 h 1213037"/>
                <a:gd name="connsiteX2" fmla="*/ 25632 w 1213037"/>
                <a:gd name="connsiteY2" fmla="*/ 1213038 h 1213037"/>
                <a:gd name="connsiteX3" fmla="*/ 1213037 w 1213037"/>
                <a:gd name="connsiteY3" fmla="*/ 25632 h 1213037"/>
                <a:gd name="connsiteX4" fmla="*/ 1211732 w 1213037"/>
                <a:gd name="connsiteY4" fmla="*/ 0 h 121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3037" h="1213037">
                  <a:moveTo>
                    <a:pt x="1211732" y="0"/>
                  </a:moveTo>
                  <a:lnTo>
                    <a:pt x="0" y="1211732"/>
                  </a:lnTo>
                  <a:cubicBezTo>
                    <a:pt x="8544" y="1212256"/>
                    <a:pt x="17088" y="1212704"/>
                    <a:pt x="25632" y="1213038"/>
                  </a:cubicBezTo>
                  <a:lnTo>
                    <a:pt x="1213037" y="25632"/>
                  </a:lnTo>
                  <a:cubicBezTo>
                    <a:pt x="1212694" y="17088"/>
                    <a:pt x="1212256" y="8544"/>
                    <a:pt x="121173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ABAB53A-5AAE-E0D0-A6E6-802FE2469A28}"/>
                </a:ext>
              </a:extLst>
            </p:cNvPr>
            <p:cNvSpPr/>
            <p:nvPr/>
          </p:nvSpPr>
          <p:spPr>
            <a:xfrm>
              <a:off x="1347708" y="4062427"/>
              <a:ext cx="1100118" cy="1100118"/>
            </a:xfrm>
            <a:custGeom>
              <a:avLst/>
              <a:gdLst>
                <a:gd name="connsiteX0" fmla="*/ 1098728 w 1100118"/>
                <a:gd name="connsiteY0" fmla="*/ 28327 h 1100118"/>
                <a:gd name="connsiteX1" fmla="*/ 1100119 w 1100118"/>
                <a:gd name="connsiteY1" fmla="*/ 0 h 1100118"/>
                <a:gd name="connsiteX2" fmla="*/ 0 w 1100118"/>
                <a:gd name="connsiteY2" fmla="*/ 1100119 h 1100118"/>
                <a:gd name="connsiteX3" fmla="*/ 28327 w 1100118"/>
                <a:gd name="connsiteY3" fmla="*/ 1098737 h 1100118"/>
                <a:gd name="connsiteX4" fmla="*/ 1098728 w 1100118"/>
                <a:gd name="connsiteY4" fmla="*/ 28327 h 110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0118" h="1100118">
                  <a:moveTo>
                    <a:pt x="1098728" y="28327"/>
                  </a:moveTo>
                  <a:cubicBezTo>
                    <a:pt x="1099309" y="18888"/>
                    <a:pt x="1099766" y="9449"/>
                    <a:pt x="1100119" y="0"/>
                  </a:cubicBezTo>
                  <a:lnTo>
                    <a:pt x="0" y="1100119"/>
                  </a:lnTo>
                  <a:cubicBezTo>
                    <a:pt x="9449" y="1099776"/>
                    <a:pt x="18888" y="1099309"/>
                    <a:pt x="28327" y="1098737"/>
                  </a:cubicBezTo>
                  <a:lnTo>
                    <a:pt x="1098728" y="2832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406B3C58-EED1-D9AD-67A4-0EB3B7BBB91E}"/>
                </a:ext>
              </a:extLst>
            </p:cNvPr>
            <p:cNvSpPr/>
            <p:nvPr/>
          </p:nvSpPr>
          <p:spPr>
            <a:xfrm>
              <a:off x="1473714" y="4188434"/>
              <a:ext cx="962558" cy="962567"/>
            </a:xfrm>
            <a:custGeom>
              <a:avLst/>
              <a:gdLst>
                <a:gd name="connsiteX0" fmla="*/ 32194 w 962558"/>
                <a:gd name="connsiteY0" fmla="*/ 957310 h 962567"/>
                <a:gd name="connsiteX1" fmla="*/ 957300 w 962558"/>
                <a:gd name="connsiteY1" fmla="*/ 32204 h 962567"/>
                <a:gd name="connsiteX2" fmla="*/ 962558 w 962558"/>
                <a:gd name="connsiteY2" fmla="*/ 0 h 962567"/>
                <a:gd name="connsiteX3" fmla="*/ 0 w 962558"/>
                <a:gd name="connsiteY3" fmla="*/ 962568 h 962567"/>
                <a:gd name="connsiteX4" fmla="*/ 32194 w 962558"/>
                <a:gd name="connsiteY4" fmla="*/ 957310 h 96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2558" h="962567">
                  <a:moveTo>
                    <a:pt x="32194" y="957310"/>
                  </a:moveTo>
                  <a:lnTo>
                    <a:pt x="957300" y="32204"/>
                  </a:lnTo>
                  <a:cubicBezTo>
                    <a:pt x="959196" y="21489"/>
                    <a:pt x="960968" y="10763"/>
                    <a:pt x="962558" y="0"/>
                  </a:cubicBezTo>
                  <a:lnTo>
                    <a:pt x="0" y="962568"/>
                  </a:lnTo>
                  <a:cubicBezTo>
                    <a:pt x="10754" y="960977"/>
                    <a:pt x="21488" y="959206"/>
                    <a:pt x="32194" y="9573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16F27FA-B202-5BCD-B5C9-805975160082}"/>
                </a:ext>
              </a:extLst>
            </p:cNvPr>
            <p:cNvSpPr/>
            <p:nvPr/>
          </p:nvSpPr>
          <p:spPr>
            <a:xfrm>
              <a:off x="1619627" y="4334347"/>
              <a:ext cx="785212" cy="785212"/>
            </a:xfrm>
            <a:custGeom>
              <a:avLst/>
              <a:gdLst>
                <a:gd name="connsiteX0" fmla="*/ 38586 w 785212"/>
                <a:gd name="connsiteY0" fmla="*/ 773563 h 785212"/>
                <a:gd name="connsiteX1" fmla="*/ 773563 w 785212"/>
                <a:gd name="connsiteY1" fmla="*/ 38586 h 785212"/>
                <a:gd name="connsiteX2" fmla="*/ 785212 w 785212"/>
                <a:gd name="connsiteY2" fmla="*/ 0 h 785212"/>
                <a:gd name="connsiteX3" fmla="*/ 0 w 785212"/>
                <a:gd name="connsiteY3" fmla="*/ 785213 h 785212"/>
                <a:gd name="connsiteX4" fmla="*/ 38586 w 785212"/>
                <a:gd name="connsiteY4" fmla="*/ 773563 h 78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212" h="785212">
                  <a:moveTo>
                    <a:pt x="38586" y="773563"/>
                  </a:moveTo>
                  <a:lnTo>
                    <a:pt x="773563" y="38586"/>
                  </a:lnTo>
                  <a:cubicBezTo>
                    <a:pt x="777707" y="25784"/>
                    <a:pt x="781536" y="12916"/>
                    <a:pt x="785212" y="0"/>
                  </a:cubicBezTo>
                  <a:lnTo>
                    <a:pt x="0" y="785213"/>
                  </a:lnTo>
                  <a:cubicBezTo>
                    <a:pt x="12906" y="781536"/>
                    <a:pt x="25784" y="777707"/>
                    <a:pt x="38586" y="7735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2E1FD3A-410D-8496-D292-94C364C78BAD}"/>
                </a:ext>
              </a:extLst>
            </p:cNvPr>
            <p:cNvSpPr/>
            <p:nvPr/>
          </p:nvSpPr>
          <p:spPr>
            <a:xfrm>
              <a:off x="1804669" y="4519399"/>
              <a:ext cx="529580" cy="529580"/>
            </a:xfrm>
            <a:custGeom>
              <a:avLst/>
              <a:gdLst>
                <a:gd name="connsiteX0" fmla="*/ 55998 w 529580"/>
                <a:gd name="connsiteY0" fmla="*/ 500520 h 529580"/>
                <a:gd name="connsiteX1" fmla="*/ 500529 w 529580"/>
                <a:gd name="connsiteY1" fmla="*/ 55997 h 529580"/>
                <a:gd name="connsiteX2" fmla="*/ 529580 w 529580"/>
                <a:gd name="connsiteY2" fmla="*/ 0 h 529580"/>
                <a:gd name="connsiteX3" fmla="*/ 0 w 529580"/>
                <a:gd name="connsiteY3" fmla="*/ 529580 h 529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580" h="529580">
                  <a:moveTo>
                    <a:pt x="55998" y="500520"/>
                  </a:moveTo>
                  <a:lnTo>
                    <a:pt x="500529" y="55997"/>
                  </a:lnTo>
                  <a:lnTo>
                    <a:pt x="529580" y="0"/>
                  </a:lnTo>
                  <a:lnTo>
                    <a:pt x="0" y="5295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</p:grp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675FB65-7DE7-3F47-B34F-0C1C18D9F47B}"/>
              </a:ext>
            </a:extLst>
          </p:cNvPr>
          <p:cNvCxnSpPr>
            <a:cxnSpLocks/>
          </p:cNvCxnSpPr>
          <p:nvPr/>
        </p:nvCxnSpPr>
        <p:spPr>
          <a:xfrm>
            <a:off x="9595174" y="3948795"/>
            <a:ext cx="840764" cy="258429"/>
          </a:xfrm>
          <a:prstGeom prst="straightConnector1">
            <a:avLst/>
          </a:prstGeom>
          <a:ln w="28575">
            <a:gradFill flip="none" rotWithShape="1">
              <a:gsLst>
                <a:gs pos="0">
                  <a:schemeClr val="tx1"/>
                </a:gs>
                <a:gs pos="100000">
                  <a:srgbClr val="000000"/>
                </a:gs>
                <a:gs pos="100000">
                  <a:srgbClr val="000000"/>
                </a:gs>
              </a:gsLst>
              <a:lin ang="0" scaled="1"/>
              <a:tileRect/>
            </a:gradFill>
            <a:bevel/>
            <a:headEnd type="oval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Arc 100">
            <a:extLst>
              <a:ext uri="{FF2B5EF4-FFF2-40B4-BE49-F238E27FC236}">
                <a16:creationId xmlns:a16="http://schemas.microsoft.com/office/drawing/2014/main" id="{7F60E4B8-CC90-8E3C-402A-AF305314C44D}"/>
              </a:ext>
            </a:extLst>
          </p:cNvPr>
          <p:cNvSpPr/>
          <p:nvPr/>
        </p:nvSpPr>
        <p:spPr>
          <a:xfrm rot="16200000">
            <a:off x="9653335" y="1137030"/>
            <a:ext cx="3780000" cy="3780000"/>
          </a:xfrm>
          <a:prstGeom prst="arc">
            <a:avLst>
              <a:gd name="adj1" fmla="val 10738057"/>
              <a:gd name="adj2" fmla="val 0"/>
            </a:avLst>
          </a:prstGeom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pic>
        <p:nvPicPr>
          <p:cNvPr id="139" name="Graphic 138" descr="Grid lines">
            <a:extLst>
              <a:ext uri="{FF2B5EF4-FFF2-40B4-BE49-F238E27FC236}">
                <a16:creationId xmlns:a16="http://schemas.microsoft.com/office/drawing/2014/main" id="{C29E9428-B8D2-5F1F-B179-5BEE9CD4E2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9597" y="1704886"/>
            <a:ext cx="1787168" cy="2020966"/>
          </a:xfrm>
          <a:prstGeom prst="rect">
            <a:avLst/>
          </a:prstGeom>
        </p:spPr>
      </p:pic>
      <p:pic>
        <p:nvPicPr>
          <p:cNvPr id="141" name="Graphic 140" descr="Plug outline">
            <a:extLst>
              <a:ext uri="{FF2B5EF4-FFF2-40B4-BE49-F238E27FC236}">
                <a16:creationId xmlns:a16="http://schemas.microsoft.com/office/drawing/2014/main" id="{AE6C71E3-3145-8B4D-68E6-5A903BCD02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07064" y="1936342"/>
            <a:ext cx="1490400" cy="1490400"/>
          </a:xfrm>
          <a:prstGeom prst="rect">
            <a:avLst/>
          </a:prstGeom>
        </p:spPr>
      </p:pic>
      <p:sp>
        <p:nvSpPr>
          <p:cNvPr id="155" name="Oval 154">
            <a:extLst>
              <a:ext uri="{FF2B5EF4-FFF2-40B4-BE49-F238E27FC236}">
                <a16:creationId xmlns:a16="http://schemas.microsoft.com/office/drawing/2014/main" id="{103D6EC8-D53F-8101-BD28-19EEBE5A6706}"/>
              </a:ext>
            </a:extLst>
          </p:cNvPr>
          <p:cNvSpPr/>
          <p:nvPr/>
        </p:nvSpPr>
        <p:spPr>
          <a:xfrm>
            <a:off x="4447696" y="1539569"/>
            <a:ext cx="3060000" cy="3060000"/>
          </a:xfrm>
          <a:prstGeom prst="ellipse">
            <a:avLst/>
          </a:prstGeom>
          <a:noFill/>
          <a:ln>
            <a:solidFill>
              <a:srgbClr val="96969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5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79" name="Arc 178">
            <a:extLst>
              <a:ext uri="{FF2B5EF4-FFF2-40B4-BE49-F238E27FC236}">
                <a16:creationId xmlns:a16="http://schemas.microsoft.com/office/drawing/2014/main" id="{989B2AD4-AFD9-2E31-003B-892409BD2DF4}"/>
              </a:ext>
            </a:extLst>
          </p:cNvPr>
          <p:cNvSpPr/>
          <p:nvPr/>
        </p:nvSpPr>
        <p:spPr>
          <a:xfrm rot="5400000" flipH="1">
            <a:off x="-1243213" y="1139972"/>
            <a:ext cx="3780000" cy="3780000"/>
          </a:xfrm>
          <a:prstGeom prst="arc">
            <a:avLst>
              <a:gd name="adj1" fmla="val 10738057"/>
              <a:gd name="adj2" fmla="val 0"/>
            </a:avLst>
          </a:prstGeom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2F939E5-6F11-03A6-EAF5-CDDB359E3639}"/>
              </a:ext>
            </a:extLst>
          </p:cNvPr>
          <p:cNvSpPr/>
          <p:nvPr/>
        </p:nvSpPr>
        <p:spPr>
          <a:xfrm rot="10800000">
            <a:off x="4885482" y="1983169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B7CFE2B-1591-EC1F-9424-B2DEFC7A2D45}"/>
              </a:ext>
            </a:extLst>
          </p:cNvPr>
          <p:cNvSpPr/>
          <p:nvPr/>
        </p:nvSpPr>
        <p:spPr>
          <a:xfrm rot="10800000">
            <a:off x="4607619" y="2386671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884DB9-9E56-73B1-6A21-6ED05452019C}"/>
              </a:ext>
            </a:extLst>
          </p:cNvPr>
          <p:cNvSpPr/>
          <p:nvPr/>
        </p:nvSpPr>
        <p:spPr>
          <a:xfrm rot="10800000">
            <a:off x="4527144" y="2856964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3798EB8-5CE6-C7DB-7BA6-81A0D9A8EE00}"/>
              </a:ext>
            </a:extLst>
          </p:cNvPr>
          <p:cNvSpPr/>
          <p:nvPr/>
        </p:nvSpPr>
        <p:spPr>
          <a:xfrm rot="10800000">
            <a:off x="4931441" y="3733977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D4D2CFD-B152-16F7-C90F-0C94E21D109D}"/>
              </a:ext>
            </a:extLst>
          </p:cNvPr>
          <p:cNvSpPr/>
          <p:nvPr/>
        </p:nvSpPr>
        <p:spPr>
          <a:xfrm rot="10800000">
            <a:off x="6642592" y="2039435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B0EE7D-FA08-4878-7551-153F9A7EB94B}"/>
              </a:ext>
            </a:extLst>
          </p:cNvPr>
          <p:cNvSpPr/>
          <p:nvPr/>
        </p:nvSpPr>
        <p:spPr>
          <a:xfrm rot="10800000">
            <a:off x="6894796" y="2556228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F9389E-EFCF-CDC6-418B-7AB927D080F0}"/>
              </a:ext>
            </a:extLst>
          </p:cNvPr>
          <p:cNvSpPr/>
          <p:nvPr/>
        </p:nvSpPr>
        <p:spPr>
          <a:xfrm rot="10800000">
            <a:off x="6954458" y="3100525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538CE9C-059D-D872-F677-EF61D7CC326C}"/>
              </a:ext>
            </a:extLst>
          </p:cNvPr>
          <p:cNvSpPr/>
          <p:nvPr/>
        </p:nvSpPr>
        <p:spPr>
          <a:xfrm rot="10800000">
            <a:off x="6547436" y="3728063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E5A67F5-AA1F-811D-8D1E-90C0ADD4F353}"/>
              </a:ext>
            </a:extLst>
          </p:cNvPr>
          <p:cNvGrpSpPr/>
          <p:nvPr/>
        </p:nvGrpSpPr>
        <p:grpSpPr>
          <a:xfrm>
            <a:off x="5371551" y="2450009"/>
            <a:ext cx="1231209" cy="1213200"/>
            <a:chOff x="3039261" y="609049"/>
            <a:chExt cx="1231209" cy="1213200"/>
          </a:xfrm>
          <a:solidFill>
            <a:schemeClr val="bg2">
              <a:lumMod val="20000"/>
              <a:lumOff val="80000"/>
            </a:schemeClr>
          </a:solidFill>
          <a:effectLst>
            <a:glow rad="139700">
              <a:schemeClr val="tx1">
                <a:alpha val="40000"/>
              </a:schemeClr>
            </a:glow>
          </a:effectLst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B79B00-F5C4-4571-E1FB-61FFAFFE386C}"/>
                </a:ext>
              </a:extLst>
            </p:cNvPr>
            <p:cNvSpPr/>
            <p:nvPr/>
          </p:nvSpPr>
          <p:spPr>
            <a:xfrm>
              <a:off x="3689060" y="609744"/>
              <a:ext cx="581410" cy="1212505"/>
            </a:xfrm>
            <a:custGeom>
              <a:avLst/>
              <a:gdLst>
                <a:gd name="connsiteX0" fmla="*/ 87019 w 581410"/>
                <a:gd name="connsiteY0" fmla="*/ 1206638 h 1212505"/>
                <a:gd name="connsiteX1" fmla="*/ 243242 w 581410"/>
                <a:gd name="connsiteY1" fmla="*/ 1125716 h 1212505"/>
                <a:gd name="connsiteX2" fmla="*/ 243338 w 581410"/>
                <a:gd name="connsiteY2" fmla="*/ 1125413 h 1212505"/>
                <a:gd name="connsiteX3" fmla="*/ 282412 w 581410"/>
                <a:gd name="connsiteY3" fmla="*/ 1129650 h 1212505"/>
                <a:gd name="connsiteX4" fmla="*/ 282619 w 581410"/>
                <a:gd name="connsiteY4" fmla="*/ 1129650 h 1212505"/>
                <a:gd name="connsiteX5" fmla="*/ 465000 w 581410"/>
                <a:gd name="connsiteY5" fmla="*/ 947288 h 1212505"/>
                <a:gd name="connsiteX6" fmla="*/ 465000 w 581410"/>
                <a:gd name="connsiteY6" fmla="*/ 945225 h 1212505"/>
                <a:gd name="connsiteX7" fmla="*/ 563381 w 581410"/>
                <a:gd name="connsiteY7" fmla="*/ 681504 h 1212505"/>
                <a:gd name="connsiteX8" fmla="*/ 520856 w 581410"/>
                <a:gd name="connsiteY8" fmla="*/ 621263 h 1212505"/>
                <a:gd name="connsiteX9" fmla="*/ 528563 w 581410"/>
                <a:gd name="connsiteY9" fmla="*/ 607162 h 1212505"/>
                <a:gd name="connsiteX10" fmla="*/ 441900 w 581410"/>
                <a:gd name="connsiteY10" fmla="*/ 352275 h 1212505"/>
                <a:gd name="connsiteX11" fmla="*/ 443119 w 581410"/>
                <a:gd name="connsiteY11" fmla="*/ 347981 h 1212505"/>
                <a:gd name="connsiteX12" fmla="*/ 331749 w 581410"/>
                <a:gd name="connsiteY12" fmla="*/ 155083 h 1212505"/>
                <a:gd name="connsiteX13" fmla="*/ 331669 w 581410"/>
                <a:gd name="connsiteY13" fmla="*/ 155063 h 1212505"/>
                <a:gd name="connsiteX14" fmla="*/ 166144 w 581410"/>
                <a:gd name="connsiteY14" fmla="*/ 0 h 1212505"/>
                <a:gd name="connsiteX15" fmla="*/ 166144 w 581410"/>
                <a:gd name="connsiteY15" fmla="*/ 0 h 1212505"/>
                <a:gd name="connsiteX16" fmla="*/ 0 w 581410"/>
                <a:gd name="connsiteY16" fmla="*/ 166069 h 1212505"/>
                <a:gd name="connsiteX17" fmla="*/ 0 w 581410"/>
                <a:gd name="connsiteY17" fmla="*/ 166163 h 1212505"/>
                <a:gd name="connsiteX18" fmla="*/ 0 w 581410"/>
                <a:gd name="connsiteY18" fmla="*/ 1088100 h 1212505"/>
                <a:gd name="connsiteX19" fmla="*/ 87019 w 581410"/>
                <a:gd name="connsiteY19" fmla="*/ 1206638 h 1212505"/>
                <a:gd name="connsiteX20" fmla="*/ 37500 w 581410"/>
                <a:gd name="connsiteY20" fmla="*/ 166144 h 1212505"/>
                <a:gd name="connsiteX21" fmla="*/ 165883 w 581410"/>
                <a:gd name="connsiteY21" fmla="*/ 37577 h 1212505"/>
                <a:gd name="connsiteX22" fmla="*/ 294169 w 581410"/>
                <a:gd name="connsiteY22" fmla="*/ 157556 h 1212505"/>
                <a:gd name="connsiteX23" fmla="*/ 295931 w 581410"/>
                <a:gd name="connsiteY23" fmla="*/ 184369 h 1212505"/>
                <a:gd name="connsiteX24" fmla="*/ 321900 w 581410"/>
                <a:gd name="connsiteY24" fmla="*/ 191306 h 1212505"/>
                <a:gd name="connsiteX25" fmla="*/ 406875 w 581410"/>
                <a:gd name="connsiteY25" fmla="*/ 338325 h 1212505"/>
                <a:gd name="connsiteX26" fmla="*/ 405938 w 581410"/>
                <a:gd name="connsiteY26" fmla="*/ 341588 h 1212505"/>
                <a:gd name="connsiteX27" fmla="*/ 396900 w 581410"/>
                <a:gd name="connsiteY27" fmla="*/ 371944 h 1212505"/>
                <a:gd name="connsiteX28" fmla="*/ 425306 w 581410"/>
                <a:gd name="connsiteY28" fmla="*/ 385950 h 1212505"/>
                <a:gd name="connsiteX29" fmla="*/ 494906 w 581410"/>
                <a:gd name="connsiteY29" fmla="*/ 590606 h 1212505"/>
                <a:gd name="connsiteX30" fmla="*/ 488719 w 581410"/>
                <a:gd name="connsiteY30" fmla="*/ 601856 h 1212505"/>
                <a:gd name="connsiteX31" fmla="*/ 473363 w 581410"/>
                <a:gd name="connsiteY31" fmla="*/ 627375 h 1212505"/>
                <a:gd name="connsiteX32" fmla="*/ 491756 w 581410"/>
                <a:gd name="connsiteY32" fmla="*/ 645225 h 1212505"/>
                <a:gd name="connsiteX33" fmla="*/ 501713 w 581410"/>
                <a:gd name="connsiteY33" fmla="*/ 872888 h 1212505"/>
                <a:gd name="connsiteX34" fmla="*/ 449419 w 581410"/>
                <a:gd name="connsiteY34" fmla="*/ 911044 h 1212505"/>
                <a:gd name="connsiteX35" fmla="*/ 427481 w 581410"/>
                <a:gd name="connsiteY35" fmla="*/ 921056 h 1212505"/>
                <a:gd name="connsiteX36" fmla="*/ 427481 w 581410"/>
                <a:gd name="connsiteY36" fmla="*/ 946838 h 1212505"/>
                <a:gd name="connsiteX37" fmla="*/ 282771 w 581410"/>
                <a:gd name="connsiteY37" fmla="*/ 1092039 h 1212505"/>
                <a:gd name="connsiteX38" fmla="*/ 251419 w 581410"/>
                <a:gd name="connsiteY38" fmla="*/ 1088663 h 1212505"/>
                <a:gd name="connsiteX39" fmla="*/ 217950 w 581410"/>
                <a:gd name="connsiteY39" fmla="*/ 1081331 h 1212505"/>
                <a:gd name="connsiteX40" fmla="*/ 208575 w 581410"/>
                <a:gd name="connsiteY40" fmla="*/ 1110956 h 1212505"/>
                <a:gd name="connsiteX41" fmla="*/ 160369 w 581410"/>
                <a:gd name="connsiteY41" fmla="*/ 1167206 h 1212505"/>
                <a:gd name="connsiteX42" fmla="*/ 45229 w 581410"/>
                <a:gd name="connsiteY42" fmla="*/ 1123766 h 1212505"/>
                <a:gd name="connsiteX43" fmla="*/ 37500 w 581410"/>
                <a:gd name="connsiteY43" fmla="*/ 1088100 h 121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81410" h="1212505">
                  <a:moveTo>
                    <a:pt x="87019" y="1206638"/>
                  </a:moveTo>
                  <a:cubicBezTo>
                    <a:pt x="152505" y="1227431"/>
                    <a:pt x="222448" y="1191203"/>
                    <a:pt x="243242" y="1125716"/>
                  </a:cubicBezTo>
                  <a:cubicBezTo>
                    <a:pt x="243274" y="1125615"/>
                    <a:pt x="243306" y="1125514"/>
                    <a:pt x="243338" y="1125413"/>
                  </a:cubicBezTo>
                  <a:cubicBezTo>
                    <a:pt x="256172" y="1128229"/>
                    <a:pt x="269272" y="1129648"/>
                    <a:pt x="282412" y="1129650"/>
                  </a:cubicBezTo>
                  <a:lnTo>
                    <a:pt x="282619" y="1129650"/>
                  </a:lnTo>
                  <a:cubicBezTo>
                    <a:pt x="383231" y="1129393"/>
                    <a:pt x="464732" y="1047900"/>
                    <a:pt x="465000" y="947288"/>
                  </a:cubicBezTo>
                  <a:lnTo>
                    <a:pt x="465000" y="945225"/>
                  </a:lnTo>
                  <a:cubicBezTo>
                    <a:pt x="564992" y="899567"/>
                    <a:pt x="609038" y="781496"/>
                    <a:pt x="563381" y="681504"/>
                  </a:cubicBezTo>
                  <a:cubicBezTo>
                    <a:pt x="553082" y="658950"/>
                    <a:pt x="538659" y="638520"/>
                    <a:pt x="520856" y="621263"/>
                  </a:cubicBezTo>
                  <a:cubicBezTo>
                    <a:pt x="523631" y="616688"/>
                    <a:pt x="526200" y="611987"/>
                    <a:pt x="528563" y="607162"/>
                  </a:cubicBezTo>
                  <a:cubicBezTo>
                    <a:pt x="574993" y="512844"/>
                    <a:pt x="536198" y="398745"/>
                    <a:pt x="441900" y="352275"/>
                  </a:cubicBezTo>
                  <a:cubicBezTo>
                    <a:pt x="442331" y="350850"/>
                    <a:pt x="442744" y="349425"/>
                    <a:pt x="443119" y="347981"/>
                  </a:cubicBezTo>
                  <a:cubicBezTo>
                    <a:pt x="465632" y="263961"/>
                    <a:pt x="415770" y="177598"/>
                    <a:pt x="331749" y="155083"/>
                  </a:cubicBezTo>
                  <a:cubicBezTo>
                    <a:pt x="331723" y="155078"/>
                    <a:pt x="331695" y="155070"/>
                    <a:pt x="331669" y="155063"/>
                  </a:cubicBezTo>
                  <a:cubicBezTo>
                    <a:pt x="325924" y="67858"/>
                    <a:pt x="253537" y="49"/>
                    <a:pt x="166144" y="0"/>
                  </a:cubicBezTo>
                  <a:lnTo>
                    <a:pt x="166144" y="0"/>
                  </a:lnTo>
                  <a:cubicBezTo>
                    <a:pt x="74406" y="-21"/>
                    <a:pt x="21" y="74331"/>
                    <a:pt x="0" y="166069"/>
                  </a:cubicBezTo>
                  <a:cubicBezTo>
                    <a:pt x="0" y="166101"/>
                    <a:pt x="0" y="166131"/>
                    <a:pt x="0" y="166163"/>
                  </a:cubicBezTo>
                  <a:lnTo>
                    <a:pt x="0" y="1088100"/>
                  </a:lnTo>
                  <a:cubicBezTo>
                    <a:pt x="111" y="1142342"/>
                    <a:pt x="35303" y="1190280"/>
                    <a:pt x="87019" y="1206638"/>
                  </a:cubicBezTo>
                  <a:close/>
                  <a:moveTo>
                    <a:pt x="37500" y="166144"/>
                  </a:moveTo>
                  <a:cubicBezTo>
                    <a:pt x="37449" y="95188"/>
                    <a:pt x="94929" y="37628"/>
                    <a:pt x="165883" y="37577"/>
                  </a:cubicBezTo>
                  <a:cubicBezTo>
                    <a:pt x="233576" y="37528"/>
                    <a:pt x="289693" y="90013"/>
                    <a:pt x="294169" y="157556"/>
                  </a:cubicBezTo>
                  <a:lnTo>
                    <a:pt x="295931" y="184369"/>
                  </a:lnTo>
                  <a:lnTo>
                    <a:pt x="321900" y="191306"/>
                  </a:lnTo>
                  <a:cubicBezTo>
                    <a:pt x="385909" y="208511"/>
                    <a:pt x="423919" y="274273"/>
                    <a:pt x="406875" y="338325"/>
                  </a:cubicBezTo>
                  <a:cubicBezTo>
                    <a:pt x="406575" y="339413"/>
                    <a:pt x="406275" y="340500"/>
                    <a:pt x="405938" y="341588"/>
                  </a:cubicBezTo>
                  <a:lnTo>
                    <a:pt x="396900" y="371944"/>
                  </a:lnTo>
                  <a:lnTo>
                    <a:pt x="425306" y="385950"/>
                  </a:lnTo>
                  <a:cubicBezTo>
                    <a:pt x="500957" y="423317"/>
                    <a:pt x="532091" y="514866"/>
                    <a:pt x="494906" y="590606"/>
                  </a:cubicBezTo>
                  <a:cubicBezTo>
                    <a:pt x="493031" y="594356"/>
                    <a:pt x="490931" y="598275"/>
                    <a:pt x="488719" y="601856"/>
                  </a:cubicBezTo>
                  <a:lnTo>
                    <a:pt x="473363" y="627375"/>
                  </a:lnTo>
                  <a:lnTo>
                    <a:pt x="491756" y="645225"/>
                  </a:lnTo>
                  <a:cubicBezTo>
                    <a:pt x="554529" y="706641"/>
                    <a:pt x="558885" y="806226"/>
                    <a:pt x="501713" y="872888"/>
                  </a:cubicBezTo>
                  <a:cubicBezTo>
                    <a:pt x="487044" y="889016"/>
                    <a:pt x="469254" y="901997"/>
                    <a:pt x="449419" y="911044"/>
                  </a:cubicBezTo>
                  <a:lnTo>
                    <a:pt x="427481" y="921056"/>
                  </a:lnTo>
                  <a:lnTo>
                    <a:pt x="427481" y="946838"/>
                  </a:lnTo>
                  <a:cubicBezTo>
                    <a:pt x="427616" y="1026894"/>
                    <a:pt x="362828" y="1091904"/>
                    <a:pt x="282771" y="1092039"/>
                  </a:cubicBezTo>
                  <a:cubicBezTo>
                    <a:pt x="272229" y="1092056"/>
                    <a:pt x="261716" y="1090926"/>
                    <a:pt x="251419" y="1088663"/>
                  </a:cubicBezTo>
                  <a:lnTo>
                    <a:pt x="217950" y="1081331"/>
                  </a:lnTo>
                  <a:lnTo>
                    <a:pt x="208575" y="1110956"/>
                  </a:lnTo>
                  <a:cubicBezTo>
                    <a:pt x="199928" y="1134971"/>
                    <a:pt x="182777" y="1154983"/>
                    <a:pt x="160369" y="1167206"/>
                  </a:cubicBezTo>
                  <a:cubicBezTo>
                    <a:pt x="116578" y="1187006"/>
                    <a:pt x="65027" y="1167557"/>
                    <a:pt x="45229" y="1123766"/>
                  </a:cubicBezTo>
                  <a:cubicBezTo>
                    <a:pt x="40161" y="1112558"/>
                    <a:pt x="37526" y="1100402"/>
                    <a:pt x="37500" y="1088100"/>
                  </a:cubicBezTo>
                  <a:close/>
                </a:path>
              </a:pathLst>
            </a:custGeom>
            <a:grpFill/>
            <a:ln w="18653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93D55B7-74EB-FE21-47ED-CCE6F638B8C6}"/>
                </a:ext>
              </a:extLst>
            </p:cNvPr>
            <p:cNvSpPr/>
            <p:nvPr/>
          </p:nvSpPr>
          <p:spPr>
            <a:xfrm>
              <a:off x="3039261" y="609049"/>
              <a:ext cx="579600" cy="1213200"/>
            </a:xfrm>
            <a:custGeom>
              <a:avLst/>
              <a:gdLst>
                <a:gd name="connsiteX0" fmla="*/ 0 w 295275"/>
                <a:gd name="connsiteY0" fmla="*/ 387988 h 615782"/>
                <a:gd name="connsiteX1" fmla="*/ 30728 w 295275"/>
                <a:gd name="connsiteY1" fmla="*/ 315417 h 615782"/>
                <a:gd name="connsiteX2" fmla="*/ 63714 w 295275"/>
                <a:gd name="connsiteY2" fmla="*/ 182690 h 615782"/>
                <a:gd name="connsiteX3" fmla="*/ 70837 w 295275"/>
                <a:gd name="connsiteY3" fmla="*/ 178800 h 615782"/>
                <a:gd name="connsiteX4" fmla="*/ 124659 w 295275"/>
                <a:gd name="connsiteY4" fmla="*/ 79269 h 615782"/>
                <a:gd name="connsiteX5" fmla="*/ 126835 w 295275"/>
                <a:gd name="connsiteY5" fmla="*/ 78654 h 615782"/>
                <a:gd name="connsiteX6" fmla="*/ 216624 w 295275"/>
                <a:gd name="connsiteY6" fmla="*/ 194 h 615782"/>
                <a:gd name="connsiteX7" fmla="*/ 295275 w 295275"/>
                <a:gd name="connsiteY7" fmla="*/ 84274 h 615782"/>
                <a:gd name="connsiteX8" fmla="*/ 295275 w 295275"/>
                <a:gd name="connsiteY8" fmla="*/ 552494 h 615782"/>
                <a:gd name="connsiteX9" fmla="*/ 232014 w 295275"/>
                <a:gd name="connsiteY9" fmla="*/ 615782 h 615782"/>
                <a:gd name="connsiteX10" fmla="*/ 171622 w 295275"/>
                <a:gd name="connsiteY10" fmla="*/ 571430 h 615782"/>
                <a:gd name="connsiteX11" fmla="*/ 61216 w 295275"/>
                <a:gd name="connsiteY11" fmla="*/ 500820 h 615782"/>
                <a:gd name="connsiteX12" fmla="*/ 59055 w 295275"/>
                <a:gd name="connsiteY12" fmla="*/ 480790 h 615782"/>
                <a:gd name="connsiteX13" fmla="*/ 59055 w 295275"/>
                <a:gd name="connsiteY13" fmla="*/ 479952 h 615782"/>
                <a:gd name="connsiteX14" fmla="*/ 0 w 295275"/>
                <a:gd name="connsiteY14" fmla="*/ 387988 h 61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5275" h="615782">
                  <a:moveTo>
                    <a:pt x="0" y="387988"/>
                  </a:moveTo>
                  <a:cubicBezTo>
                    <a:pt x="-22" y="360632"/>
                    <a:pt x="11068" y="334439"/>
                    <a:pt x="30728" y="315417"/>
                  </a:cubicBezTo>
                  <a:cubicBezTo>
                    <a:pt x="3185" y="269656"/>
                    <a:pt x="17954" y="210232"/>
                    <a:pt x="63714" y="182690"/>
                  </a:cubicBezTo>
                  <a:cubicBezTo>
                    <a:pt x="66033" y="181294"/>
                    <a:pt x="68410" y="179996"/>
                    <a:pt x="70837" y="178800"/>
                  </a:cubicBezTo>
                  <a:cubicBezTo>
                    <a:pt x="58215" y="136453"/>
                    <a:pt x="82312" y="91891"/>
                    <a:pt x="124659" y="79269"/>
                  </a:cubicBezTo>
                  <a:cubicBezTo>
                    <a:pt x="125381" y="79054"/>
                    <a:pt x="126107" y="78849"/>
                    <a:pt x="126835" y="78654"/>
                  </a:cubicBezTo>
                  <a:cubicBezTo>
                    <a:pt x="129963" y="32193"/>
                    <a:pt x="170163" y="-2934"/>
                    <a:pt x="216624" y="194"/>
                  </a:cubicBezTo>
                  <a:cubicBezTo>
                    <a:pt x="260875" y="3173"/>
                    <a:pt x="295251" y="39923"/>
                    <a:pt x="295275" y="84274"/>
                  </a:cubicBezTo>
                  <a:lnTo>
                    <a:pt x="295275" y="552494"/>
                  </a:lnTo>
                  <a:cubicBezTo>
                    <a:pt x="295283" y="587440"/>
                    <a:pt x="266959" y="615774"/>
                    <a:pt x="232014" y="615782"/>
                  </a:cubicBezTo>
                  <a:cubicBezTo>
                    <a:pt x="204352" y="615788"/>
                    <a:pt x="179894" y="597826"/>
                    <a:pt x="171622" y="571430"/>
                  </a:cubicBezTo>
                  <a:cubicBezTo>
                    <a:pt x="121635" y="582419"/>
                    <a:pt x="72205" y="550806"/>
                    <a:pt x="61216" y="500820"/>
                  </a:cubicBezTo>
                  <a:cubicBezTo>
                    <a:pt x="59770" y="494242"/>
                    <a:pt x="59046" y="487525"/>
                    <a:pt x="59055" y="480790"/>
                  </a:cubicBezTo>
                  <a:cubicBezTo>
                    <a:pt x="59055" y="480504"/>
                    <a:pt x="59055" y="480228"/>
                    <a:pt x="59055" y="479952"/>
                  </a:cubicBezTo>
                  <a:cubicBezTo>
                    <a:pt x="23082" y="463481"/>
                    <a:pt x="11" y="427553"/>
                    <a:pt x="0" y="387988"/>
                  </a:cubicBezTo>
                  <a:close/>
                </a:path>
              </a:pathLst>
            </a:custGeom>
            <a:grpFill/>
            <a:ln w="9525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C80424E-1B55-1223-F043-1D30314F70AD}"/>
                </a:ext>
              </a:extLst>
            </p:cNvPr>
            <p:cNvCxnSpPr>
              <a:cxnSpLocks/>
            </p:cNvCxnSpPr>
            <p:nvPr/>
          </p:nvCxnSpPr>
          <p:spPr>
            <a:xfrm>
              <a:off x="4040590" y="1350471"/>
              <a:ext cx="119954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73B375D-107F-A8C4-0E69-3CA3D2EE3E9A}"/>
                </a:ext>
              </a:extLst>
            </p:cNvPr>
            <p:cNvCxnSpPr>
              <a:cxnSpLocks/>
            </p:cNvCxnSpPr>
            <p:nvPr/>
          </p:nvCxnSpPr>
          <p:spPr>
            <a:xfrm>
              <a:off x="3859612" y="1448133"/>
              <a:ext cx="133228" cy="153699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FC4286E-523E-69CF-F23C-1E9E84E690AA}"/>
                </a:ext>
              </a:extLst>
            </p:cNvPr>
            <p:cNvCxnSpPr>
              <a:cxnSpLocks/>
            </p:cNvCxnSpPr>
            <p:nvPr/>
          </p:nvCxnSpPr>
          <p:spPr>
            <a:xfrm>
              <a:off x="3952781" y="1236758"/>
              <a:ext cx="234000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9B28948-37C3-7DC4-AC04-C01AC3A67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363" y="1139764"/>
              <a:ext cx="159188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6597F1F-7EDD-A984-840C-77095806F41D}"/>
                </a:ext>
              </a:extLst>
            </p:cNvPr>
            <p:cNvCxnSpPr>
              <a:cxnSpLocks/>
            </p:cNvCxnSpPr>
            <p:nvPr/>
          </p:nvCxnSpPr>
          <p:spPr>
            <a:xfrm>
              <a:off x="4116551" y="1136473"/>
              <a:ext cx="64807" cy="8910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63143E3-8335-87BA-CFF0-CED612E3F57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864581" y="1324958"/>
              <a:ext cx="180000" cy="360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770214B-E8E8-4D2B-4846-2527E292846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977730" y="1394826"/>
              <a:ext cx="85387" cy="126702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86912F5-7998-D29B-F2A6-3B128A204E6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571634" y="1289817"/>
              <a:ext cx="411787" cy="4983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34DCFEB-7726-B173-541B-BB63F4D8F3C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01669" y="1576552"/>
              <a:ext cx="156700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C81CAC7-BB62-BCB1-C14F-F4071F5B4AC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96479" y="998646"/>
              <a:ext cx="117288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91098A1-0446-32F2-8A73-48B8538303A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77335" y="1044173"/>
              <a:ext cx="63366" cy="91126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F1D2B620-B4AA-03EC-1864-E7358F908D1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02632" y="1281150"/>
              <a:ext cx="319465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BC5AAFF-259A-3CE1-44D8-39952EAEAD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677370" y="824026"/>
              <a:ext cx="369990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621105B-E5C9-FAF9-DE58-730BA7CEFF7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48740" y="793759"/>
              <a:ext cx="63366" cy="91126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6DCF3D9-D875-1CE4-3923-FEAC8A767DF3}"/>
              </a:ext>
            </a:extLst>
          </p:cNvPr>
          <p:cNvSpPr txBox="1"/>
          <p:nvPr/>
        </p:nvSpPr>
        <p:spPr>
          <a:xfrm>
            <a:off x="-78282" y="3520739"/>
            <a:ext cx="21171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Business </a:t>
            </a:r>
            <a:b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</a:b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Intelligence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78E29D-E8DB-60B0-9C77-0385FE2515DA}"/>
              </a:ext>
            </a:extLst>
          </p:cNvPr>
          <p:cNvSpPr txBox="1"/>
          <p:nvPr/>
        </p:nvSpPr>
        <p:spPr>
          <a:xfrm>
            <a:off x="10202538" y="3485667"/>
            <a:ext cx="21171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AuxoAI’s</a:t>
            </a:r>
            <a:b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</a:b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AI Capability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1EE804-259B-16CD-058D-FA79D8B7B53C}"/>
              </a:ext>
            </a:extLst>
          </p:cNvPr>
          <p:cNvSpPr txBox="1"/>
          <p:nvPr/>
        </p:nvSpPr>
        <p:spPr>
          <a:xfrm>
            <a:off x="4432209" y="1547514"/>
            <a:ext cx="3060000" cy="3060000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343434"/>
                </a:highlight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Enhanced human potential</a:t>
            </a:r>
          </a:p>
        </p:txBody>
      </p:sp>
      <p:pic>
        <p:nvPicPr>
          <p:cNvPr id="22" name="Graphic 21" descr="Head with gears outline">
            <a:extLst>
              <a:ext uri="{FF2B5EF4-FFF2-40B4-BE49-F238E27FC236}">
                <a16:creationId xmlns:a16="http://schemas.microsoft.com/office/drawing/2014/main" id="{D1583F82-F64C-D593-6D90-023B545CB1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5644" y="1934253"/>
            <a:ext cx="1490400" cy="1490400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B65A893-EA6C-A058-47E7-8D784EF128D0}"/>
              </a:ext>
            </a:extLst>
          </p:cNvPr>
          <p:cNvCxnSpPr>
            <a:cxnSpLocks/>
          </p:cNvCxnSpPr>
          <p:nvPr/>
        </p:nvCxnSpPr>
        <p:spPr>
          <a:xfrm flipV="1">
            <a:off x="8766868" y="2049473"/>
            <a:ext cx="411667" cy="230741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5BF831C-988C-E01C-D190-A93BA028C955}"/>
              </a:ext>
            </a:extLst>
          </p:cNvPr>
          <p:cNvCxnSpPr>
            <a:cxnSpLocks/>
          </p:cNvCxnSpPr>
          <p:nvPr/>
        </p:nvCxnSpPr>
        <p:spPr>
          <a:xfrm>
            <a:off x="7978684" y="3953063"/>
            <a:ext cx="1616490" cy="0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CE6648-EF65-C3E1-67A6-018873BDD863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5962209" y="4607514"/>
            <a:ext cx="0" cy="270065"/>
          </a:xfrm>
          <a:prstGeom prst="line">
            <a:avLst/>
          </a:prstGeom>
          <a:ln w="12700">
            <a:solidFill>
              <a:srgbClr val="8E8E8E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4A24CA4-5128-3F21-633C-1992AABCCCE1}"/>
              </a:ext>
            </a:extLst>
          </p:cNvPr>
          <p:cNvSpPr/>
          <p:nvPr/>
        </p:nvSpPr>
        <p:spPr>
          <a:xfrm>
            <a:off x="5956433" y="5192695"/>
            <a:ext cx="1766111" cy="62031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/>
              <a:t>Competitive Intel Co-pilot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BA3E12-4449-E580-C692-608B706DE688}"/>
              </a:ext>
            </a:extLst>
          </p:cNvPr>
          <p:cNvSpPr/>
          <p:nvPr/>
        </p:nvSpPr>
        <p:spPr>
          <a:xfrm>
            <a:off x="2172593" y="5192695"/>
            <a:ext cx="1766111" cy="62031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Sales Experience Co-Pilot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FA6106-5796-5738-268C-BFB408A4DCB2}"/>
              </a:ext>
            </a:extLst>
          </p:cNvPr>
          <p:cNvSpPr/>
          <p:nvPr/>
        </p:nvSpPr>
        <p:spPr>
          <a:xfrm>
            <a:off x="7848353" y="5192695"/>
            <a:ext cx="1766111" cy="62031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/>
              <a:t>Contract Authoring Co-pilot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38FC68-BD50-15DD-0CA1-2EC24E9D5C8E}"/>
              </a:ext>
            </a:extLst>
          </p:cNvPr>
          <p:cNvSpPr/>
          <p:nvPr/>
        </p:nvSpPr>
        <p:spPr>
          <a:xfrm>
            <a:off x="4064513" y="5192695"/>
            <a:ext cx="1766111" cy="62031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Pricing Co-Pilot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9BD55653-E6AD-4720-0180-72C14FAC57BB}"/>
              </a:ext>
            </a:extLst>
          </p:cNvPr>
          <p:cNvSpPr txBox="1">
            <a:spLocks/>
          </p:cNvSpPr>
          <p:nvPr/>
        </p:nvSpPr>
        <p:spPr>
          <a:xfrm>
            <a:off x="1004884" y="312900"/>
            <a:ext cx="11187116" cy="866548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defTabSz="9144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800" b="0">
                <a:solidFill>
                  <a:schemeClr val="bg2"/>
                </a:solidFill>
                <a:latin typeface="+mj-lt"/>
                <a:cs typeface="Helvetica"/>
              </a:rPr>
              <a:t>Business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Helvetica"/>
              </a:rPr>
              <a:t> Co-Pilots to </a:t>
            </a:r>
            <a:r>
              <a:rPr lang="en-US" sz="2800" b="0">
                <a:solidFill>
                  <a:schemeClr val="bg2"/>
                </a:solidFill>
                <a:effectLst/>
                <a:latin typeface="+mj-lt"/>
                <a:ea typeface="Roboto"/>
                <a:cs typeface="Roboto"/>
              </a:rPr>
              <a:t>key employee roles that</a:t>
            </a:r>
            <a:r>
              <a:rPr lang="en-US" sz="2800" b="0">
                <a:solidFill>
                  <a:schemeClr val="bg2"/>
                </a:solidFill>
                <a:latin typeface="+mj-lt"/>
                <a:ea typeface="Roboto"/>
                <a:cs typeface="Roboto"/>
              </a:rPr>
              <a:t> </a:t>
            </a:r>
            <a:r>
              <a:rPr lang="en-US" sz="2800" b="0">
                <a:solidFill>
                  <a:schemeClr val="bg2"/>
                </a:solidFill>
                <a:effectLst/>
                <a:latin typeface="+mj-lt"/>
                <a:ea typeface="Roboto"/>
                <a:cs typeface="Roboto"/>
              </a:rPr>
              <a:t>drive speed and meaningfully impact business metrics</a:t>
            </a:r>
            <a:r>
              <a:rPr lang="en-US" sz="2800" b="0">
                <a:solidFill>
                  <a:schemeClr val="bg2"/>
                </a:solidFill>
                <a:latin typeface="+mj-lt"/>
                <a:cs typeface="Helvetica"/>
              </a:rPr>
              <a:t> 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n-e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98009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9C8F4-FCBD-9C03-09F7-E8825BC29E19}"/>
              </a:ext>
            </a:extLst>
          </p:cNvPr>
          <p:cNvSpPr txBox="1"/>
          <p:nvPr/>
        </p:nvSpPr>
        <p:spPr>
          <a:xfrm>
            <a:off x="4942703" y="1593374"/>
            <a:ext cx="48257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Appendix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275C8-5E23-03C5-B039-D638A5878B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1702343" y="1902603"/>
            <a:ext cx="2640409" cy="264405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A465E2-EEBE-8DEE-805D-45DE1A03A12D}"/>
              </a:ext>
            </a:extLst>
          </p:cNvPr>
          <p:cNvCxnSpPr>
            <a:cxnSpLocks/>
          </p:cNvCxnSpPr>
          <p:nvPr/>
        </p:nvCxnSpPr>
        <p:spPr>
          <a:xfrm>
            <a:off x="4990518" y="3717032"/>
            <a:ext cx="4553338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C5415F3-B932-9452-8337-889DCE873C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518" y="4027998"/>
            <a:ext cx="3010795" cy="5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72611"/>
      </p:ext>
    </p:extLst>
  </p:cSld>
  <p:clrMapOvr>
    <a:masterClrMapping/>
  </p:clrMapOvr>
</p:sld>
</file>

<file path=ppt/theme/theme1.xml><?xml version="1.0" encoding="utf-8"?>
<a:theme xmlns:a="http://schemas.openxmlformats.org/drawingml/2006/main" name="Images">
  <a:themeElements>
    <a:clrScheme name="Auxo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Helvetica light">
      <a:majorFont>
        <a:latin typeface="Helvetica light"/>
        <a:ea typeface=""/>
        <a:cs typeface=""/>
      </a:majorFont>
      <a:minorFont>
        <a:latin typeface="Helvetic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Auxo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Helvetica light">
      <a:majorFont>
        <a:latin typeface="Helvetica light"/>
        <a:ea typeface=""/>
        <a:cs typeface=""/>
      </a:majorFont>
      <a:minorFont>
        <a:latin typeface="Helvetic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Images">
  <a:themeElements>
    <a:clrScheme name="yellow blue">
      <a:dk1>
        <a:srgbClr val="12207C"/>
      </a:dk1>
      <a:lt1>
        <a:srgbClr val="FEFFFF"/>
      </a:lt1>
      <a:dk2>
        <a:srgbClr val="000000"/>
      </a:dk2>
      <a:lt2>
        <a:srgbClr val="91B94C"/>
      </a:lt2>
      <a:accent1>
        <a:srgbClr val="C5CCFC"/>
      </a:accent1>
      <a:accent2>
        <a:srgbClr val="91B94C"/>
      </a:accent2>
      <a:accent3>
        <a:srgbClr val="D3E9AB"/>
      </a:accent3>
      <a:accent4>
        <a:srgbClr val="91B94C"/>
      </a:accent4>
      <a:accent5>
        <a:srgbClr val="12207C"/>
      </a:accent5>
      <a:accent6>
        <a:srgbClr val="91B94C"/>
      </a:accent6>
      <a:hlink>
        <a:srgbClr val="12207C"/>
      </a:hlink>
      <a:folHlink>
        <a:srgbClr val="91B94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Design">
  <a:themeElements>
    <a:clrScheme name="Custom 7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Custom Design">
  <a:themeElements>
    <a:clrScheme name="Custom 7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Helvetica light">
      <a:majorFont>
        <a:latin typeface="Helvetica light"/>
        <a:ea typeface=""/>
        <a:cs typeface=""/>
      </a:majorFont>
      <a:minorFont>
        <a:latin typeface="Helvetic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Custom 7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Helvetica light">
      <a:majorFont>
        <a:latin typeface="Helvetica light"/>
        <a:ea typeface=""/>
        <a:cs typeface=""/>
      </a:majorFont>
      <a:minorFont>
        <a:latin typeface="Helvetic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E9172D96F9FE45AC29174293285FBA" ma:contentTypeVersion="3" ma:contentTypeDescription="Create a new document." ma:contentTypeScope="" ma:versionID="66afa27dec4314cb97ac54924c66f136">
  <xsd:schema xmlns:xsd="http://www.w3.org/2001/XMLSchema" xmlns:xs="http://www.w3.org/2001/XMLSchema" xmlns:p="http://schemas.microsoft.com/office/2006/metadata/properties" xmlns:ns2="146ceb4b-6c95-4a0c-aa6e-ec7aed300d6c" targetNamespace="http://schemas.microsoft.com/office/2006/metadata/properties" ma:root="true" ma:fieldsID="00454e5a9dd9b739a90ee9c01efb9c14" ns2:_="">
    <xsd:import namespace="146ceb4b-6c95-4a0c-aa6e-ec7aed300d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6ceb4b-6c95-4a0c-aa6e-ec7aed300d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ED546A-B36E-48C4-9B24-090822F6D16A}">
  <ds:schemaRefs>
    <ds:schemaRef ds:uri="28908500-976f-4e25-ad31-764d294f3e02"/>
    <ds:schemaRef ds:uri="84eb3cb4-9014-4f44-b2b6-3a1d6137ffd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81445D1-CC27-49B4-A5DB-3773C2369A94}"/>
</file>

<file path=customXml/itemProps3.xml><?xml version="1.0" encoding="utf-8"?>
<ds:datastoreItem xmlns:ds="http://schemas.openxmlformats.org/officeDocument/2006/customXml" ds:itemID="{85CFC370-49D8-4E00-827B-2DB19DBDAC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3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Images</vt:lpstr>
      <vt:lpstr>1_Custom Design</vt:lpstr>
      <vt:lpstr>1_Images</vt:lpstr>
      <vt:lpstr>Custom Design</vt:lpstr>
      <vt:lpstr>4_Custom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2023-06-09T08:07:50Z</dcterms:created>
  <dcterms:modified xsi:type="dcterms:W3CDTF">2023-06-20T17:11:22Z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0x01010013E9172D96F9FE45AC29174293285FBA</vt:lpwstr>
  </property>
  <property fmtid="{D5CDD505-2E9C-101B-9397-08002B2CF9AE}" pid="3" name="MediaServiceImageTags">
    <vt:lpwstr/>
  </property>
</Properties>
</file>