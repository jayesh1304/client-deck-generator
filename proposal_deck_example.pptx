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```json</a:t>
            </a:r>
          </a:p>
          <a:p>
            <a:pPr/>
          </a:p>
          <a:p>
            <a:pPr/>
          </a:p>
          <a:p>
            <a:pPr/>
          </a:p>
          <a:p>
            <a:pPr/>
            <a:r>
              <a:t>Outcomes:</a:t>
            </a:r>
          </a:p>
          <a:p>
            <a:pPr lvl="1"/>
            <a:r>
              <a:t>"outcomes": [</a:t>
            </a:r>
          </a:p>
          <a:p>
            <a:pPr/>
          </a:p>
          <a:p>
            <a:pPr/>
          </a:p>
          <a:p>
            <a:pPr/>
            <a:r>
              <a:t>Key risks/assumptions:</a:t>
            </a:r>
          </a:p>
          <a:p>
            <a:pPr lvl="1"/>
            <a:r>
              <a:t>"risks_assumptions": [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  <a:p/>
          <a:p>
            <a:r>
              <a:t>```json</a:t>
            </a:r>
          </a:p>
          <a:p/>
          <a:p/>
          <a:p/>
          <a:p>
            <a:r>
              <a:t>Outcomes:</a:t>
            </a:r>
          </a:p>
          <a:p>
            <a:r>
              <a:t>- "outcomes": [</a:t>
            </a:r>
          </a:p>
          <a:p/>
          <a:p/>
          <a:p>
            <a:r>
              <a:t>Key risks/assumptions:</a:t>
            </a:r>
          </a:p>
          <a:p>
            <a:r>
              <a:t>- "risks_assumptions": [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Context &amp;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 Context &amp; Needs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Understanding of the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Understanding of the Objectives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Solution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Company Solution Approach</a:t>
            </a:r>
          </a:p>
          <a:p/>
          <a:p>
            <a:r>
              <a:t>```json</a:t>
            </a:r>
          </a:p>
          <a:p/>
          <a:p/>
          <a:p/>
          <a:p>
            <a:r>
              <a:t>Outcomes:</a:t>
            </a:r>
          </a:p>
          <a:p>
            <a:r>
              <a:t>- "outcomes": [</a:t>
            </a:r>
          </a:p>
          <a:p/>
          <a:p/>
          <a:p>
            <a:r>
              <a:t>Key risks/assumptions:</a:t>
            </a:r>
          </a:p>
          <a:p>
            <a:r>
              <a:t>- "risks_assumptions": [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Value Proposition &amp; Business Impact</a:t>
            </a:r>
          </a:p>
          <a:p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Engagement Model</a:t>
            </a:r>
          </a:p>
          <a:p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Plan &amp; Timeline</a:t>
            </a:r>
          </a:p>
          <a:p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Commercials /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Commercials / Pricing</a:t>
            </a:r>
          </a:p>
          <a:p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Management &amp; Mitigation</a:t>
            </a:r>
          </a:p>
          <a:p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Support &amp; Next Steps</a:t>
            </a:r>
          </a:p>
          <a:p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About Company</a:t>
            </a:r>
          </a:p>
          <a:p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Closing Slide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