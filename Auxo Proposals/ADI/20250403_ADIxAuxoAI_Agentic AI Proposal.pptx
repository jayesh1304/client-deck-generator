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Override2.xml" ContentType="application/vnd.openxmlformats-officedocument.themeOverride+xml"/>
  <Override PartName="/ppt/theme/themeOverride3.xml" ContentType="application/vnd.openxmlformats-officedocument.themeOverrid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tags/tag1.xml" ContentType="application/vnd.openxmlformats-officedocument.presentationml.tags+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5.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6.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7.xml" ContentType="application/vnd.openxmlformats-officedocument.theme+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Override4.xml" ContentType="application/vnd.openxmlformats-officedocument.themeOverride+xml"/>
  <Override PartName="/ppt/notesSlides/notesSlide1.xml" ContentType="application/vnd.openxmlformats-officedocument.presentationml.notesSlide+xml"/>
  <Override PartName="/ppt/theme/themeOverride5.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 id="2147483702" r:id="rId5"/>
    <p:sldMasterId id="2147483721" r:id="rId6"/>
    <p:sldMasterId id="2147483755" r:id="rId7"/>
    <p:sldMasterId id="2147483825" r:id="rId8"/>
    <p:sldMasterId id="2147483831" r:id="rId9"/>
    <p:sldMasterId id="2147483842" r:id="rId10"/>
    <p:sldMasterId id="2147483674" r:id="rId11"/>
  </p:sldMasterIdLst>
  <p:notesMasterIdLst>
    <p:notesMasterId r:id="rId25"/>
  </p:notesMasterIdLst>
  <p:sldIdLst>
    <p:sldId id="2147474335" r:id="rId12"/>
    <p:sldId id="2147474388" r:id="rId13"/>
    <p:sldId id="256" r:id="rId14"/>
    <p:sldId id="264" r:id="rId15"/>
    <p:sldId id="2147483641" r:id="rId16"/>
    <p:sldId id="258" r:id="rId17"/>
    <p:sldId id="2147483647" r:id="rId18"/>
    <p:sldId id="260" r:id="rId19"/>
    <p:sldId id="263" r:id="rId20"/>
    <p:sldId id="262" r:id="rId21"/>
    <p:sldId id="272" r:id="rId22"/>
    <p:sldId id="2147482012" r:id="rId23"/>
    <p:sldId id="214748353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B03A342-B7CB-4C15-AB8A-2E161D2239FA}">
          <p14:sldIdLst>
            <p14:sldId id="2147474335"/>
            <p14:sldId id="2147474388"/>
          </p14:sldIdLst>
        </p14:section>
        <p14:section name="UDA Scope" id="{EBAA3AB6-3E15-40CE-8767-12182138E9A3}">
          <p14:sldIdLst>
            <p14:sldId id="256"/>
          </p14:sldIdLst>
        </p14:section>
        <p14:section name="Potential Agentic Interventions" id="{C1772372-7F5B-4F24-B1B5-6AC848023064}">
          <p14:sldIdLst>
            <p14:sldId id="264"/>
            <p14:sldId id="2147483641"/>
            <p14:sldId id="258"/>
            <p14:sldId id="2147483647"/>
            <p14:sldId id="260"/>
            <p14:sldId id="263"/>
            <p14:sldId id="262"/>
            <p14:sldId id="272"/>
            <p14:sldId id="2147482012"/>
            <p14:sldId id="214748353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3DDEAB-902F-A6E7-ACBA-ECE979C444B8}" name="Gayatri Johar" initials="GJ" userId="S::Gayatri.Johar@auxoai.com::d90a1b0c-ef15-4f13-ac92-7cd578d6c791" providerId="AD"/>
  <p188:author id="{888D86E9-F432-FF7A-456D-C37993CED30C}" name="Diana Ying Liu" initials="DL" userId="S::diana.liu@auxoai.com::d6d16c10-2959-4415-819d-0eddfd1b666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E8FF"/>
    <a:srgbClr val="609924"/>
    <a:srgbClr val="F4FDEC"/>
    <a:srgbClr val="E5FA4C"/>
    <a:srgbClr val="FDFA7B"/>
    <a:srgbClr val="FB97EA"/>
    <a:srgbClr val="B644B3"/>
    <a:srgbClr val="0707A9"/>
    <a:srgbClr val="09DBF7"/>
    <a:srgbClr val="E668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0B0C2F-A579-64B9-B052-EA6CCBE856CE}" v="245" dt="2025-04-03T13:00:17.790"/>
    <p1510:client id="{AC248465-C28F-4C88-8A49-8AA714858D6C}" v="1965" dt="2025-04-03T18:12:56.178"/>
    <p1510:client id="{DCE9F4A5-90CD-4D93-B062-C0124FCA52A2}" v="375" dt="2025-04-04T12:14:18.3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0.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theme" Target="theme/theme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ath Desai" userId="fce790d7-fbe9-4b29-bd1c-8247f50838b9" providerId="ADAL" clId="{DCE9F4A5-90CD-4D93-B062-C0124FCA52A2}"/>
    <pc:docChg chg="undo custSel addSld modSld">
      <pc:chgData name="Sharath Desai" userId="fce790d7-fbe9-4b29-bd1c-8247f50838b9" providerId="ADAL" clId="{DCE9F4A5-90CD-4D93-B062-C0124FCA52A2}" dt="2025-04-04T12:21:53.883" v="443" actId="207"/>
      <pc:docMkLst>
        <pc:docMk/>
      </pc:docMkLst>
      <pc:sldChg chg="modSp mod">
        <pc:chgData name="Sharath Desai" userId="fce790d7-fbe9-4b29-bd1c-8247f50838b9" providerId="ADAL" clId="{DCE9F4A5-90CD-4D93-B062-C0124FCA52A2}" dt="2025-04-03T16:46:21.094" v="304" actId="403"/>
        <pc:sldMkLst>
          <pc:docMk/>
          <pc:sldMk cId="4102449113" sldId="264"/>
        </pc:sldMkLst>
        <pc:spChg chg="mod">
          <ac:chgData name="Sharath Desai" userId="fce790d7-fbe9-4b29-bd1c-8247f50838b9" providerId="ADAL" clId="{DCE9F4A5-90CD-4D93-B062-C0124FCA52A2}" dt="2025-04-03T16:39:19.698" v="65" actId="20577"/>
          <ac:spMkLst>
            <pc:docMk/>
            <pc:sldMk cId="4102449113" sldId="264"/>
            <ac:spMk id="17" creationId="{71D7C658-6D06-C2F4-FD51-A80EFBA28BBA}"/>
          </ac:spMkLst>
        </pc:spChg>
        <pc:spChg chg="mod">
          <ac:chgData name="Sharath Desai" userId="fce790d7-fbe9-4b29-bd1c-8247f50838b9" providerId="ADAL" clId="{DCE9F4A5-90CD-4D93-B062-C0124FCA52A2}" dt="2025-04-03T16:46:21.094" v="304" actId="403"/>
          <ac:spMkLst>
            <pc:docMk/>
            <pc:sldMk cId="4102449113" sldId="264"/>
            <ac:spMk id="24" creationId="{AFF32009-2578-DEAC-DD72-976C8C81015D}"/>
          </ac:spMkLst>
        </pc:spChg>
        <pc:spChg chg="mod">
          <ac:chgData name="Sharath Desai" userId="fce790d7-fbe9-4b29-bd1c-8247f50838b9" providerId="ADAL" clId="{DCE9F4A5-90CD-4D93-B062-C0124FCA52A2}" dt="2025-04-03T16:41:11.135" v="137" actId="20577"/>
          <ac:spMkLst>
            <pc:docMk/>
            <pc:sldMk cId="4102449113" sldId="264"/>
            <ac:spMk id="30" creationId="{9549C2DA-52E6-1BE1-AFA5-26B20AF76494}"/>
          </ac:spMkLst>
        </pc:spChg>
        <pc:spChg chg="mod">
          <ac:chgData name="Sharath Desai" userId="fce790d7-fbe9-4b29-bd1c-8247f50838b9" providerId="ADAL" clId="{DCE9F4A5-90CD-4D93-B062-C0124FCA52A2}" dt="2025-04-03T16:43:52.408" v="279" actId="20577"/>
          <ac:spMkLst>
            <pc:docMk/>
            <pc:sldMk cId="4102449113" sldId="264"/>
            <ac:spMk id="34" creationId="{F2888FC8-8F08-6421-9966-D7491DD4B460}"/>
          </ac:spMkLst>
        </pc:spChg>
        <pc:spChg chg="mod">
          <ac:chgData name="Sharath Desai" userId="fce790d7-fbe9-4b29-bd1c-8247f50838b9" providerId="ADAL" clId="{DCE9F4A5-90CD-4D93-B062-C0124FCA52A2}" dt="2025-04-03T16:44:35.013" v="289" actId="20577"/>
          <ac:spMkLst>
            <pc:docMk/>
            <pc:sldMk cId="4102449113" sldId="264"/>
            <ac:spMk id="35" creationId="{A22DF969-D6D4-ED46-F2B4-5F46CB81AC62}"/>
          </ac:spMkLst>
        </pc:spChg>
        <pc:spChg chg="mod">
          <ac:chgData name="Sharath Desai" userId="fce790d7-fbe9-4b29-bd1c-8247f50838b9" providerId="ADAL" clId="{DCE9F4A5-90CD-4D93-B062-C0124FCA52A2}" dt="2025-04-03T16:45:05.742" v="302" actId="20577"/>
          <ac:spMkLst>
            <pc:docMk/>
            <pc:sldMk cId="4102449113" sldId="264"/>
            <ac:spMk id="36" creationId="{FFED8DA9-04C4-8CDB-42DE-DB387197BBAD}"/>
          </ac:spMkLst>
        </pc:spChg>
      </pc:sldChg>
      <pc:sldChg chg="addSp delSp modSp add mod setBg">
        <pc:chgData name="Sharath Desai" userId="fce790d7-fbe9-4b29-bd1c-8247f50838b9" providerId="ADAL" clId="{DCE9F4A5-90CD-4D93-B062-C0124FCA52A2}" dt="2025-04-04T12:21:53.883" v="443" actId="207"/>
        <pc:sldMkLst>
          <pc:docMk/>
          <pc:sldMk cId="375717545" sldId="2147483536"/>
        </pc:sldMkLst>
        <pc:spChg chg="mod">
          <ac:chgData name="Sharath Desai" userId="fce790d7-fbe9-4b29-bd1c-8247f50838b9" providerId="ADAL" clId="{DCE9F4A5-90CD-4D93-B062-C0124FCA52A2}" dt="2025-04-04T12:05:05.497" v="357" actId="20577"/>
          <ac:spMkLst>
            <pc:docMk/>
            <pc:sldMk cId="375717545" sldId="2147483536"/>
            <ac:spMk id="4" creationId="{CFF6E382-A22C-6172-25E3-C3A361328A59}"/>
          </ac:spMkLst>
        </pc:spChg>
        <pc:spChg chg="mod">
          <ac:chgData name="Sharath Desai" userId="fce790d7-fbe9-4b29-bd1c-8247f50838b9" providerId="ADAL" clId="{DCE9F4A5-90CD-4D93-B062-C0124FCA52A2}" dt="2025-04-04T12:21:53.883" v="443" actId="207"/>
          <ac:spMkLst>
            <pc:docMk/>
            <pc:sldMk cId="375717545" sldId="2147483536"/>
            <ac:spMk id="53" creationId="{30885BBA-3C6F-9992-E4D9-BE8CE26A7BE4}"/>
          </ac:spMkLst>
        </pc:spChg>
        <pc:spChg chg="mod">
          <ac:chgData name="Sharath Desai" userId="fce790d7-fbe9-4b29-bd1c-8247f50838b9" providerId="ADAL" clId="{DCE9F4A5-90CD-4D93-B062-C0124FCA52A2}" dt="2025-04-04T12:21:53.883" v="443" actId="207"/>
          <ac:spMkLst>
            <pc:docMk/>
            <pc:sldMk cId="375717545" sldId="2147483536"/>
            <ac:spMk id="54" creationId="{2A0D2F04-7BD9-9AC2-D45E-CF39A42BB479}"/>
          </ac:spMkLst>
        </pc:spChg>
        <pc:spChg chg="mod">
          <ac:chgData name="Sharath Desai" userId="fce790d7-fbe9-4b29-bd1c-8247f50838b9" providerId="ADAL" clId="{DCE9F4A5-90CD-4D93-B062-C0124FCA52A2}" dt="2025-04-04T12:21:53.883" v="443" actId="207"/>
          <ac:spMkLst>
            <pc:docMk/>
            <pc:sldMk cId="375717545" sldId="2147483536"/>
            <ac:spMk id="105" creationId="{1EC30E00-0F9A-7E47-6B36-B22F81A8FCFF}"/>
          </ac:spMkLst>
        </pc:spChg>
        <pc:spChg chg="mod">
          <ac:chgData name="Sharath Desai" userId="fce790d7-fbe9-4b29-bd1c-8247f50838b9" providerId="ADAL" clId="{DCE9F4A5-90CD-4D93-B062-C0124FCA52A2}" dt="2025-04-04T12:21:53.883" v="443" actId="207"/>
          <ac:spMkLst>
            <pc:docMk/>
            <pc:sldMk cId="375717545" sldId="2147483536"/>
            <ac:spMk id="136" creationId="{5B27722D-86F5-B882-05BA-657D822378ED}"/>
          </ac:spMkLst>
        </pc:spChg>
        <pc:spChg chg="mod">
          <ac:chgData name="Sharath Desai" userId="fce790d7-fbe9-4b29-bd1c-8247f50838b9" providerId="ADAL" clId="{DCE9F4A5-90CD-4D93-B062-C0124FCA52A2}" dt="2025-04-04T12:21:53.883" v="443" actId="207"/>
          <ac:spMkLst>
            <pc:docMk/>
            <pc:sldMk cId="375717545" sldId="2147483536"/>
            <ac:spMk id="150" creationId="{E2AC17D5-3333-CA09-348D-C285A18C7C08}"/>
          </ac:spMkLst>
        </pc:spChg>
        <pc:spChg chg="mod">
          <ac:chgData name="Sharath Desai" userId="fce790d7-fbe9-4b29-bd1c-8247f50838b9" providerId="ADAL" clId="{DCE9F4A5-90CD-4D93-B062-C0124FCA52A2}" dt="2025-04-04T12:14:42.513" v="442" actId="20577"/>
          <ac:spMkLst>
            <pc:docMk/>
            <pc:sldMk cId="375717545" sldId="2147483536"/>
            <ac:spMk id="221" creationId="{B4A14ABD-8DF8-1D4D-6069-C5F14DB8FE00}"/>
          </ac:spMkLst>
        </pc:spChg>
        <pc:grpChg chg="mod">
          <ac:chgData name="Sharath Desai" userId="fce790d7-fbe9-4b29-bd1c-8247f50838b9" providerId="ADAL" clId="{DCE9F4A5-90CD-4D93-B062-C0124FCA52A2}" dt="2025-04-04T12:12:33.310" v="414" actId="1076"/>
          <ac:grpSpMkLst>
            <pc:docMk/>
            <pc:sldMk cId="375717545" sldId="2147483536"/>
            <ac:grpSpMk id="143" creationId="{45CA08FB-4100-6CB8-361C-1E606EAE43F9}"/>
          </ac:grpSpMkLst>
        </pc:grpChg>
        <pc:picChg chg="del">
          <ac:chgData name="Sharath Desai" userId="fce790d7-fbe9-4b29-bd1c-8247f50838b9" providerId="ADAL" clId="{DCE9F4A5-90CD-4D93-B062-C0124FCA52A2}" dt="2025-04-04T12:11:44.297" v="405" actId="478"/>
          <ac:picMkLst>
            <pc:docMk/>
            <pc:sldMk cId="375717545" sldId="2147483536"/>
            <ac:picMk id="6" creationId="{B27EB226-0A1E-F06D-42B7-8417C5A29183}"/>
          </ac:picMkLst>
        </pc:picChg>
        <pc:picChg chg="del">
          <ac:chgData name="Sharath Desai" userId="fce790d7-fbe9-4b29-bd1c-8247f50838b9" providerId="ADAL" clId="{DCE9F4A5-90CD-4D93-B062-C0124FCA52A2}" dt="2025-04-04T12:05:28.832" v="359" actId="478"/>
          <ac:picMkLst>
            <pc:docMk/>
            <pc:sldMk cId="375717545" sldId="2147483536"/>
            <ac:picMk id="7" creationId="{ABC0D9F8-20F7-DC39-40AF-EF14992BAB6E}"/>
          </ac:picMkLst>
        </pc:picChg>
        <pc:picChg chg="add mod">
          <ac:chgData name="Sharath Desai" userId="fce790d7-fbe9-4b29-bd1c-8247f50838b9" providerId="ADAL" clId="{DCE9F4A5-90CD-4D93-B062-C0124FCA52A2}" dt="2025-04-04T12:05:36.650" v="361" actId="1076"/>
          <ac:picMkLst>
            <pc:docMk/>
            <pc:sldMk cId="375717545" sldId="2147483536"/>
            <ac:picMk id="8" creationId="{CF33398E-E707-E7A7-A50A-48C445CD18BC}"/>
          </ac:picMkLst>
        </pc:picChg>
        <pc:picChg chg="add del">
          <ac:chgData name="Sharath Desai" userId="fce790d7-fbe9-4b29-bd1c-8247f50838b9" providerId="ADAL" clId="{DCE9F4A5-90CD-4D93-B062-C0124FCA52A2}" dt="2025-04-04T12:09:17.828" v="364" actId="478"/>
          <ac:picMkLst>
            <pc:docMk/>
            <pc:sldMk cId="375717545" sldId="2147483536"/>
            <ac:picMk id="9" creationId="{721D2736-F01D-1C40-0E88-2603EE81527D}"/>
          </ac:picMkLst>
        </pc:picChg>
        <pc:picChg chg="add mod">
          <ac:chgData name="Sharath Desai" userId="fce790d7-fbe9-4b29-bd1c-8247f50838b9" providerId="ADAL" clId="{DCE9F4A5-90CD-4D93-B062-C0124FCA52A2}" dt="2025-04-04T12:11:55.574" v="409" actId="1076"/>
          <ac:picMkLst>
            <pc:docMk/>
            <pc:sldMk cId="375717545" sldId="2147483536"/>
            <ac:picMk id="10" creationId="{AE2FA167-7693-01A2-D9D2-44C3F96584C4}"/>
          </ac:picMkLst>
        </pc:picChg>
        <pc:picChg chg="mod">
          <ac:chgData name="Sharath Desai" userId="fce790d7-fbe9-4b29-bd1c-8247f50838b9" providerId="ADAL" clId="{DCE9F4A5-90CD-4D93-B062-C0124FCA52A2}" dt="2025-04-04T12:12:33.310" v="414" actId="1076"/>
          <ac:picMkLst>
            <pc:docMk/>
            <pc:sldMk cId="375717545" sldId="2147483536"/>
            <ac:picMk id="237" creationId="{51E84AD2-229E-016C-A4D1-466257FD5272}"/>
          </ac:picMkLst>
        </pc:picChg>
        <pc:picChg chg="del">
          <ac:chgData name="Sharath Desai" userId="fce790d7-fbe9-4b29-bd1c-8247f50838b9" providerId="ADAL" clId="{DCE9F4A5-90CD-4D93-B062-C0124FCA52A2}" dt="2025-04-04T12:05:10.420" v="358" actId="478"/>
          <ac:picMkLst>
            <pc:docMk/>
            <pc:sldMk cId="375717545" sldId="2147483536"/>
            <ac:picMk id="1026" creationId="{AD3EB816-453B-3072-C7C9-6D60E0E3C5AB}"/>
          </ac:picMkLst>
        </pc:picChg>
        <pc:picChg chg="add mod">
          <ac:chgData name="Sharath Desai" userId="fce790d7-fbe9-4b29-bd1c-8247f50838b9" providerId="ADAL" clId="{DCE9F4A5-90CD-4D93-B062-C0124FCA52A2}" dt="2025-04-04T12:11:27.615" v="403" actId="1037"/>
          <ac:picMkLst>
            <pc:docMk/>
            <pc:sldMk cId="375717545" sldId="2147483536"/>
            <ac:picMk id="1028" creationId="{CEC001A2-6D9E-1A49-ED95-3B7A50915719}"/>
          </ac:picMkLst>
        </pc:picChg>
        <pc:picChg chg="add mod">
          <ac:chgData name="Sharath Desai" userId="fce790d7-fbe9-4b29-bd1c-8247f50838b9" providerId="ADAL" clId="{DCE9F4A5-90CD-4D93-B062-C0124FCA52A2}" dt="2025-04-04T12:11:30.707" v="404" actId="1035"/>
          <ac:picMkLst>
            <pc:docMk/>
            <pc:sldMk cId="375717545" sldId="2147483536"/>
            <ac:picMk id="1030" creationId="{0C09E81E-A21D-8582-032F-202328F39CA2}"/>
          </ac:picMkLst>
        </pc:picChg>
        <pc:picChg chg="add mod">
          <ac:chgData name="Sharath Desai" userId="fce790d7-fbe9-4b29-bd1c-8247f50838b9" providerId="ADAL" clId="{DCE9F4A5-90CD-4D93-B062-C0124FCA52A2}" dt="2025-04-04T12:12:24.464" v="413" actId="1076"/>
          <ac:picMkLst>
            <pc:docMk/>
            <pc:sldMk cId="375717545" sldId="2147483536"/>
            <ac:picMk id="1032" creationId="{278AFDFD-82BA-0270-E7C7-5EBE7D72C1DD}"/>
          </ac:picMkLst>
        </pc:picChg>
        <pc:picChg chg="add mod">
          <ac:chgData name="Sharath Desai" userId="fce790d7-fbe9-4b29-bd1c-8247f50838b9" providerId="ADAL" clId="{DCE9F4A5-90CD-4D93-B062-C0124FCA52A2}" dt="2025-04-04T12:14:18.388" v="426" actId="14100"/>
          <ac:picMkLst>
            <pc:docMk/>
            <pc:sldMk cId="375717545" sldId="2147483536"/>
            <ac:picMk id="1034" creationId="{6A4DE704-DE59-8686-F338-DBE7C2223D98}"/>
          </ac:picMkLst>
        </pc:picChg>
        <pc:picChg chg="del">
          <ac:chgData name="Sharath Desai" userId="fce790d7-fbe9-4b29-bd1c-8247f50838b9" providerId="ADAL" clId="{DCE9F4A5-90CD-4D93-B062-C0124FCA52A2}" dt="2025-04-04T12:10:48.757" v="371" actId="478"/>
          <ac:picMkLst>
            <pc:docMk/>
            <pc:sldMk cId="375717545" sldId="2147483536"/>
            <ac:picMk id="2050" creationId="{A93E6C32-7399-8C7C-A0D4-D65609CFAE33}"/>
          </ac:picMkLst>
        </pc:picChg>
        <pc:picChg chg="del">
          <ac:chgData name="Sharath Desai" userId="fce790d7-fbe9-4b29-bd1c-8247f50838b9" providerId="ADAL" clId="{DCE9F4A5-90CD-4D93-B062-C0124FCA52A2}" dt="2025-04-04T12:09:00.549" v="362" actId="478"/>
          <ac:picMkLst>
            <pc:docMk/>
            <pc:sldMk cId="375717545" sldId="2147483536"/>
            <ac:picMk id="2052" creationId="{FB17D9A0-CFC1-FF30-6BD8-AC1169174CF2}"/>
          </ac:picMkLst>
        </pc:picChg>
        <pc:picChg chg="del">
          <ac:chgData name="Sharath Desai" userId="fce790d7-fbe9-4b29-bd1c-8247f50838b9" providerId="ADAL" clId="{DCE9F4A5-90CD-4D93-B062-C0124FCA52A2}" dt="2025-04-04T12:12:11.418" v="410" actId="478"/>
          <ac:picMkLst>
            <pc:docMk/>
            <pc:sldMk cId="375717545" sldId="2147483536"/>
            <ac:picMk id="2062" creationId="{EEB98F42-9624-8115-D4A1-AD9C082667B4}"/>
          </ac:picMkLst>
        </pc:picChg>
        <pc:cxnChg chg="mod">
          <ac:chgData name="Sharath Desai" userId="fce790d7-fbe9-4b29-bd1c-8247f50838b9" providerId="ADAL" clId="{DCE9F4A5-90CD-4D93-B062-C0124FCA52A2}" dt="2025-04-04T12:12:33.310" v="414" actId="1076"/>
          <ac:cxnSpMkLst>
            <pc:docMk/>
            <pc:sldMk cId="375717545" sldId="2147483536"/>
            <ac:cxnSpMk id="240" creationId="{E8F826A3-63C3-690A-8B58-5441E73C3BC0}"/>
          </ac:cxnSpMkLst>
        </pc:cxnChg>
      </pc:sldChg>
    </pc:docChg>
  </pc:docChgLst>
  <pc:docChgLst>
    <pc:chgData name="Diana Ying Liu" userId="S::diana.liu@auxoai.com::d6d16c10-2959-4415-819d-0eddfd1b666f" providerId="AD" clId="Web-{0AFCF8DC-A51A-48A7-336F-9C56029083E0}"/>
    <pc:docChg chg="modSld">
      <pc:chgData name="Diana Ying Liu" userId="S::diana.liu@auxoai.com::d6d16c10-2959-4415-819d-0eddfd1b666f" providerId="AD" clId="Web-{0AFCF8DC-A51A-48A7-336F-9C56029083E0}" dt="2025-02-04T17:00:22.701" v="1" actId="20577"/>
      <pc:docMkLst>
        <pc:docMk/>
      </pc:docMkLst>
      <pc:sldChg chg="modSp">
        <pc:chgData name="Diana Ying Liu" userId="S::diana.liu@auxoai.com::d6d16c10-2959-4415-819d-0eddfd1b666f" providerId="AD" clId="Web-{0AFCF8DC-A51A-48A7-336F-9C56029083E0}" dt="2025-02-04T17:00:22.701" v="1" actId="20577"/>
        <pc:sldMkLst>
          <pc:docMk/>
          <pc:sldMk cId="3450739476" sldId="2147482065"/>
        </pc:sldMkLst>
      </pc:sldChg>
    </pc:docChg>
  </pc:docChgLst>
  <pc:docChgLst>
    <pc:chgData name="Sharath Desai" userId="S::sharath.desai@auxoai.com::fce790d7-fbe9-4b29-bd1c-8247f50838b9" providerId="AD" clId="Web-{330B0C2F-A579-64B9-B052-EA6CCBE856CE}"/>
    <pc:docChg chg="modSld sldOrd">
      <pc:chgData name="Sharath Desai" userId="S::sharath.desai@auxoai.com::fce790d7-fbe9-4b29-bd1c-8247f50838b9" providerId="AD" clId="Web-{330B0C2F-A579-64B9-B052-EA6CCBE856CE}" dt="2025-04-03T13:00:17.790" v="241"/>
      <pc:docMkLst>
        <pc:docMk/>
      </pc:docMkLst>
      <pc:sldChg chg="ord">
        <pc:chgData name="Sharath Desai" userId="S::sharath.desai@auxoai.com::fce790d7-fbe9-4b29-bd1c-8247f50838b9" providerId="AD" clId="Web-{330B0C2F-A579-64B9-B052-EA6CCBE856CE}" dt="2025-04-03T13:00:17.790" v="241"/>
        <pc:sldMkLst>
          <pc:docMk/>
          <pc:sldMk cId="97389234" sldId="258"/>
        </pc:sldMkLst>
      </pc:sldChg>
      <pc:sldChg chg="modSp">
        <pc:chgData name="Sharath Desai" userId="S::sharath.desai@auxoai.com::fce790d7-fbe9-4b29-bd1c-8247f50838b9" providerId="AD" clId="Web-{330B0C2F-A579-64B9-B052-EA6CCBE856CE}" dt="2025-04-03T12:53:14.993" v="240" actId="14100"/>
        <pc:sldMkLst>
          <pc:docMk/>
          <pc:sldMk cId="4109387466" sldId="260"/>
        </pc:sldMkLst>
        <pc:spChg chg="mod">
          <ac:chgData name="Sharath Desai" userId="S::sharath.desai@auxoai.com::fce790d7-fbe9-4b29-bd1c-8247f50838b9" providerId="AD" clId="Web-{330B0C2F-A579-64B9-B052-EA6CCBE856CE}" dt="2025-04-03T12:52:31.710" v="181" actId="20577"/>
          <ac:spMkLst>
            <pc:docMk/>
            <pc:sldMk cId="4109387466" sldId="260"/>
            <ac:spMk id="26" creationId="{DAF263F0-BB0F-3EF9-84AC-83B89D948864}"/>
          </ac:spMkLst>
        </pc:spChg>
        <pc:spChg chg="mod">
          <ac:chgData name="Sharath Desai" userId="S::sharath.desai@auxoai.com::fce790d7-fbe9-4b29-bd1c-8247f50838b9" providerId="AD" clId="Web-{330B0C2F-A579-64B9-B052-EA6CCBE856CE}" dt="2025-04-03T12:50:34.815" v="111" actId="20577"/>
          <ac:spMkLst>
            <pc:docMk/>
            <pc:sldMk cId="4109387466" sldId="260"/>
            <ac:spMk id="27" creationId="{112D2639-7FFA-9ACA-9CFE-853D809B99F9}"/>
          </ac:spMkLst>
        </pc:spChg>
        <pc:spChg chg="mod">
          <ac:chgData name="Sharath Desai" userId="S::sharath.desai@auxoai.com::fce790d7-fbe9-4b29-bd1c-8247f50838b9" providerId="AD" clId="Web-{330B0C2F-A579-64B9-B052-EA6CCBE856CE}" dt="2025-04-03T12:50:53.832" v="128" actId="20577"/>
          <ac:spMkLst>
            <pc:docMk/>
            <pc:sldMk cId="4109387466" sldId="260"/>
            <ac:spMk id="28" creationId="{AA037094-A6CF-5185-EB04-8E9766DA6A5C}"/>
          </ac:spMkLst>
        </pc:spChg>
        <pc:spChg chg="mod">
          <ac:chgData name="Sharath Desai" userId="S::sharath.desai@auxoai.com::fce790d7-fbe9-4b29-bd1c-8247f50838b9" providerId="AD" clId="Web-{330B0C2F-A579-64B9-B052-EA6CCBE856CE}" dt="2025-04-03T12:53:07.758" v="238" actId="14100"/>
          <ac:spMkLst>
            <pc:docMk/>
            <pc:sldMk cId="4109387466" sldId="260"/>
            <ac:spMk id="29" creationId="{20AD5A26-E9C3-68D8-F6B7-9D6169AC569E}"/>
          </ac:spMkLst>
        </pc:spChg>
        <pc:spChg chg="mod">
          <ac:chgData name="Sharath Desai" userId="S::sharath.desai@auxoai.com::fce790d7-fbe9-4b29-bd1c-8247f50838b9" providerId="AD" clId="Web-{330B0C2F-A579-64B9-B052-EA6CCBE856CE}" dt="2025-04-03T12:53:11.415" v="239" actId="14100"/>
          <ac:spMkLst>
            <pc:docMk/>
            <pc:sldMk cId="4109387466" sldId="260"/>
            <ac:spMk id="30" creationId="{1BDC4DB6-0291-3BB0-0EF8-5F9D98BE89BE}"/>
          </ac:spMkLst>
        </pc:spChg>
        <pc:spChg chg="mod">
          <ac:chgData name="Sharath Desai" userId="S::sharath.desai@auxoai.com::fce790d7-fbe9-4b29-bd1c-8247f50838b9" providerId="AD" clId="Web-{330B0C2F-A579-64B9-B052-EA6CCBE856CE}" dt="2025-04-03T12:53:14.993" v="240" actId="14100"/>
          <ac:spMkLst>
            <pc:docMk/>
            <pc:sldMk cId="4109387466" sldId="260"/>
            <ac:spMk id="31" creationId="{929D2123-A602-F754-D6DE-7C8798B19BA6}"/>
          </ac:spMkLst>
        </pc:spChg>
      </pc:sldChg>
    </pc:docChg>
  </pc:docChgLst>
  <pc:docChgLst>
    <pc:chgData name="Nitesh Goyal" userId="6d3d0ce7-b850-4749-80a4-f61a92fc5606" providerId="ADAL" clId="{AC248465-C28F-4C88-8A49-8AA714858D6C}"/>
    <pc:docChg chg="undo redo custSel addSld delSld modSld sldOrd delMainMaster addSection modSection">
      <pc:chgData name="Nitesh Goyal" userId="6d3d0ce7-b850-4749-80a4-f61a92fc5606" providerId="ADAL" clId="{AC248465-C28F-4C88-8A49-8AA714858D6C}" dt="2025-04-03T18:12:56.178" v="4954" actId="47"/>
      <pc:docMkLst>
        <pc:docMk/>
      </pc:docMkLst>
      <pc:sldChg chg="delSp modSp add mod">
        <pc:chgData name="Nitesh Goyal" userId="6d3d0ce7-b850-4749-80a4-f61a92fc5606" providerId="ADAL" clId="{AC248465-C28F-4C88-8A49-8AA714858D6C}" dt="2025-04-03T17:03:59.814" v="4946" actId="2165"/>
        <pc:sldMkLst>
          <pc:docMk/>
          <pc:sldMk cId="2958151319" sldId="256"/>
        </pc:sldMkLst>
        <pc:spChg chg="del mod">
          <ac:chgData name="Nitesh Goyal" userId="6d3d0ce7-b850-4749-80a4-f61a92fc5606" providerId="ADAL" clId="{AC248465-C28F-4C88-8A49-8AA714858D6C}" dt="2025-04-03T10:09:35.089" v="3117" actId="478"/>
          <ac:spMkLst>
            <pc:docMk/>
            <pc:sldMk cId="2958151319" sldId="256"/>
            <ac:spMk id="3" creationId="{62028B2B-7C13-73FC-3638-2B97AC4A624D}"/>
          </ac:spMkLst>
        </pc:spChg>
        <pc:spChg chg="mod">
          <ac:chgData name="Nitesh Goyal" userId="6d3d0ce7-b850-4749-80a4-f61a92fc5606" providerId="ADAL" clId="{AC248465-C28F-4C88-8A49-8AA714858D6C}" dt="2025-04-03T12:00:12.781" v="3599" actId="20577"/>
          <ac:spMkLst>
            <pc:docMk/>
            <pc:sldMk cId="2958151319" sldId="256"/>
            <ac:spMk id="9" creationId="{B0D5B210-5DC7-A1CA-DF1F-AF194238FBD5}"/>
          </ac:spMkLst>
        </pc:spChg>
        <pc:graphicFrameChg chg="mod modGraphic">
          <ac:chgData name="Nitesh Goyal" userId="6d3d0ce7-b850-4749-80a4-f61a92fc5606" providerId="ADAL" clId="{AC248465-C28F-4C88-8A49-8AA714858D6C}" dt="2025-04-03T17:03:59.814" v="4946" actId="2165"/>
          <ac:graphicFrameMkLst>
            <pc:docMk/>
            <pc:sldMk cId="2958151319" sldId="256"/>
            <ac:graphicFrameMk id="2" creationId="{FA0931BF-9A48-DAFD-7EFF-7C61A5BB64D8}"/>
          </ac:graphicFrameMkLst>
        </pc:graphicFrameChg>
      </pc:sldChg>
      <pc:sldChg chg="add del ord">
        <pc:chgData name="Nitesh Goyal" userId="6d3d0ce7-b850-4749-80a4-f61a92fc5606" providerId="ADAL" clId="{AC248465-C28F-4C88-8A49-8AA714858D6C}" dt="2025-04-03T18:12:54.422" v="4953" actId="47"/>
        <pc:sldMkLst>
          <pc:docMk/>
          <pc:sldMk cId="1650884293" sldId="257"/>
        </pc:sldMkLst>
      </pc:sldChg>
      <pc:sldChg chg="addSp delSp modSp add del mod modShow">
        <pc:chgData name="Nitesh Goyal" userId="6d3d0ce7-b850-4749-80a4-f61a92fc5606" providerId="ADAL" clId="{AC248465-C28F-4C88-8A49-8AA714858D6C}" dt="2025-04-03T14:38:13.961" v="4125" actId="47"/>
        <pc:sldMkLst>
          <pc:docMk/>
          <pc:sldMk cId="2872383856" sldId="257"/>
        </pc:sldMkLst>
        <pc:spChg chg="del">
          <ac:chgData name="Nitesh Goyal" userId="6d3d0ce7-b850-4749-80a4-f61a92fc5606" providerId="ADAL" clId="{AC248465-C28F-4C88-8A49-8AA714858D6C}" dt="2025-04-03T10:18:08.810" v="3215" actId="478"/>
          <ac:spMkLst>
            <pc:docMk/>
            <pc:sldMk cId="2872383856" sldId="257"/>
            <ac:spMk id="3" creationId="{3BDDFEE8-F7A5-C06C-3D7F-83FCE299DA5F}"/>
          </ac:spMkLst>
        </pc:spChg>
        <pc:spChg chg="add del mod">
          <ac:chgData name="Nitesh Goyal" userId="6d3d0ce7-b850-4749-80a4-f61a92fc5606" providerId="ADAL" clId="{AC248465-C28F-4C88-8A49-8AA714858D6C}" dt="2025-04-03T13:54:30.915" v="3610" actId="478"/>
          <ac:spMkLst>
            <pc:docMk/>
            <pc:sldMk cId="2872383856" sldId="257"/>
            <ac:spMk id="4" creationId="{D3B7CC1F-8AB6-60DC-0ABF-EF2353AE1324}"/>
          </ac:spMkLst>
        </pc:spChg>
        <pc:spChg chg="add">
          <ac:chgData name="Nitesh Goyal" userId="6d3d0ce7-b850-4749-80a4-f61a92fc5606" providerId="ADAL" clId="{AC248465-C28F-4C88-8A49-8AA714858D6C}" dt="2025-04-03T13:54:19.975" v="3603"/>
          <ac:spMkLst>
            <pc:docMk/>
            <pc:sldMk cId="2872383856" sldId="257"/>
            <ac:spMk id="5" creationId="{107E480F-2634-8741-8E38-853792E50F30}"/>
          </ac:spMkLst>
        </pc:spChg>
        <pc:spChg chg="add mod">
          <ac:chgData name="Nitesh Goyal" userId="6d3d0ce7-b850-4749-80a4-f61a92fc5606" providerId="ADAL" clId="{AC248465-C28F-4C88-8A49-8AA714858D6C}" dt="2025-04-03T13:54:38.754" v="3613" actId="1076"/>
          <ac:spMkLst>
            <pc:docMk/>
            <pc:sldMk cId="2872383856" sldId="257"/>
            <ac:spMk id="6" creationId="{34A37CFD-3C92-D0BA-793C-EC6E76E29EFE}"/>
          </ac:spMkLst>
        </pc:spChg>
        <pc:spChg chg="mod">
          <ac:chgData name="Nitesh Goyal" userId="6d3d0ce7-b850-4749-80a4-f61a92fc5606" providerId="ADAL" clId="{AC248465-C28F-4C88-8A49-8AA714858D6C}" dt="2025-04-03T10:18:06.136" v="3214" actId="20577"/>
          <ac:spMkLst>
            <pc:docMk/>
            <pc:sldMk cId="2872383856" sldId="257"/>
            <ac:spMk id="9" creationId="{5FB1237E-9721-6964-B858-E36A74E5E9F2}"/>
          </ac:spMkLst>
        </pc:spChg>
        <pc:graphicFrameChg chg="del">
          <ac:chgData name="Nitesh Goyal" userId="6d3d0ce7-b850-4749-80a4-f61a92fc5606" providerId="ADAL" clId="{AC248465-C28F-4C88-8A49-8AA714858D6C}" dt="2025-04-03T10:18:08.810" v="3215" actId="478"/>
          <ac:graphicFrameMkLst>
            <pc:docMk/>
            <pc:sldMk cId="2872383856" sldId="257"/>
            <ac:graphicFrameMk id="2" creationId="{7E04CDB6-82F5-057C-363C-3EEDF5597538}"/>
          </ac:graphicFrameMkLst>
        </pc:graphicFrameChg>
      </pc:sldChg>
      <pc:sldChg chg="delSp modSp add mod">
        <pc:chgData name="Nitesh Goyal" userId="6d3d0ce7-b850-4749-80a4-f61a92fc5606" providerId="ADAL" clId="{AC248465-C28F-4C88-8A49-8AA714858D6C}" dt="2025-04-03T10:36:49.009" v="3546" actId="1038"/>
        <pc:sldMkLst>
          <pc:docMk/>
          <pc:sldMk cId="97389234" sldId="258"/>
        </pc:sldMkLst>
        <pc:spChg chg="mod">
          <ac:chgData name="Nitesh Goyal" userId="6d3d0ce7-b850-4749-80a4-f61a92fc5606" providerId="ADAL" clId="{AC248465-C28F-4C88-8A49-8AA714858D6C}" dt="2025-04-03T10:36:37.601" v="3537" actId="1038"/>
          <ac:spMkLst>
            <pc:docMk/>
            <pc:sldMk cId="97389234" sldId="258"/>
            <ac:spMk id="28" creationId="{60EC0D88-199A-3377-C3E2-B58E3CAB6ACD}"/>
          </ac:spMkLst>
        </pc:spChg>
        <pc:spChg chg="mod">
          <ac:chgData name="Nitesh Goyal" userId="6d3d0ce7-b850-4749-80a4-f61a92fc5606" providerId="ADAL" clId="{AC248465-C28F-4C88-8A49-8AA714858D6C}" dt="2025-04-03T10:36:33.779" v="3534" actId="1035"/>
          <ac:spMkLst>
            <pc:docMk/>
            <pc:sldMk cId="97389234" sldId="258"/>
            <ac:spMk id="29" creationId="{810732E1-B61E-01DE-1A9E-E613B4028705}"/>
          </ac:spMkLst>
        </pc:spChg>
        <pc:spChg chg="mod">
          <ac:chgData name="Nitesh Goyal" userId="6d3d0ce7-b850-4749-80a4-f61a92fc5606" providerId="ADAL" clId="{AC248465-C28F-4C88-8A49-8AA714858D6C}" dt="2025-04-03T10:36:45.380" v="3542" actId="1038"/>
          <ac:spMkLst>
            <pc:docMk/>
            <pc:sldMk cId="97389234" sldId="258"/>
            <ac:spMk id="30" creationId="{1F031159-4BD1-C93D-DF0E-56AF4E122CA5}"/>
          </ac:spMkLst>
        </pc:spChg>
        <pc:spChg chg="mod">
          <ac:chgData name="Nitesh Goyal" userId="6d3d0ce7-b850-4749-80a4-f61a92fc5606" providerId="ADAL" clId="{AC248465-C28F-4C88-8A49-8AA714858D6C}" dt="2025-04-03T10:36:33.779" v="3534" actId="1035"/>
          <ac:spMkLst>
            <pc:docMk/>
            <pc:sldMk cId="97389234" sldId="258"/>
            <ac:spMk id="31" creationId="{2F462217-D6E4-2137-2E48-38BAA0E4D14C}"/>
          </ac:spMkLst>
        </pc:spChg>
        <pc:spChg chg="mod">
          <ac:chgData name="Nitesh Goyal" userId="6d3d0ce7-b850-4749-80a4-f61a92fc5606" providerId="ADAL" clId="{AC248465-C28F-4C88-8A49-8AA714858D6C}" dt="2025-04-03T10:36:49.009" v="3546" actId="1038"/>
          <ac:spMkLst>
            <pc:docMk/>
            <pc:sldMk cId="97389234" sldId="258"/>
            <ac:spMk id="32" creationId="{AAAD2872-6770-D85E-0209-57311408EBFF}"/>
          </ac:spMkLst>
        </pc:spChg>
        <pc:spChg chg="mod">
          <ac:chgData name="Nitesh Goyal" userId="6d3d0ce7-b850-4749-80a4-f61a92fc5606" providerId="ADAL" clId="{AC248465-C28F-4C88-8A49-8AA714858D6C}" dt="2025-04-03T10:36:33.779" v="3534" actId="1035"/>
          <ac:spMkLst>
            <pc:docMk/>
            <pc:sldMk cId="97389234" sldId="258"/>
            <ac:spMk id="33" creationId="{0553CA29-E9DA-2982-6144-54437F57EA2B}"/>
          </ac:spMkLst>
        </pc:spChg>
        <pc:spChg chg="del">
          <ac:chgData name="Nitesh Goyal" userId="6d3d0ce7-b850-4749-80a4-f61a92fc5606" providerId="ADAL" clId="{AC248465-C28F-4C88-8A49-8AA714858D6C}" dt="2025-04-03T10:35:40.088" v="3507" actId="478"/>
          <ac:spMkLst>
            <pc:docMk/>
            <pc:sldMk cId="97389234" sldId="258"/>
            <ac:spMk id="34" creationId="{7B59ED29-C7FC-B7EC-0C01-49CD043917D7}"/>
          </ac:spMkLst>
        </pc:spChg>
        <pc:graphicFrameChg chg="mod modGraphic">
          <ac:chgData name="Nitesh Goyal" userId="6d3d0ce7-b850-4749-80a4-f61a92fc5606" providerId="ADAL" clId="{AC248465-C28F-4C88-8A49-8AA714858D6C}" dt="2025-04-03T10:36:13.415" v="3516" actId="20577"/>
          <ac:graphicFrameMkLst>
            <pc:docMk/>
            <pc:sldMk cId="97389234" sldId="258"/>
            <ac:graphicFrameMk id="26" creationId="{13F3288B-D0A8-E9F8-FCED-26C077DBB412}"/>
          </ac:graphicFrameMkLst>
        </pc:graphicFrameChg>
      </pc:sldChg>
      <pc:sldChg chg="addSp delSp modSp add del mod">
        <pc:chgData name="Nitesh Goyal" userId="6d3d0ce7-b850-4749-80a4-f61a92fc5606" providerId="ADAL" clId="{AC248465-C28F-4C88-8A49-8AA714858D6C}" dt="2025-04-03T10:14:28.252" v="3153" actId="47"/>
        <pc:sldMkLst>
          <pc:docMk/>
          <pc:sldMk cId="2873948967" sldId="258"/>
        </pc:sldMkLst>
      </pc:sldChg>
      <pc:sldChg chg="add del mod ord modShow">
        <pc:chgData name="Nitesh Goyal" userId="6d3d0ce7-b850-4749-80a4-f61a92fc5606" providerId="ADAL" clId="{AC248465-C28F-4C88-8A49-8AA714858D6C}" dt="2025-04-03T18:12:54.422" v="4953" actId="47"/>
        <pc:sldMkLst>
          <pc:docMk/>
          <pc:sldMk cId="1197788095" sldId="259"/>
        </pc:sldMkLst>
      </pc:sldChg>
      <pc:sldChg chg="modSp add del mod setBg modShow">
        <pc:chgData name="Nitesh Goyal" userId="6d3d0ce7-b850-4749-80a4-f61a92fc5606" providerId="ADAL" clId="{AC248465-C28F-4C88-8A49-8AA714858D6C}" dt="2025-03-27T09:54:41.329" v="352" actId="47"/>
        <pc:sldMkLst>
          <pc:docMk/>
          <pc:sldMk cId="4009996627" sldId="260"/>
        </pc:sldMkLst>
      </pc:sldChg>
      <pc:sldChg chg="addSp delSp modSp add mod">
        <pc:chgData name="Nitesh Goyal" userId="6d3d0ce7-b850-4749-80a4-f61a92fc5606" providerId="ADAL" clId="{AC248465-C28F-4C88-8A49-8AA714858D6C}" dt="2025-04-02T11:20:12.101" v="2941" actId="12"/>
        <pc:sldMkLst>
          <pc:docMk/>
          <pc:sldMk cId="4109387466" sldId="260"/>
        </pc:sldMkLst>
        <pc:spChg chg="mod topLvl">
          <ac:chgData name="Nitesh Goyal" userId="6d3d0ce7-b850-4749-80a4-f61a92fc5606" providerId="ADAL" clId="{AC248465-C28F-4C88-8A49-8AA714858D6C}" dt="2025-04-02T11:19:22.260" v="2884" actId="165"/>
          <ac:spMkLst>
            <pc:docMk/>
            <pc:sldMk cId="4109387466" sldId="260"/>
            <ac:spMk id="2" creationId="{06BC8A95-E689-2C98-1B4A-C69DB0CB0028}"/>
          </ac:spMkLst>
        </pc:spChg>
        <pc:spChg chg="mod">
          <ac:chgData name="Nitesh Goyal" userId="6d3d0ce7-b850-4749-80a4-f61a92fc5606" providerId="ADAL" clId="{AC248465-C28F-4C88-8A49-8AA714858D6C}" dt="2025-04-02T11:11:51.550" v="2650" actId="20577"/>
          <ac:spMkLst>
            <pc:docMk/>
            <pc:sldMk cId="4109387466" sldId="260"/>
            <ac:spMk id="5" creationId="{CB7D0450-EE4E-B894-7384-BC6DA4049B4B}"/>
          </ac:spMkLst>
        </pc:spChg>
        <pc:spChg chg="add mod topLvl">
          <ac:chgData name="Nitesh Goyal" userId="6d3d0ce7-b850-4749-80a4-f61a92fc5606" providerId="ADAL" clId="{AC248465-C28F-4C88-8A49-8AA714858D6C}" dt="2025-04-02T11:19:22.260" v="2884" actId="165"/>
          <ac:spMkLst>
            <pc:docMk/>
            <pc:sldMk cId="4109387466" sldId="260"/>
            <ac:spMk id="10" creationId="{28A68DC7-7074-7573-CBAB-77CFD384D315}"/>
          </ac:spMkLst>
        </pc:spChg>
        <pc:spChg chg="add mod topLvl">
          <ac:chgData name="Nitesh Goyal" userId="6d3d0ce7-b850-4749-80a4-f61a92fc5606" providerId="ADAL" clId="{AC248465-C28F-4C88-8A49-8AA714858D6C}" dt="2025-04-02T11:19:22.260" v="2884" actId="165"/>
          <ac:spMkLst>
            <pc:docMk/>
            <pc:sldMk cId="4109387466" sldId="260"/>
            <ac:spMk id="12" creationId="{C9C58848-E766-1BE6-38AB-B98FECE4F44E}"/>
          </ac:spMkLst>
        </pc:spChg>
        <pc:spChg chg="add mod topLvl">
          <ac:chgData name="Nitesh Goyal" userId="6d3d0ce7-b850-4749-80a4-f61a92fc5606" providerId="ADAL" clId="{AC248465-C28F-4C88-8A49-8AA714858D6C}" dt="2025-04-02T11:19:22.260" v="2884" actId="165"/>
          <ac:spMkLst>
            <pc:docMk/>
            <pc:sldMk cId="4109387466" sldId="260"/>
            <ac:spMk id="20" creationId="{EAE6C570-D627-8FF3-BD59-3C0FB970F499}"/>
          </ac:spMkLst>
        </pc:spChg>
        <pc:spChg chg="add mod topLvl">
          <ac:chgData name="Nitesh Goyal" userId="6d3d0ce7-b850-4749-80a4-f61a92fc5606" providerId="ADAL" clId="{AC248465-C28F-4C88-8A49-8AA714858D6C}" dt="2025-04-02T11:19:22.260" v="2884" actId="165"/>
          <ac:spMkLst>
            <pc:docMk/>
            <pc:sldMk cId="4109387466" sldId="260"/>
            <ac:spMk id="23" creationId="{E2913F24-BC79-172F-13F0-38B506721900}"/>
          </ac:spMkLst>
        </pc:spChg>
        <pc:spChg chg="add mod topLvl">
          <ac:chgData name="Nitesh Goyal" userId="6d3d0ce7-b850-4749-80a4-f61a92fc5606" providerId="ADAL" clId="{AC248465-C28F-4C88-8A49-8AA714858D6C}" dt="2025-04-02T11:19:22.260" v="2884" actId="165"/>
          <ac:spMkLst>
            <pc:docMk/>
            <pc:sldMk cId="4109387466" sldId="260"/>
            <ac:spMk id="25" creationId="{9203A226-AEA2-B01C-A98F-9EAC0FA70B2A}"/>
          </ac:spMkLst>
        </pc:spChg>
        <pc:spChg chg="add mod topLvl">
          <ac:chgData name="Nitesh Goyal" userId="6d3d0ce7-b850-4749-80a4-f61a92fc5606" providerId="ADAL" clId="{AC248465-C28F-4C88-8A49-8AA714858D6C}" dt="2025-04-02T11:19:28.637" v="2885" actId="14100"/>
          <ac:spMkLst>
            <pc:docMk/>
            <pc:sldMk cId="4109387466" sldId="260"/>
            <ac:spMk id="26" creationId="{DAF263F0-BB0F-3EF9-84AC-83B89D948864}"/>
          </ac:spMkLst>
        </pc:spChg>
        <pc:spChg chg="add mod topLvl">
          <ac:chgData name="Nitesh Goyal" userId="6d3d0ce7-b850-4749-80a4-f61a92fc5606" providerId="ADAL" clId="{AC248465-C28F-4C88-8A49-8AA714858D6C}" dt="2025-04-02T11:19:28.637" v="2885" actId="14100"/>
          <ac:spMkLst>
            <pc:docMk/>
            <pc:sldMk cId="4109387466" sldId="260"/>
            <ac:spMk id="27" creationId="{112D2639-7FFA-9ACA-9CFE-853D809B99F9}"/>
          </ac:spMkLst>
        </pc:spChg>
        <pc:spChg chg="add mod topLvl">
          <ac:chgData name="Nitesh Goyal" userId="6d3d0ce7-b850-4749-80a4-f61a92fc5606" providerId="ADAL" clId="{AC248465-C28F-4C88-8A49-8AA714858D6C}" dt="2025-04-02T11:19:28.637" v="2885" actId="14100"/>
          <ac:spMkLst>
            <pc:docMk/>
            <pc:sldMk cId="4109387466" sldId="260"/>
            <ac:spMk id="28" creationId="{AA037094-A6CF-5185-EB04-8E9766DA6A5C}"/>
          </ac:spMkLst>
        </pc:spChg>
        <pc:spChg chg="add mod">
          <ac:chgData name="Nitesh Goyal" userId="6d3d0ce7-b850-4749-80a4-f61a92fc5606" providerId="ADAL" clId="{AC248465-C28F-4C88-8A49-8AA714858D6C}" dt="2025-04-02T11:20:12.101" v="2941" actId="12"/>
          <ac:spMkLst>
            <pc:docMk/>
            <pc:sldMk cId="4109387466" sldId="260"/>
            <ac:spMk id="29" creationId="{20AD5A26-E9C3-68D8-F6B7-9D6169AC569E}"/>
          </ac:spMkLst>
        </pc:spChg>
        <pc:spChg chg="add mod topLvl">
          <ac:chgData name="Nitesh Goyal" userId="6d3d0ce7-b850-4749-80a4-f61a92fc5606" providerId="ADAL" clId="{AC248465-C28F-4C88-8A49-8AA714858D6C}" dt="2025-04-02T11:20:12.101" v="2941" actId="12"/>
          <ac:spMkLst>
            <pc:docMk/>
            <pc:sldMk cId="4109387466" sldId="260"/>
            <ac:spMk id="30" creationId="{1BDC4DB6-0291-3BB0-0EF8-5F9D98BE89BE}"/>
          </ac:spMkLst>
        </pc:spChg>
        <pc:spChg chg="add mod">
          <ac:chgData name="Nitesh Goyal" userId="6d3d0ce7-b850-4749-80a4-f61a92fc5606" providerId="ADAL" clId="{AC248465-C28F-4C88-8A49-8AA714858D6C}" dt="2025-04-02T11:20:12.101" v="2941" actId="12"/>
          <ac:spMkLst>
            <pc:docMk/>
            <pc:sldMk cId="4109387466" sldId="260"/>
            <ac:spMk id="31" creationId="{929D2123-A602-F754-D6DE-7C8798B19BA6}"/>
          </ac:spMkLst>
        </pc:spChg>
        <pc:spChg chg="add mod">
          <ac:chgData name="Nitesh Goyal" userId="6d3d0ce7-b850-4749-80a4-f61a92fc5606" providerId="ADAL" clId="{AC248465-C28F-4C88-8A49-8AA714858D6C}" dt="2025-04-02T11:19:57.760" v="2927" actId="1076"/>
          <ac:spMkLst>
            <pc:docMk/>
            <pc:sldMk cId="4109387466" sldId="260"/>
            <ac:spMk id="33" creationId="{19234DD2-3E2C-DA47-E15D-C9E6DB350D29}"/>
          </ac:spMkLst>
        </pc:spChg>
        <pc:spChg chg="add mod">
          <ac:chgData name="Nitesh Goyal" userId="6d3d0ce7-b850-4749-80a4-f61a92fc5606" providerId="ADAL" clId="{AC248465-C28F-4C88-8A49-8AA714858D6C}" dt="2025-04-02T11:20:04.469" v="2940" actId="20577"/>
          <ac:spMkLst>
            <pc:docMk/>
            <pc:sldMk cId="4109387466" sldId="260"/>
            <ac:spMk id="34" creationId="{DCEF2A0F-A34F-8F9E-0367-913FE5652A78}"/>
          </ac:spMkLst>
        </pc:spChg>
        <pc:cxnChg chg="add mod">
          <ac:chgData name="Nitesh Goyal" userId="6d3d0ce7-b850-4749-80a4-f61a92fc5606" providerId="ADAL" clId="{AC248465-C28F-4C88-8A49-8AA714858D6C}" dt="2025-04-02T11:15:22.621" v="2798" actId="1036"/>
          <ac:cxnSpMkLst>
            <pc:docMk/>
            <pc:sldMk cId="4109387466" sldId="260"/>
            <ac:cxnSpMk id="18" creationId="{B17AA339-879A-307D-A9F6-592A1867CCEF}"/>
          </ac:cxnSpMkLst>
        </pc:cxnChg>
        <pc:cxnChg chg="add mod">
          <ac:chgData name="Nitesh Goyal" userId="6d3d0ce7-b850-4749-80a4-f61a92fc5606" providerId="ADAL" clId="{AC248465-C28F-4C88-8A49-8AA714858D6C}" dt="2025-04-02T11:15:22.621" v="2798" actId="1036"/>
          <ac:cxnSpMkLst>
            <pc:docMk/>
            <pc:sldMk cId="4109387466" sldId="260"/>
            <ac:cxnSpMk id="22" creationId="{61DF6221-B0C2-E782-7E75-7667E5859869}"/>
          </ac:cxnSpMkLst>
        </pc:cxnChg>
        <pc:cxnChg chg="add mod">
          <ac:chgData name="Nitesh Goyal" userId="6d3d0ce7-b850-4749-80a4-f61a92fc5606" providerId="ADAL" clId="{AC248465-C28F-4C88-8A49-8AA714858D6C}" dt="2025-04-02T11:15:22.621" v="2798" actId="1036"/>
          <ac:cxnSpMkLst>
            <pc:docMk/>
            <pc:sldMk cId="4109387466" sldId="260"/>
            <ac:cxnSpMk id="24" creationId="{8FD99BF2-42FA-C040-AAAC-387EC18EEE4B}"/>
          </ac:cxnSpMkLst>
        </pc:cxnChg>
      </pc:sldChg>
      <pc:sldChg chg="add del mod ord setBg modShow">
        <pc:chgData name="Nitesh Goyal" userId="6d3d0ce7-b850-4749-80a4-f61a92fc5606" providerId="ADAL" clId="{AC248465-C28F-4C88-8A49-8AA714858D6C}" dt="2025-04-03T18:12:54.422" v="4953" actId="47"/>
        <pc:sldMkLst>
          <pc:docMk/>
          <pc:sldMk cId="1767000582" sldId="261"/>
        </pc:sldMkLst>
      </pc:sldChg>
      <pc:sldChg chg="addSp delSp modSp add del mod delAnim modShow">
        <pc:chgData name="Nitesh Goyal" userId="6d3d0ce7-b850-4749-80a4-f61a92fc5606" providerId="ADAL" clId="{AC248465-C28F-4C88-8A49-8AA714858D6C}" dt="2025-04-03T16:17:03.521" v="4784" actId="47"/>
        <pc:sldMkLst>
          <pc:docMk/>
          <pc:sldMk cId="2697653144" sldId="262"/>
        </pc:sldMkLst>
        <pc:spChg chg="del">
          <ac:chgData name="Nitesh Goyal" userId="6d3d0ce7-b850-4749-80a4-f61a92fc5606" providerId="ADAL" clId="{AC248465-C28F-4C88-8A49-8AA714858D6C}" dt="2025-04-03T15:52:34.812" v="4242" actId="478"/>
          <ac:spMkLst>
            <pc:docMk/>
            <pc:sldMk cId="2697653144" sldId="262"/>
            <ac:spMk id="2" creationId="{07B95E7C-9A7D-02CB-67D4-48E6D4EBC995}"/>
          </ac:spMkLst>
        </pc:spChg>
        <pc:spChg chg="del">
          <ac:chgData name="Nitesh Goyal" userId="6d3d0ce7-b850-4749-80a4-f61a92fc5606" providerId="ADAL" clId="{AC248465-C28F-4C88-8A49-8AA714858D6C}" dt="2025-04-03T16:09:50.501" v="4630" actId="478"/>
          <ac:spMkLst>
            <pc:docMk/>
            <pc:sldMk cId="2697653144" sldId="262"/>
            <ac:spMk id="4" creationId="{9C1642DA-3A68-B942-7299-EA5EA481A6BB}"/>
          </ac:spMkLst>
        </pc:spChg>
        <pc:spChg chg="add mod">
          <ac:chgData name="Nitesh Goyal" userId="6d3d0ce7-b850-4749-80a4-f61a92fc5606" providerId="ADAL" clId="{AC248465-C28F-4C88-8A49-8AA714858D6C}" dt="2025-04-03T16:10:58.648" v="4632" actId="114"/>
          <ac:spMkLst>
            <pc:docMk/>
            <pc:sldMk cId="2697653144" sldId="262"/>
            <ac:spMk id="5" creationId="{A961C59C-43D9-996F-19DB-C2F139827E52}"/>
          </ac:spMkLst>
        </pc:spChg>
        <pc:spChg chg="add mod">
          <ac:chgData name="Nitesh Goyal" userId="6d3d0ce7-b850-4749-80a4-f61a92fc5606" providerId="ADAL" clId="{AC248465-C28F-4C88-8A49-8AA714858D6C}" dt="2025-04-03T15:55:42.299" v="4303"/>
          <ac:spMkLst>
            <pc:docMk/>
            <pc:sldMk cId="2697653144" sldId="262"/>
            <ac:spMk id="17" creationId="{8585ED89-C65C-C313-8C26-F4625544C33A}"/>
          </ac:spMkLst>
        </pc:spChg>
        <pc:spChg chg="add mod">
          <ac:chgData name="Nitesh Goyal" userId="6d3d0ce7-b850-4749-80a4-f61a92fc5606" providerId="ADAL" clId="{AC248465-C28F-4C88-8A49-8AA714858D6C}" dt="2025-04-03T16:10:58.648" v="4632" actId="114"/>
          <ac:spMkLst>
            <pc:docMk/>
            <pc:sldMk cId="2697653144" sldId="262"/>
            <ac:spMk id="20" creationId="{F16D3C70-F6DA-8F7A-C198-3B2B3DD762FD}"/>
          </ac:spMkLst>
        </pc:spChg>
        <pc:spChg chg="del">
          <ac:chgData name="Nitesh Goyal" userId="6d3d0ce7-b850-4749-80a4-f61a92fc5606" providerId="ADAL" clId="{AC248465-C28F-4C88-8A49-8AA714858D6C}" dt="2025-04-03T15:52:34.812" v="4242" actId="478"/>
          <ac:spMkLst>
            <pc:docMk/>
            <pc:sldMk cId="2697653144" sldId="262"/>
            <ac:spMk id="21" creationId="{F40EE371-F04A-2203-6360-A479DAC483D5}"/>
          </ac:spMkLst>
        </pc:spChg>
        <pc:spChg chg="del">
          <ac:chgData name="Nitesh Goyal" userId="6d3d0ce7-b850-4749-80a4-f61a92fc5606" providerId="ADAL" clId="{AC248465-C28F-4C88-8A49-8AA714858D6C}" dt="2025-04-03T15:52:34.812" v="4242" actId="478"/>
          <ac:spMkLst>
            <pc:docMk/>
            <pc:sldMk cId="2697653144" sldId="262"/>
            <ac:spMk id="25" creationId="{0603934A-75DE-DA83-7B3C-8901B495247E}"/>
          </ac:spMkLst>
        </pc:spChg>
        <pc:spChg chg="del">
          <ac:chgData name="Nitesh Goyal" userId="6d3d0ce7-b850-4749-80a4-f61a92fc5606" providerId="ADAL" clId="{AC248465-C28F-4C88-8A49-8AA714858D6C}" dt="2025-04-03T15:52:34.812" v="4242" actId="478"/>
          <ac:spMkLst>
            <pc:docMk/>
            <pc:sldMk cId="2697653144" sldId="262"/>
            <ac:spMk id="26" creationId="{B53B7A6A-072D-CB6C-854E-95D4032B855D}"/>
          </ac:spMkLst>
        </pc:spChg>
        <pc:spChg chg="del">
          <ac:chgData name="Nitesh Goyal" userId="6d3d0ce7-b850-4749-80a4-f61a92fc5606" providerId="ADAL" clId="{AC248465-C28F-4C88-8A49-8AA714858D6C}" dt="2025-04-03T15:52:34.812" v="4242" actId="478"/>
          <ac:spMkLst>
            <pc:docMk/>
            <pc:sldMk cId="2697653144" sldId="262"/>
            <ac:spMk id="35" creationId="{CFEED7FE-F73A-6C48-73F3-1AA47EB3E2CD}"/>
          </ac:spMkLst>
        </pc:spChg>
        <pc:spChg chg="del">
          <ac:chgData name="Nitesh Goyal" userId="6d3d0ce7-b850-4749-80a4-f61a92fc5606" providerId="ADAL" clId="{AC248465-C28F-4C88-8A49-8AA714858D6C}" dt="2025-04-03T15:52:29.674" v="4241" actId="478"/>
          <ac:spMkLst>
            <pc:docMk/>
            <pc:sldMk cId="2697653144" sldId="262"/>
            <ac:spMk id="38" creationId="{9C0EF3CA-04D7-1AAF-0BD4-5D6EC645E992}"/>
          </ac:spMkLst>
        </pc:spChg>
        <pc:spChg chg="del">
          <ac:chgData name="Nitesh Goyal" userId="6d3d0ce7-b850-4749-80a4-f61a92fc5606" providerId="ADAL" clId="{AC248465-C28F-4C88-8A49-8AA714858D6C}" dt="2025-04-03T15:52:29.674" v="4241" actId="478"/>
          <ac:spMkLst>
            <pc:docMk/>
            <pc:sldMk cId="2697653144" sldId="262"/>
            <ac:spMk id="39" creationId="{D4147E55-7DDB-7CE5-FA93-78D497F498D5}"/>
          </ac:spMkLst>
        </pc:spChg>
        <pc:spChg chg="add mod">
          <ac:chgData name="Nitesh Goyal" userId="6d3d0ce7-b850-4749-80a4-f61a92fc5606" providerId="ADAL" clId="{AC248465-C28F-4C88-8A49-8AA714858D6C}" dt="2025-04-03T15:55:50.113" v="4306"/>
          <ac:spMkLst>
            <pc:docMk/>
            <pc:sldMk cId="2697653144" sldId="262"/>
            <ac:spMk id="42" creationId="{7F91742B-2BF5-4FAD-F6A3-3B114490B1DF}"/>
          </ac:spMkLst>
        </pc:spChg>
        <pc:spChg chg="add mod">
          <ac:chgData name="Nitesh Goyal" userId="6d3d0ce7-b850-4749-80a4-f61a92fc5606" providerId="ADAL" clId="{AC248465-C28F-4C88-8A49-8AA714858D6C}" dt="2025-04-03T15:55:59.369" v="4308"/>
          <ac:spMkLst>
            <pc:docMk/>
            <pc:sldMk cId="2697653144" sldId="262"/>
            <ac:spMk id="44" creationId="{3334EB44-0E48-FA26-3B0B-5E9B8036677D}"/>
          </ac:spMkLst>
        </pc:spChg>
        <pc:spChg chg="add del mod">
          <ac:chgData name="Nitesh Goyal" userId="6d3d0ce7-b850-4749-80a4-f61a92fc5606" providerId="ADAL" clId="{AC248465-C28F-4C88-8A49-8AA714858D6C}" dt="2025-04-03T16:01:37.675" v="4376" actId="478"/>
          <ac:spMkLst>
            <pc:docMk/>
            <pc:sldMk cId="2697653144" sldId="262"/>
            <ac:spMk id="46" creationId="{FAB1C986-BDF8-5B51-B63A-3E6DB32AE09E}"/>
          </ac:spMkLst>
        </pc:spChg>
        <pc:spChg chg="add del mod">
          <ac:chgData name="Nitesh Goyal" userId="6d3d0ce7-b850-4749-80a4-f61a92fc5606" providerId="ADAL" clId="{AC248465-C28F-4C88-8A49-8AA714858D6C}" dt="2025-04-03T16:01:37.675" v="4376" actId="478"/>
          <ac:spMkLst>
            <pc:docMk/>
            <pc:sldMk cId="2697653144" sldId="262"/>
            <ac:spMk id="48" creationId="{681A1870-D9FB-AB10-69FA-96B4D5D59B76}"/>
          </ac:spMkLst>
        </pc:spChg>
        <pc:spChg chg="add mod">
          <ac:chgData name="Nitesh Goyal" userId="6d3d0ce7-b850-4749-80a4-f61a92fc5606" providerId="ADAL" clId="{AC248465-C28F-4C88-8A49-8AA714858D6C}" dt="2025-04-03T16:03:30.459" v="4427" actId="1036"/>
          <ac:spMkLst>
            <pc:docMk/>
            <pc:sldMk cId="2697653144" sldId="262"/>
            <ac:spMk id="49" creationId="{E5C7E346-C601-DD7C-CD62-AE1065D350C7}"/>
          </ac:spMkLst>
        </pc:spChg>
        <pc:spChg chg="add mod">
          <ac:chgData name="Nitesh Goyal" userId="6d3d0ce7-b850-4749-80a4-f61a92fc5606" providerId="ADAL" clId="{AC248465-C28F-4C88-8A49-8AA714858D6C}" dt="2025-04-03T16:10:58.648" v="4632" actId="114"/>
          <ac:spMkLst>
            <pc:docMk/>
            <pc:sldMk cId="2697653144" sldId="262"/>
            <ac:spMk id="55" creationId="{1BB371A0-9518-310B-EC35-56DC1D8977EE}"/>
          </ac:spMkLst>
        </pc:spChg>
        <pc:spChg chg="add mod">
          <ac:chgData name="Nitesh Goyal" userId="6d3d0ce7-b850-4749-80a4-f61a92fc5606" providerId="ADAL" clId="{AC248465-C28F-4C88-8A49-8AA714858D6C}" dt="2025-04-03T16:03:30.459" v="4427" actId="1036"/>
          <ac:spMkLst>
            <pc:docMk/>
            <pc:sldMk cId="2697653144" sldId="262"/>
            <ac:spMk id="61" creationId="{EC959514-B2EE-93D2-FAAB-079FB93CEC0B}"/>
          </ac:spMkLst>
        </pc:spChg>
        <pc:spChg chg="add del mod">
          <ac:chgData name="Nitesh Goyal" userId="6d3d0ce7-b850-4749-80a4-f61a92fc5606" providerId="ADAL" clId="{AC248465-C28F-4C88-8A49-8AA714858D6C}" dt="2025-04-03T16:02:37.633" v="4397" actId="478"/>
          <ac:spMkLst>
            <pc:docMk/>
            <pc:sldMk cId="2697653144" sldId="262"/>
            <ac:spMk id="69" creationId="{F25C9C28-2E2B-0E6B-9C90-4ECB0E320032}"/>
          </ac:spMkLst>
        </pc:spChg>
        <pc:spChg chg="del">
          <ac:chgData name="Nitesh Goyal" userId="6d3d0ce7-b850-4749-80a4-f61a92fc5606" providerId="ADAL" clId="{AC248465-C28F-4C88-8A49-8AA714858D6C}" dt="2025-04-03T15:52:34.812" v="4242" actId="478"/>
          <ac:spMkLst>
            <pc:docMk/>
            <pc:sldMk cId="2697653144" sldId="262"/>
            <ac:spMk id="70" creationId="{87DA1A4A-A509-520F-96C3-CF14C9CA563A}"/>
          </ac:spMkLst>
        </pc:spChg>
        <pc:spChg chg="add del mod">
          <ac:chgData name="Nitesh Goyal" userId="6d3d0ce7-b850-4749-80a4-f61a92fc5606" providerId="ADAL" clId="{AC248465-C28F-4C88-8A49-8AA714858D6C}" dt="2025-04-03T16:02:51.292" v="4400" actId="478"/>
          <ac:spMkLst>
            <pc:docMk/>
            <pc:sldMk cId="2697653144" sldId="262"/>
            <ac:spMk id="76" creationId="{535E3EB8-2D3D-D769-87F5-3E210C508865}"/>
          </ac:spMkLst>
        </pc:spChg>
        <pc:spChg chg="add del mod">
          <ac:chgData name="Nitesh Goyal" userId="6d3d0ce7-b850-4749-80a4-f61a92fc5606" providerId="ADAL" clId="{AC248465-C28F-4C88-8A49-8AA714858D6C}" dt="2025-04-03T16:08:49.545" v="4575" actId="478"/>
          <ac:spMkLst>
            <pc:docMk/>
            <pc:sldMk cId="2697653144" sldId="262"/>
            <ac:spMk id="78" creationId="{5EBCFB1D-DA9F-202C-DFC8-FE4D88AC9CD3}"/>
          </ac:spMkLst>
        </pc:spChg>
        <pc:spChg chg="del">
          <ac:chgData name="Nitesh Goyal" userId="6d3d0ce7-b850-4749-80a4-f61a92fc5606" providerId="ADAL" clId="{AC248465-C28F-4C88-8A49-8AA714858D6C}" dt="2025-04-03T15:52:34.812" v="4242" actId="478"/>
          <ac:spMkLst>
            <pc:docMk/>
            <pc:sldMk cId="2697653144" sldId="262"/>
            <ac:spMk id="92" creationId="{DEA723B8-C91D-4164-3CFD-3118BF2648CF}"/>
          </ac:spMkLst>
        </pc:spChg>
        <pc:spChg chg="del">
          <ac:chgData name="Nitesh Goyal" userId="6d3d0ce7-b850-4749-80a4-f61a92fc5606" providerId="ADAL" clId="{AC248465-C28F-4C88-8A49-8AA714858D6C}" dt="2025-04-03T15:52:34.812" v="4242" actId="478"/>
          <ac:spMkLst>
            <pc:docMk/>
            <pc:sldMk cId="2697653144" sldId="262"/>
            <ac:spMk id="94" creationId="{3AC5F0B7-503B-7867-846E-CC07FB14EE97}"/>
          </ac:spMkLst>
        </pc:spChg>
        <pc:spChg chg="del">
          <ac:chgData name="Nitesh Goyal" userId="6d3d0ce7-b850-4749-80a4-f61a92fc5606" providerId="ADAL" clId="{AC248465-C28F-4C88-8A49-8AA714858D6C}" dt="2025-04-03T15:52:34.812" v="4242" actId="478"/>
          <ac:spMkLst>
            <pc:docMk/>
            <pc:sldMk cId="2697653144" sldId="262"/>
            <ac:spMk id="97" creationId="{3BA7732E-3221-05E9-297B-FF54B1AB7F9C}"/>
          </ac:spMkLst>
        </pc:spChg>
        <pc:spChg chg="add del mod">
          <ac:chgData name="Nitesh Goyal" userId="6d3d0ce7-b850-4749-80a4-f61a92fc5606" providerId="ADAL" clId="{AC248465-C28F-4C88-8A49-8AA714858D6C}" dt="2025-04-03T16:03:15.705" v="4412"/>
          <ac:spMkLst>
            <pc:docMk/>
            <pc:sldMk cId="2697653144" sldId="262"/>
            <ac:spMk id="101" creationId="{4657F905-8B48-35C1-58CE-15A7B371C852}"/>
          </ac:spMkLst>
        </pc:spChg>
        <pc:spChg chg="del">
          <ac:chgData name="Nitesh Goyal" userId="6d3d0ce7-b850-4749-80a4-f61a92fc5606" providerId="ADAL" clId="{AC248465-C28F-4C88-8A49-8AA714858D6C}" dt="2025-04-03T15:52:34.812" v="4242" actId="478"/>
          <ac:spMkLst>
            <pc:docMk/>
            <pc:sldMk cId="2697653144" sldId="262"/>
            <ac:spMk id="102" creationId="{0A325EE7-4FB9-7DB6-22CA-886596C68144}"/>
          </ac:spMkLst>
        </pc:spChg>
        <pc:spChg chg="add mod">
          <ac:chgData name="Nitesh Goyal" userId="6d3d0ce7-b850-4749-80a4-f61a92fc5606" providerId="ADAL" clId="{AC248465-C28F-4C88-8A49-8AA714858D6C}" dt="2025-04-03T16:10:58.648" v="4632" actId="114"/>
          <ac:spMkLst>
            <pc:docMk/>
            <pc:sldMk cId="2697653144" sldId="262"/>
            <ac:spMk id="103" creationId="{B7628909-E5A1-07E2-5306-5EB6646F52BA}"/>
          </ac:spMkLst>
        </pc:spChg>
        <pc:spChg chg="add mod">
          <ac:chgData name="Nitesh Goyal" userId="6d3d0ce7-b850-4749-80a4-f61a92fc5606" providerId="ADAL" clId="{AC248465-C28F-4C88-8A49-8AA714858D6C}" dt="2025-04-03T16:09:27.330" v="4586" actId="1036"/>
          <ac:spMkLst>
            <pc:docMk/>
            <pc:sldMk cId="2697653144" sldId="262"/>
            <ac:spMk id="104" creationId="{9F76BC10-6EBE-121E-A0B1-E4405E7FA6E6}"/>
          </ac:spMkLst>
        </pc:spChg>
        <pc:spChg chg="add mod">
          <ac:chgData name="Nitesh Goyal" userId="6d3d0ce7-b850-4749-80a4-f61a92fc5606" providerId="ADAL" clId="{AC248465-C28F-4C88-8A49-8AA714858D6C}" dt="2025-04-03T16:09:25.722" v="4583" actId="1036"/>
          <ac:spMkLst>
            <pc:docMk/>
            <pc:sldMk cId="2697653144" sldId="262"/>
            <ac:spMk id="105" creationId="{9DA41141-BAFB-2E97-1D73-2D9664D922BA}"/>
          </ac:spMkLst>
        </pc:spChg>
        <pc:spChg chg="add del mod">
          <ac:chgData name="Nitesh Goyal" userId="6d3d0ce7-b850-4749-80a4-f61a92fc5606" providerId="ADAL" clId="{AC248465-C28F-4C88-8A49-8AA714858D6C}" dt="2025-04-03T16:04:07.736" v="4442" actId="478"/>
          <ac:spMkLst>
            <pc:docMk/>
            <pc:sldMk cId="2697653144" sldId="262"/>
            <ac:spMk id="107" creationId="{9C8B9F96-DFF1-B44D-DCA3-7C7AC02C26FA}"/>
          </ac:spMkLst>
        </pc:spChg>
        <pc:spChg chg="add del mod">
          <ac:chgData name="Nitesh Goyal" userId="6d3d0ce7-b850-4749-80a4-f61a92fc5606" providerId="ADAL" clId="{AC248465-C28F-4C88-8A49-8AA714858D6C}" dt="2025-04-03T16:08:49.545" v="4575" actId="478"/>
          <ac:spMkLst>
            <pc:docMk/>
            <pc:sldMk cId="2697653144" sldId="262"/>
            <ac:spMk id="109" creationId="{4CE9FB72-2D31-47D8-292D-CBD248A979F8}"/>
          </ac:spMkLst>
        </pc:spChg>
        <pc:spChg chg="add mod">
          <ac:chgData name="Nitesh Goyal" userId="6d3d0ce7-b850-4749-80a4-f61a92fc5606" providerId="ADAL" clId="{AC248465-C28F-4C88-8A49-8AA714858D6C}" dt="2025-04-03T16:04:50.833" v="4451"/>
          <ac:spMkLst>
            <pc:docMk/>
            <pc:sldMk cId="2697653144" sldId="262"/>
            <ac:spMk id="110" creationId="{56013824-0E0F-E24D-D96D-85318BA63D02}"/>
          </ac:spMkLst>
        </pc:spChg>
        <pc:spChg chg="add mod">
          <ac:chgData name="Nitesh Goyal" userId="6d3d0ce7-b850-4749-80a4-f61a92fc5606" providerId="ADAL" clId="{AC248465-C28F-4C88-8A49-8AA714858D6C}" dt="2025-04-03T16:09:33.393" v="4597" actId="1036"/>
          <ac:spMkLst>
            <pc:docMk/>
            <pc:sldMk cId="2697653144" sldId="262"/>
            <ac:spMk id="111" creationId="{1206D31F-B51C-E03C-A7DB-918C855E86CC}"/>
          </ac:spMkLst>
        </pc:spChg>
        <pc:spChg chg="add mod">
          <ac:chgData name="Nitesh Goyal" userId="6d3d0ce7-b850-4749-80a4-f61a92fc5606" providerId="ADAL" clId="{AC248465-C28F-4C88-8A49-8AA714858D6C}" dt="2025-04-03T16:10:58.648" v="4632" actId="114"/>
          <ac:spMkLst>
            <pc:docMk/>
            <pc:sldMk cId="2697653144" sldId="262"/>
            <ac:spMk id="112" creationId="{02F0AD02-E47D-E1EA-4C60-BD385765D1D4}"/>
          </ac:spMkLst>
        </pc:spChg>
        <pc:spChg chg="add del mod">
          <ac:chgData name="Nitesh Goyal" userId="6d3d0ce7-b850-4749-80a4-f61a92fc5606" providerId="ADAL" clId="{AC248465-C28F-4C88-8A49-8AA714858D6C}" dt="2025-04-03T16:10:28.439" v="4631" actId="478"/>
          <ac:spMkLst>
            <pc:docMk/>
            <pc:sldMk cId="2697653144" sldId="262"/>
            <ac:spMk id="114" creationId="{82A318A6-6F40-5D7B-D64B-22AB644F2B3C}"/>
          </ac:spMkLst>
        </pc:spChg>
        <pc:spChg chg="add mod">
          <ac:chgData name="Nitesh Goyal" userId="6d3d0ce7-b850-4749-80a4-f61a92fc5606" providerId="ADAL" clId="{AC248465-C28F-4C88-8A49-8AA714858D6C}" dt="2025-04-03T16:10:58.648" v="4632" actId="114"/>
          <ac:spMkLst>
            <pc:docMk/>
            <pc:sldMk cId="2697653144" sldId="262"/>
            <ac:spMk id="115" creationId="{29F5682F-69F5-04B1-9B79-22DFC8F7222E}"/>
          </ac:spMkLst>
        </pc:spChg>
        <pc:spChg chg="add mod">
          <ac:chgData name="Nitesh Goyal" userId="6d3d0ce7-b850-4749-80a4-f61a92fc5606" providerId="ADAL" clId="{AC248465-C28F-4C88-8A49-8AA714858D6C}" dt="2025-04-03T16:09:46.737" v="4629" actId="1036"/>
          <ac:spMkLst>
            <pc:docMk/>
            <pc:sldMk cId="2697653144" sldId="262"/>
            <ac:spMk id="116" creationId="{A4791349-F369-4A14-47EE-D3C8F552ED73}"/>
          </ac:spMkLst>
        </pc:spChg>
        <pc:spChg chg="add mod">
          <ac:chgData name="Nitesh Goyal" userId="6d3d0ce7-b850-4749-80a4-f61a92fc5606" providerId="ADAL" clId="{AC248465-C28F-4C88-8A49-8AA714858D6C}" dt="2025-04-03T16:10:58.648" v="4632" actId="114"/>
          <ac:spMkLst>
            <pc:docMk/>
            <pc:sldMk cId="2697653144" sldId="262"/>
            <ac:spMk id="117" creationId="{63ECD6ED-1B00-6467-E950-260A0EE3D0AA}"/>
          </ac:spMkLst>
        </pc:spChg>
        <pc:spChg chg="add del mod">
          <ac:chgData name="Nitesh Goyal" userId="6d3d0ce7-b850-4749-80a4-f61a92fc5606" providerId="ADAL" clId="{AC248465-C28F-4C88-8A49-8AA714858D6C}" dt="2025-04-03T16:08:49.545" v="4575" actId="478"/>
          <ac:spMkLst>
            <pc:docMk/>
            <pc:sldMk cId="2697653144" sldId="262"/>
            <ac:spMk id="119" creationId="{C7FEBAFE-72BB-D6C0-86FA-5925E29CD005}"/>
          </ac:spMkLst>
        </pc:spChg>
        <pc:spChg chg="add mod">
          <ac:chgData name="Nitesh Goyal" userId="6d3d0ce7-b850-4749-80a4-f61a92fc5606" providerId="ADAL" clId="{AC248465-C28F-4C88-8A49-8AA714858D6C}" dt="2025-04-03T16:10:58.648" v="4632" actId="114"/>
          <ac:spMkLst>
            <pc:docMk/>
            <pc:sldMk cId="2697653144" sldId="262"/>
            <ac:spMk id="120" creationId="{081A99E8-DBE7-58D9-78AC-1BCCC5B83718}"/>
          </ac:spMkLst>
        </pc:spChg>
        <pc:spChg chg="add mod">
          <ac:chgData name="Nitesh Goyal" userId="6d3d0ce7-b850-4749-80a4-f61a92fc5606" providerId="ADAL" clId="{AC248465-C28F-4C88-8A49-8AA714858D6C}" dt="2025-04-03T16:10:58.648" v="4632" actId="114"/>
          <ac:spMkLst>
            <pc:docMk/>
            <pc:sldMk cId="2697653144" sldId="262"/>
            <ac:spMk id="121" creationId="{6BF72596-0942-187D-C0E0-89961886A08A}"/>
          </ac:spMkLst>
        </pc:spChg>
        <pc:spChg chg="add mod">
          <ac:chgData name="Nitesh Goyal" userId="6d3d0ce7-b850-4749-80a4-f61a92fc5606" providerId="ADAL" clId="{AC248465-C28F-4C88-8A49-8AA714858D6C}" dt="2025-04-03T16:10:58.648" v="4632" actId="114"/>
          <ac:spMkLst>
            <pc:docMk/>
            <pc:sldMk cId="2697653144" sldId="262"/>
            <ac:spMk id="122" creationId="{71E97A20-8AA6-25BF-2668-44E648DBCE1C}"/>
          </ac:spMkLst>
        </pc:spChg>
        <pc:spChg chg="add del mod">
          <ac:chgData name="Nitesh Goyal" userId="6d3d0ce7-b850-4749-80a4-f61a92fc5606" providerId="ADAL" clId="{AC248465-C28F-4C88-8A49-8AA714858D6C}" dt="2025-04-03T16:08:49.545" v="4575" actId="478"/>
          <ac:spMkLst>
            <pc:docMk/>
            <pc:sldMk cId="2697653144" sldId="262"/>
            <ac:spMk id="124" creationId="{DD9005F0-73DC-0E58-82CD-EB468CA2F3BB}"/>
          </ac:spMkLst>
        </pc:spChg>
        <pc:graphicFrameChg chg="add mod">
          <ac:chgData name="Nitesh Goyal" userId="6d3d0ce7-b850-4749-80a4-f61a92fc5606" providerId="ADAL" clId="{AC248465-C28F-4C88-8A49-8AA714858D6C}" dt="2025-04-03T15:55:41.381" v="4302"/>
          <ac:graphicFrameMkLst>
            <pc:docMk/>
            <pc:sldMk cId="2697653144" sldId="262"/>
            <ac:graphicFrameMk id="16" creationId="{636BA6F0-A517-C5CB-41DE-9D100B746C7D}"/>
          </ac:graphicFrameMkLst>
        </pc:graphicFrameChg>
        <pc:graphicFrameChg chg="mod modGraphic">
          <ac:chgData name="Nitesh Goyal" userId="6d3d0ce7-b850-4749-80a4-f61a92fc5606" providerId="ADAL" clId="{AC248465-C28F-4C88-8A49-8AA714858D6C}" dt="2025-04-03T16:08:57.801" v="4578" actId="1076"/>
          <ac:graphicFrameMkLst>
            <pc:docMk/>
            <pc:sldMk cId="2697653144" sldId="262"/>
            <ac:graphicFrameMk id="24" creationId="{AFF739F3-6B09-7697-64DD-BDAF01AF7C50}"/>
          </ac:graphicFrameMkLst>
        </pc:graphicFrameChg>
        <pc:graphicFrameChg chg="add del mod modGraphic">
          <ac:chgData name="Nitesh Goyal" userId="6d3d0ce7-b850-4749-80a4-f61a92fc5606" providerId="ADAL" clId="{AC248465-C28F-4C88-8A49-8AA714858D6C}" dt="2025-04-03T16:08:49.545" v="4575" actId="478"/>
          <ac:graphicFrameMkLst>
            <pc:docMk/>
            <pc:sldMk cId="2697653144" sldId="262"/>
            <ac:graphicFrameMk id="41" creationId="{53613933-DFD5-DB7E-EC86-ECC77A4977A1}"/>
          </ac:graphicFrameMkLst>
        </pc:graphicFrameChg>
        <pc:graphicFrameChg chg="add mod">
          <ac:chgData name="Nitesh Goyal" userId="6d3d0ce7-b850-4749-80a4-f61a92fc5606" providerId="ADAL" clId="{AC248465-C28F-4C88-8A49-8AA714858D6C}" dt="2025-04-03T15:55:57.715" v="4307"/>
          <ac:graphicFrameMkLst>
            <pc:docMk/>
            <pc:sldMk cId="2697653144" sldId="262"/>
            <ac:graphicFrameMk id="43" creationId="{5A398E15-6064-72DB-6C48-38DCD43FAE49}"/>
          </ac:graphicFrameMkLst>
        </pc:graphicFrameChg>
        <pc:graphicFrameChg chg="add del mod">
          <ac:chgData name="Nitesh Goyal" userId="6d3d0ce7-b850-4749-80a4-f61a92fc5606" providerId="ADAL" clId="{AC248465-C28F-4C88-8A49-8AA714858D6C}" dt="2025-04-03T16:02:37.633" v="4397" actId="478"/>
          <ac:graphicFrameMkLst>
            <pc:docMk/>
            <pc:sldMk cId="2697653144" sldId="262"/>
            <ac:graphicFrameMk id="68" creationId="{32B00CE7-504B-F9EA-17B9-BAFFE18AE994}"/>
          </ac:graphicFrameMkLst>
        </pc:graphicFrameChg>
        <pc:graphicFrameChg chg="add del mod">
          <ac:chgData name="Nitesh Goyal" userId="6d3d0ce7-b850-4749-80a4-f61a92fc5606" providerId="ADAL" clId="{AC248465-C28F-4C88-8A49-8AA714858D6C}" dt="2025-04-03T16:02:51.292" v="4400" actId="478"/>
          <ac:graphicFrameMkLst>
            <pc:docMk/>
            <pc:sldMk cId="2697653144" sldId="262"/>
            <ac:graphicFrameMk id="75" creationId="{55F9A120-DAD0-98FC-04DD-B91C12A791EE}"/>
          </ac:graphicFrameMkLst>
        </pc:graphicFrameChg>
        <pc:graphicFrameChg chg="add del mod">
          <ac:chgData name="Nitesh Goyal" userId="6d3d0ce7-b850-4749-80a4-f61a92fc5606" providerId="ADAL" clId="{AC248465-C28F-4C88-8A49-8AA714858D6C}" dt="2025-04-03T16:09:10.025" v="4580" actId="478"/>
          <ac:graphicFrameMkLst>
            <pc:docMk/>
            <pc:sldMk cId="2697653144" sldId="262"/>
            <ac:graphicFrameMk id="77" creationId="{77C532D0-DC9F-15A7-D67A-25BEC15653EE}"/>
          </ac:graphicFrameMkLst>
        </pc:graphicFrameChg>
        <pc:graphicFrameChg chg="add del mod">
          <ac:chgData name="Nitesh Goyal" userId="6d3d0ce7-b850-4749-80a4-f61a92fc5606" providerId="ADAL" clId="{AC248465-C28F-4C88-8A49-8AA714858D6C}" dt="2025-04-03T16:04:07.736" v="4442" actId="478"/>
          <ac:graphicFrameMkLst>
            <pc:docMk/>
            <pc:sldMk cId="2697653144" sldId="262"/>
            <ac:graphicFrameMk id="106" creationId="{78E7886E-A117-995D-2807-5F71E48014A5}"/>
          </ac:graphicFrameMkLst>
        </pc:graphicFrameChg>
        <pc:graphicFrameChg chg="add del mod">
          <ac:chgData name="Nitesh Goyal" userId="6d3d0ce7-b850-4749-80a4-f61a92fc5606" providerId="ADAL" clId="{AC248465-C28F-4C88-8A49-8AA714858D6C}" dt="2025-04-03T16:04:21.010" v="4446" actId="478"/>
          <ac:graphicFrameMkLst>
            <pc:docMk/>
            <pc:sldMk cId="2697653144" sldId="262"/>
            <ac:graphicFrameMk id="108" creationId="{F56FD480-723E-023D-04D2-DDEAB43C4594}"/>
          </ac:graphicFrameMkLst>
        </pc:graphicFrameChg>
        <pc:graphicFrameChg chg="add del mod">
          <ac:chgData name="Nitesh Goyal" userId="6d3d0ce7-b850-4749-80a4-f61a92fc5606" providerId="ADAL" clId="{AC248465-C28F-4C88-8A49-8AA714858D6C}" dt="2025-04-03T16:05:25.289" v="4484" actId="478"/>
          <ac:graphicFrameMkLst>
            <pc:docMk/>
            <pc:sldMk cId="2697653144" sldId="262"/>
            <ac:graphicFrameMk id="113" creationId="{B5A77FA8-3A60-BD9C-38AA-00766FC3D2C6}"/>
          </ac:graphicFrameMkLst>
        </pc:graphicFrameChg>
        <pc:graphicFrameChg chg="add del mod">
          <ac:chgData name="Nitesh Goyal" userId="6d3d0ce7-b850-4749-80a4-f61a92fc5606" providerId="ADAL" clId="{AC248465-C28F-4C88-8A49-8AA714858D6C}" dt="2025-04-03T16:08:49.545" v="4575" actId="478"/>
          <ac:graphicFrameMkLst>
            <pc:docMk/>
            <pc:sldMk cId="2697653144" sldId="262"/>
            <ac:graphicFrameMk id="118" creationId="{4F06D91A-8575-0E34-DBA4-68FC5C1121A2}"/>
          </ac:graphicFrameMkLst>
        </pc:graphicFrameChg>
        <pc:graphicFrameChg chg="add del mod">
          <ac:chgData name="Nitesh Goyal" userId="6d3d0ce7-b850-4749-80a4-f61a92fc5606" providerId="ADAL" clId="{AC248465-C28F-4C88-8A49-8AA714858D6C}" dt="2025-04-03T16:09:01.545" v="4579" actId="478"/>
          <ac:graphicFrameMkLst>
            <pc:docMk/>
            <pc:sldMk cId="2697653144" sldId="262"/>
            <ac:graphicFrameMk id="123" creationId="{0A4AA236-8A2F-71C4-78FB-2CAC03901386}"/>
          </ac:graphicFrameMkLst>
        </pc:graphicFrameChg>
      </pc:sldChg>
      <pc:sldChg chg="addSp modSp add mod">
        <pc:chgData name="Nitesh Goyal" userId="6d3d0ce7-b850-4749-80a4-f61a92fc5606" providerId="ADAL" clId="{AC248465-C28F-4C88-8A49-8AA714858D6C}" dt="2025-04-03T16:20:24.804" v="4931" actId="2711"/>
        <pc:sldMkLst>
          <pc:docMk/>
          <pc:sldMk cId="3614508015" sldId="262"/>
        </pc:sldMkLst>
        <pc:spChg chg="add mod">
          <ac:chgData name="Nitesh Goyal" userId="6d3d0ce7-b850-4749-80a4-f61a92fc5606" providerId="ADAL" clId="{AC248465-C28F-4C88-8A49-8AA714858D6C}" dt="2025-04-03T16:18:23.517" v="4827"/>
          <ac:spMkLst>
            <pc:docMk/>
            <pc:sldMk cId="3614508015" sldId="262"/>
            <ac:spMk id="3" creationId="{36A477E7-8835-958E-DC58-A7EDBCD17AB6}"/>
          </ac:spMkLst>
        </pc:spChg>
        <pc:spChg chg="mod">
          <ac:chgData name="Nitesh Goyal" userId="6d3d0ce7-b850-4749-80a4-f61a92fc5606" providerId="ADAL" clId="{AC248465-C28F-4C88-8A49-8AA714858D6C}" dt="2025-04-03T16:17:28.644" v="4795" actId="20577"/>
          <ac:spMkLst>
            <pc:docMk/>
            <pc:sldMk cId="3614508015" sldId="262"/>
            <ac:spMk id="6" creationId="{6C4D8FB3-37BD-350E-4DAA-F89FDDC70490}"/>
          </ac:spMkLst>
        </pc:spChg>
        <pc:graphicFrameChg chg="add mod">
          <ac:chgData name="Nitesh Goyal" userId="6d3d0ce7-b850-4749-80a4-f61a92fc5606" providerId="ADAL" clId="{AC248465-C28F-4C88-8A49-8AA714858D6C}" dt="2025-04-03T16:18:16.796" v="4825" actId="14100"/>
          <ac:graphicFrameMkLst>
            <pc:docMk/>
            <pc:sldMk cId="3614508015" sldId="262"/>
            <ac:graphicFrameMk id="2" creationId="{EDAF2026-BF65-73BE-9AD7-37989C8CF67A}"/>
          </ac:graphicFrameMkLst>
        </pc:graphicFrameChg>
        <pc:graphicFrameChg chg="mod modGraphic">
          <ac:chgData name="Nitesh Goyal" userId="6d3d0ce7-b850-4749-80a4-f61a92fc5606" providerId="ADAL" clId="{AC248465-C28F-4C88-8A49-8AA714858D6C}" dt="2025-04-03T16:20:24.804" v="4931" actId="2711"/>
          <ac:graphicFrameMkLst>
            <pc:docMk/>
            <pc:sldMk cId="3614508015" sldId="262"/>
            <ac:graphicFrameMk id="24" creationId="{E5AE7E7D-8CBD-CC66-93AA-70C3613EF1D6}"/>
          </ac:graphicFrameMkLst>
        </pc:graphicFrameChg>
      </pc:sldChg>
      <pc:sldChg chg="modSp add del mod ord">
        <pc:chgData name="Nitesh Goyal" userId="6d3d0ce7-b850-4749-80a4-f61a92fc5606" providerId="ADAL" clId="{AC248465-C28F-4C88-8A49-8AA714858D6C}" dt="2025-04-03T14:37:09.072" v="4083" actId="47"/>
        <pc:sldMkLst>
          <pc:docMk/>
          <pc:sldMk cId="2085536527" sldId="263"/>
        </pc:sldMkLst>
        <pc:spChg chg="mod">
          <ac:chgData name="Nitesh Goyal" userId="6d3d0ce7-b850-4749-80a4-f61a92fc5606" providerId="ADAL" clId="{AC248465-C28F-4C88-8A49-8AA714858D6C}" dt="2025-04-03T13:59:05.914" v="3628" actId="20577"/>
          <ac:spMkLst>
            <pc:docMk/>
            <pc:sldMk cId="2085536527" sldId="263"/>
            <ac:spMk id="9" creationId="{D36F951A-702F-629C-FD91-07AB1B7F4540}"/>
          </ac:spMkLst>
        </pc:spChg>
      </pc:sldChg>
      <pc:sldChg chg="addSp delSp modSp add mod modShow">
        <pc:chgData name="Nitesh Goyal" userId="6d3d0ce7-b850-4749-80a4-f61a92fc5606" providerId="ADAL" clId="{AC248465-C28F-4C88-8A49-8AA714858D6C}" dt="2025-04-03T16:41:37.128" v="4936" actId="14734"/>
        <pc:sldMkLst>
          <pc:docMk/>
          <pc:sldMk cId="4157948562" sldId="263"/>
        </pc:sldMkLst>
        <pc:spChg chg="add del mod">
          <ac:chgData name="Nitesh Goyal" userId="6d3d0ce7-b850-4749-80a4-f61a92fc5606" providerId="ADAL" clId="{AC248465-C28F-4C88-8A49-8AA714858D6C}" dt="2025-04-03T16:15:20.183" v="4726"/>
          <ac:spMkLst>
            <pc:docMk/>
            <pc:sldMk cId="4157948562" sldId="263"/>
            <ac:spMk id="3" creationId="{6BD12CA6-EA28-2D6B-4DA8-F4A5CB895439}"/>
          </ac:spMkLst>
        </pc:spChg>
        <pc:spChg chg="del mod">
          <ac:chgData name="Nitesh Goyal" userId="6d3d0ce7-b850-4749-80a4-f61a92fc5606" providerId="ADAL" clId="{AC248465-C28F-4C88-8A49-8AA714858D6C}" dt="2025-04-03T16:15:21.891" v="4727" actId="478"/>
          <ac:spMkLst>
            <pc:docMk/>
            <pc:sldMk cId="4157948562" sldId="263"/>
            <ac:spMk id="5" creationId="{8E2D42FF-8246-B264-1DA5-BB632B565986}"/>
          </ac:spMkLst>
        </pc:spChg>
        <pc:spChg chg="mod">
          <ac:chgData name="Nitesh Goyal" userId="6d3d0ce7-b850-4749-80a4-f61a92fc5606" providerId="ADAL" clId="{AC248465-C28F-4C88-8A49-8AA714858D6C}" dt="2025-04-03T16:16:55.537" v="4782" actId="20577"/>
          <ac:spMkLst>
            <pc:docMk/>
            <pc:sldMk cId="4157948562" sldId="263"/>
            <ac:spMk id="6" creationId="{2E5ACD16-412B-90E4-2703-6E63D9AC5D41}"/>
          </ac:spMkLst>
        </pc:spChg>
        <pc:spChg chg="del">
          <ac:chgData name="Nitesh Goyal" userId="6d3d0ce7-b850-4749-80a4-f61a92fc5606" providerId="ADAL" clId="{AC248465-C28F-4C88-8A49-8AA714858D6C}" dt="2025-04-03T16:16:59.248" v="4783" actId="478"/>
          <ac:spMkLst>
            <pc:docMk/>
            <pc:sldMk cId="4157948562" sldId="263"/>
            <ac:spMk id="15" creationId="{B60DDC7A-ED4C-21DE-4DEB-0A33D3E6A4B3}"/>
          </ac:spMkLst>
        </pc:spChg>
        <pc:spChg chg="del mod">
          <ac:chgData name="Nitesh Goyal" userId="6d3d0ce7-b850-4749-80a4-f61a92fc5606" providerId="ADAL" clId="{AC248465-C28F-4C88-8A49-8AA714858D6C}" dt="2025-04-03T16:15:21.891" v="4727" actId="478"/>
          <ac:spMkLst>
            <pc:docMk/>
            <pc:sldMk cId="4157948562" sldId="263"/>
            <ac:spMk id="20" creationId="{FE63720F-1643-86AD-8B9D-BF04D326A88C}"/>
          </ac:spMkLst>
        </pc:spChg>
        <pc:spChg chg="del">
          <ac:chgData name="Nitesh Goyal" userId="6d3d0ce7-b850-4749-80a4-f61a92fc5606" providerId="ADAL" clId="{AC248465-C28F-4C88-8A49-8AA714858D6C}" dt="2025-04-03T16:15:52.571" v="4752" actId="478"/>
          <ac:spMkLst>
            <pc:docMk/>
            <pc:sldMk cId="4157948562" sldId="263"/>
            <ac:spMk id="42" creationId="{69288B02-AA35-9C18-2B2C-FD9FD562A79C}"/>
          </ac:spMkLst>
        </pc:spChg>
        <pc:spChg chg="del mod">
          <ac:chgData name="Nitesh Goyal" userId="6d3d0ce7-b850-4749-80a4-f61a92fc5606" providerId="ADAL" clId="{AC248465-C28F-4C88-8A49-8AA714858D6C}" dt="2025-04-03T16:15:21.891" v="4727" actId="478"/>
          <ac:spMkLst>
            <pc:docMk/>
            <pc:sldMk cId="4157948562" sldId="263"/>
            <ac:spMk id="49" creationId="{F95D2A8B-C091-1F34-644F-196ADAD52E18}"/>
          </ac:spMkLst>
        </pc:spChg>
        <pc:spChg chg="del mod">
          <ac:chgData name="Nitesh Goyal" userId="6d3d0ce7-b850-4749-80a4-f61a92fc5606" providerId="ADAL" clId="{AC248465-C28F-4C88-8A49-8AA714858D6C}" dt="2025-04-03T16:15:21.891" v="4727" actId="478"/>
          <ac:spMkLst>
            <pc:docMk/>
            <pc:sldMk cId="4157948562" sldId="263"/>
            <ac:spMk id="55" creationId="{569648E3-998D-564C-1EA9-FCD87ACA996C}"/>
          </ac:spMkLst>
        </pc:spChg>
        <pc:spChg chg="del mod">
          <ac:chgData name="Nitesh Goyal" userId="6d3d0ce7-b850-4749-80a4-f61a92fc5606" providerId="ADAL" clId="{AC248465-C28F-4C88-8A49-8AA714858D6C}" dt="2025-04-03T16:15:21.891" v="4727" actId="478"/>
          <ac:spMkLst>
            <pc:docMk/>
            <pc:sldMk cId="4157948562" sldId="263"/>
            <ac:spMk id="61" creationId="{4FF637C4-18F9-270A-9D40-B840CA27C758}"/>
          </ac:spMkLst>
        </pc:spChg>
        <pc:spChg chg="del mod">
          <ac:chgData name="Nitesh Goyal" userId="6d3d0ce7-b850-4749-80a4-f61a92fc5606" providerId="ADAL" clId="{AC248465-C28F-4C88-8A49-8AA714858D6C}" dt="2025-04-03T16:15:21.891" v="4727" actId="478"/>
          <ac:spMkLst>
            <pc:docMk/>
            <pc:sldMk cId="4157948562" sldId="263"/>
            <ac:spMk id="103" creationId="{A244EED9-31C4-85C3-6E80-09812B7F2308}"/>
          </ac:spMkLst>
        </pc:spChg>
        <pc:spChg chg="del mod">
          <ac:chgData name="Nitesh Goyal" userId="6d3d0ce7-b850-4749-80a4-f61a92fc5606" providerId="ADAL" clId="{AC248465-C28F-4C88-8A49-8AA714858D6C}" dt="2025-04-03T16:15:21.891" v="4727" actId="478"/>
          <ac:spMkLst>
            <pc:docMk/>
            <pc:sldMk cId="4157948562" sldId="263"/>
            <ac:spMk id="104" creationId="{F4B0EF5A-9B00-3EE0-C9D3-58BABD748C9D}"/>
          </ac:spMkLst>
        </pc:spChg>
        <pc:spChg chg="del mod">
          <ac:chgData name="Nitesh Goyal" userId="6d3d0ce7-b850-4749-80a4-f61a92fc5606" providerId="ADAL" clId="{AC248465-C28F-4C88-8A49-8AA714858D6C}" dt="2025-04-03T16:15:21.891" v="4727" actId="478"/>
          <ac:spMkLst>
            <pc:docMk/>
            <pc:sldMk cId="4157948562" sldId="263"/>
            <ac:spMk id="105" creationId="{FA42A6BF-F419-03DE-2019-E32D5CD1767A}"/>
          </ac:spMkLst>
        </pc:spChg>
        <pc:spChg chg="del mod">
          <ac:chgData name="Nitesh Goyal" userId="6d3d0ce7-b850-4749-80a4-f61a92fc5606" providerId="ADAL" clId="{AC248465-C28F-4C88-8A49-8AA714858D6C}" dt="2025-04-03T16:15:55.711" v="4753" actId="478"/>
          <ac:spMkLst>
            <pc:docMk/>
            <pc:sldMk cId="4157948562" sldId="263"/>
            <ac:spMk id="111" creationId="{79B327FB-D300-8E08-2837-04EF6F72CA91}"/>
          </ac:spMkLst>
        </pc:spChg>
        <pc:spChg chg="del mod">
          <ac:chgData name="Nitesh Goyal" userId="6d3d0ce7-b850-4749-80a4-f61a92fc5606" providerId="ADAL" clId="{AC248465-C28F-4C88-8A49-8AA714858D6C}" dt="2025-04-03T16:15:55.711" v="4753" actId="478"/>
          <ac:spMkLst>
            <pc:docMk/>
            <pc:sldMk cId="4157948562" sldId="263"/>
            <ac:spMk id="112" creationId="{26A18922-755A-0547-2B77-FB19765FF896}"/>
          </ac:spMkLst>
        </pc:spChg>
        <pc:spChg chg="del mod">
          <ac:chgData name="Nitesh Goyal" userId="6d3d0ce7-b850-4749-80a4-f61a92fc5606" providerId="ADAL" clId="{AC248465-C28F-4C88-8A49-8AA714858D6C}" dt="2025-04-03T16:15:55.711" v="4753" actId="478"/>
          <ac:spMkLst>
            <pc:docMk/>
            <pc:sldMk cId="4157948562" sldId="263"/>
            <ac:spMk id="115" creationId="{F1DBB94E-40E7-E14B-9A65-11EE8A5E581C}"/>
          </ac:spMkLst>
        </pc:spChg>
        <pc:spChg chg="del mod">
          <ac:chgData name="Nitesh Goyal" userId="6d3d0ce7-b850-4749-80a4-f61a92fc5606" providerId="ADAL" clId="{AC248465-C28F-4C88-8A49-8AA714858D6C}" dt="2025-04-03T16:15:55.711" v="4753" actId="478"/>
          <ac:spMkLst>
            <pc:docMk/>
            <pc:sldMk cId="4157948562" sldId="263"/>
            <ac:spMk id="116" creationId="{89B4A30B-F912-3607-DCA5-49150E839771}"/>
          </ac:spMkLst>
        </pc:spChg>
        <pc:spChg chg="del mod">
          <ac:chgData name="Nitesh Goyal" userId="6d3d0ce7-b850-4749-80a4-f61a92fc5606" providerId="ADAL" clId="{AC248465-C28F-4C88-8A49-8AA714858D6C}" dt="2025-04-03T16:15:55.711" v="4753" actId="478"/>
          <ac:spMkLst>
            <pc:docMk/>
            <pc:sldMk cId="4157948562" sldId="263"/>
            <ac:spMk id="117" creationId="{36976B30-EBEA-ED9F-DB31-53444D50520E}"/>
          </ac:spMkLst>
        </pc:spChg>
        <pc:spChg chg="del mod">
          <ac:chgData name="Nitesh Goyal" userId="6d3d0ce7-b850-4749-80a4-f61a92fc5606" providerId="ADAL" clId="{AC248465-C28F-4C88-8A49-8AA714858D6C}" dt="2025-04-03T16:15:55.711" v="4753" actId="478"/>
          <ac:spMkLst>
            <pc:docMk/>
            <pc:sldMk cId="4157948562" sldId="263"/>
            <ac:spMk id="120" creationId="{ADA7B432-613B-EB4B-436B-6741D36B6EAB}"/>
          </ac:spMkLst>
        </pc:spChg>
        <pc:spChg chg="del mod">
          <ac:chgData name="Nitesh Goyal" userId="6d3d0ce7-b850-4749-80a4-f61a92fc5606" providerId="ADAL" clId="{AC248465-C28F-4C88-8A49-8AA714858D6C}" dt="2025-04-03T16:15:55.711" v="4753" actId="478"/>
          <ac:spMkLst>
            <pc:docMk/>
            <pc:sldMk cId="4157948562" sldId="263"/>
            <ac:spMk id="121" creationId="{31042C60-D927-BBE0-B836-C050E688A2A3}"/>
          </ac:spMkLst>
        </pc:spChg>
        <pc:spChg chg="del mod">
          <ac:chgData name="Nitesh Goyal" userId="6d3d0ce7-b850-4749-80a4-f61a92fc5606" providerId="ADAL" clId="{AC248465-C28F-4C88-8A49-8AA714858D6C}" dt="2025-04-03T16:15:55.711" v="4753" actId="478"/>
          <ac:spMkLst>
            <pc:docMk/>
            <pc:sldMk cId="4157948562" sldId="263"/>
            <ac:spMk id="122" creationId="{402761CE-7599-9222-6843-A2470CEA231D}"/>
          </ac:spMkLst>
        </pc:spChg>
        <pc:graphicFrameChg chg="mod modGraphic">
          <ac:chgData name="Nitesh Goyal" userId="6d3d0ce7-b850-4749-80a4-f61a92fc5606" providerId="ADAL" clId="{AC248465-C28F-4C88-8A49-8AA714858D6C}" dt="2025-04-03T16:41:37.128" v="4936" actId="14734"/>
          <ac:graphicFrameMkLst>
            <pc:docMk/>
            <pc:sldMk cId="4157948562" sldId="263"/>
            <ac:graphicFrameMk id="24" creationId="{FF76E3DC-1091-C363-0D80-2951EC92844F}"/>
          </ac:graphicFrameMkLst>
        </pc:graphicFrameChg>
      </pc:sldChg>
      <pc:sldChg chg="add del">
        <pc:chgData name="Nitesh Goyal" userId="6d3d0ce7-b850-4749-80a4-f61a92fc5606" providerId="ADAL" clId="{AC248465-C28F-4C88-8A49-8AA714858D6C}" dt="2025-04-03T13:56:41.921" v="3618"/>
        <pc:sldMkLst>
          <pc:docMk/>
          <pc:sldMk cId="1333101454" sldId="264"/>
        </pc:sldMkLst>
      </pc:sldChg>
      <pc:sldChg chg="addSp delSp modSp add mod">
        <pc:chgData name="Nitesh Goyal" userId="6d3d0ce7-b850-4749-80a4-f61a92fc5606" providerId="ADAL" clId="{AC248465-C28F-4C88-8A49-8AA714858D6C}" dt="2025-04-03T17:31:38.361" v="4952" actId="13926"/>
        <pc:sldMkLst>
          <pc:docMk/>
          <pc:sldMk cId="4102449113" sldId="264"/>
        </pc:sldMkLst>
        <pc:spChg chg="mod">
          <ac:chgData name="Nitesh Goyal" userId="6d3d0ce7-b850-4749-80a4-f61a92fc5606" providerId="ADAL" clId="{AC248465-C28F-4C88-8A49-8AA714858D6C}" dt="2025-04-03T17:31:38.361" v="4952" actId="13926"/>
          <ac:spMkLst>
            <pc:docMk/>
            <pc:sldMk cId="4102449113" sldId="264"/>
            <ac:spMk id="3" creationId="{6D781140-42BD-F162-4B78-66D4831C45D2}"/>
          </ac:spMkLst>
        </pc:spChg>
        <pc:spChg chg="del mod topLvl">
          <ac:chgData name="Nitesh Goyal" userId="6d3d0ce7-b850-4749-80a4-f61a92fc5606" providerId="ADAL" clId="{AC248465-C28F-4C88-8A49-8AA714858D6C}" dt="2025-04-03T14:00:46.764" v="3652" actId="478"/>
          <ac:spMkLst>
            <pc:docMk/>
            <pc:sldMk cId="4102449113" sldId="264"/>
            <ac:spMk id="7" creationId="{D57F3DBE-ED0B-EE10-FFC3-7C9E5E07AE87}"/>
          </ac:spMkLst>
        </pc:spChg>
        <pc:spChg chg="del mod topLvl">
          <ac:chgData name="Nitesh Goyal" userId="6d3d0ce7-b850-4749-80a4-f61a92fc5606" providerId="ADAL" clId="{AC248465-C28F-4C88-8A49-8AA714858D6C}" dt="2025-04-03T14:00:46.764" v="3652" actId="478"/>
          <ac:spMkLst>
            <pc:docMk/>
            <pc:sldMk cId="4102449113" sldId="264"/>
            <ac:spMk id="8" creationId="{C1E7B3D5-ACB8-1297-28F6-9C08F681BA45}"/>
          </ac:spMkLst>
        </pc:spChg>
        <pc:spChg chg="del mod topLvl">
          <ac:chgData name="Nitesh Goyal" userId="6d3d0ce7-b850-4749-80a4-f61a92fc5606" providerId="ADAL" clId="{AC248465-C28F-4C88-8A49-8AA714858D6C}" dt="2025-04-03T14:00:46.764" v="3652" actId="478"/>
          <ac:spMkLst>
            <pc:docMk/>
            <pc:sldMk cId="4102449113" sldId="264"/>
            <ac:spMk id="9" creationId="{9D1B25C4-F822-4DED-25D5-CA6F85846505}"/>
          </ac:spMkLst>
        </pc:spChg>
        <pc:spChg chg="mod topLvl">
          <ac:chgData name="Nitesh Goyal" userId="6d3d0ce7-b850-4749-80a4-f61a92fc5606" providerId="ADAL" clId="{AC248465-C28F-4C88-8A49-8AA714858D6C}" dt="2025-04-03T14:37:00.947" v="4081" actId="1036"/>
          <ac:spMkLst>
            <pc:docMk/>
            <pc:sldMk cId="4102449113" sldId="264"/>
            <ac:spMk id="10" creationId="{1FF7798D-46DD-A7A5-3A00-72ADEE0987BC}"/>
          </ac:spMkLst>
        </pc:spChg>
        <pc:spChg chg="mod topLvl">
          <ac:chgData name="Nitesh Goyal" userId="6d3d0ce7-b850-4749-80a4-f61a92fc5606" providerId="ADAL" clId="{AC248465-C28F-4C88-8A49-8AA714858D6C}" dt="2025-04-03T14:41:42.492" v="4236" actId="404"/>
          <ac:spMkLst>
            <pc:docMk/>
            <pc:sldMk cId="4102449113" sldId="264"/>
            <ac:spMk id="12" creationId="{0DBC46ED-F923-491F-A25B-CFF738A2E566}"/>
          </ac:spMkLst>
        </pc:spChg>
        <pc:spChg chg="mod topLvl">
          <ac:chgData name="Nitesh Goyal" userId="6d3d0ce7-b850-4749-80a4-f61a92fc5606" providerId="ADAL" clId="{AC248465-C28F-4C88-8A49-8AA714858D6C}" dt="2025-04-03T14:41:42.492" v="4236" actId="404"/>
          <ac:spMkLst>
            <pc:docMk/>
            <pc:sldMk cId="4102449113" sldId="264"/>
            <ac:spMk id="13" creationId="{018715D1-5996-F614-B9E0-2B245EBDF872}"/>
          </ac:spMkLst>
        </pc:spChg>
        <pc:spChg chg="mod topLvl">
          <ac:chgData name="Nitesh Goyal" userId="6d3d0ce7-b850-4749-80a4-f61a92fc5606" providerId="ADAL" clId="{AC248465-C28F-4C88-8A49-8AA714858D6C}" dt="2025-04-03T14:41:42.492" v="4236" actId="404"/>
          <ac:spMkLst>
            <pc:docMk/>
            <pc:sldMk cId="4102449113" sldId="264"/>
            <ac:spMk id="14" creationId="{CFD468E4-1B1F-11A1-7038-A3F3236C4F70}"/>
          </ac:spMkLst>
        </pc:spChg>
        <pc:spChg chg="mod topLvl">
          <ac:chgData name="Nitesh Goyal" userId="6d3d0ce7-b850-4749-80a4-f61a92fc5606" providerId="ADAL" clId="{AC248465-C28F-4C88-8A49-8AA714858D6C}" dt="2025-04-03T14:41:42.492" v="4236" actId="404"/>
          <ac:spMkLst>
            <pc:docMk/>
            <pc:sldMk cId="4102449113" sldId="264"/>
            <ac:spMk id="15" creationId="{6E383966-D123-69BC-114E-4ECB4B129C7C}"/>
          </ac:spMkLst>
        </pc:spChg>
        <pc:spChg chg="mod topLvl">
          <ac:chgData name="Nitesh Goyal" userId="6d3d0ce7-b850-4749-80a4-f61a92fc5606" providerId="ADAL" clId="{AC248465-C28F-4C88-8A49-8AA714858D6C}" dt="2025-04-03T14:41:42.492" v="4236" actId="404"/>
          <ac:spMkLst>
            <pc:docMk/>
            <pc:sldMk cId="4102449113" sldId="264"/>
            <ac:spMk id="16" creationId="{AF083655-633C-4957-46AD-B53C7E3BC9DA}"/>
          </ac:spMkLst>
        </pc:spChg>
        <pc:spChg chg="add mod topLvl">
          <ac:chgData name="Nitesh Goyal" userId="6d3d0ce7-b850-4749-80a4-f61a92fc5606" providerId="ADAL" clId="{AC248465-C28F-4C88-8A49-8AA714858D6C}" dt="2025-04-03T15:13:49.249" v="4238" actId="403"/>
          <ac:spMkLst>
            <pc:docMk/>
            <pc:sldMk cId="4102449113" sldId="264"/>
            <ac:spMk id="17" creationId="{71D7C658-6D06-C2F4-FD51-A80EFBA28BBA}"/>
          </ac:spMkLst>
        </pc:spChg>
        <pc:spChg chg="del mod topLvl">
          <ac:chgData name="Nitesh Goyal" userId="6d3d0ce7-b850-4749-80a4-f61a92fc5606" providerId="ADAL" clId="{AC248465-C28F-4C88-8A49-8AA714858D6C}" dt="2025-04-03T14:00:34.334" v="3649" actId="478"/>
          <ac:spMkLst>
            <pc:docMk/>
            <pc:sldMk cId="4102449113" sldId="264"/>
            <ac:spMk id="18" creationId="{7A9DAEF5-FF21-2AC1-2CA0-90CEC4DC400F}"/>
          </ac:spMkLst>
        </pc:spChg>
        <pc:spChg chg="del mod topLvl">
          <ac:chgData name="Nitesh Goyal" userId="6d3d0ce7-b850-4749-80a4-f61a92fc5606" providerId="ADAL" clId="{AC248465-C28F-4C88-8A49-8AA714858D6C}" dt="2025-04-03T14:00:34.334" v="3649" actId="478"/>
          <ac:spMkLst>
            <pc:docMk/>
            <pc:sldMk cId="4102449113" sldId="264"/>
            <ac:spMk id="19" creationId="{C4A9679A-1A75-CEFC-4F06-E6FA73C7AC98}"/>
          </ac:spMkLst>
        </pc:spChg>
        <pc:spChg chg="del mod topLvl">
          <ac:chgData name="Nitesh Goyal" userId="6d3d0ce7-b850-4749-80a4-f61a92fc5606" providerId="ADAL" clId="{AC248465-C28F-4C88-8A49-8AA714858D6C}" dt="2025-04-03T14:00:34.334" v="3649" actId="478"/>
          <ac:spMkLst>
            <pc:docMk/>
            <pc:sldMk cId="4102449113" sldId="264"/>
            <ac:spMk id="20" creationId="{CE259CDE-990B-2436-1290-CE5331B38CD8}"/>
          </ac:spMkLst>
        </pc:spChg>
        <pc:spChg chg="del mod topLvl">
          <ac:chgData name="Nitesh Goyal" userId="6d3d0ce7-b850-4749-80a4-f61a92fc5606" providerId="ADAL" clId="{AC248465-C28F-4C88-8A49-8AA714858D6C}" dt="2025-04-03T14:00:34.334" v="3649" actId="478"/>
          <ac:spMkLst>
            <pc:docMk/>
            <pc:sldMk cId="4102449113" sldId="264"/>
            <ac:spMk id="21" creationId="{D1FDC4CC-2539-9439-5922-EB12F82AF8FE}"/>
          </ac:spMkLst>
        </pc:spChg>
        <pc:spChg chg="del mod topLvl">
          <ac:chgData name="Nitesh Goyal" userId="6d3d0ce7-b850-4749-80a4-f61a92fc5606" providerId="ADAL" clId="{AC248465-C28F-4C88-8A49-8AA714858D6C}" dt="2025-04-03T14:00:34.334" v="3649" actId="478"/>
          <ac:spMkLst>
            <pc:docMk/>
            <pc:sldMk cId="4102449113" sldId="264"/>
            <ac:spMk id="22" creationId="{046AA000-D285-0017-35FA-61F8F619B20F}"/>
          </ac:spMkLst>
        </pc:spChg>
        <pc:spChg chg="add mod">
          <ac:chgData name="Nitesh Goyal" userId="6d3d0ce7-b850-4749-80a4-f61a92fc5606" providerId="ADAL" clId="{AC248465-C28F-4C88-8A49-8AA714858D6C}" dt="2025-04-03T14:37:00.947" v="4081" actId="1036"/>
          <ac:spMkLst>
            <pc:docMk/>
            <pc:sldMk cId="4102449113" sldId="264"/>
            <ac:spMk id="24" creationId="{AFF32009-2578-DEAC-DD72-976C8C81015D}"/>
          </ac:spMkLst>
        </pc:spChg>
        <pc:spChg chg="add del mod">
          <ac:chgData name="Nitesh Goyal" userId="6d3d0ce7-b850-4749-80a4-f61a92fc5606" providerId="ADAL" clId="{AC248465-C28F-4C88-8A49-8AA714858D6C}" dt="2025-04-03T14:14:02.083" v="3748" actId="478"/>
          <ac:spMkLst>
            <pc:docMk/>
            <pc:sldMk cId="4102449113" sldId="264"/>
            <ac:spMk id="27" creationId="{A8BAA48D-CECD-6B0F-9850-1AF2C8F0F9FA}"/>
          </ac:spMkLst>
        </pc:spChg>
        <pc:spChg chg="add mod">
          <ac:chgData name="Nitesh Goyal" userId="6d3d0ce7-b850-4749-80a4-f61a92fc5606" providerId="ADAL" clId="{AC248465-C28F-4C88-8A49-8AA714858D6C}" dt="2025-04-03T14:37:00.947" v="4081" actId="1036"/>
          <ac:spMkLst>
            <pc:docMk/>
            <pc:sldMk cId="4102449113" sldId="264"/>
            <ac:spMk id="30" creationId="{9549C2DA-52E6-1BE1-AFA5-26B20AF76494}"/>
          </ac:spMkLst>
        </pc:spChg>
        <pc:spChg chg="add mod">
          <ac:chgData name="Nitesh Goyal" userId="6d3d0ce7-b850-4749-80a4-f61a92fc5606" providerId="ADAL" clId="{AC248465-C28F-4C88-8A49-8AA714858D6C}" dt="2025-04-03T14:37:00.947" v="4081" actId="1036"/>
          <ac:spMkLst>
            <pc:docMk/>
            <pc:sldMk cId="4102449113" sldId="264"/>
            <ac:spMk id="32" creationId="{6F1E62CF-CC50-20F9-3E77-2FAD4131FC1F}"/>
          </ac:spMkLst>
        </pc:spChg>
        <pc:spChg chg="add mod">
          <ac:chgData name="Nitesh Goyal" userId="6d3d0ce7-b850-4749-80a4-f61a92fc5606" providerId="ADAL" clId="{AC248465-C28F-4C88-8A49-8AA714858D6C}" dt="2025-04-03T14:37:00.947" v="4081" actId="1036"/>
          <ac:spMkLst>
            <pc:docMk/>
            <pc:sldMk cId="4102449113" sldId="264"/>
            <ac:spMk id="33" creationId="{392F6201-FE16-B58E-6FD3-5597D79C76C6}"/>
          </ac:spMkLst>
        </pc:spChg>
        <pc:spChg chg="add mod">
          <ac:chgData name="Nitesh Goyal" userId="6d3d0ce7-b850-4749-80a4-f61a92fc5606" providerId="ADAL" clId="{AC248465-C28F-4C88-8A49-8AA714858D6C}" dt="2025-04-03T14:37:00.947" v="4081" actId="1036"/>
          <ac:spMkLst>
            <pc:docMk/>
            <pc:sldMk cId="4102449113" sldId="264"/>
            <ac:spMk id="34" creationId="{F2888FC8-8F08-6421-9966-D7491DD4B460}"/>
          </ac:spMkLst>
        </pc:spChg>
        <pc:spChg chg="add mod">
          <ac:chgData name="Nitesh Goyal" userId="6d3d0ce7-b850-4749-80a4-f61a92fc5606" providerId="ADAL" clId="{AC248465-C28F-4C88-8A49-8AA714858D6C}" dt="2025-04-03T14:37:00.947" v="4081" actId="1036"/>
          <ac:spMkLst>
            <pc:docMk/>
            <pc:sldMk cId="4102449113" sldId="264"/>
            <ac:spMk id="35" creationId="{A22DF969-D6D4-ED46-F2B4-5F46CB81AC62}"/>
          </ac:spMkLst>
        </pc:spChg>
        <pc:spChg chg="add mod">
          <ac:chgData name="Nitesh Goyal" userId="6d3d0ce7-b850-4749-80a4-f61a92fc5606" providerId="ADAL" clId="{AC248465-C28F-4C88-8A49-8AA714858D6C}" dt="2025-04-03T14:37:00.947" v="4081" actId="1036"/>
          <ac:spMkLst>
            <pc:docMk/>
            <pc:sldMk cId="4102449113" sldId="264"/>
            <ac:spMk id="36" creationId="{FFED8DA9-04C4-8CDB-42DE-DB387197BBAD}"/>
          </ac:spMkLst>
        </pc:spChg>
        <pc:spChg chg="add">
          <ac:chgData name="Nitesh Goyal" userId="6d3d0ce7-b850-4749-80a4-f61a92fc5606" providerId="ADAL" clId="{AC248465-C28F-4C88-8A49-8AA714858D6C}" dt="2025-04-03T14:16:36.444" v="3777"/>
          <ac:spMkLst>
            <pc:docMk/>
            <pc:sldMk cId="4102449113" sldId="264"/>
            <ac:spMk id="38" creationId="{0E3F46A7-B40B-A49A-26BF-750833F6FF5F}"/>
          </ac:spMkLst>
        </pc:spChg>
        <pc:spChg chg="add del mod">
          <ac:chgData name="Nitesh Goyal" userId="6d3d0ce7-b850-4749-80a4-f61a92fc5606" providerId="ADAL" clId="{AC248465-C28F-4C88-8A49-8AA714858D6C}" dt="2025-04-03T14:16:55.246" v="3784"/>
          <ac:spMkLst>
            <pc:docMk/>
            <pc:sldMk cId="4102449113" sldId="264"/>
            <ac:spMk id="39" creationId="{B50563C1-69B5-0F57-02BB-0C3018A08652}"/>
          </ac:spMkLst>
        </pc:spChg>
        <pc:spChg chg="add del mod">
          <ac:chgData name="Nitesh Goyal" userId="6d3d0ce7-b850-4749-80a4-f61a92fc5606" providerId="ADAL" clId="{AC248465-C28F-4C88-8A49-8AA714858D6C}" dt="2025-04-03T14:17:43.575" v="3801"/>
          <ac:spMkLst>
            <pc:docMk/>
            <pc:sldMk cId="4102449113" sldId="264"/>
            <ac:spMk id="40" creationId="{2ADE4C22-1B47-F4A5-CDB6-E8360B15CDAF}"/>
          </ac:spMkLst>
        </pc:spChg>
        <pc:spChg chg="add del mod">
          <ac:chgData name="Nitesh Goyal" userId="6d3d0ce7-b850-4749-80a4-f61a92fc5606" providerId="ADAL" clId="{AC248465-C28F-4C88-8A49-8AA714858D6C}" dt="2025-04-03T14:17:43.579" v="3803"/>
          <ac:spMkLst>
            <pc:docMk/>
            <pc:sldMk cId="4102449113" sldId="264"/>
            <ac:spMk id="41" creationId="{EE60ED04-707C-AAD3-BAFA-E5D72DD624FE}"/>
          </ac:spMkLst>
        </pc:spChg>
        <pc:spChg chg="del">
          <ac:chgData name="Nitesh Goyal" userId="6d3d0ce7-b850-4749-80a4-f61a92fc5606" providerId="ADAL" clId="{AC248465-C28F-4C88-8A49-8AA714858D6C}" dt="2025-04-03T13:59:46.572" v="3633" actId="478"/>
          <ac:spMkLst>
            <pc:docMk/>
            <pc:sldMk cId="4102449113" sldId="264"/>
            <ac:spMk id="42" creationId="{F7B3105C-379B-E6FB-F0F8-D3DEE6F87827}"/>
          </ac:spMkLst>
        </pc:spChg>
        <pc:spChg chg="add del mod">
          <ac:chgData name="Nitesh Goyal" userId="6d3d0ce7-b850-4749-80a4-f61a92fc5606" providerId="ADAL" clId="{AC248465-C28F-4C88-8A49-8AA714858D6C}" dt="2025-04-03T14:18:27.117" v="3815"/>
          <ac:spMkLst>
            <pc:docMk/>
            <pc:sldMk cId="4102449113" sldId="264"/>
            <ac:spMk id="43" creationId="{10B8D3A2-B92A-45DD-439C-981677E7C1DF}"/>
          </ac:spMkLst>
        </pc:spChg>
        <pc:spChg chg="add del mod">
          <ac:chgData name="Nitesh Goyal" userId="6d3d0ce7-b850-4749-80a4-f61a92fc5606" providerId="ADAL" clId="{AC248465-C28F-4C88-8A49-8AA714858D6C}" dt="2025-04-03T14:18:27.119" v="3817"/>
          <ac:spMkLst>
            <pc:docMk/>
            <pc:sldMk cId="4102449113" sldId="264"/>
            <ac:spMk id="45" creationId="{62E3371F-995B-9AF0-1600-3290304F0CEE}"/>
          </ac:spMkLst>
        </pc:spChg>
        <pc:spChg chg="add del mod">
          <ac:chgData name="Nitesh Goyal" userId="6d3d0ce7-b850-4749-80a4-f61a92fc5606" providerId="ADAL" clId="{AC248465-C28F-4C88-8A49-8AA714858D6C}" dt="2025-04-03T14:18:59.597" v="3828"/>
          <ac:spMkLst>
            <pc:docMk/>
            <pc:sldMk cId="4102449113" sldId="264"/>
            <ac:spMk id="47" creationId="{AF3CA780-385C-5B82-E072-C5016B44DF2E}"/>
          </ac:spMkLst>
        </pc:spChg>
        <pc:spChg chg="add mod ord">
          <ac:chgData name="Nitesh Goyal" userId="6d3d0ce7-b850-4749-80a4-f61a92fc5606" providerId="ADAL" clId="{AC248465-C28F-4C88-8A49-8AA714858D6C}" dt="2025-04-03T14:37:00.947" v="4081" actId="1036"/>
          <ac:spMkLst>
            <pc:docMk/>
            <pc:sldMk cId="4102449113" sldId="264"/>
            <ac:spMk id="69" creationId="{959D8EF7-E755-0351-E9B4-553B5BF2A4A7}"/>
          </ac:spMkLst>
        </pc:spChg>
        <pc:spChg chg="add mod">
          <ac:chgData name="Nitesh Goyal" userId="6d3d0ce7-b850-4749-80a4-f61a92fc5606" providerId="ADAL" clId="{AC248465-C28F-4C88-8A49-8AA714858D6C}" dt="2025-04-03T14:37:00.947" v="4081" actId="1036"/>
          <ac:spMkLst>
            <pc:docMk/>
            <pc:sldMk cId="4102449113" sldId="264"/>
            <ac:spMk id="71" creationId="{E057EE91-31C5-E3F2-64B9-6EF6DFBBF0BF}"/>
          </ac:spMkLst>
        </pc:spChg>
        <pc:grpChg chg="add del mod">
          <ac:chgData name="Nitesh Goyal" userId="6d3d0ce7-b850-4749-80a4-f61a92fc5606" providerId="ADAL" clId="{AC248465-C28F-4C88-8A49-8AA714858D6C}" dt="2025-04-03T14:00:01.097" v="3636" actId="165"/>
          <ac:grpSpMkLst>
            <pc:docMk/>
            <pc:sldMk cId="4102449113" sldId="264"/>
            <ac:grpSpMk id="5" creationId="{8BEC0A5A-5E1A-D50C-DF50-0D012F6F7B33}"/>
          </ac:grpSpMkLst>
        </pc:grpChg>
        <pc:grpChg chg="del">
          <ac:chgData name="Nitesh Goyal" userId="6d3d0ce7-b850-4749-80a4-f61a92fc5606" providerId="ADAL" clId="{AC248465-C28F-4C88-8A49-8AA714858D6C}" dt="2025-04-03T14:00:42.047" v="3651" actId="165"/>
          <ac:grpSpMkLst>
            <pc:docMk/>
            <pc:sldMk cId="4102449113" sldId="264"/>
            <ac:grpSpMk id="11" creationId="{D16641C4-E15F-3320-1D6C-F4AAD0CB1144}"/>
          </ac:grpSpMkLst>
        </pc:grpChg>
        <pc:grpChg chg="add del mod">
          <ac:chgData name="Nitesh Goyal" userId="6d3d0ce7-b850-4749-80a4-f61a92fc5606" providerId="ADAL" clId="{AC248465-C28F-4C88-8A49-8AA714858D6C}" dt="2025-04-03T14:04:22.092" v="3696" actId="165"/>
          <ac:grpSpMkLst>
            <pc:docMk/>
            <pc:sldMk cId="4102449113" sldId="264"/>
            <ac:grpSpMk id="23" creationId="{CAEC8E71-525A-7BB8-DF96-E800966020B4}"/>
          </ac:grpSpMkLst>
        </pc:grpChg>
        <pc:grpChg chg="add mod">
          <ac:chgData name="Nitesh Goyal" userId="6d3d0ce7-b850-4749-80a4-f61a92fc5606" providerId="ADAL" clId="{AC248465-C28F-4C88-8A49-8AA714858D6C}" dt="2025-04-03T14:28:14.406" v="3945" actId="164"/>
          <ac:grpSpMkLst>
            <pc:docMk/>
            <pc:sldMk cId="4102449113" sldId="264"/>
            <ac:grpSpMk id="49" creationId="{93F758CD-DB35-F26B-AF9C-8053D6A0F7B1}"/>
          </ac:grpSpMkLst>
        </pc:grpChg>
        <pc:grpChg chg="add mod">
          <ac:chgData name="Nitesh Goyal" userId="6d3d0ce7-b850-4749-80a4-f61a92fc5606" providerId="ADAL" clId="{AC248465-C28F-4C88-8A49-8AA714858D6C}" dt="2025-04-03T14:31:38.867" v="3965" actId="207"/>
          <ac:grpSpMkLst>
            <pc:docMk/>
            <pc:sldMk cId="4102449113" sldId="264"/>
            <ac:grpSpMk id="51" creationId="{B2DA1D2B-B04F-74B1-AA69-65001D61BA2A}"/>
          </ac:grpSpMkLst>
        </pc:grpChg>
        <pc:picChg chg="add mod">
          <ac:chgData name="Nitesh Goyal" userId="6d3d0ce7-b850-4749-80a4-f61a92fc5606" providerId="ADAL" clId="{AC248465-C28F-4C88-8A49-8AA714858D6C}" dt="2025-04-03T14:36:52.060" v="4077" actId="1076"/>
          <ac:picMkLst>
            <pc:docMk/>
            <pc:sldMk cId="4102449113" sldId="264"/>
            <ac:picMk id="26" creationId="{1DCD20C1-F28B-6746-90A1-B55F5C680A14}"/>
          </ac:picMkLst>
        </pc:picChg>
        <pc:picChg chg="del mod topLvl">
          <ac:chgData name="Nitesh Goyal" userId="6d3d0ce7-b850-4749-80a4-f61a92fc5606" providerId="ADAL" clId="{AC248465-C28F-4C88-8A49-8AA714858D6C}" dt="2025-04-03T13:59:33.605" v="3630" actId="478"/>
          <ac:picMkLst>
            <pc:docMk/>
            <pc:sldMk cId="4102449113" sldId="264"/>
            <ac:picMk id="44" creationId="{5B33FE2F-78A1-A200-ECF3-D8C4FFC12960}"/>
          </ac:picMkLst>
        </pc:picChg>
        <pc:picChg chg="del">
          <ac:chgData name="Nitesh Goyal" userId="6d3d0ce7-b850-4749-80a4-f61a92fc5606" providerId="ADAL" clId="{AC248465-C28F-4C88-8A49-8AA714858D6C}" dt="2025-04-03T13:59:33.605" v="3630" actId="478"/>
          <ac:picMkLst>
            <pc:docMk/>
            <pc:sldMk cId="4102449113" sldId="264"/>
            <ac:picMk id="46" creationId="{EBEF5BB5-B969-CBEB-9590-547D894A48DB}"/>
          </ac:picMkLst>
        </pc:picChg>
        <pc:picChg chg="del">
          <ac:chgData name="Nitesh Goyal" userId="6d3d0ce7-b850-4749-80a4-f61a92fc5606" providerId="ADAL" clId="{AC248465-C28F-4C88-8A49-8AA714858D6C}" dt="2025-04-03T13:59:33.605" v="3630" actId="478"/>
          <ac:picMkLst>
            <pc:docMk/>
            <pc:sldMk cId="4102449113" sldId="264"/>
            <ac:picMk id="48" creationId="{29A0664D-C313-94D5-25A2-8E22E5D7EB31}"/>
          </ac:picMkLst>
        </pc:picChg>
        <pc:picChg chg="del">
          <ac:chgData name="Nitesh Goyal" userId="6d3d0ce7-b850-4749-80a4-f61a92fc5606" providerId="ADAL" clId="{AC248465-C28F-4C88-8A49-8AA714858D6C}" dt="2025-04-03T13:59:33.605" v="3630" actId="478"/>
          <ac:picMkLst>
            <pc:docMk/>
            <pc:sldMk cId="4102449113" sldId="264"/>
            <ac:picMk id="50" creationId="{F0F4DA1F-E263-B4BB-EBD1-4EDE1EAB2635}"/>
          </ac:picMkLst>
        </pc:picChg>
        <pc:picChg chg="del">
          <ac:chgData name="Nitesh Goyal" userId="6d3d0ce7-b850-4749-80a4-f61a92fc5606" providerId="ADAL" clId="{AC248465-C28F-4C88-8A49-8AA714858D6C}" dt="2025-04-03T13:59:33.605" v="3630" actId="478"/>
          <ac:picMkLst>
            <pc:docMk/>
            <pc:sldMk cId="4102449113" sldId="264"/>
            <ac:picMk id="52" creationId="{1CCDBDC0-607C-B6FC-A5A2-2ED29D3AD4C5}"/>
          </ac:picMkLst>
        </pc:picChg>
        <pc:cxnChg chg="del">
          <ac:chgData name="Nitesh Goyal" userId="6d3d0ce7-b850-4749-80a4-f61a92fc5606" providerId="ADAL" clId="{AC248465-C28F-4C88-8A49-8AA714858D6C}" dt="2025-04-03T13:59:41.375" v="3632" actId="478"/>
          <ac:cxnSpMkLst>
            <pc:docMk/>
            <pc:sldMk cId="4102449113" sldId="264"/>
            <ac:cxnSpMk id="4" creationId="{5A9A908E-ED68-6EF8-DB1B-28C91BCEBE28}"/>
          </ac:cxnSpMkLst>
        </pc:cxnChg>
        <pc:cxnChg chg="del">
          <ac:chgData name="Nitesh Goyal" userId="6d3d0ce7-b850-4749-80a4-f61a92fc5606" providerId="ADAL" clId="{AC248465-C28F-4C88-8A49-8AA714858D6C}" dt="2025-04-03T13:59:39.671" v="3631" actId="478"/>
          <ac:cxnSpMkLst>
            <pc:docMk/>
            <pc:sldMk cId="4102449113" sldId="264"/>
            <ac:cxnSpMk id="6" creationId="{6DE59E14-45BE-8C25-B3A1-0F17CDFA9FD1}"/>
          </ac:cxnSpMkLst>
        </pc:cxnChg>
        <pc:cxnChg chg="del">
          <ac:chgData name="Nitesh Goyal" userId="6d3d0ce7-b850-4749-80a4-f61a92fc5606" providerId="ADAL" clId="{AC248465-C28F-4C88-8A49-8AA714858D6C}" dt="2025-04-03T13:59:39.671" v="3631" actId="478"/>
          <ac:cxnSpMkLst>
            <pc:docMk/>
            <pc:sldMk cId="4102449113" sldId="264"/>
            <ac:cxnSpMk id="25" creationId="{C1BA7E12-72AF-6EDF-F4BE-3E4DE515D215}"/>
          </ac:cxnSpMkLst>
        </pc:cxnChg>
        <pc:cxnChg chg="del">
          <ac:chgData name="Nitesh Goyal" userId="6d3d0ce7-b850-4749-80a4-f61a92fc5606" providerId="ADAL" clId="{AC248465-C28F-4C88-8A49-8AA714858D6C}" dt="2025-04-03T13:59:39.671" v="3631" actId="478"/>
          <ac:cxnSpMkLst>
            <pc:docMk/>
            <pc:sldMk cId="4102449113" sldId="264"/>
            <ac:cxnSpMk id="28" creationId="{CFECB639-A753-B7C7-3E3B-A9BEFF0EE6EA}"/>
          </ac:cxnSpMkLst>
        </pc:cxnChg>
        <pc:cxnChg chg="del">
          <ac:chgData name="Nitesh Goyal" userId="6d3d0ce7-b850-4749-80a4-f61a92fc5606" providerId="ADAL" clId="{AC248465-C28F-4C88-8A49-8AA714858D6C}" dt="2025-04-03T13:59:39.671" v="3631" actId="478"/>
          <ac:cxnSpMkLst>
            <pc:docMk/>
            <pc:sldMk cId="4102449113" sldId="264"/>
            <ac:cxnSpMk id="31" creationId="{9B3E7880-BF07-3C00-A594-F63B107D8790}"/>
          </ac:cxnSpMkLst>
        </pc:cxnChg>
        <pc:cxnChg chg="del">
          <ac:chgData name="Nitesh Goyal" userId="6d3d0ce7-b850-4749-80a4-f61a92fc5606" providerId="ADAL" clId="{AC248465-C28F-4C88-8A49-8AA714858D6C}" dt="2025-04-03T13:59:39.671" v="3631" actId="478"/>
          <ac:cxnSpMkLst>
            <pc:docMk/>
            <pc:sldMk cId="4102449113" sldId="264"/>
            <ac:cxnSpMk id="37" creationId="{2F551410-409E-6000-4F8C-DD921AB14EF4}"/>
          </ac:cxnSpMkLst>
        </pc:cxnChg>
        <pc:cxnChg chg="add del mod">
          <ac:chgData name="Nitesh Goyal" userId="6d3d0ce7-b850-4749-80a4-f61a92fc5606" providerId="ADAL" clId="{AC248465-C28F-4C88-8A49-8AA714858D6C}" dt="2025-04-03T14:33:31.033" v="3987" actId="478"/>
          <ac:cxnSpMkLst>
            <pc:docMk/>
            <pc:sldMk cId="4102449113" sldId="264"/>
            <ac:cxnSpMk id="53" creationId="{366DDED4-0C60-9DB5-B574-47B780DE4420}"/>
          </ac:cxnSpMkLst>
        </pc:cxnChg>
        <pc:cxnChg chg="add del mod">
          <ac:chgData name="Nitesh Goyal" userId="6d3d0ce7-b850-4749-80a4-f61a92fc5606" providerId="ADAL" clId="{AC248465-C28F-4C88-8A49-8AA714858D6C}" dt="2025-04-03T14:32:48.214" v="3976" actId="478"/>
          <ac:cxnSpMkLst>
            <pc:docMk/>
            <pc:sldMk cId="4102449113" sldId="264"/>
            <ac:cxnSpMk id="55" creationId="{C73A2692-60BC-1FFE-4CDD-0CC961999E97}"/>
          </ac:cxnSpMkLst>
        </pc:cxnChg>
        <pc:cxnChg chg="add mod">
          <ac:chgData name="Nitesh Goyal" userId="6d3d0ce7-b850-4749-80a4-f61a92fc5606" providerId="ADAL" clId="{AC248465-C28F-4C88-8A49-8AA714858D6C}" dt="2025-04-03T14:34:04.497" v="3996" actId="208"/>
          <ac:cxnSpMkLst>
            <pc:docMk/>
            <pc:sldMk cId="4102449113" sldId="264"/>
            <ac:cxnSpMk id="58" creationId="{86B008F0-5C58-698A-2D22-69F720D54722}"/>
          </ac:cxnSpMkLst>
        </pc:cxnChg>
        <pc:cxnChg chg="add mod">
          <ac:chgData name="Nitesh Goyal" userId="6d3d0ce7-b850-4749-80a4-f61a92fc5606" providerId="ADAL" clId="{AC248465-C28F-4C88-8A49-8AA714858D6C}" dt="2025-04-03T14:34:04.497" v="3996" actId="208"/>
          <ac:cxnSpMkLst>
            <pc:docMk/>
            <pc:sldMk cId="4102449113" sldId="264"/>
            <ac:cxnSpMk id="60" creationId="{A587EA07-6DE2-53A5-7A49-67BC2373A055}"/>
          </ac:cxnSpMkLst>
        </pc:cxnChg>
        <pc:cxnChg chg="add mod">
          <ac:chgData name="Nitesh Goyal" userId="6d3d0ce7-b850-4749-80a4-f61a92fc5606" providerId="ADAL" clId="{AC248465-C28F-4C88-8A49-8AA714858D6C}" dt="2025-04-03T14:34:04.497" v="3996" actId="208"/>
          <ac:cxnSpMkLst>
            <pc:docMk/>
            <pc:sldMk cId="4102449113" sldId="264"/>
            <ac:cxnSpMk id="61" creationId="{FC5FCAC5-E1ED-BFEF-446B-1A0D5A1C7CF5}"/>
          </ac:cxnSpMkLst>
        </pc:cxnChg>
        <pc:cxnChg chg="add mod">
          <ac:chgData name="Nitesh Goyal" userId="6d3d0ce7-b850-4749-80a4-f61a92fc5606" providerId="ADAL" clId="{AC248465-C28F-4C88-8A49-8AA714858D6C}" dt="2025-04-03T14:34:04.497" v="3996" actId="208"/>
          <ac:cxnSpMkLst>
            <pc:docMk/>
            <pc:sldMk cId="4102449113" sldId="264"/>
            <ac:cxnSpMk id="62" creationId="{6EDB1E60-15C7-4891-2AB5-0B37F6EBEF64}"/>
          </ac:cxnSpMkLst>
        </pc:cxnChg>
        <pc:cxnChg chg="add mod">
          <ac:chgData name="Nitesh Goyal" userId="6d3d0ce7-b850-4749-80a4-f61a92fc5606" providerId="ADAL" clId="{AC248465-C28F-4C88-8A49-8AA714858D6C}" dt="2025-04-03T14:34:04.497" v="3996" actId="208"/>
          <ac:cxnSpMkLst>
            <pc:docMk/>
            <pc:sldMk cId="4102449113" sldId="264"/>
            <ac:cxnSpMk id="63" creationId="{43AAB45E-7367-C482-6589-0390538F5637}"/>
          </ac:cxnSpMkLst>
        </pc:cxnChg>
        <pc:cxnChg chg="add mod">
          <ac:chgData name="Nitesh Goyal" userId="6d3d0ce7-b850-4749-80a4-f61a92fc5606" providerId="ADAL" clId="{AC248465-C28F-4C88-8A49-8AA714858D6C}" dt="2025-04-03T14:34:04.497" v="3996" actId="208"/>
          <ac:cxnSpMkLst>
            <pc:docMk/>
            <pc:sldMk cId="4102449113" sldId="264"/>
            <ac:cxnSpMk id="64" creationId="{A1F5EBC7-BFC6-DD45-72A0-EADF18283F9C}"/>
          </ac:cxnSpMkLst>
        </pc:cxnChg>
      </pc:sldChg>
      <pc:sldChg chg="add del">
        <pc:chgData name="Nitesh Goyal" userId="6d3d0ce7-b850-4749-80a4-f61a92fc5606" providerId="ADAL" clId="{AC248465-C28F-4C88-8A49-8AA714858D6C}" dt="2025-04-03T14:37:05.819" v="4082" actId="47"/>
        <pc:sldMkLst>
          <pc:docMk/>
          <pc:sldMk cId="1757985621" sldId="265"/>
        </pc:sldMkLst>
      </pc:sldChg>
      <pc:sldChg chg="add del mod ord setBg modShow">
        <pc:chgData name="Nitesh Goyal" userId="6d3d0ce7-b850-4749-80a4-f61a92fc5606" providerId="ADAL" clId="{AC248465-C28F-4C88-8A49-8AA714858D6C}" dt="2025-04-03T18:12:54.422" v="4953" actId="47"/>
        <pc:sldMkLst>
          <pc:docMk/>
          <pc:sldMk cId="3239051794" sldId="267"/>
        </pc:sldMkLst>
      </pc:sldChg>
      <pc:sldChg chg="addSp delSp modSp add mod ord">
        <pc:chgData name="Nitesh Goyal" userId="6d3d0ce7-b850-4749-80a4-f61a92fc5606" providerId="ADAL" clId="{AC248465-C28F-4C88-8A49-8AA714858D6C}" dt="2025-04-02T11:11:31.834" v="2640" actId="20577"/>
        <pc:sldMkLst>
          <pc:docMk/>
          <pc:sldMk cId="2820042946" sldId="272"/>
        </pc:sldMkLst>
        <pc:spChg chg="mod">
          <ac:chgData name="Nitesh Goyal" userId="6d3d0ce7-b850-4749-80a4-f61a92fc5606" providerId="ADAL" clId="{AC248465-C28F-4C88-8A49-8AA714858D6C}" dt="2025-03-27T12:01:08.673" v="1053" actId="403"/>
          <ac:spMkLst>
            <pc:docMk/>
            <pc:sldMk cId="2820042946" sldId="272"/>
            <ac:spMk id="5" creationId="{E746BF55-EB85-DFEB-BCF7-C1BBB04293FD}"/>
          </ac:spMkLst>
        </pc:spChg>
        <pc:spChg chg="mod">
          <ac:chgData name="Nitesh Goyal" userId="6d3d0ce7-b850-4749-80a4-f61a92fc5606" providerId="ADAL" clId="{AC248465-C28F-4C88-8A49-8AA714858D6C}" dt="2025-04-02T11:10:51.739" v="2600" actId="20577"/>
          <ac:spMkLst>
            <pc:docMk/>
            <pc:sldMk cId="2820042946" sldId="272"/>
            <ac:spMk id="29" creationId="{91BE1D49-E579-CC9C-7387-67950B324648}"/>
          </ac:spMkLst>
        </pc:spChg>
        <pc:spChg chg="mod">
          <ac:chgData name="Nitesh Goyal" userId="6d3d0ce7-b850-4749-80a4-f61a92fc5606" providerId="ADAL" clId="{AC248465-C28F-4C88-8A49-8AA714858D6C}" dt="2025-03-28T11:50:37.364" v="2220" actId="1076"/>
          <ac:spMkLst>
            <pc:docMk/>
            <pc:sldMk cId="2820042946" sldId="272"/>
            <ac:spMk id="37" creationId="{DDB2BE20-FEB4-1126-FBDC-33569F8B9FB8}"/>
          </ac:spMkLst>
        </pc:spChg>
        <pc:spChg chg="mod">
          <ac:chgData name="Nitesh Goyal" userId="6d3d0ce7-b850-4749-80a4-f61a92fc5606" providerId="ADAL" clId="{AC248465-C28F-4C88-8A49-8AA714858D6C}" dt="2025-03-28T11:50:28.622" v="2219" actId="1076"/>
          <ac:spMkLst>
            <pc:docMk/>
            <pc:sldMk cId="2820042946" sldId="272"/>
            <ac:spMk id="38" creationId="{9937BDB4-C2A8-343B-3478-105852F72692}"/>
          </ac:spMkLst>
        </pc:spChg>
        <pc:spChg chg="mod">
          <ac:chgData name="Nitesh Goyal" userId="6d3d0ce7-b850-4749-80a4-f61a92fc5606" providerId="ADAL" clId="{AC248465-C28F-4C88-8A49-8AA714858D6C}" dt="2025-03-28T11:50:37.364" v="2220" actId="1076"/>
          <ac:spMkLst>
            <pc:docMk/>
            <pc:sldMk cId="2820042946" sldId="272"/>
            <ac:spMk id="40" creationId="{31A10D26-2F18-5C31-6214-4BCB8C978C81}"/>
          </ac:spMkLst>
        </pc:spChg>
        <pc:spChg chg="mod">
          <ac:chgData name="Nitesh Goyal" userId="6d3d0ce7-b850-4749-80a4-f61a92fc5606" providerId="ADAL" clId="{AC248465-C28F-4C88-8A49-8AA714858D6C}" dt="2025-03-28T11:50:28.622" v="2219" actId="1076"/>
          <ac:spMkLst>
            <pc:docMk/>
            <pc:sldMk cId="2820042946" sldId="272"/>
            <ac:spMk id="48" creationId="{146AD21C-7DE2-871E-501B-DE3C2B6C26CA}"/>
          </ac:spMkLst>
        </pc:spChg>
        <pc:spChg chg="mod">
          <ac:chgData name="Nitesh Goyal" userId="6d3d0ce7-b850-4749-80a4-f61a92fc5606" providerId="ADAL" clId="{AC248465-C28F-4C88-8A49-8AA714858D6C}" dt="2025-04-02T11:11:00.900" v="2611" actId="20577"/>
          <ac:spMkLst>
            <pc:docMk/>
            <pc:sldMk cId="2820042946" sldId="272"/>
            <ac:spMk id="75" creationId="{400B3DCB-71BD-2BC7-1BEC-E24AC10931BE}"/>
          </ac:spMkLst>
        </pc:spChg>
        <pc:spChg chg="mod">
          <ac:chgData name="Nitesh Goyal" userId="6d3d0ce7-b850-4749-80a4-f61a92fc5606" providerId="ADAL" clId="{AC248465-C28F-4C88-8A49-8AA714858D6C}" dt="2025-04-02T11:11:03.269" v="2612"/>
          <ac:spMkLst>
            <pc:docMk/>
            <pc:sldMk cId="2820042946" sldId="272"/>
            <ac:spMk id="76" creationId="{42B97D07-8A92-7140-F910-CD0EB4738D57}"/>
          </ac:spMkLst>
        </pc:spChg>
        <pc:spChg chg="mod">
          <ac:chgData name="Nitesh Goyal" userId="6d3d0ce7-b850-4749-80a4-f61a92fc5606" providerId="ADAL" clId="{AC248465-C28F-4C88-8A49-8AA714858D6C}" dt="2025-04-02T11:11:13.259" v="2618" actId="20577"/>
          <ac:spMkLst>
            <pc:docMk/>
            <pc:sldMk cId="2820042946" sldId="272"/>
            <ac:spMk id="78" creationId="{98121F67-9DB9-05BD-E278-9E8D6404D05A}"/>
          </ac:spMkLst>
        </pc:spChg>
        <pc:spChg chg="mod">
          <ac:chgData name="Nitesh Goyal" userId="6d3d0ce7-b850-4749-80a4-f61a92fc5606" providerId="ADAL" clId="{AC248465-C28F-4C88-8A49-8AA714858D6C}" dt="2025-04-02T11:11:10.272" v="2613"/>
          <ac:spMkLst>
            <pc:docMk/>
            <pc:sldMk cId="2820042946" sldId="272"/>
            <ac:spMk id="124" creationId="{A4F30722-0414-8241-02CB-C712EC3132D2}"/>
          </ac:spMkLst>
        </pc:spChg>
        <pc:spChg chg="mod">
          <ac:chgData name="Nitesh Goyal" userId="6d3d0ce7-b850-4749-80a4-f61a92fc5606" providerId="ADAL" clId="{AC248465-C28F-4C88-8A49-8AA714858D6C}" dt="2025-04-02T11:11:31.834" v="2640" actId="20577"/>
          <ac:spMkLst>
            <pc:docMk/>
            <pc:sldMk cId="2820042946" sldId="272"/>
            <ac:spMk id="126" creationId="{F8BA0A38-0B25-3B1D-8F09-33F72FBCE670}"/>
          </ac:spMkLst>
        </pc:spChg>
        <pc:spChg chg="mod">
          <ac:chgData name="Nitesh Goyal" userId="6d3d0ce7-b850-4749-80a4-f61a92fc5606" providerId="ADAL" clId="{AC248465-C28F-4C88-8A49-8AA714858D6C}" dt="2025-04-02T11:11:17.669" v="2623" actId="20577"/>
          <ac:spMkLst>
            <pc:docMk/>
            <pc:sldMk cId="2820042946" sldId="272"/>
            <ac:spMk id="136" creationId="{7FF72D87-8F4F-A7A3-E2EF-890FFAA0EAE8}"/>
          </ac:spMkLst>
        </pc:spChg>
        <pc:spChg chg="mod">
          <ac:chgData name="Nitesh Goyal" userId="6d3d0ce7-b850-4749-80a4-f61a92fc5606" providerId="ADAL" clId="{AC248465-C28F-4C88-8A49-8AA714858D6C}" dt="2025-04-02T11:11:23.585" v="2627" actId="20577"/>
          <ac:spMkLst>
            <pc:docMk/>
            <pc:sldMk cId="2820042946" sldId="272"/>
            <ac:spMk id="137" creationId="{0DAB330C-AFAB-0A5C-5BBA-5FF9CF7EE398}"/>
          </ac:spMkLst>
        </pc:spChg>
        <pc:picChg chg="mod">
          <ac:chgData name="Nitesh Goyal" userId="6d3d0ce7-b850-4749-80a4-f61a92fc5606" providerId="ADAL" clId="{AC248465-C28F-4C88-8A49-8AA714858D6C}" dt="2025-03-28T11:50:37.364" v="2220" actId="1076"/>
          <ac:picMkLst>
            <pc:docMk/>
            <pc:sldMk cId="2820042946" sldId="272"/>
            <ac:picMk id="39" creationId="{8C72E0D8-2595-3420-07DB-A80885A5B2D5}"/>
          </ac:picMkLst>
        </pc:picChg>
        <pc:picChg chg="mod">
          <ac:chgData name="Nitesh Goyal" userId="6d3d0ce7-b850-4749-80a4-f61a92fc5606" providerId="ADAL" clId="{AC248465-C28F-4C88-8A49-8AA714858D6C}" dt="2025-03-28T11:50:28.622" v="2219" actId="1076"/>
          <ac:picMkLst>
            <pc:docMk/>
            <pc:sldMk cId="2820042946" sldId="272"/>
            <ac:picMk id="47" creationId="{740B8101-BA07-46B4-C64C-D18B617BA5F9}"/>
          </ac:picMkLst>
        </pc:picChg>
        <pc:cxnChg chg="add mod ord">
          <ac:chgData name="Nitesh Goyal" userId="6d3d0ce7-b850-4749-80a4-f61a92fc5606" providerId="ADAL" clId="{AC248465-C28F-4C88-8A49-8AA714858D6C}" dt="2025-03-28T11:51:15.935" v="2232" actId="167"/>
          <ac:cxnSpMkLst>
            <pc:docMk/>
            <pc:sldMk cId="2820042946" sldId="272"/>
            <ac:cxnSpMk id="10" creationId="{DCB0F991-B858-4DE4-4386-D7285EC3BB6F}"/>
          </ac:cxnSpMkLst>
        </pc:cxnChg>
        <pc:cxnChg chg="mod">
          <ac:chgData name="Nitesh Goyal" userId="6d3d0ce7-b850-4749-80a4-f61a92fc5606" providerId="ADAL" clId="{AC248465-C28F-4C88-8A49-8AA714858D6C}" dt="2025-03-28T11:50:48.452" v="2223" actId="14100"/>
          <ac:cxnSpMkLst>
            <pc:docMk/>
            <pc:sldMk cId="2820042946" sldId="272"/>
            <ac:cxnSpMk id="15" creationId="{A652905C-11C6-F787-7F0E-4BC1F3D6D43A}"/>
          </ac:cxnSpMkLst>
        </pc:cxnChg>
        <pc:cxnChg chg="mod">
          <ac:chgData name="Nitesh Goyal" userId="6d3d0ce7-b850-4749-80a4-f61a92fc5606" providerId="ADAL" clId="{AC248465-C28F-4C88-8A49-8AA714858D6C}" dt="2025-03-28T11:51:01.489" v="2227" actId="14100"/>
          <ac:cxnSpMkLst>
            <pc:docMk/>
            <pc:sldMk cId="2820042946" sldId="272"/>
            <ac:cxnSpMk id="16" creationId="{1DD916ED-A5F3-DD71-7D3D-5E391A543492}"/>
          </ac:cxnSpMkLst>
        </pc:cxnChg>
      </pc:sldChg>
      <pc:sldChg chg="modSp add del">
        <pc:chgData name="Nitesh Goyal" userId="6d3d0ce7-b850-4749-80a4-f61a92fc5606" providerId="ADAL" clId="{AC248465-C28F-4C88-8A49-8AA714858D6C}" dt="2025-04-03T18:12:54.422" v="4953" actId="47"/>
        <pc:sldMkLst>
          <pc:docMk/>
          <pc:sldMk cId="819139901" sldId="282"/>
        </pc:sldMkLst>
      </pc:sldChg>
      <pc:sldChg chg="modSp add del mod modShow">
        <pc:chgData name="Nitesh Goyal" userId="6d3d0ce7-b850-4749-80a4-f61a92fc5606" providerId="ADAL" clId="{AC248465-C28F-4C88-8A49-8AA714858D6C}" dt="2025-03-27T12:02:22.549" v="1076" actId="2696"/>
        <pc:sldMkLst>
          <pc:docMk/>
          <pc:sldMk cId="1445081402" sldId="282"/>
        </pc:sldMkLst>
      </pc:sldChg>
      <pc:sldChg chg="modSp add del mod ord modShow">
        <pc:chgData name="Nitesh Goyal" userId="6d3d0ce7-b850-4749-80a4-f61a92fc5606" providerId="ADAL" clId="{AC248465-C28F-4C88-8A49-8AA714858D6C}" dt="2025-04-03T18:12:54.422" v="4953" actId="47"/>
        <pc:sldMkLst>
          <pc:docMk/>
          <pc:sldMk cId="2788377604" sldId="287"/>
        </pc:sldMkLst>
      </pc:sldChg>
      <pc:sldChg chg="modSp mod setBg">
        <pc:chgData name="Nitesh Goyal" userId="6d3d0ce7-b850-4749-80a4-f61a92fc5606" providerId="ADAL" clId="{AC248465-C28F-4C88-8A49-8AA714858D6C}" dt="2025-04-02T10:00:18.433" v="2284" actId="20577"/>
        <pc:sldMkLst>
          <pc:docMk/>
          <pc:sldMk cId="10332398" sldId="2147474335"/>
        </pc:sldMkLst>
        <pc:spChg chg="mod">
          <ac:chgData name="Nitesh Goyal" userId="6d3d0ce7-b850-4749-80a4-f61a92fc5606" providerId="ADAL" clId="{AC248465-C28F-4C88-8A49-8AA714858D6C}" dt="2025-04-02T10:00:18.433" v="2284" actId="20577"/>
          <ac:spMkLst>
            <pc:docMk/>
            <pc:sldMk cId="10332398" sldId="2147474335"/>
            <ac:spMk id="6" creationId="{006DC811-7AA6-67FF-EB50-F1293A4624C1}"/>
          </ac:spMkLst>
        </pc:spChg>
      </pc:sldChg>
      <pc:sldChg chg="modSp add mod setBg">
        <pc:chgData name="Nitesh Goyal" userId="6d3d0ce7-b850-4749-80a4-f61a92fc5606" providerId="ADAL" clId="{AC248465-C28F-4C88-8A49-8AA714858D6C}" dt="2025-04-03T10:02:47.148" v="3095"/>
        <pc:sldMkLst>
          <pc:docMk/>
          <pc:sldMk cId="1031607525" sldId="2147474388"/>
        </pc:sldMkLst>
        <pc:spChg chg="mod">
          <ac:chgData name="Nitesh Goyal" userId="6d3d0ce7-b850-4749-80a4-f61a92fc5606" providerId="ADAL" clId="{AC248465-C28F-4C88-8A49-8AA714858D6C}" dt="2025-04-03T10:02:47.148" v="3095"/>
          <ac:spMkLst>
            <pc:docMk/>
            <pc:sldMk cId="1031607525" sldId="2147474388"/>
            <ac:spMk id="4" creationId="{5CB8DAB3-65DC-C004-03D3-C683115B6D07}"/>
          </ac:spMkLst>
        </pc:spChg>
        <pc:spChg chg="mod">
          <ac:chgData name="Nitesh Goyal" userId="6d3d0ce7-b850-4749-80a4-f61a92fc5606" providerId="ADAL" clId="{AC248465-C28F-4C88-8A49-8AA714858D6C}" dt="2025-04-03T09:57:07.398" v="3018" actId="113"/>
          <ac:spMkLst>
            <pc:docMk/>
            <pc:sldMk cId="1031607525" sldId="2147474388"/>
            <ac:spMk id="81" creationId="{13218A76-562E-CE09-B7CE-8A8A5A6CDF35}"/>
          </ac:spMkLst>
        </pc:spChg>
      </pc:sldChg>
      <pc:sldChg chg="setBg">
        <pc:chgData name="Nitesh Goyal" userId="6d3d0ce7-b850-4749-80a4-f61a92fc5606" providerId="ADAL" clId="{AC248465-C28F-4C88-8A49-8AA714858D6C}" dt="2025-03-26T11:05:42.566" v="86"/>
        <pc:sldMkLst>
          <pc:docMk/>
          <pc:sldMk cId="2148714988" sldId="2147482012"/>
        </pc:sldMkLst>
      </pc:sldChg>
      <pc:sldChg chg="add del mod ord setBg modShow">
        <pc:chgData name="Nitesh Goyal" userId="6d3d0ce7-b850-4749-80a4-f61a92fc5606" providerId="ADAL" clId="{AC248465-C28F-4C88-8A49-8AA714858D6C}" dt="2025-04-03T18:12:54.422" v="4953" actId="47"/>
        <pc:sldMkLst>
          <pc:docMk/>
          <pc:sldMk cId="1400620883" sldId="2147482058"/>
        </pc:sldMkLst>
      </pc:sldChg>
      <pc:sldChg chg="addSp delSp modSp add del mod ord setBg modShow">
        <pc:chgData name="Nitesh Goyal" userId="6d3d0ce7-b850-4749-80a4-f61a92fc5606" providerId="ADAL" clId="{AC248465-C28F-4C88-8A49-8AA714858D6C}" dt="2025-04-03T18:12:54.422" v="4953" actId="47"/>
        <pc:sldMkLst>
          <pc:docMk/>
          <pc:sldMk cId="392298507" sldId="2147482059"/>
        </pc:sldMkLst>
      </pc:sldChg>
      <pc:sldChg chg="del">
        <pc:chgData name="Nitesh Goyal" userId="6d3d0ce7-b850-4749-80a4-f61a92fc5606" providerId="ADAL" clId="{AC248465-C28F-4C88-8A49-8AA714858D6C}" dt="2025-03-26T11:01:29.430" v="62" actId="47"/>
        <pc:sldMkLst>
          <pc:docMk/>
          <pc:sldMk cId="2497312545" sldId="2147482063"/>
        </pc:sldMkLst>
      </pc:sldChg>
      <pc:sldChg chg="del">
        <pc:chgData name="Nitesh Goyal" userId="6d3d0ce7-b850-4749-80a4-f61a92fc5606" providerId="ADAL" clId="{AC248465-C28F-4C88-8A49-8AA714858D6C}" dt="2025-03-26T11:01:29.430" v="62" actId="47"/>
        <pc:sldMkLst>
          <pc:docMk/>
          <pc:sldMk cId="328782419" sldId="2147482064"/>
        </pc:sldMkLst>
      </pc:sldChg>
      <pc:sldChg chg="del">
        <pc:chgData name="Nitesh Goyal" userId="6d3d0ce7-b850-4749-80a4-f61a92fc5606" providerId="ADAL" clId="{AC248465-C28F-4C88-8A49-8AA714858D6C}" dt="2025-03-26T11:01:29.430" v="62" actId="47"/>
        <pc:sldMkLst>
          <pc:docMk/>
          <pc:sldMk cId="3450739476" sldId="2147482065"/>
        </pc:sldMkLst>
      </pc:sldChg>
      <pc:sldChg chg="del">
        <pc:chgData name="Nitesh Goyal" userId="6d3d0ce7-b850-4749-80a4-f61a92fc5606" providerId="ADAL" clId="{AC248465-C28F-4C88-8A49-8AA714858D6C}" dt="2025-03-26T11:01:29.430" v="62" actId="47"/>
        <pc:sldMkLst>
          <pc:docMk/>
          <pc:sldMk cId="2370914524" sldId="2147482066"/>
        </pc:sldMkLst>
      </pc:sldChg>
      <pc:sldChg chg="del">
        <pc:chgData name="Nitesh Goyal" userId="6d3d0ce7-b850-4749-80a4-f61a92fc5606" providerId="ADAL" clId="{AC248465-C28F-4C88-8A49-8AA714858D6C}" dt="2025-03-26T11:01:29.430" v="62" actId="47"/>
        <pc:sldMkLst>
          <pc:docMk/>
          <pc:sldMk cId="1966223106" sldId="2147482067"/>
        </pc:sldMkLst>
      </pc:sldChg>
      <pc:sldChg chg="del">
        <pc:chgData name="Nitesh Goyal" userId="6d3d0ce7-b850-4749-80a4-f61a92fc5606" providerId="ADAL" clId="{AC248465-C28F-4C88-8A49-8AA714858D6C}" dt="2025-03-26T11:01:29.430" v="62" actId="47"/>
        <pc:sldMkLst>
          <pc:docMk/>
          <pc:sldMk cId="3770976901" sldId="2147482068"/>
        </pc:sldMkLst>
      </pc:sldChg>
      <pc:sldChg chg="del">
        <pc:chgData name="Nitesh Goyal" userId="6d3d0ce7-b850-4749-80a4-f61a92fc5606" providerId="ADAL" clId="{AC248465-C28F-4C88-8A49-8AA714858D6C}" dt="2025-03-26T11:01:29.430" v="62" actId="47"/>
        <pc:sldMkLst>
          <pc:docMk/>
          <pc:sldMk cId="942521381" sldId="2147482069"/>
        </pc:sldMkLst>
      </pc:sldChg>
      <pc:sldChg chg="modSp add del mod ord setBg">
        <pc:chgData name="Nitesh Goyal" userId="6d3d0ce7-b850-4749-80a4-f61a92fc5606" providerId="ADAL" clId="{AC248465-C28F-4C88-8A49-8AA714858D6C}" dt="2025-04-02T11:21:59.640" v="2967" actId="2696"/>
        <pc:sldMkLst>
          <pc:docMk/>
          <pc:sldMk cId="2655226998" sldId="2147483504"/>
        </pc:sldMkLst>
      </pc:sldChg>
      <pc:sldChg chg="add del mod ord modShow">
        <pc:chgData name="Nitesh Goyal" userId="6d3d0ce7-b850-4749-80a4-f61a92fc5606" providerId="ADAL" clId="{AC248465-C28F-4C88-8A49-8AA714858D6C}" dt="2025-04-03T18:12:54.422" v="4953" actId="47"/>
        <pc:sldMkLst>
          <pc:docMk/>
          <pc:sldMk cId="3800875056" sldId="2147483504"/>
        </pc:sldMkLst>
      </pc:sldChg>
      <pc:sldChg chg="addSp delSp modSp add del mod ord modShow">
        <pc:chgData name="Nitesh Goyal" userId="6d3d0ce7-b850-4749-80a4-f61a92fc5606" providerId="ADAL" clId="{AC248465-C28F-4C88-8A49-8AA714858D6C}" dt="2025-04-03T18:12:54.422" v="4953" actId="47"/>
        <pc:sldMkLst>
          <pc:docMk/>
          <pc:sldMk cId="2386533474" sldId="2147483532"/>
        </pc:sldMkLst>
        <pc:spChg chg="mod">
          <ac:chgData name="Nitesh Goyal" userId="6d3d0ce7-b850-4749-80a4-f61a92fc5606" providerId="ADAL" clId="{AC248465-C28F-4C88-8A49-8AA714858D6C}" dt="2025-04-03T10:17:19.422" v="3191" actId="20577"/>
          <ac:spMkLst>
            <pc:docMk/>
            <pc:sldMk cId="2386533474" sldId="2147483532"/>
            <ac:spMk id="2" creationId="{EC7B79DC-2979-6901-B8B8-439429F0FC0C}"/>
          </ac:spMkLst>
        </pc:spChg>
        <pc:spChg chg="del mod">
          <ac:chgData name="Nitesh Goyal" userId="6d3d0ce7-b850-4749-80a4-f61a92fc5606" providerId="ADAL" clId="{AC248465-C28F-4C88-8A49-8AA714858D6C}" dt="2025-04-03T10:15:09.911" v="3161" actId="478"/>
          <ac:spMkLst>
            <pc:docMk/>
            <pc:sldMk cId="2386533474" sldId="2147483532"/>
            <ac:spMk id="5" creationId="{C79C907D-A9BE-4CAB-A4AB-C86E387A0B44}"/>
          </ac:spMkLst>
        </pc:spChg>
        <pc:spChg chg="mod">
          <ac:chgData name="Nitesh Goyal" userId="6d3d0ce7-b850-4749-80a4-f61a92fc5606" providerId="ADAL" clId="{AC248465-C28F-4C88-8A49-8AA714858D6C}" dt="2025-04-03T10:16:21.254" v="3175" actId="1076"/>
          <ac:spMkLst>
            <pc:docMk/>
            <pc:sldMk cId="2386533474" sldId="2147483532"/>
            <ac:spMk id="28" creationId="{76B0C957-32E6-0C0E-9D12-216DA9886F4E}"/>
          </ac:spMkLst>
        </pc:spChg>
        <pc:spChg chg="mod">
          <ac:chgData name="Nitesh Goyal" userId="6d3d0ce7-b850-4749-80a4-f61a92fc5606" providerId="ADAL" clId="{AC248465-C28F-4C88-8A49-8AA714858D6C}" dt="2025-04-03T10:16:25.998" v="3176" actId="1076"/>
          <ac:spMkLst>
            <pc:docMk/>
            <pc:sldMk cId="2386533474" sldId="2147483532"/>
            <ac:spMk id="29" creationId="{6DCFFBC5-59B8-9189-9421-44177666E413}"/>
          </ac:spMkLst>
        </pc:spChg>
        <pc:spChg chg="mod">
          <ac:chgData name="Nitesh Goyal" userId="6d3d0ce7-b850-4749-80a4-f61a92fc5606" providerId="ADAL" clId="{AC248465-C28F-4C88-8A49-8AA714858D6C}" dt="2025-04-03T10:16:29.411" v="3177" actId="1076"/>
          <ac:spMkLst>
            <pc:docMk/>
            <pc:sldMk cId="2386533474" sldId="2147483532"/>
            <ac:spMk id="30" creationId="{0C443187-3AC1-ABF8-FD76-5669FF330CFD}"/>
          </ac:spMkLst>
        </pc:spChg>
        <pc:spChg chg="mod">
          <ac:chgData name="Nitesh Goyal" userId="6d3d0ce7-b850-4749-80a4-f61a92fc5606" providerId="ADAL" clId="{AC248465-C28F-4C88-8A49-8AA714858D6C}" dt="2025-04-03T10:16:32.492" v="3178" actId="1076"/>
          <ac:spMkLst>
            <pc:docMk/>
            <pc:sldMk cId="2386533474" sldId="2147483532"/>
            <ac:spMk id="31" creationId="{A010BBE7-3870-7653-4221-18604160C7BF}"/>
          </ac:spMkLst>
        </pc:spChg>
        <pc:spChg chg="mod">
          <ac:chgData name="Nitesh Goyal" userId="6d3d0ce7-b850-4749-80a4-f61a92fc5606" providerId="ADAL" clId="{AC248465-C28F-4C88-8A49-8AA714858D6C}" dt="2025-04-03T10:16:35.247" v="3179" actId="1076"/>
          <ac:spMkLst>
            <pc:docMk/>
            <pc:sldMk cId="2386533474" sldId="2147483532"/>
            <ac:spMk id="32" creationId="{ABC6B9EE-E725-BCE7-AAF9-1E79453FA7F5}"/>
          </ac:spMkLst>
        </pc:spChg>
        <pc:spChg chg="mod">
          <ac:chgData name="Nitesh Goyal" userId="6d3d0ce7-b850-4749-80a4-f61a92fc5606" providerId="ADAL" clId="{AC248465-C28F-4C88-8A49-8AA714858D6C}" dt="2025-04-03T10:16:37.894" v="3180" actId="1076"/>
          <ac:spMkLst>
            <pc:docMk/>
            <pc:sldMk cId="2386533474" sldId="2147483532"/>
            <ac:spMk id="33" creationId="{ADC90DB8-7E51-F3F3-97DA-B5EDA357E241}"/>
          </ac:spMkLst>
        </pc:spChg>
        <pc:spChg chg="mod">
          <ac:chgData name="Nitesh Goyal" userId="6d3d0ce7-b850-4749-80a4-f61a92fc5606" providerId="ADAL" clId="{AC248465-C28F-4C88-8A49-8AA714858D6C}" dt="2025-04-03T10:16:41.503" v="3181" actId="1076"/>
          <ac:spMkLst>
            <pc:docMk/>
            <pc:sldMk cId="2386533474" sldId="2147483532"/>
            <ac:spMk id="34" creationId="{F7082B17-E278-4B5F-0AE7-CADCB0E8DBB9}"/>
          </ac:spMkLst>
        </pc:spChg>
        <pc:spChg chg="mod">
          <ac:chgData name="Nitesh Goyal" userId="6d3d0ce7-b850-4749-80a4-f61a92fc5606" providerId="ADAL" clId="{AC248465-C28F-4C88-8A49-8AA714858D6C}" dt="2025-04-03T10:15:30.231" v="3167" actId="1076"/>
          <ac:spMkLst>
            <pc:docMk/>
            <pc:sldMk cId="2386533474" sldId="2147483532"/>
            <ac:spMk id="35" creationId="{D0BF38C2-F71F-33DA-AB3F-7B7E774F6FFC}"/>
          </ac:spMkLst>
        </pc:spChg>
        <pc:graphicFrameChg chg="mod modGraphic">
          <ac:chgData name="Nitesh Goyal" userId="6d3d0ce7-b850-4749-80a4-f61a92fc5606" providerId="ADAL" clId="{AC248465-C28F-4C88-8A49-8AA714858D6C}" dt="2025-04-03T10:16:56.446" v="3185" actId="13219"/>
          <ac:graphicFrameMkLst>
            <pc:docMk/>
            <pc:sldMk cId="2386533474" sldId="2147483532"/>
            <ac:graphicFrameMk id="26" creationId="{3DB0373D-639B-4DD0-9558-91EB166AABE8}"/>
          </ac:graphicFrameMkLst>
        </pc:graphicFrameChg>
        <pc:picChg chg="add del mod">
          <ac:chgData name="Nitesh Goyal" userId="6d3d0ce7-b850-4749-80a4-f61a92fc5606" providerId="ADAL" clId="{AC248465-C28F-4C88-8A49-8AA714858D6C}" dt="2025-04-03T10:14:11.661" v="3141" actId="478"/>
          <ac:picMkLst>
            <pc:docMk/>
            <pc:sldMk cId="2386533474" sldId="2147483532"/>
            <ac:picMk id="3" creationId="{547E09AF-5E59-6235-3428-3254945FC249}"/>
          </ac:picMkLst>
        </pc:picChg>
        <pc:picChg chg="mod">
          <ac:chgData name="Nitesh Goyal" userId="6d3d0ce7-b850-4749-80a4-f61a92fc5606" providerId="ADAL" clId="{AC248465-C28F-4C88-8A49-8AA714858D6C}" dt="2025-04-03T10:15:19.463" v="3162" actId="1076"/>
          <ac:picMkLst>
            <pc:docMk/>
            <pc:sldMk cId="2386533474" sldId="2147483532"/>
            <ac:picMk id="4" creationId="{E1CB8C60-A79E-A4C1-D031-BE8409CD692F}"/>
          </ac:picMkLst>
        </pc:picChg>
      </pc:sldChg>
      <pc:sldChg chg="add del mod modShow">
        <pc:chgData name="Nitesh Goyal" userId="6d3d0ce7-b850-4749-80a4-f61a92fc5606" providerId="ADAL" clId="{AC248465-C28F-4C88-8A49-8AA714858D6C}" dt="2025-03-27T12:02:13.710" v="1074" actId="2696"/>
        <pc:sldMkLst>
          <pc:docMk/>
          <pc:sldMk cId="4049608525" sldId="2147483593"/>
        </pc:sldMkLst>
      </pc:sldChg>
      <pc:sldChg chg="modSp add del">
        <pc:chgData name="Nitesh Goyal" userId="6d3d0ce7-b850-4749-80a4-f61a92fc5606" providerId="ADAL" clId="{AC248465-C28F-4C88-8A49-8AA714858D6C}" dt="2025-04-03T18:12:54.422" v="4953" actId="47"/>
        <pc:sldMkLst>
          <pc:docMk/>
          <pc:sldMk cId="4057974515" sldId="2147483593"/>
        </pc:sldMkLst>
      </pc:sldChg>
      <pc:sldChg chg="modSp add del">
        <pc:chgData name="Nitesh Goyal" userId="6d3d0ce7-b850-4749-80a4-f61a92fc5606" providerId="ADAL" clId="{AC248465-C28F-4C88-8A49-8AA714858D6C}" dt="2025-04-03T18:12:54.422" v="4953" actId="47"/>
        <pc:sldMkLst>
          <pc:docMk/>
          <pc:sldMk cId="263774007" sldId="2147483594"/>
        </pc:sldMkLst>
      </pc:sldChg>
      <pc:sldChg chg="add del mod modShow">
        <pc:chgData name="Nitesh Goyal" userId="6d3d0ce7-b850-4749-80a4-f61a92fc5606" providerId="ADAL" clId="{AC248465-C28F-4C88-8A49-8AA714858D6C}" dt="2025-03-27T12:02:13.710" v="1074" actId="2696"/>
        <pc:sldMkLst>
          <pc:docMk/>
          <pc:sldMk cId="1977600775" sldId="2147483594"/>
        </pc:sldMkLst>
      </pc:sldChg>
      <pc:sldChg chg="add del mod ord modShow">
        <pc:chgData name="Nitesh Goyal" userId="6d3d0ce7-b850-4749-80a4-f61a92fc5606" providerId="ADAL" clId="{AC248465-C28F-4C88-8A49-8AA714858D6C}" dt="2025-04-03T18:12:54.422" v="4953" actId="47"/>
        <pc:sldMkLst>
          <pc:docMk/>
          <pc:sldMk cId="3948504342" sldId="2147483597"/>
        </pc:sldMkLst>
      </pc:sldChg>
      <pc:sldChg chg="add del mod modShow">
        <pc:chgData name="Nitesh Goyal" userId="6d3d0ce7-b850-4749-80a4-f61a92fc5606" providerId="ADAL" clId="{AC248465-C28F-4C88-8A49-8AA714858D6C}" dt="2025-03-27T09:54:40.065" v="351" actId="47"/>
        <pc:sldMkLst>
          <pc:docMk/>
          <pc:sldMk cId="2274001413" sldId="2147483632"/>
        </pc:sldMkLst>
      </pc:sldChg>
      <pc:sldChg chg="add del">
        <pc:chgData name="Nitesh Goyal" userId="6d3d0ce7-b850-4749-80a4-f61a92fc5606" providerId="ADAL" clId="{AC248465-C28F-4C88-8A49-8AA714858D6C}" dt="2025-03-27T12:02:29.158" v="1078" actId="47"/>
        <pc:sldMkLst>
          <pc:docMk/>
          <pc:sldMk cId="3402338920" sldId="2147483633"/>
        </pc:sldMkLst>
      </pc:sldChg>
      <pc:sldChg chg="addSp delSp modSp add del mod ord modShow">
        <pc:chgData name="Nitesh Goyal" userId="6d3d0ce7-b850-4749-80a4-f61a92fc5606" providerId="ADAL" clId="{AC248465-C28F-4C88-8A49-8AA714858D6C}" dt="2025-04-03T17:05:10.593" v="4947" actId="47"/>
        <pc:sldMkLst>
          <pc:docMk/>
          <pc:sldMk cId="1505597474" sldId="2147483635"/>
        </pc:sldMkLst>
        <pc:graphicFrameChg chg="mod modGraphic">
          <ac:chgData name="Nitesh Goyal" userId="6d3d0ce7-b850-4749-80a4-f61a92fc5606" providerId="ADAL" clId="{AC248465-C28F-4C88-8A49-8AA714858D6C}" dt="2025-04-03T14:04:02.968" v="3691" actId="21"/>
          <ac:graphicFrameMkLst>
            <pc:docMk/>
            <pc:sldMk cId="1505597474" sldId="2147483635"/>
            <ac:graphicFrameMk id="2" creationId="{F7970FC1-70F6-02F3-D705-CAE48F121709}"/>
          </ac:graphicFrameMkLst>
        </pc:graphicFrameChg>
      </pc:sldChg>
      <pc:sldChg chg="add del mod ord modShow">
        <pc:chgData name="Nitesh Goyal" userId="6d3d0ce7-b850-4749-80a4-f61a92fc5606" providerId="ADAL" clId="{AC248465-C28F-4C88-8A49-8AA714858D6C}" dt="2025-04-03T18:12:54.422" v="4953" actId="47"/>
        <pc:sldMkLst>
          <pc:docMk/>
          <pc:sldMk cId="3870061371" sldId="2147483639"/>
        </pc:sldMkLst>
      </pc:sldChg>
      <pc:sldChg chg="addSp delSp modSp add del mod">
        <pc:chgData name="Nitesh Goyal" userId="6d3d0ce7-b850-4749-80a4-f61a92fc5606" providerId="ADAL" clId="{AC248465-C28F-4C88-8A49-8AA714858D6C}" dt="2025-03-27T11:18:43.309" v="584" actId="47"/>
        <pc:sldMkLst>
          <pc:docMk/>
          <pc:sldMk cId="2299955602" sldId="2147483640"/>
        </pc:sldMkLst>
      </pc:sldChg>
      <pc:sldChg chg="addSp delSp modSp add mod ord modShow">
        <pc:chgData name="Nitesh Goyal" userId="6d3d0ce7-b850-4749-80a4-f61a92fc5606" providerId="ADAL" clId="{AC248465-C28F-4C88-8A49-8AA714858D6C}" dt="2025-04-03T16:45:46.781" v="4941" actId="729"/>
        <pc:sldMkLst>
          <pc:docMk/>
          <pc:sldMk cId="2759864443" sldId="2147483641"/>
        </pc:sldMkLst>
        <pc:spChg chg="mod">
          <ac:chgData name="Nitesh Goyal" userId="6d3d0ce7-b850-4749-80a4-f61a92fc5606" providerId="ADAL" clId="{AC248465-C28F-4C88-8A49-8AA714858D6C}" dt="2025-04-03T14:38:35.129" v="4189" actId="20577"/>
          <ac:spMkLst>
            <pc:docMk/>
            <pc:sldMk cId="2759864443" sldId="2147483641"/>
            <ac:spMk id="4" creationId="{6A1D2064-453E-E158-ABA7-764E8EDF741B}"/>
          </ac:spMkLst>
        </pc:spChg>
        <pc:spChg chg="mod">
          <ac:chgData name="Nitesh Goyal" userId="6d3d0ce7-b850-4749-80a4-f61a92fc5606" providerId="ADAL" clId="{AC248465-C28F-4C88-8A49-8AA714858D6C}" dt="2025-03-27T11:27:59.499" v="827" actId="1037"/>
          <ac:spMkLst>
            <pc:docMk/>
            <pc:sldMk cId="2759864443" sldId="2147483641"/>
            <ac:spMk id="5" creationId="{9585FB80-3F5D-2857-0DE6-51438F164320}"/>
          </ac:spMkLst>
        </pc:spChg>
        <pc:spChg chg="mod">
          <ac:chgData name="Nitesh Goyal" userId="6d3d0ce7-b850-4749-80a4-f61a92fc5606" providerId="ADAL" clId="{AC248465-C28F-4C88-8A49-8AA714858D6C}" dt="2025-03-27T11:27:41.004" v="797" actId="14100"/>
          <ac:spMkLst>
            <pc:docMk/>
            <pc:sldMk cId="2759864443" sldId="2147483641"/>
            <ac:spMk id="6" creationId="{C4AA07A2-7802-C4BF-6864-F8858138ED16}"/>
          </ac:spMkLst>
        </pc:spChg>
        <pc:spChg chg="ord">
          <ac:chgData name="Nitesh Goyal" userId="6d3d0ce7-b850-4749-80a4-f61a92fc5606" providerId="ADAL" clId="{AC248465-C28F-4C88-8A49-8AA714858D6C}" dt="2025-03-27T11:26:39.107" v="768" actId="166"/>
          <ac:spMkLst>
            <pc:docMk/>
            <pc:sldMk cId="2759864443" sldId="2147483641"/>
            <ac:spMk id="7" creationId="{86944CAD-6C43-4FBB-E46D-AF70682E902E}"/>
          </ac:spMkLst>
        </pc:spChg>
        <pc:spChg chg="ord">
          <ac:chgData name="Nitesh Goyal" userId="6d3d0ce7-b850-4749-80a4-f61a92fc5606" providerId="ADAL" clId="{AC248465-C28F-4C88-8A49-8AA714858D6C}" dt="2025-03-27T11:26:39.107" v="768" actId="166"/>
          <ac:spMkLst>
            <pc:docMk/>
            <pc:sldMk cId="2759864443" sldId="2147483641"/>
            <ac:spMk id="9" creationId="{413C8544-E391-67EE-8389-91870525C2CB}"/>
          </ac:spMkLst>
        </pc:spChg>
        <pc:spChg chg="ord">
          <ac:chgData name="Nitesh Goyal" userId="6d3d0ce7-b850-4749-80a4-f61a92fc5606" providerId="ADAL" clId="{AC248465-C28F-4C88-8A49-8AA714858D6C}" dt="2025-03-27T11:26:39.107" v="768" actId="166"/>
          <ac:spMkLst>
            <pc:docMk/>
            <pc:sldMk cId="2759864443" sldId="2147483641"/>
            <ac:spMk id="10" creationId="{C1984D83-41AA-CC6B-2C16-870F008EEEAE}"/>
          </ac:spMkLst>
        </pc:spChg>
        <pc:spChg chg="ord">
          <ac:chgData name="Nitesh Goyal" userId="6d3d0ce7-b850-4749-80a4-f61a92fc5606" providerId="ADAL" clId="{AC248465-C28F-4C88-8A49-8AA714858D6C}" dt="2025-03-27T11:26:39.107" v="768" actId="166"/>
          <ac:spMkLst>
            <pc:docMk/>
            <pc:sldMk cId="2759864443" sldId="2147483641"/>
            <ac:spMk id="11" creationId="{790B9B87-966C-50F8-5D3D-0029286F9D12}"/>
          </ac:spMkLst>
        </pc:spChg>
        <pc:spChg chg="ord">
          <ac:chgData name="Nitesh Goyal" userId="6d3d0ce7-b850-4749-80a4-f61a92fc5606" providerId="ADAL" clId="{AC248465-C28F-4C88-8A49-8AA714858D6C}" dt="2025-03-27T11:26:39.107" v="768" actId="166"/>
          <ac:spMkLst>
            <pc:docMk/>
            <pc:sldMk cId="2759864443" sldId="2147483641"/>
            <ac:spMk id="13" creationId="{2159ADDB-B349-B977-7D81-F1C35EFD7432}"/>
          </ac:spMkLst>
        </pc:spChg>
        <pc:spChg chg="mod ord">
          <ac:chgData name="Nitesh Goyal" userId="6d3d0ce7-b850-4749-80a4-f61a92fc5606" providerId="ADAL" clId="{AC248465-C28F-4C88-8A49-8AA714858D6C}" dt="2025-03-27T11:28:33.758" v="834" actId="164"/>
          <ac:spMkLst>
            <pc:docMk/>
            <pc:sldMk cId="2759864443" sldId="2147483641"/>
            <ac:spMk id="14" creationId="{E5DF1CAE-28D1-8B52-05A3-10FC7584F886}"/>
          </ac:spMkLst>
        </pc:spChg>
        <pc:spChg chg="mod">
          <ac:chgData name="Nitesh Goyal" userId="6d3d0ce7-b850-4749-80a4-f61a92fc5606" providerId="ADAL" clId="{AC248465-C28F-4C88-8A49-8AA714858D6C}" dt="2025-03-27T11:24:31.128" v="701" actId="1035"/>
          <ac:spMkLst>
            <pc:docMk/>
            <pc:sldMk cId="2759864443" sldId="2147483641"/>
            <ac:spMk id="19" creationId="{BBF12143-B5BE-3C5E-7CE3-29C7B6510714}"/>
          </ac:spMkLst>
        </pc:spChg>
        <pc:spChg chg="mod">
          <ac:chgData name="Nitesh Goyal" userId="6d3d0ce7-b850-4749-80a4-f61a92fc5606" providerId="ADAL" clId="{AC248465-C28F-4C88-8A49-8AA714858D6C}" dt="2025-03-27T11:28:33.758" v="834" actId="164"/>
          <ac:spMkLst>
            <pc:docMk/>
            <pc:sldMk cId="2759864443" sldId="2147483641"/>
            <ac:spMk id="20" creationId="{ED4E1A4E-E20B-C199-3ABD-47B9CB103A0C}"/>
          </ac:spMkLst>
        </pc:spChg>
        <pc:spChg chg="mod topLvl">
          <ac:chgData name="Nitesh Goyal" userId="6d3d0ce7-b850-4749-80a4-f61a92fc5606" providerId="ADAL" clId="{AC248465-C28F-4C88-8A49-8AA714858D6C}" dt="2025-03-27T11:28:33.758" v="834" actId="164"/>
          <ac:spMkLst>
            <pc:docMk/>
            <pc:sldMk cId="2759864443" sldId="2147483641"/>
            <ac:spMk id="21" creationId="{AFFEA895-E671-9D81-CEBC-AE0FC64B6A11}"/>
          </ac:spMkLst>
        </pc:spChg>
        <pc:spChg chg="mod topLvl">
          <ac:chgData name="Nitesh Goyal" userId="6d3d0ce7-b850-4749-80a4-f61a92fc5606" providerId="ADAL" clId="{AC248465-C28F-4C88-8A49-8AA714858D6C}" dt="2025-03-27T11:25:32.649" v="740" actId="1076"/>
          <ac:spMkLst>
            <pc:docMk/>
            <pc:sldMk cId="2759864443" sldId="2147483641"/>
            <ac:spMk id="22" creationId="{6C2CDF64-FB09-7932-213D-F1243440D53B}"/>
          </ac:spMkLst>
        </pc:spChg>
        <pc:spChg chg="mod">
          <ac:chgData name="Nitesh Goyal" userId="6d3d0ce7-b850-4749-80a4-f61a92fc5606" providerId="ADAL" clId="{AC248465-C28F-4C88-8A49-8AA714858D6C}" dt="2025-03-27T11:28:33.758" v="834" actId="164"/>
          <ac:spMkLst>
            <pc:docMk/>
            <pc:sldMk cId="2759864443" sldId="2147483641"/>
            <ac:spMk id="24" creationId="{ECC9F5AE-9C67-1E79-809F-E9DFAC4C95BB}"/>
          </ac:spMkLst>
        </pc:spChg>
        <pc:spChg chg="mod topLvl">
          <ac:chgData name="Nitesh Goyal" userId="6d3d0ce7-b850-4749-80a4-f61a92fc5606" providerId="ADAL" clId="{AC248465-C28F-4C88-8A49-8AA714858D6C}" dt="2025-03-27T11:28:32.317" v="833" actId="164"/>
          <ac:spMkLst>
            <pc:docMk/>
            <pc:sldMk cId="2759864443" sldId="2147483641"/>
            <ac:spMk id="25" creationId="{F55781B0-7CB9-2A3F-DC6D-E40A749B59CD}"/>
          </ac:spMkLst>
        </pc:spChg>
        <pc:spChg chg="mod topLvl">
          <ac:chgData name="Nitesh Goyal" userId="6d3d0ce7-b850-4749-80a4-f61a92fc5606" providerId="ADAL" clId="{AC248465-C28F-4C88-8A49-8AA714858D6C}" dt="2025-03-27T11:28:33.758" v="834" actId="164"/>
          <ac:spMkLst>
            <pc:docMk/>
            <pc:sldMk cId="2759864443" sldId="2147483641"/>
            <ac:spMk id="26" creationId="{C45DF93D-728F-4B6E-EEAC-A8B67E501B34}"/>
          </ac:spMkLst>
        </pc:spChg>
        <pc:spChg chg="mod topLvl">
          <ac:chgData name="Nitesh Goyal" userId="6d3d0ce7-b850-4749-80a4-f61a92fc5606" providerId="ADAL" clId="{AC248465-C28F-4C88-8A49-8AA714858D6C}" dt="2025-03-27T11:28:32.317" v="833" actId="164"/>
          <ac:spMkLst>
            <pc:docMk/>
            <pc:sldMk cId="2759864443" sldId="2147483641"/>
            <ac:spMk id="27" creationId="{1A96B45F-5777-57AC-1137-0FAF73E84745}"/>
          </ac:spMkLst>
        </pc:spChg>
        <pc:spChg chg="mod topLvl">
          <ac:chgData name="Nitesh Goyal" userId="6d3d0ce7-b850-4749-80a4-f61a92fc5606" providerId="ADAL" clId="{AC248465-C28F-4C88-8A49-8AA714858D6C}" dt="2025-03-27T11:28:33.758" v="834" actId="164"/>
          <ac:spMkLst>
            <pc:docMk/>
            <pc:sldMk cId="2759864443" sldId="2147483641"/>
            <ac:spMk id="29" creationId="{94207053-F56E-304F-6902-CC9E7E82AF0D}"/>
          </ac:spMkLst>
        </pc:spChg>
        <pc:spChg chg="mod">
          <ac:chgData name="Nitesh Goyal" userId="6d3d0ce7-b850-4749-80a4-f61a92fc5606" providerId="ADAL" clId="{AC248465-C28F-4C88-8A49-8AA714858D6C}" dt="2025-03-27T11:28:32.317" v="833" actId="164"/>
          <ac:spMkLst>
            <pc:docMk/>
            <pc:sldMk cId="2759864443" sldId="2147483641"/>
            <ac:spMk id="30" creationId="{38EDC396-4371-96B3-EE63-CAA793AFFD98}"/>
          </ac:spMkLst>
        </pc:spChg>
        <pc:spChg chg="mod topLvl">
          <ac:chgData name="Nitesh Goyal" userId="6d3d0ce7-b850-4749-80a4-f61a92fc5606" providerId="ADAL" clId="{AC248465-C28F-4C88-8A49-8AA714858D6C}" dt="2025-03-27T11:25:24.245" v="739" actId="165"/>
          <ac:spMkLst>
            <pc:docMk/>
            <pc:sldMk cId="2759864443" sldId="2147483641"/>
            <ac:spMk id="31" creationId="{B203E647-293B-3459-BB9A-A96C0AE30700}"/>
          </ac:spMkLst>
        </pc:spChg>
        <pc:spChg chg="mod topLvl">
          <ac:chgData name="Nitesh Goyal" userId="6d3d0ce7-b850-4749-80a4-f61a92fc5606" providerId="ADAL" clId="{AC248465-C28F-4C88-8A49-8AA714858D6C}" dt="2025-03-27T11:25:24.245" v="739" actId="165"/>
          <ac:spMkLst>
            <pc:docMk/>
            <pc:sldMk cId="2759864443" sldId="2147483641"/>
            <ac:spMk id="32" creationId="{26CB0FC6-937C-7BA6-3346-FB0E034110FB}"/>
          </ac:spMkLst>
        </pc:spChg>
        <pc:spChg chg="mod">
          <ac:chgData name="Nitesh Goyal" userId="6d3d0ce7-b850-4749-80a4-f61a92fc5606" providerId="ADAL" clId="{AC248465-C28F-4C88-8A49-8AA714858D6C}" dt="2025-03-27T11:28:33.758" v="834" actId="164"/>
          <ac:spMkLst>
            <pc:docMk/>
            <pc:sldMk cId="2759864443" sldId="2147483641"/>
            <ac:spMk id="34" creationId="{87119908-C720-1617-B621-10DE92E184CF}"/>
          </ac:spMkLst>
        </pc:spChg>
        <pc:spChg chg="mod">
          <ac:chgData name="Nitesh Goyal" userId="6d3d0ce7-b850-4749-80a4-f61a92fc5606" providerId="ADAL" clId="{AC248465-C28F-4C88-8A49-8AA714858D6C}" dt="2025-03-27T11:28:33.758" v="834" actId="164"/>
          <ac:spMkLst>
            <pc:docMk/>
            <pc:sldMk cId="2759864443" sldId="2147483641"/>
            <ac:spMk id="35" creationId="{9BCE0B7A-25E3-8244-0F4F-D86E1E6F4CE5}"/>
          </ac:spMkLst>
        </pc:spChg>
        <pc:spChg chg="mod topLvl">
          <ac:chgData name="Nitesh Goyal" userId="6d3d0ce7-b850-4749-80a4-f61a92fc5606" providerId="ADAL" clId="{AC248465-C28F-4C88-8A49-8AA714858D6C}" dt="2025-03-27T11:28:33.758" v="834" actId="164"/>
          <ac:spMkLst>
            <pc:docMk/>
            <pc:sldMk cId="2759864443" sldId="2147483641"/>
            <ac:spMk id="36" creationId="{3F8E6832-B82E-C66D-AF59-096137B36508}"/>
          </ac:spMkLst>
        </pc:spChg>
        <pc:spChg chg="mod topLvl">
          <ac:chgData name="Nitesh Goyal" userId="6d3d0ce7-b850-4749-80a4-f61a92fc5606" providerId="ADAL" clId="{AC248465-C28F-4C88-8A49-8AA714858D6C}" dt="2025-03-27T11:25:24.245" v="739" actId="165"/>
          <ac:spMkLst>
            <pc:docMk/>
            <pc:sldMk cId="2759864443" sldId="2147483641"/>
            <ac:spMk id="37" creationId="{9679FCB9-3103-8B0C-041D-EDE3B394F3BA}"/>
          </ac:spMkLst>
        </pc:spChg>
        <pc:spChg chg="mod">
          <ac:chgData name="Nitesh Goyal" userId="6d3d0ce7-b850-4749-80a4-f61a92fc5606" providerId="ADAL" clId="{AC248465-C28F-4C88-8A49-8AA714858D6C}" dt="2025-03-27T11:28:33.758" v="834" actId="164"/>
          <ac:spMkLst>
            <pc:docMk/>
            <pc:sldMk cId="2759864443" sldId="2147483641"/>
            <ac:spMk id="39" creationId="{11334208-5A8B-40B3-CD00-29CEEE422923}"/>
          </ac:spMkLst>
        </pc:spChg>
        <pc:spChg chg="mod">
          <ac:chgData name="Nitesh Goyal" userId="6d3d0ce7-b850-4749-80a4-f61a92fc5606" providerId="ADAL" clId="{AC248465-C28F-4C88-8A49-8AA714858D6C}" dt="2025-03-27T11:24:24.021" v="684" actId="1036"/>
          <ac:spMkLst>
            <pc:docMk/>
            <pc:sldMk cId="2759864443" sldId="2147483641"/>
            <ac:spMk id="40" creationId="{768C0F0A-A2DE-D60C-32F4-D0AD55270C90}"/>
          </ac:spMkLst>
        </pc:spChg>
        <pc:spChg chg="mod">
          <ac:chgData name="Nitesh Goyal" userId="6d3d0ce7-b850-4749-80a4-f61a92fc5606" providerId="ADAL" clId="{AC248465-C28F-4C88-8A49-8AA714858D6C}" dt="2025-03-27T11:24:24.021" v="684" actId="1036"/>
          <ac:spMkLst>
            <pc:docMk/>
            <pc:sldMk cId="2759864443" sldId="2147483641"/>
            <ac:spMk id="41" creationId="{134EFF0F-15C7-3841-F34A-90ECBAD7A47B}"/>
          </ac:spMkLst>
        </pc:spChg>
        <pc:spChg chg="mod">
          <ac:chgData name="Nitesh Goyal" userId="6d3d0ce7-b850-4749-80a4-f61a92fc5606" providerId="ADAL" clId="{AC248465-C28F-4C88-8A49-8AA714858D6C}" dt="2025-03-27T11:24:24.021" v="684" actId="1036"/>
          <ac:spMkLst>
            <pc:docMk/>
            <pc:sldMk cId="2759864443" sldId="2147483641"/>
            <ac:spMk id="42" creationId="{6FF34325-2E06-80F3-7DDA-B54BE82A3F37}"/>
          </ac:spMkLst>
        </pc:spChg>
        <pc:spChg chg="mod">
          <ac:chgData name="Nitesh Goyal" userId="6d3d0ce7-b850-4749-80a4-f61a92fc5606" providerId="ADAL" clId="{AC248465-C28F-4C88-8A49-8AA714858D6C}" dt="2025-03-27T11:24:54.270" v="719" actId="164"/>
          <ac:spMkLst>
            <pc:docMk/>
            <pc:sldMk cId="2759864443" sldId="2147483641"/>
            <ac:spMk id="43" creationId="{D49A36F1-A73E-1D01-14C9-7BA8B67DC0DC}"/>
          </ac:spMkLst>
        </pc:spChg>
        <pc:spChg chg="mod">
          <ac:chgData name="Nitesh Goyal" userId="6d3d0ce7-b850-4749-80a4-f61a92fc5606" providerId="ADAL" clId="{AC248465-C28F-4C88-8A49-8AA714858D6C}" dt="2025-03-27T11:24:54.270" v="719" actId="164"/>
          <ac:spMkLst>
            <pc:docMk/>
            <pc:sldMk cId="2759864443" sldId="2147483641"/>
            <ac:spMk id="44" creationId="{AEF3CAC8-4601-53E6-8D3B-E10729C6AED8}"/>
          </ac:spMkLst>
        </pc:spChg>
        <pc:spChg chg="mod">
          <ac:chgData name="Nitesh Goyal" userId="6d3d0ce7-b850-4749-80a4-f61a92fc5606" providerId="ADAL" clId="{AC248465-C28F-4C88-8A49-8AA714858D6C}" dt="2025-03-27T11:24:54.270" v="719" actId="164"/>
          <ac:spMkLst>
            <pc:docMk/>
            <pc:sldMk cId="2759864443" sldId="2147483641"/>
            <ac:spMk id="45" creationId="{2071AEB7-526E-4A36-A338-112E04F63B09}"/>
          </ac:spMkLst>
        </pc:spChg>
        <pc:spChg chg="mod">
          <ac:chgData name="Nitesh Goyal" userId="6d3d0ce7-b850-4749-80a4-f61a92fc5606" providerId="ADAL" clId="{AC248465-C28F-4C88-8A49-8AA714858D6C}" dt="2025-03-27T11:28:32.317" v="833" actId="164"/>
          <ac:spMkLst>
            <pc:docMk/>
            <pc:sldMk cId="2759864443" sldId="2147483641"/>
            <ac:spMk id="46" creationId="{23296642-C839-D3DF-9DE6-C9DA5C3F54A2}"/>
          </ac:spMkLst>
        </pc:spChg>
        <pc:spChg chg="mod">
          <ac:chgData name="Nitesh Goyal" userId="6d3d0ce7-b850-4749-80a4-f61a92fc5606" providerId="ADAL" clId="{AC248465-C28F-4C88-8A49-8AA714858D6C}" dt="2025-03-27T11:24:54.270" v="719" actId="164"/>
          <ac:spMkLst>
            <pc:docMk/>
            <pc:sldMk cId="2759864443" sldId="2147483641"/>
            <ac:spMk id="47" creationId="{9BE5E3D0-6079-88D1-04BD-A12E457EE9DA}"/>
          </ac:spMkLst>
        </pc:spChg>
        <pc:spChg chg="mod">
          <ac:chgData name="Nitesh Goyal" userId="6d3d0ce7-b850-4749-80a4-f61a92fc5606" providerId="ADAL" clId="{AC248465-C28F-4C88-8A49-8AA714858D6C}" dt="2025-03-27T11:28:32.317" v="833" actId="164"/>
          <ac:spMkLst>
            <pc:docMk/>
            <pc:sldMk cId="2759864443" sldId="2147483641"/>
            <ac:spMk id="48" creationId="{4029788B-3DF0-44ED-20F5-CCCF1DDBECA5}"/>
          </ac:spMkLst>
        </pc:spChg>
        <pc:spChg chg="mod">
          <ac:chgData name="Nitesh Goyal" userId="6d3d0ce7-b850-4749-80a4-f61a92fc5606" providerId="ADAL" clId="{AC248465-C28F-4C88-8A49-8AA714858D6C}" dt="2025-03-27T11:24:54.270" v="719" actId="164"/>
          <ac:spMkLst>
            <pc:docMk/>
            <pc:sldMk cId="2759864443" sldId="2147483641"/>
            <ac:spMk id="49" creationId="{5014B640-ABEA-F4F3-905C-85E219E306FC}"/>
          </ac:spMkLst>
        </pc:spChg>
        <pc:spChg chg="mod">
          <ac:chgData name="Nitesh Goyal" userId="6d3d0ce7-b850-4749-80a4-f61a92fc5606" providerId="ADAL" clId="{AC248465-C28F-4C88-8A49-8AA714858D6C}" dt="2025-03-27T11:24:54.270" v="719" actId="164"/>
          <ac:spMkLst>
            <pc:docMk/>
            <pc:sldMk cId="2759864443" sldId="2147483641"/>
            <ac:spMk id="50" creationId="{EAC65DAA-09E3-AFA5-E629-89315326B15A}"/>
          </ac:spMkLst>
        </pc:spChg>
        <pc:spChg chg="mod">
          <ac:chgData name="Nitesh Goyal" userId="6d3d0ce7-b850-4749-80a4-f61a92fc5606" providerId="ADAL" clId="{AC248465-C28F-4C88-8A49-8AA714858D6C}" dt="2025-03-27T11:28:32.317" v="833" actId="164"/>
          <ac:spMkLst>
            <pc:docMk/>
            <pc:sldMk cId="2759864443" sldId="2147483641"/>
            <ac:spMk id="51" creationId="{FE7553AF-BEB0-C168-D97A-E47235B2866A}"/>
          </ac:spMkLst>
        </pc:spChg>
        <pc:spChg chg="mod">
          <ac:chgData name="Nitesh Goyal" userId="6d3d0ce7-b850-4749-80a4-f61a92fc5606" providerId="ADAL" clId="{AC248465-C28F-4C88-8A49-8AA714858D6C}" dt="2025-03-27T11:28:32.317" v="833" actId="164"/>
          <ac:spMkLst>
            <pc:docMk/>
            <pc:sldMk cId="2759864443" sldId="2147483641"/>
            <ac:spMk id="53" creationId="{FD1BE6F8-7BB3-0C87-6085-87954E765672}"/>
          </ac:spMkLst>
        </pc:spChg>
        <pc:spChg chg="mod">
          <ac:chgData name="Nitesh Goyal" userId="6d3d0ce7-b850-4749-80a4-f61a92fc5606" providerId="ADAL" clId="{AC248465-C28F-4C88-8A49-8AA714858D6C}" dt="2025-03-27T11:19:17.285" v="627" actId="1076"/>
          <ac:spMkLst>
            <pc:docMk/>
            <pc:sldMk cId="2759864443" sldId="2147483641"/>
            <ac:spMk id="148" creationId="{9621D80A-9E9D-E8F8-5B62-203DFA90A768}"/>
          </ac:spMkLst>
        </pc:spChg>
        <pc:spChg chg="add mod">
          <ac:chgData name="Nitesh Goyal" userId="6d3d0ce7-b850-4749-80a4-f61a92fc5606" providerId="ADAL" clId="{AC248465-C28F-4C88-8A49-8AA714858D6C}" dt="2025-03-27T11:28:52.508" v="837" actId="164"/>
          <ac:spMkLst>
            <pc:docMk/>
            <pc:sldMk cId="2759864443" sldId="2147483641"/>
            <ac:spMk id="151" creationId="{757DCEC4-2E68-A235-2D6D-4D3C60229BF5}"/>
          </ac:spMkLst>
        </pc:spChg>
        <pc:spChg chg="add mod">
          <ac:chgData name="Nitesh Goyal" userId="6d3d0ce7-b850-4749-80a4-f61a92fc5606" providerId="ADAL" clId="{AC248465-C28F-4C88-8A49-8AA714858D6C}" dt="2025-03-27T11:28:52.508" v="837" actId="164"/>
          <ac:spMkLst>
            <pc:docMk/>
            <pc:sldMk cId="2759864443" sldId="2147483641"/>
            <ac:spMk id="153" creationId="{BFADBAF8-8602-1C24-4C25-8C4FC1CC7063}"/>
          </ac:spMkLst>
        </pc:spChg>
        <pc:spChg chg="add mod">
          <ac:chgData name="Nitesh Goyal" userId="6d3d0ce7-b850-4749-80a4-f61a92fc5606" providerId="ADAL" clId="{AC248465-C28F-4C88-8A49-8AA714858D6C}" dt="2025-03-27T11:29:00.631" v="839" actId="164"/>
          <ac:spMkLst>
            <pc:docMk/>
            <pc:sldMk cId="2759864443" sldId="2147483641"/>
            <ac:spMk id="154" creationId="{37868088-E356-8AC8-AE7D-71775983B2CA}"/>
          </ac:spMkLst>
        </pc:spChg>
        <pc:spChg chg="add mod">
          <ac:chgData name="Nitesh Goyal" userId="6d3d0ce7-b850-4749-80a4-f61a92fc5606" providerId="ADAL" clId="{AC248465-C28F-4C88-8A49-8AA714858D6C}" dt="2025-03-27T11:29:00.631" v="839" actId="164"/>
          <ac:spMkLst>
            <pc:docMk/>
            <pc:sldMk cId="2759864443" sldId="2147483641"/>
            <ac:spMk id="155" creationId="{0022206C-02D3-3BDD-996D-74482E0C9503}"/>
          </ac:spMkLst>
        </pc:spChg>
        <pc:spChg chg="add mod">
          <ac:chgData name="Nitesh Goyal" userId="6d3d0ce7-b850-4749-80a4-f61a92fc5606" providerId="ADAL" clId="{AC248465-C28F-4C88-8A49-8AA714858D6C}" dt="2025-03-27T11:30:04.823" v="870" actId="164"/>
          <ac:spMkLst>
            <pc:docMk/>
            <pc:sldMk cId="2759864443" sldId="2147483641"/>
            <ac:spMk id="156" creationId="{7DBA64DE-F563-D088-0BBC-AE9803400E53}"/>
          </ac:spMkLst>
        </pc:spChg>
        <pc:spChg chg="add mod">
          <ac:chgData name="Nitesh Goyal" userId="6d3d0ce7-b850-4749-80a4-f61a92fc5606" providerId="ADAL" clId="{AC248465-C28F-4C88-8A49-8AA714858D6C}" dt="2025-03-27T11:30:04.823" v="870" actId="164"/>
          <ac:spMkLst>
            <pc:docMk/>
            <pc:sldMk cId="2759864443" sldId="2147483641"/>
            <ac:spMk id="157" creationId="{CE95B7EB-1BAA-9D12-1192-6DFC656EBCDB}"/>
          </ac:spMkLst>
        </pc:spChg>
        <pc:spChg chg="add mod">
          <ac:chgData name="Nitesh Goyal" userId="6d3d0ce7-b850-4749-80a4-f61a92fc5606" providerId="ADAL" clId="{AC248465-C28F-4C88-8A49-8AA714858D6C}" dt="2025-03-27T11:31:00.318" v="885" actId="14100"/>
          <ac:spMkLst>
            <pc:docMk/>
            <pc:sldMk cId="2759864443" sldId="2147483641"/>
            <ac:spMk id="164" creationId="{475A6DD7-6DCB-3E86-9F53-0D5A81575AC9}"/>
          </ac:spMkLst>
        </pc:spChg>
        <pc:spChg chg="add mod">
          <ac:chgData name="Nitesh Goyal" userId="6d3d0ce7-b850-4749-80a4-f61a92fc5606" providerId="ADAL" clId="{AC248465-C28F-4C88-8A49-8AA714858D6C}" dt="2025-03-27T11:32:50.840" v="939" actId="1035"/>
          <ac:spMkLst>
            <pc:docMk/>
            <pc:sldMk cId="2759864443" sldId="2147483641"/>
            <ac:spMk id="167" creationId="{CA7F9F16-A9CA-AF16-AC3C-55D03743E46A}"/>
          </ac:spMkLst>
        </pc:spChg>
        <pc:spChg chg="add mod">
          <ac:chgData name="Nitesh Goyal" userId="6d3d0ce7-b850-4749-80a4-f61a92fc5606" providerId="ADAL" clId="{AC248465-C28F-4C88-8A49-8AA714858D6C}" dt="2025-03-27T11:31:13.092" v="894" actId="1035"/>
          <ac:spMkLst>
            <pc:docMk/>
            <pc:sldMk cId="2759864443" sldId="2147483641"/>
            <ac:spMk id="168" creationId="{9F9AE9E2-D668-F0DF-9C30-201977FA2765}"/>
          </ac:spMkLst>
        </pc:spChg>
        <pc:spChg chg="mod">
          <ac:chgData name="Nitesh Goyal" userId="6d3d0ce7-b850-4749-80a4-f61a92fc5606" providerId="ADAL" clId="{AC248465-C28F-4C88-8A49-8AA714858D6C}" dt="2025-03-27T11:32:13.631" v="923"/>
          <ac:spMkLst>
            <pc:docMk/>
            <pc:sldMk cId="2759864443" sldId="2147483641"/>
            <ac:spMk id="170" creationId="{005AC513-96CE-692F-1F10-C859F1FE263B}"/>
          </ac:spMkLst>
        </pc:spChg>
        <pc:spChg chg="mod">
          <ac:chgData name="Nitesh Goyal" userId="6d3d0ce7-b850-4749-80a4-f61a92fc5606" providerId="ADAL" clId="{AC248465-C28F-4C88-8A49-8AA714858D6C}" dt="2025-03-27T11:32:25.245" v="925"/>
          <ac:spMkLst>
            <pc:docMk/>
            <pc:sldMk cId="2759864443" sldId="2147483641"/>
            <ac:spMk id="171" creationId="{88436504-3A41-A678-06BD-99B5AFE6FDF6}"/>
          </ac:spMkLst>
        </pc:spChg>
        <pc:spChg chg="mod">
          <ac:chgData name="Nitesh Goyal" userId="6d3d0ce7-b850-4749-80a4-f61a92fc5606" providerId="ADAL" clId="{AC248465-C28F-4C88-8A49-8AA714858D6C}" dt="2025-03-27T11:32:29.975" v="926" actId="571"/>
          <ac:spMkLst>
            <pc:docMk/>
            <pc:sldMk cId="2759864443" sldId="2147483641"/>
            <ac:spMk id="173" creationId="{688DDEBE-86D9-E1E0-DB7F-0C2144CE7159}"/>
          </ac:spMkLst>
        </pc:spChg>
        <pc:spChg chg="mod">
          <ac:chgData name="Nitesh Goyal" userId="6d3d0ce7-b850-4749-80a4-f61a92fc5606" providerId="ADAL" clId="{AC248465-C28F-4C88-8A49-8AA714858D6C}" dt="2025-03-27T11:32:38.624" v="928"/>
          <ac:spMkLst>
            <pc:docMk/>
            <pc:sldMk cId="2759864443" sldId="2147483641"/>
            <ac:spMk id="174" creationId="{801BB89F-BB36-9486-E1EE-C0733AFD27B0}"/>
          </ac:spMkLst>
        </pc:spChg>
        <pc:spChg chg="add mod">
          <ac:chgData name="Nitesh Goyal" userId="6d3d0ce7-b850-4749-80a4-f61a92fc5606" providerId="ADAL" clId="{AC248465-C28F-4C88-8A49-8AA714858D6C}" dt="2025-03-27T11:33:47.612" v="965" actId="1076"/>
          <ac:spMkLst>
            <pc:docMk/>
            <pc:sldMk cId="2759864443" sldId="2147483641"/>
            <ac:spMk id="175" creationId="{408F29E5-0979-5F30-F559-A2751FF3A5E1}"/>
          </ac:spMkLst>
        </pc:spChg>
        <pc:spChg chg="add mod">
          <ac:chgData name="Nitesh Goyal" userId="6d3d0ce7-b850-4749-80a4-f61a92fc5606" providerId="ADAL" clId="{AC248465-C28F-4C88-8A49-8AA714858D6C}" dt="2025-03-27T11:33:54.059" v="968" actId="20577"/>
          <ac:spMkLst>
            <pc:docMk/>
            <pc:sldMk cId="2759864443" sldId="2147483641"/>
            <ac:spMk id="176" creationId="{2F40E2E1-24D8-A0B3-E703-45C6B95D6B5F}"/>
          </ac:spMkLst>
        </pc:spChg>
        <pc:spChg chg="add mod">
          <ac:chgData name="Nitesh Goyal" userId="6d3d0ce7-b850-4749-80a4-f61a92fc5606" providerId="ADAL" clId="{AC248465-C28F-4C88-8A49-8AA714858D6C}" dt="2025-03-27T11:34:01.988" v="971" actId="20577"/>
          <ac:spMkLst>
            <pc:docMk/>
            <pc:sldMk cId="2759864443" sldId="2147483641"/>
            <ac:spMk id="177" creationId="{989D90E8-D271-2ED9-01EF-EF4EAB5305E4}"/>
          </ac:spMkLst>
        </pc:spChg>
        <pc:spChg chg="add mod">
          <ac:chgData name="Nitesh Goyal" userId="6d3d0ce7-b850-4749-80a4-f61a92fc5606" providerId="ADAL" clId="{AC248465-C28F-4C88-8A49-8AA714858D6C}" dt="2025-03-27T11:34:19.894" v="1002" actId="20577"/>
          <ac:spMkLst>
            <pc:docMk/>
            <pc:sldMk cId="2759864443" sldId="2147483641"/>
            <ac:spMk id="178" creationId="{FA637CCF-A6AC-9475-62B6-AD69569DBAD8}"/>
          </ac:spMkLst>
        </pc:spChg>
        <pc:spChg chg="add mod">
          <ac:chgData name="Nitesh Goyal" userId="6d3d0ce7-b850-4749-80a4-f61a92fc5606" providerId="ADAL" clId="{AC248465-C28F-4C88-8A49-8AA714858D6C}" dt="2025-03-27T11:34:34.218" v="1006" actId="20577"/>
          <ac:spMkLst>
            <pc:docMk/>
            <pc:sldMk cId="2759864443" sldId="2147483641"/>
            <ac:spMk id="179" creationId="{C60853CF-E2F3-3079-41A4-40C2D00E7E9D}"/>
          </ac:spMkLst>
        </pc:spChg>
        <pc:grpChg chg="mod">
          <ac:chgData name="Nitesh Goyal" userId="6d3d0ce7-b850-4749-80a4-f61a92fc5606" providerId="ADAL" clId="{AC248465-C28F-4C88-8A49-8AA714858D6C}" dt="2025-03-27T11:24:59.994" v="720" actId="14100"/>
          <ac:grpSpMkLst>
            <pc:docMk/>
            <pc:sldMk cId="2759864443" sldId="2147483641"/>
            <ac:grpSpMk id="158" creationId="{F914FD81-4900-6CC6-7E72-EB7D376F6FA8}"/>
          </ac:grpSpMkLst>
        </pc:grpChg>
        <pc:grpChg chg="mod">
          <ac:chgData name="Nitesh Goyal" userId="6d3d0ce7-b850-4749-80a4-f61a92fc5606" providerId="ADAL" clId="{AC248465-C28F-4C88-8A49-8AA714858D6C}" dt="2025-03-27T11:31:49.082" v="918" actId="1036"/>
          <ac:grpSpMkLst>
            <pc:docMk/>
            <pc:sldMk cId="2759864443" sldId="2147483641"/>
            <ac:grpSpMk id="161" creationId="{DD3971A7-4570-2FFE-0174-C5C0249EDE01}"/>
          </ac:grpSpMkLst>
        </pc:grpChg>
        <pc:grpChg chg="add mod">
          <ac:chgData name="Nitesh Goyal" userId="6d3d0ce7-b850-4749-80a4-f61a92fc5606" providerId="ADAL" clId="{AC248465-C28F-4C88-8A49-8AA714858D6C}" dt="2025-03-27T11:29:54.134" v="865" actId="1036"/>
          <ac:grpSpMkLst>
            <pc:docMk/>
            <pc:sldMk cId="2759864443" sldId="2147483641"/>
            <ac:grpSpMk id="162" creationId="{7104DCCC-3E09-5AB2-88DB-2124DFDB1CD2}"/>
          </ac:grpSpMkLst>
        </pc:grpChg>
        <pc:grpChg chg="add mod">
          <ac:chgData name="Nitesh Goyal" userId="6d3d0ce7-b850-4749-80a4-f61a92fc5606" providerId="ADAL" clId="{AC248465-C28F-4C88-8A49-8AA714858D6C}" dt="2025-03-27T11:29:54.134" v="865" actId="1036"/>
          <ac:grpSpMkLst>
            <pc:docMk/>
            <pc:sldMk cId="2759864443" sldId="2147483641"/>
            <ac:grpSpMk id="163" creationId="{EF4437A8-3C33-7F47-007E-CBDDF922649A}"/>
          </ac:grpSpMkLst>
        </pc:grpChg>
        <pc:grpChg chg="add mod">
          <ac:chgData name="Nitesh Goyal" userId="6d3d0ce7-b850-4749-80a4-f61a92fc5606" providerId="ADAL" clId="{AC248465-C28F-4C88-8A49-8AA714858D6C}" dt="2025-03-27T11:31:10.592" v="893" actId="1035"/>
          <ac:grpSpMkLst>
            <pc:docMk/>
            <pc:sldMk cId="2759864443" sldId="2147483641"/>
            <ac:grpSpMk id="166" creationId="{1E9034C2-54EF-BA21-5526-C8C806DCFE34}"/>
          </ac:grpSpMkLst>
        </pc:grpChg>
        <pc:grpChg chg="add mod">
          <ac:chgData name="Nitesh Goyal" userId="6d3d0ce7-b850-4749-80a4-f61a92fc5606" providerId="ADAL" clId="{AC248465-C28F-4C88-8A49-8AA714858D6C}" dt="2025-03-27T11:33:03.074" v="941" actId="1076"/>
          <ac:grpSpMkLst>
            <pc:docMk/>
            <pc:sldMk cId="2759864443" sldId="2147483641"/>
            <ac:grpSpMk id="169" creationId="{3601A119-3021-A6E3-778E-EF9D03398ECD}"/>
          </ac:grpSpMkLst>
        </pc:grpChg>
        <pc:grpChg chg="add mod">
          <ac:chgData name="Nitesh Goyal" userId="6d3d0ce7-b850-4749-80a4-f61a92fc5606" providerId="ADAL" clId="{AC248465-C28F-4C88-8A49-8AA714858D6C}" dt="2025-03-27T11:32:56.709" v="940" actId="1076"/>
          <ac:grpSpMkLst>
            <pc:docMk/>
            <pc:sldMk cId="2759864443" sldId="2147483641"/>
            <ac:grpSpMk id="172" creationId="{2D2EA1B2-FF89-F653-072F-40B8476544ED}"/>
          </ac:grpSpMkLst>
        </pc:grpChg>
        <pc:cxnChg chg="ord">
          <ac:chgData name="Nitesh Goyal" userId="6d3d0ce7-b850-4749-80a4-f61a92fc5606" providerId="ADAL" clId="{AC248465-C28F-4C88-8A49-8AA714858D6C}" dt="2025-03-27T11:26:15.155" v="767" actId="167"/>
          <ac:cxnSpMkLst>
            <pc:docMk/>
            <pc:sldMk cId="2759864443" sldId="2147483641"/>
            <ac:cxnSpMk id="23" creationId="{96461808-4DDD-912C-2D4C-B4437B981C38}"/>
          </ac:cxnSpMkLst>
        </pc:cxnChg>
        <pc:cxnChg chg="ord">
          <ac:chgData name="Nitesh Goyal" userId="6d3d0ce7-b850-4749-80a4-f61a92fc5606" providerId="ADAL" clId="{AC248465-C28F-4C88-8A49-8AA714858D6C}" dt="2025-03-27T11:26:15.155" v="767" actId="167"/>
          <ac:cxnSpMkLst>
            <pc:docMk/>
            <pc:sldMk cId="2759864443" sldId="2147483641"/>
            <ac:cxnSpMk id="28" creationId="{44B67919-444B-76B2-4910-FD5A6C6F627F}"/>
          </ac:cxnSpMkLst>
        </pc:cxnChg>
        <pc:cxnChg chg="ord">
          <ac:chgData name="Nitesh Goyal" userId="6d3d0ce7-b850-4749-80a4-f61a92fc5606" providerId="ADAL" clId="{AC248465-C28F-4C88-8A49-8AA714858D6C}" dt="2025-03-27T11:26:15.155" v="767" actId="167"/>
          <ac:cxnSpMkLst>
            <pc:docMk/>
            <pc:sldMk cId="2759864443" sldId="2147483641"/>
            <ac:cxnSpMk id="33" creationId="{FE41D595-DCD9-B7F4-EFFD-7B03359755A0}"/>
          </ac:cxnSpMkLst>
        </pc:cxnChg>
        <pc:cxnChg chg="ord">
          <ac:chgData name="Nitesh Goyal" userId="6d3d0ce7-b850-4749-80a4-f61a92fc5606" providerId="ADAL" clId="{AC248465-C28F-4C88-8A49-8AA714858D6C}" dt="2025-03-27T11:26:15.155" v="767" actId="167"/>
          <ac:cxnSpMkLst>
            <pc:docMk/>
            <pc:sldMk cId="2759864443" sldId="2147483641"/>
            <ac:cxnSpMk id="38" creationId="{183B3EBD-98BE-E7D7-15DC-E589C16C8A20}"/>
          </ac:cxnSpMkLst>
        </pc:cxnChg>
      </pc:sldChg>
      <pc:sldChg chg="addSp modSp del mod">
        <pc:chgData name="Nitesh Goyal" userId="6d3d0ce7-b850-4749-80a4-f61a92fc5606" providerId="ADAL" clId="{AC248465-C28F-4C88-8A49-8AA714858D6C}" dt="2025-04-03T10:01:39.015" v="3019" actId="47"/>
        <pc:sldMkLst>
          <pc:docMk/>
          <pc:sldMk cId="1752701881" sldId="2147483642"/>
        </pc:sldMkLst>
      </pc:sldChg>
      <pc:sldChg chg="delSp modSp add del mod">
        <pc:chgData name="Nitesh Goyal" userId="6d3d0ce7-b850-4749-80a4-f61a92fc5606" providerId="ADAL" clId="{AC248465-C28F-4C88-8A49-8AA714858D6C}" dt="2025-03-28T10:10:52.054" v="1603" actId="47"/>
        <pc:sldMkLst>
          <pc:docMk/>
          <pc:sldMk cId="2636138681" sldId="2147483642"/>
        </pc:sldMkLst>
      </pc:sldChg>
      <pc:sldChg chg="modSp add del mod">
        <pc:chgData name="Nitesh Goyal" userId="6d3d0ce7-b850-4749-80a4-f61a92fc5606" providerId="ADAL" clId="{AC248465-C28F-4C88-8A49-8AA714858D6C}" dt="2025-04-02T09:44:11.347" v="2236" actId="47"/>
        <pc:sldMkLst>
          <pc:docMk/>
          <pc:sldMk cId="1077656764" sldId="2147483643"/>
        </pc:sldMkLst>
      </pc:sldChg>
      <pc:sldChg chg="add del">
        <pc:chgData name="Nitesh Goyal" userId="6d3d0ce7-b850-4749-80a4-f61a92fc5606" providerId="ADAL" clId="{AC248465-C28F-4C88-8A49-8AA714858D6C}" dt="2025-04-03T18:12:54.422" v="4953" actId="47"/>
        <pc:sldMkLst>
          <pc:docMk/>
          <pc:sldMk cId="2264765123" sldId="2147483644"/>
        </pc:sldMkLst>
      </pc:sldChg>
      <pc:sldChg chg="addSp delSp modSp add del mod ord modShow">
        <pc:chgData name="Nitesh Goyal" userId="6d3d0ce7-b850-4749-80a4-f61a92fc5606" providerId="ADAL" clId="{AC248465-C28F-4C88-8A49-8AA714858D6C}" dt="2025-04-02T17:24:16.613" v="3009" actId="2696"/>
        <pc:sldMkLst>
          <pc:docMk/>
          <pc:sldMk cId="3605381591" sldId="2147483644"/>
        </pc:sldMkLst>
      </pc:sldChg>
      <pc:sldChg chg="del">
        <pc:chgData name="Nitesh Goyal" userId="6d3d0ce7-b850-4749-80a4-f61a92fc5606" providerId="ADAL" clId="{AC248465-C28F-4C88-8A49-8AA714858D6C}" dt="2025-04-03T18:12:56.178" v="4954" actId="47"/>
        <pc:sldMkLst>
          <pc:docMk/>
          <pc:sldMk cId="2009677228" sldId="2147483645"/>
        </pc:sldMkLst>
      </pc:sldChg>
      <pc:sldChg chg="del">
        <pc:chgData name="Nitesh Goyal" userId="6d3d0ce7-b850-4749-80a4-f61a92fc5606" providerId="ADAL" clId="{AC248465-C28F-4C88-8A49-8AA714858D6C}" dt="2025-04-03T18:12:54.422" v="4953" actId="47"/>
        <pc:sldMkLst>
          <pc:docMk/>
          <pc:sldMk cId="793205759" sldId="2147483646"/>
        </pc:sldMkLst>
      </pc:sldChg>
      <pc:sldChg chg="addSp delSp modSp mod ord">
        <pc:chgData name="Nitesh Goyal" userId="6d3d0ce7-b850-4749-80a4-f61a92fc5606" providerId="ADAL" clId="{AC248465-C28F-4C88-8A49-8AA714858D6C}" dt="2025-04-03T10:12:17.715" v="3122" actId="20578"/>
        <pc:sldMkLst>
          <pc:docMk/>
          <pc:sldMk cId="3521046177" sldId="2147483647"/>
        </pc:sldMkLst>
        <pc:spChg chg="add mod topLvl">
          <ac:chgData name="Nitesh Goyal" userId="6d3d0ce7-b850-4749-80a4-f61a92fc5606" providerId="ADAL" clId="{AC248465-C28F-4C88-8A49-8AA714858D6C}" dt="2025-04-02T11:22:53.206" v="3008" actId="3064"/>
          <ac:spMkLst>
            <pc:docMk/>
            <pc:sldMk cId="3521046177" sldId="2147483647"/>
            <ac:spMk id="2" creationId="{9FB3FA88-FD06-EFAB-C124-D16424DCD452}"/>
          </ac:spMkLst>
        </pc:spChg>
        <pc:spChg chg="add mod topLvl">
          <ac:chgData name="Nitesh Goyal" userId="6d3d0ce7-b850-4749-80a4-f61a92fc5606" providerId="ADAL" clId="{AC248465-C28F-4C88-8A49-8AA714858D6C}" dt="2025-04-02T11:22:53.206" v="3008" actId="3064"/>
          <ac:spMkLst>
            <pc:docMk/>
            <pc:sldMk cId="3521046177" sldId="2147483647"/>
            <ac:spMk id="4" creationId="{613A06A6-F95F-D2BE-BC60-61DFC7D09283}"/>
          </ac:spMkLst>
        </pc:spChg>
        <pc:spChg chg="mod">
          <ac:chgData name="Nitesh Goyal" userId="6d3d0ce7-b850-4749-80a4-f61a92fc5606" providerId="ADAL" clId="{AC248465-C28F-4C88-8A49-8AA714858D6C}" dt="2025-04-02T11:09:30.580" v="2551" actId="20577"/>
          <ac:spMkLst>
            <pc:docMk/>
            <pc:sldMk cId="3521046177" sldId="2147483647"/>
            <ac:spMk id="5" creationId="{EEA37F5A-6582-DEF2-509B-A42893A32273}"/>
          </ac:spMkLst>
        </pc:spChg>
        <pc:spChg chg="add mod topLvl">
          <ac:chgData name="Nitesh Goyal" userId="6d3d0ce7-b850-4749-80a4-f61a92fc5606" providerId="ADAL" clId="{AC248465-C28F-4C88-8A49-8AA714858D6C}" dt="2025-04-02T11:22:53.206" v="3008" actId="3064"/>
          <ac:spMkLst>
            <pc:docMk/>
            <pc:sldMk cId="3521046177" sldId="2147483647"/>
            <ac:spMk id="6" creationId="{F923941E-1F16-427A-8512-6DAD7B8EC8C4}"/>
          </ac:spMkLst>
        </pc:spChg>
        <pc:spChg chg="add mod topLvl">
          <ac:chgData name="Nitesh Goyal" userId="6d3d0ce7-b850-4749-80a4-f61a92fc5606" providerId="ADAL" clId="{AC248465-C28F-4C88-8A49-8AA714858D6C}" dt="2025-04-02T11:22:53.206" v="3008" actId="3064"/>
          <ac:spMkLst>
            <pc:docMk/>
            <pc:sldMk cId="3521046177" sldId="2147483647"/>
            <ac:spMk id="7" creationId="{2DA0C477-F3BB-89C1-6A18-973C0A6A8B1C}"/>
          </ac:spMkLst>
        </pc:spChg>
        <pc:spChg chg="add mod topLvl">
          <ac:chgData name="Nitesh Goyal" userId="6d3d0ce7-b850-4749-80a4-f61a92fc5606" providerId="ADAL" clId="{AC248465-C28F-4C88-8A49-8AA714858D6C}" dt="2025-04-02T11:22:53.206" v="3008" actId="3064"/>
          <ac:spMkLst>
            <pc:docMk/>
            <pc:sldMk cId="3521046177" sldId="2147483647"/>
            <ac:spMk id="8" creationId="{EF9A1AAB-02FA-4F37-A33F-AF30176F25DE}"/>
          </ac:spMkLst>
        </pc:spChg>
        <pc:spChg chg="add mod topLvl">
          <ac:chgData name="Nitesh Goyal" userId="6d3d0ce7-b850-4749-80a4-f61a92fc5606" providerId="ADAL" clId="{AC248465-C28F-4C88-8A49-8AA714858D6C}" dt="2025-04-02T11:22:53.206" v="3008" actId="3064"/>
          <ac:spMkLst>
            <pc:docMk/>
            <pc:sldMk cId="3521046177" sldId="2147483647"/>
            <ac:spMk id="9" creationId="{6DA865AA-BBA0-482F-D6C3-D805F16B291C}"/>
          </ac:spMkLst>
        </pc:spChg>
        <pc:spChg chg="add mod">
          <ac:chgData name="Nitesh Goyal" userId="6d3d0ce7-b850-4749-80a4-f61a92fc5606" providerId="ADAL" clId="{AC248465-C28F-4C88-8A49-8AA714858D6C}" dt="2025-04-02T11:07:45.926" v="2514" actId="1036"/>
          <ac:spMkLst>
            <pc:docMk/>
            <pc:sldMk cId="3521046177" sldId="2147483647"/>
            <ac:spMk id="11" creationId="{DE5842FF-A22F-9B03-2D47-CE66F0FD7F76}"/>
          </ac:spMkLst>
        </pc:spChg>
        <pc:spChg chg="add mod">
          <ac:chgData name="Nitesh Goyal" userId="6d3d0ce7-b850-4749-80a4-f61a92fc5606" providerId="ADAL" clId="{AC248465-C28F-4C88-8A49-8AA714858D6C}" dt="2025-04-02T11:07:45.926" v="2514" actId="1036"/>
          <ac:spMkLst>
            <pc:docMk/>
            <pc:sldMk cId="3521046177" sldId="2147483647"/>
            <ac:spMk id="13" creationId="{75429B98-9AA4-04FF-1F87-0688D800C4F7}"/>
          </ac:spMkLst>
        </pc:spChg>
        <pc:spChg chg="add mod">
          <ac:chgData name="Nitesh Goyal" userId="6d3d0ce7-b850-4749-80a4-f61a92fc5606" providerId="ADAL" clId="{AC248465-C28F-4C88-8A49-8AA714858D6C}" dt="2025-04-02T11:07:45.926" v="2514" actId="1036"/>
          <ac:spMkLst>
            <pc:docMk/>
            <pc:sldMk cId="3521046177" sldId="2147483647"/>
            <ac:spMk id="15" creationId="{92C7C00E-D2A0-C557-6BB7-A39F2EC50A8D}"/>
          </ac:spMkLst>
        </pc:spChg>
        <pc:spChg chg="add mod">
          <ac:chgData name="Nitesh Goyal" userId="6d3d0ce7-b850-4749-80a4-f61a92fc5606" providerId="ADAL" clId="{AC248465-C28F-4C88-8A49-8AA714858D6C}" dt="2025-04-02T11:07:45.926" v="2514" actId="1036"/>
          <ac:spMkLst>
            <pc:docMk/>
            <pc:sldMk cId="3521046177" sldId="2147483647"/>
            <ac:spMk id="17" creationId="{444DDE7A-5EF7-82E5-C6EC-08C93B9A4D78}"/>
          </ac:spMkLst>
        </pc:spChg>
        <pc:spChg chg="add mod">
          <ac:chgData name="Nitesh Goyal" userId="6d3d0ce7-b850-4749-80a4-f61a92fc5606" providerId="ADAL" clId="{AC248465-C28F-4C88-8A49-8AA714858D6C}" dt="2025-04-02T11:07:45.926" v="2514" actId="1036"/>
          <ac:spMkLst>
            <pc:docMk/>
            <pc:sldMk cId="3521046177" sldId="2147483647"/>
            <ac:spMk id="19" creationId="{B51774E8-A009-39EF-0033-C4F6B3CDD546}"/>
          </ac:spMkLst>
        </pc:spChg>
        <pc:spChg chg="add mod">
          <ac:chgData name="Nitesh Goyal" userId="6d3d0ce7-b850-4749-80a4-f61a92fc5606" providerId="ADAL" clId="{AC248465-C28F-4C88-8A49-8AA714858D6C}" dt="2025-04-02T11:07:45.926" v="2514" actId="1036"/>
          <ac:spMkLst>
            <pc:docMk/>
            <pc:sldMk cId="3521046177" sldId="2147483647"/>
            <ac:spMk id="21" creationId="{A6AA7077-F06A-12F1-8358-C4BFA0FBC0C1}"/>
          </ac:spMkLst>
        </pc:spChg>
        <pc:picChg chg="add mod">
          <ac:chgData name="Nitesh Goyal" userId="6d3d0ce7-b850-4749-80a4-f61a92fc5606" providerId="ADAL" clId="{AC248465-C28F-4C88-8A49-8AA714858D6C}" dt="2025-04-02T11:07:56.150" v="2518" actId="1076"/>
          <ac:picMkLst>
            <pc:docMk/>
            <pc:sldMk cId="3521046177" sldId="2147483647"/>
            <ac:picMk id="2050" creationId="{3754A734-DFB2-FF56-3A07-CC38D2784564}"/>
          </ac:picMkLst>
        </pc:picChg>
        <pc:picChg chg="add del mod">
          <ac:chgData name="Nitesh Goyal" userId="6d3d0ce7-b850-4749-80a4-f61a92fc5606" providerId="ADAL" clId="{AC248465-C28F-4C88-8A49-8AA714858D6C}" dt="2025-04-02T11:08:15.790" v="2534" actId="1076"/>
          <ac:picMkLst>
            <pc:docMk/>
            <pc:sldMk cId="3521046177" sldId="2147483647"/>
            <ac:picMk id="2054" creationId="{A66EA4B3-99B6-1538-7CAC-E81CF89C17DC}"/>
          </ac:picMkLst>
        </pc:picChg>
        <pc:picChg chg="add mod">
          <ac:chgData name="Nitesh Goyal" userId="6d3d0ce7-b850-4749-80a4-f61a92fc5606" providerId="ADAL" clId="{AC248465-C28F-4C88-8A49-8AA714858D6C}" dt="2025-04-02T11:08:22.033" v="2535" actId="1076"/>
          <ac:picMkLst>
            <pc:docMk/>
            <pc:sldMk cId="3521046177" sldId="2147483647"/>
            <ac:picMk id="2058" creationId="{73726AD2-9BA5-FCF6-CBEE-BE653B02234F}"/>
          </ac:picMkLst>
        </pc:picChg>
        <pc:picChg chg="add mod">
          <ac:chgData name="Nitesh Goyal" userId="6d3d0ce7-b850-4749-80a4-f61a92fc5606" providerId="ADAL" clId="{AC248465-C28F-4C88-8A49-8AA714858D6C}" dt="2025-04-02T11:08:26.144" v="2536" actId="1076"/>
          <ac:picMkLst>
            <pc:docMk/>
            <pc:sldMk cId="3521046177" sldId="2147483647"/>
            <ac:picMk id="2060" creationId="{D122D7F4-8620-D12C-7C47-8E5FD33ECF94}"/>
          </ac:picMkLst>
        </pc:picChg>
        <pc:picChg chg="add mod">
          <ac:chgData name="Nitesh Goyal" userId="6d3d0ce7-b850-4749-80a4-f61a92fc5606" providerId="ADAL" clId="{AC248465-C28F-4C88-8A49-8AA714858D6C}" dt="2025-04-02T11:08:34.637" v="2539" actId="1076"/>
          <ac:picMkLst>
            <pc:docMk/>
            <pc:sldMk cId="3521046177" sldId="2147483647"/>
            <ac:picMk id="2062" creationId="{00A9AB5A-8E2B-FFCA-4593-45836C1869DC}"/>
          </ac:picMkLst>
        </pc:picChg>
        <pc:picChg chg="add mod">
          <ac:chgData name="Nitesh Goyal" userId="6d3d0ce7-b850-4749-80a4-f61a92fc5606" providerId="ADAL" clId="{AC248465-C28F-4C88-8A49-8AA714858D6C}" dt="2025-04-02T11:08:40.898" v="2543" actId="1076"/>
          <ac:picMkLst>
            <pc:docMk/>
            <pc:sldMk cId="3521046177" sldId="2147483647"/>
            <ac:picMk id="2064" creationId="{C3BE6360-2156-A1A0-E197-68029A8DBE7C}"/>
          </ac:picMkLst>
        </pc:picChg>
      </pc:sldChg>
      <pc:sldMasterChg chg="del delSldLayout">
        <pc:chgData name="Nitesh Goyal" userId="6d3d0ce7-b850-4749-80a4-f61a92fc5606" providerId="ADAL" clId="{AC248465-C28F-4C88-8A49-8AA714858D6C}" dt="2025-03-26T11:01:29.430" v="62" actId="47"/>
        <pc:sldMasterMkLst>
          <pc:docMk/>
          <pc:sldMasterMk cId="1230234370" sldId="2147483663"/>
        </pc:sldMasterMkLst>
        <pc:sldLayoutChg chg="del">
          <pc:chgData name="Nitesh Goyal" userId="6d3d0ce7-b850-4749-80a4-f61a92fc5606" providerId="ADAL" clId="{AC248465-C28F-4C88-8A49-8AA714858D6C}" dt="2025-03-26T11:01:29.430" v="62" actId="47"/>
          <pc:sldLayoutMkLst>
            <pc:docMk/>
            <pc:sldMasterMk cId="1230234370" sldId="2147483663"/>
            <pc:sldLayoutMk cId="3536147371" sldId="2147483664"/>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292026832" sldId="2147483665"/>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848631500" sldId="2147483666"/>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212230284" sldId="2147483667"/>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3332289323" sldId="2147483668"/>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300458701" sldId="2147483669"/>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1972277095" sldId="2147483670"/>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2741991547" sldId="2147483671"/>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1718829969" sldId="2147483672"/>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1817548202" sldId="2147483673"/>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3254836269" sldId="2147483674"/>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398303957" sldId="2147483675"/>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2504447731" sldId="2147483676"/>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1544134626" sldId="2147483677"/>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2013424004" sldId="2147483678"/>
          </pc:sldLayoutMkLst>
        </pc:sldLayoutChg>
        <pc:sldLayoutChg chg="del">
          <pc:chgData name="Nitesh Goyal" userId="6d3d0ce7-b850-4749-80a4-f61a92fc5606" providerId="ADAL" clId="{AC248465-C28F-4C88-8A49-8AA714858D6C}" dt="2025-03-26T11:01:29.430" v="62" actId="47"/>
          <pc:sldLayoutMkLst>
            <pc:docMk/>
            <pc:sldMasterMk cId="1230234370" sldId="2147483663"/>
            <pc:sldLayoutMk cId="1545897896" sldId="2147483679"/>
          </pc:sldLayoutMkLst>
        </pc:sldLayoutChg>
      </pc:sldMasterChg>
      <pc:sldMasterChg chg="delSldLayout">
        <pc:chgData name="Nitesh Goyal" userId="6d3d0ce7-b850-4749-80a4-f61a92fc5606" providerId="ADAL" clId="{AC248465-C28F-4C88-8A49-8AA714858D6C}" dt="2025-04-03T18:12:54.422" v="4953" actId="47"/>
        <pc:sldMasterMkLst>
          <pc:docMk/>
          <pc:sldMasterMk cId="1418755924" sldId="2147483825"/>
        </pc:sldMasterMkLst>
        <pc:sldLayoutChg chg="del">
          <pc:chgData name="Nitesh Goyal" userId="6d3d0ce7-b850-4749-80a4-f61a92fc5606" providerId="ADAL" clId="{AC248465-C28F-4C88-8A49-8AA714858D6C}" dt="2025-04-03T18:12:54.422" v="4953" actId="47"/>
          <pc:sldLayoutMkLst>
            <pc:docMk/>
            <pc:sldMasterMk cId="1418755924" sldId="2147483825"/>
            <pc:sldLayoutMk cId="1276510283" sldId="2147483841"/>
          </pc:sldLayoutMkLst>
        </pc:sldLayoutChg>
      </pc:sldMasterChg>
      <pc:sldMasterChg chg="delSldLayout">
        <pc:chgData name="Nitesh Goyal" userId="6d3d0ce7-b850-4749-80a4-f61a92fc5606" providerId="ADAL" clId="{AC248465-C28F-4C88-8A49-8AA714858D6C}" dt="2025-04-02T11:21:59.640" v="2967" actId="2696"/>
        <pc:sldMasterMkLst>
          <pc:docMk/>
          <pc:sldMasterMk cId="1418755924" sldId="2147483842"/>
        </pc:sldMasterMkLst>
        <pc:sldLayoutChg chg="del">
          <pc:chgData name="Nitesh Goyal" userId="6d3d0ce7-b850-4749-80a4-f61a92fc5606" providerId="ADAL" clId="{AC248465-C28F-4C88-8A49-8AA714858D6C}" dt="2025-04-02T11:21:59.640" v="2967" actId="2696"/>
          <pc:sldLayoutMkLst>
            <pc:docMk/>
            <pc:sldMasterMk cId="1418755924" sldId="2147483842"/>
            <pc:sldLayoutMk cId="3483801863" sldId="2147483848"/>
          </pc:sldLayoutMkLst>
        </pc:sldLayoutChg>
      </pc:sldMasterChg>
    </pc:docChg>
  </pc:docChgLst>
  <pc:docChgLst>
    <pc:chgData name="Gayatri Johar" userId="S::gayatri.johar@auxoai.com::d90a1b0c-ef15-4f13-ac92-7cd578d6c791" providerId="AD" clId="Web-{4E8103A3-0140-48A0-D7D9-1A45BE18322E}"/>
    <pc:docChg chg="addSld delSld modSld sldOrd addMainMaster">
      <pc:chgData name="Gayatri Johar" userId="S::gayatri.johar@auxoai.com::d90a1b0c-ef15-4f13-ac92-7cd578d6c791" providerId="AD" clId="Web-{4E8103A3-0140-48A0-D7D9-1A45BE18322E}" dt="2025-03-28T11:33:11.525" v="215"/>
      <pc:docMkLst>
        <pc:docMk/>
      </pc:docMkLst>
      <pc:sldChg chg="modSp">
        <pc:chgData name="Gayatri Johar" userId="S::gayatri.johar@auxoai.com::d90a1b0c-ef15-4f13-ac92-7cd578d6c791" providerId="AD" clId="Web-{4E8103A3-0140-48A0-D7D9-1A45BE18322E}" dt="2025-03-28T11:31:06.755" v="205" actId="20577"/>
        <pc:sldMkLst>
          <pc:docMk/>
          <pc:sldMk cId="2820042946" sldId="272"/>
        </pc:sldMkLst>
      </pc:sldChg>
      <pc:sldChg chg="add del">
        <pc:chgData name="Gayatri Johar" userId="S::gayatri.johar@auxoai.com::d90a1b0c-ef15-4f13-ac92-7cd578d6c791" providerId="AD" clId="Web-{4E8103A3-0140-48A0-D7D9-1A45BE18322E}" dt="2025-03-28T11:22:10.926" v="26"/>
        <pc:sldMkLst>
          <pc:docMk/>
          <pc:sldMk cId="2655226998" sldId="2147483504"/>
        </pc:sldMkLst>
      </pc:sldChg>
      <pc:sldChg chg="modSp add del ord">
        <pc:chgData name="Gayatri Johar" userId="S::gayatri.johar@auxoai.com::d90a1b0c-ef15-4f13-ac92-7cd578d6c791" providerId="AD" clId="Web-{4E8103A3-0140-48A0-D7D9-1A45BE18322E}" dt="2025-03-28T11:33:11.525" v="215"/>
        <pc:sldMkLst>
          <pc:docMk/>
          <pc:sldMk cId="2759864443" sldId="2147483641"/>
        </pc:sldMkLst>
        <pc:spChg chg="mod">
          <ac:chgData name="Gayatri Johar" userId="S::gayatri.johar@auxoai.com::d90a1b0c-ef15-4f13-ac92-7cd578d6c791" providerId="AD" clId="Web-{4E8103A3-0140-48A0-D7D9-1A45BE18322E}" dt="2025-03-28T11:32:42.587" v="211" actId="20577"/>
          <ac:spMkLst>
            <pc:docMk/>
            <pc:sldMk cId="2759864443" sldId="2147483641"/>
            <ac:spMk id="4" creationId="{6A1D2064-453E-E158-ABA7-764E8EDF741B}"/>
          </ac:spMkLst>
        </pc:spChg>
      </pc:sldChg>
      <pc:sldChg chg="modSp add del">
        <pc:chgData name="Gayatri Johar" userId="S::gayatri.johar@auxoai.com::d90a1b0c-ef15-4f13-ac92-7cd578d6c791" providerId="AD" clId="Web-{4E8103A3-0140-48A0-D7D9-1A45BE18322E}" dt="2025-03-28T11:25:02.963" v="191" actId="20577"/>
        <pc:sldMkLst>
          <pc:docMk/>
          <pc:sldMk cId="1752701881" sldId="2147483642"/>
        </pc:sldMkLst>
      </pc:sldChg>
      <pc:sldChg chg="add del ord">
        <pc:chgData name="Gayatri Johar" userId="S::gayatri.johar@auxoai.com::d90a1b0c-ef15-4f13-ac92-7cd578d6c791" providerId="AD" clId="Web-{4E8103A3-0140-48A0-D7D9-1A45BE18322E}" dt="2025-03-28T11:31:13.568" v="206"/>
        <pc:sldMkLst>
          <pc:docMk/>
          <pc:sldMk cId="1077656764" sldId="2147483643"/>
        </pc:sldMkLst>
      </pc:sldChg>
      <pc:sldChg chg="modSp add del">
        <pc:chgData name="Gayatri Johar" userId="S::gayatri.johar@auxoai.com::d90a1b0c-ef15-4f13-ac92-7cd578d6c791" providerId="AD" clId="Web-{4E8103A3-0140-48A0-D7D9-1A45BE18322E}" dt="2025-03-28T11:23:16.272" v="87" actId="20577"/>
        <pc:sldMkLst>
          <pc:docMk/>
          <pc:sldMk cId="3605381591" sldId="2147483644"/>
        </pc:sldMkLst>
      </pc:sldChg>
      <pc:sldChg chg="modSp add replId">
        <pc:chgData name="Gayatri Johar" userId="S::gayatri.johar@auxoai.com::d90a1b0c-ef15-4f13-ac92-7cd578d6c791" providerId="AD" clId="Web-{4E8103A3-0140-48A0-D7D9-1A45BE18322E}" dt="2025-03-28T11:21:56.332" v="22" actId="20577"/>
        <pc:sldMkLst>
          <pc:docMk/>
          <pc:sldMk cId="2009677228" sldId="2147483645"/>
        </pc:sldMkLst>
      </pc:sldChg>
      <pc:sldChg chg="add replId">
        <pc:chgData name="Gayatri Johar" userId="S::gayatri.johar@auxoai.com::d90a1b0c-ef15-4f13-ac92-7cd578d6c791" providerId="AD" clId="Web-{4E8103A3-0140-48A0-D7D9-1A45BE18322E}" dt="2025-03-28T11:21:50.629" v="13"/>
        <pc:sldMkLst>
          <pc:docMk/>
          <pc:sldMk cId="793205759" sldId="2147483646"/>
        </pc:sldMkLst>
      </pc:sldChg>
      <pc:sldMasterChg chg="add addSldLayout">
        <pc:chgData name="Gayatri Johar" userId="S::gayatri.johar@auxoai.com::d90a1b0c-ef15-4f13-ac92-7cd578d6c791" providerId="AD" clId="Web-{4E8103A3-0140-48A0-D7D9-1A45BE18322E}" dt="2025-03-28T11:23:27.804" v="90"/>
        <pc:sldMasterMkLst>
          <pc:docMk/>
          <pc:sldMasterMk cId="3438786387" sldId="2147483674"/>
        </pc:sldMasterMkLst>
        <pc:sldLayoutChg chg="add">
          <pc:chgData name="Gayatri Johar" userId="S::gayatri.johar@auxoai.com::d90a1b0c-ef15-4f13-ac92-7cd578d6c791" providerId="AD" clId="Web-{4E8103A3-0140-48A0-D7D9-1A45BE18322E}" dt="2025-03-28T11:23:27.804" v="90"/>
          <pc:sldLayoutMkLst>
            <pc:docMk/>
            <pc:sldMasterMk cId="3438786387" sldId="2147483674"/>
            <pc:sldLayoutMk cId="2487741667" sldId="2147483675"/>
          </pc:sldLayoutMkLst>
        </pc:sldLayoutChg>
        <pc:sldLayoutChg chg="add">
          <pc:chgData name="Gayatri Johar" userId="S::gayatri.johar@auxoai.com::d90a1b0c-ef15-4f13-ac92-7cd578d6c791" providerId="AD" clId="Web-{4E8103A3-0140-48A0-D7D9-1A45BE18322E}" dt="2025-03-28T11:23:27.804" v="90"/>
          <pc:sldLayoutMkLst>
            <pc:docMk/>
            <pc:sldMasterMk cId="3438786387" sldId="2147483674"/>
            <pc:sldLayoutMk cId="3509889690" sldId="2147483676"/>
          </pc:sldLayoutMkLst>
        </pc:sldLayoutChg>
        <pc:sldLayoutChg chg="add">
          <pc:chgData name="Gayatri Johar" userId="S::gayatri.johar@auxoai.com::d90a1b0c-ef15-4f13-ac92-7cd578d6c791" providerId="AD" clId="Web-{4E8103A3-0140-48A0-D7D9-1A45BE18322E}" dt="2025-03-28T11:23:27.804" v="90"/>
          <pc:sldLayoutMkLst>
            <pc:docMk/>
            <pc:sldMasterMk cId="3438786387" sldId="2147483674"/>
            <pc:sldLayoutMk cId="1829708574" sldId="2147483677"/>
          </pc:sldLayoutMkLst>
        </pc:sldLayoutChg>
        <pc:sldLayoutChg chg="add">
          <pc:chgData name="Gayatri Johar" userId="S::gayatri.johar@auxoai.com::d90a1b0c-ef15-4f13-ac92-7cd578d6c791" providerId="AD" clId="Web-{4E8103A3-0140-48A0-D7D9-1A45BE18322E}" dt="2025-03-28T11:23:27.804" v="90"/>
          <pc:sldLayoutMkLst>
            <pc:docMk/>
            <pc:sldMasterMk cId="3438786387" sldId="2147483674"/>
            <pc:sldLayoutMk cId="1459675889" sldId="2147483678"/>
          </pc:sldLayoutMkLst>
        </pc:sldLayoutChg>
        <pc:sldLayoutChg chg="add">
          <pc:chgData name="Gayatri Johar" userId="S::gayatri.johar@auxoai.com::d90a1b0c-ef15-4f13-ac92-7cd578d6c791" providerId="AD" clId="Web-{4E8103A3-0140-48A0-D7D9-1A45BE18322E}" dt="2025-03-28T11:23:27.804" v="90"/>
          <pc:sldLayoutMkLst>
            <pc:docMk/>
            <pc:sldMasterMk cId="3438786387" sldId="2147483674"/>
            <pc:sldLayoutMk cId="3610090519" sldId="2147483679"/>
          </pc:sldLayoutMkLst>
        </pc:sldLayoutChg>
        <pc:sldLayoutChg chg="add">
          <pc:chgData name="Gayatri Johar" userId="S::gayatri.johar@auxoai.com::d90a1b0c-ef15-4f13-ac92-7cd578d6c791" providerId="AD" clId="Web-{4E8103A3-0140-48A0-D7D9-1A45BE18322E}" dt="2025-03-28T11:23:27.804" v="90"/>
          <pc:sldLayoutMkLst>
            <pc:docMk/>
            <pc:sldMasterMk cId="3438786387" sldId="2147483674"/>
            <pc:sldLayoutMk cId="1785353184" sldId="2147483681"/>
          </pc:sldLayoutMkLst>
        </pc:sldLayoutChg>
        <pc:sldLayoutChg chg="add">
          <pc:chgData name="Gayatri Johar" userId="S::gayatri.johar@auxoai.com::d90a1b0c-ef15-4f13-ac92-7cd578d6c791" providerId="AD" clId="Web-{4E8103A3-0140-48A0-D7D9-1A45BE18322E}" dt="2025-03-28T11:23:27.804" v="90"/>
          <pc:sldLayoutMkLst>
            <pc:docMk/>
            <pc:sldMasterMk cId="3438786387" sldId="2147483674"/>
            <pc:sldLayoutMk cId="3142870522" sldId="2147483682"/>
          </pc:sldLayoutMkLst>
        </pc:sldLayoutChg>
      </pc:sldMasterChg>
      <pc:sldMasterChg chg="addSldLayout delSldLayout">
        <pc:chgData name="Gayatri Johar" userId="S::gayatri.johar@auxoai.com::d90a1b0c-ef15-4f13-ac92-7cd578d6c791" providerId="AD" clId="Web-{4E8103A3-0140-48A0-D7D9-1A45BE18322E}" dt="2025-03-28T11:22:10.739" v="25"/>
        <pc:sldMasterMkLst>
          <pc:docMk/>
          <pc:sldMasterMk cId="1225254397" sldId="2147483699"/>
        </pc:sldMasterMkLst>
        <pc:sldLayoutChg chg="add del replId">
          <pc:chgData name="Gayatri Johar" userId="S::gayatri.johar@auxoai.com::d90a1b0c-ef15-4f13-ac92-7cd578d6c791" providerId="AD" clId="Web-{4E8103A3-0140-48A0-D7D9-1A45BE18322E}" dt="2025-03-28T11:22:10.739" v="25"/>
          <pc:sldLayoutMkLst>
            <pc:docMk/>
            <pc:sldMasterMk cId="1225254397" sldId="2147483699"/>
            <pc:sldLayoutMk cId="1282802060" sldId="2147483842"/>
          </pc:sldLayoutMkLst>
        </pc:sldLayoutChg>
      </pc:sldMasterChg>
      <pc:sldMasterChg chg="add addSldLayout">
        <pc:chgData name="Gayatri Johar" userId="S::gayatri.johar@auxoai.com::d90a1b0c-ef15-4f13-ac92-7cd578d6c791" providerId="AD" clId="Web-{4E8103A3-0140-48A0-D7D9-1A45BE18322E}" dt="2025-03-28T11:22:10.926" v="26"/>
        <pc:sldMasterMkLst>
          <pc:docMk/>
          <pc:sldMasterMk cId="1418755924" sldId="2147483842"/>
        </pc:sldMasterMkLst>
        <pc:sldLayoutChg chg="add">
          <pc:chgData name="Gayatri Johar" userId="S::gayatri.johar@auxoai.com::d90a1b0c-ef15-4f13-ac92-7cd578d6c791" providerId="AD" clId="Web-{4E8103A3-0140-48A0-D7D9-1A45BE18322E}" dt="2025-03-28T11:22:10.926" v="26"/>
          <pc:sldLayoutMkLst>
            <pc:docMk/>
            <pc:sldMasterMk cId="1418755924" sldId="2147483842"/>
            <pc:sldLayoutMk cId="2173119018" sldId="2147483843"/>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60500250" sldId="2147483844"/>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3132637204" sldId="2147483845"/>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1895474702" sldId="2147483846"/>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472389861" sldId="2147483847"/>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3483801863" sldId="2147483848"/>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1811647119" sldId="2147483849"/>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1206236958" sldId="2147483850"/>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2204875818" sldId="2147483851"/>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1421107134" sldId="2147483852"/>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1109053717" sldId="2147483853"/>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3779310402" sldId="2147483854"/>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3784633338" sldId="2147483855"/>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2883342940" sldId="2147483856"/>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3656032988" sldId="2147483857"/>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3954460734" sldId="2147483858"/>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2114593934" sldId="2147483859"/>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575734526" sldId="2147483860"/>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2205456303" sldId="2147483861"/>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1535978961" sldId="2147483862"/>
          </pc:sldLayoutMkLst>
        </pc:sldLayoutChg>
        <pc:sldLayoutChg chg="add">
          <pc:chgData name="Gayatri Johar" userId="S::gayatri.johar@auxoai.com::d90a1b0c-ef15-4f13-ac92-7cd578d6c791" providerId="AD" clId="Web-{4E8103A3-0140-48A0-D7D9-1A45BE18322E}" dt="2025-03-28T11:22:10.926" v="26"/>
          <pc:sldLayoutMkLst>
            <pc:docMk/>
            <pc:sldMasterMk cId="1418755924" sldId="2147483842"/>
            <pc:sldLayoutMk cId="1276510283" sldId="2147483863"/>
          </pc:sldLayoutMkLst>
        </pc:sldLayoutChg>
      </pc:sldMasterChg>
    </pc:docChg>
  </pc:docChgLst>
  <pc:docChgLst>
    <pc:chgData name="Diana Ying Liu" userId="S::diana.liu@auxoai.com::d6d16c10-2959-4415-819d-0eddfd1b666f" providerId="AD" clId="Web-{5350BCB8-4A23-53C7-C1EF-E47B381CC8AF}"/>
    <pc:docChg chg="addSld modSld">
      <pc:chgData name="Diana Ying Liu" userId="S::diana.liu@auxoai.com::d6d16c10-2959-4415-819d-0eddfd1b666f" providerId="AD" clId="Web-{5350BCB8-4A23-53C7-C1EF-E47B381CC8AF}" dt="2025-01-30T22:02:31.622" v="5" actId="14100"/>
      <pc:docMkLst>
        <pc:docMk/>
      </pc:docMkLst>
      <pc:sldChg chg="addSp modSp new">
        <pc:chgData name="Diana Ying Liu" userId="S::diana.liu@auxoai.com::d6d16c10-2959-4415-819d-0eddfd1b666f" providerId="AD" clId="Web-{5350BCB8-4A23-53C7-C1EF-E47B381CC8AF}" dt="2025-01-30T22:02:31.622" v="5" actId="14100"/>
        <pc:sldMkLst>
          <pc:docMk/>
          <pc:sldMk cId="942521381" sldId="2147482069"/>
        </pc:sldMkLst>
      </pc:sldChg>
    </pc:docChg>
  </pc:docChgLst>
  <pc:docChgLst>
    <pc:chgData name="Gayatri Johar" userId="d90a1b0c-ef15-4f13-ac92-7cd578d6c791" providerId="ADAL" clId="{F16E2CF8-E263-49A6-B79C-0F16D3EB315E}"/>
    <pc:docChg chg="custSel addSld modSld">
      <pc:chgData name="Gayatri Johar" userId="d90a1b0c-ef15-4f13-ac92-7cd578d6c791" providerId="ADAL" clId="{F16E2CF8-E263-49A6-B79C-0F16D3EB315E}" dt="2025-03-28T12:19:55.607" v="16" actId="478"/>
      <pc:docMkLst>
        <pc:docMk/>
      </pc:docMkLst>
      <pc:sldChg chg="delSp modSp add mod">
        <pc:chgData name="Gayatri Johar" userId="d90a1b0c-ef15-4f13-ac92-7cd578d6c791" providerId="ADAL" clId="{F16E2CF8-E263-49A6-B79C-0F16D3EB315E}" dt="2025-03-28T12:19:55.607" v="16" actId="478"/>
        <pc:sldMkLst>
          <pc:docMk/>
          <pc:sldMk cId="3521046177" sldId="2147483647"/>
        </pc:sldMkLst>
        <pc:spChg chg="mod">
          <ac:chgData name="Gayatri Johar" userId="d90a1b0c-ef15-4f13-ac92-7cd578d6c791" providerId="ADAL" clId="{F16E2CF8-E263-49A6-B79C-0F16D3EB315E}" dt="2025-03-28T12:17:17.773" v="12" actId="20577"/>
          <ac:spMkLst>
            <pc:docMk/>
            <pc:sldMk cId="3521046177" sldId="2147483647"/>
            <ac:spMk id="5" creationId="{EEA37F5A-6582-DEF2-509B-A42893A32273}"/>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1-18T15:55:36.535"/>
    </inkml:context>
    <inkml:brush xml:id="br0">
      <inkml:brushProperty name="width" value="0.03333" units="cm"/>
      <inkml:brushProperty name="height" value="0.03333" units="cm"/>
    </inkml:brush>
  </inkml:definitions>
  <inkml:trace contextRef="#ctx0" brushRef="#br0">13866 7577 4258 0 0,'0'0'-944'0'0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1-18T15:55:36.535"/>
    </inkml:context>
    <inkml:brush xml:id="br0">
      <inkml:brushProperty name="width" value="0.03333" units="cm"/>
      <inkml:brushProperty name="height" value="0.03333" units="cm"/>
    </inkml:brush>
  </inkml:definitions>
  <inkml:trace contextRef="#ctx0" brushRef="#br0">13866 7577 4258 0 0,'0'0'-944'0'0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1-18T15:55:36.535"/>
    </inkml:context>
    <inkml:brush xml:id="br0">
      <inkml:brushProperty name="width" value="0.03333" units="cm"/>
      <inkml:brushProperty name="height" value="0.03333" units="cm"/>
    </inkml:brush>
  </inkml:definitions>
  <inkml:trace contextRef="#ctx0" brushRef="#br0">13866 7577 4258 0 0,'0'0'-944'0'0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CA0161-1EBC-46D1-AA92-1C4D38CFC71B}" type="datetimeFigureOut">
              <a:rPr lang="en-IN" smtClean="0"/>
              <a:t>03-04-2025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A42030-FD50-457D-BD73-5B06C44FF6C7}" type="slidenum">
              <a:rPr lang="en-IN" smtClean="0"/>
              <a:t>‹#›</a:t>
            </a:fld>
            <a:endParaRPr lang="en-IN"/>
          </a:p>
        </p:txBody>
      </p:sp>
    </p:spTree>
    <p:extLst>
      <p:ext uri="{BB962C8B-B14F-4D97-AF65-F5344CB8AC3E}">
        <p14:creationId xmlns:p14="http://schemas.microsoft.com/office/powerpoint/2010/main" val="989484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1844B3-EB35-40EE-AE42-628FDAD563A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7758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7A42030-FD50-457D-BD73-5B06C44FF6C7}" type="slidenum">
              <a:rPr lang="en-IN" smtClean="0"/>
              <a:t>5</a:t>
            </a:fld>
            <a:endParaRPr lang="en-IN"/>
          </a:p>
        </p:txBody>
      </p:sp>
    </p:spTree>
    <p:extLst>
      <p:ext uri="{BB962C8B-B14F-4D97-AF65-F5344CB8AC3E}">
        <p14:creationId xmlns:p14="http://schemas.microsoft.com/office/powerpoint/2010/main" val="1796128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12A06-AF5B-6D44-17FC-735C0DCE6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0644E-986D-5D8C-F182-2F6AF8646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ABEA5-DAB1-5B64-54FE-EB52AEE501B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833B2B4-8FED-BD6F-06F9-71F358F780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63935-CCDE-495E-A51A-58E6EA57464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7309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30D76-3FCF-0F92-E104-32604606C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BE32A-0832-F3E3-D888-F10B5CC6B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E5B7B7-C4F7-1486-A113-7737A94D6E7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4974AF0-EC1D-3E9C-C322-5C1AF1E851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63935-CCDE-495E-A51A-58E6EA57464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9563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Flow </a:t>
            </a:r>
          </a:p>
          <a:p>
            <a:pPr marL="228600" indent="-228600">
              <a:buFontTx/>
              <a:buAutoNum type="arabicParenR"/>
              <a:defRPr/>
            </a:pPr>
            <a:r>
              <a:rPr kumimoji="0" lang="en-US" sz="1200" b="0" i="0" u="none" strike="noStrike" kern="1200" cap="none" spc="0" normalizeH="0" baseline="0" noProof="0">
                <a:ln>
                  <a:noFill/>
                </a:ln>
                <a:solidFill>
                  <a:srgbClr val="05126A"/>
                </a:solidFill>
                <a:effectLst/>
                <a:uLnTx/>
                <a:uFillTx/>
                <a:latin typeface="Bierstadt" panose="020B0004020202020204" pitchFamily="34" charset="0"/>
              </a:rPr>
              <a:t>User logs into the interface using SSO and is authenticated using the </a:t>
            </a:r>
            <a:r>
              <a:rPr lang="en-US" sz="1200">
                <a:solidFill>
                  <a:srgbClr val="05126A"/>
                </a:solidFill>
                <a:latin typeface="Bierstadt" panose="020B0004020202020204" pitchFamily="34" charset="0"/>
              </a:rPr>
              <a:t>AWS IAM policy</a:t>
            </a:r>
          </a:p>
          <a:p>
            <a:pPr marL="228600" indent="-228600">
              <a:buFontTx/>
              <a:buAutoNum type="arabicParenR"/>
              <a:defRPr/>
            </a:pPr>
            <a:r>
              <a:rPr kumimoji="0" lang="en-US" sz="1200" b="0" i="0" u="none" strike="noStrike" kern="1200" cap="none" spc="0" normalizeH="0" baseline="0" noProof="0">
                <a:ln>
                  <a:noFill/>
                </a:ln>
                <a:solidFill>
                  <a:srgbClr val="05126A"/>
                </a:solidFill>
                <a:effectLst/>
                <a:uLnTx/>
                <a:uFillTx/>
                <a:latin typeface="Bierstadt" panose="020B0004020202020204" pitchFamily="34" charset="0"/>
              </a:rPr>
              <a:t>User provides the prompt in natural language in the chat interface.</a:t>
            </a:r>
            <a:br>
              <a:rPr kumimoji="0" lang="en-US" sz="1200" b="0" i="0" u="none" strike="noStrike" kern="1200" cap="none" spc="0" normalizeH="0" baseline="0" noProof="0">
                <a:ln>
                  <a:noFill/>
                </a:ln>
                <a:solidFill>
                  <a:srgbClr val="05126A"/>
                </a:solidFill>
                <a:effectLst/>
                <a:uLnTx/>
                <a:uFillTx/>
                <a:latin typeface="Bierstadt" panose="020B0004020202020204" pitchFamily="34" charset="0"/>
              </a:rPr>
            </a:br>
            <a:r>
              <a:rPr kumimoji="0" lang="en-US" sz="1200" b="0" i="0" u="none" strike="noStrike" kern="1200" cap="none" spc="0" normalizeH="0" baseline="0" noProof="0">
                <a:ln>
                  <a:noFill/>
                </a:ln>
                <a:solidFill>
                  <a:srgbClr val="05126A"/>
                </a:solidFill>
                <a:effectLst/>
                <a:uLnTx/>
                <a:uFillTx/>
                <a:latin typeface="Bierstadt" panose="020B0004020202020204" pitchFamily="34" charset="0"/>
              </a:rPr>
              <a:t>2.1 : The user information would be provided to get the list of datasets that the user has access to</a:t>
            </a:r>
            <a:br>
              <a:rPr kumimoji="0" lang="en-US" sz="1200" b="0" i="0" u="none" strike="noStrike" kern="1200" cap="none" spc="0" normalizeH="0" baseline="0" noProof="0">
                <a:ln>
                  <a:noFill/>
                </a:ln>
                <a:solidFill>
                  <a:srgbClr val="05126A"/>
                </a:solidFill>
                <a:effectLst/>
                <a:uLnTx/>
                <a:uFillTx/>
                <a:latin typeface="Bierstadt" panose="020B0004020202020204" pitchFamily="34" charset="0"/>
              </a:rPr>
            </a:br>
            <a:endParaRPr kumimoji="0" lang="en-US" sz="1200" b="0" i="0" u="none" strike="noStrike" kern="1200" cap="none" spc="0" normalizeH="0" baseline="0" noProof="0">
              <a:ln>
                <a:noFill/>
              </a:ln>
              <a:solidFill>
                <a:srgbClr val="05126A"/>
              </a:solidFill>
              <a:effectLst/>
              <a:uLnTx/>
              <a:uFillTx/>
              <a:latin typeface="Bierstadt" panose="020B00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a:ln>
                  <a:noFill/>
                </a:ln>
                <a:solidFill>
                  <a:srgbClr val="05126A"/>
                </a:solidFill>
                <a:effectLst/>
                <a:uLnTx/>
                <a:uFillTx/>
                <a:latin typeface="Bierstadt" panose="020B0004020202020204" pitchFamily="34" charset="0"/>
              </a:rPr>
              <a:t>Once the prompt is given, the application retrieves the list of tables (metadata info) that the user has access to, from Enterprise Data catalog</a:t>
            </a:r>
            <a:br>
              <a:rPr kumimoji="0" lang="en-US" sz="1200" b="0" i="0" u="none" strike="noStrike" kern="1200" cap="none" spc="0" normalizeH="0" baseline="0" noProof="0">
                <a:ln>
                  <a:noFill/>
                </a:ln>
                <a:solidFill>
                  <a:srgbClr val="05126A"/>
                </a:solidFill>
                <a:effectLst/>
                <a:uLnTx/>
                <a:uFillTx/>
                <a:latin typeface="Bierstadt" panose="020B0004020202020204" pitchFamily="34" charset="0"/>
              </a:rPr>
            </a:br>
            <a:r>
              <a:rPr kumimoji="0" lang="en-US" sz="1200" b="0" i="0" u="none" strike="noStrike" kern="1200" cap="none" spc="0" normalizeH="0" baseline="0" noProof="0">
                <a:ln>
                  <a:noFill/>
                </a:ln>
                <a:solidFill>
                  <a:srgbClr val="05126A"/>
                </a:solidFill>
                <a:effectLst/>
                <a:uLnTx/>
                <a:uFillTx/>
                <a:latin typeface="Bierstadt" panose="020B0004020202020204" pitchFamily="34" charset="0"/>
              </a:rPr>
              <a:t>AWS IAM policy </a:t>
            </a:r>
            <a:r>
              <a:rPr lang="en-US" sz="1200">
                <a:solidFill>
                  <a:srgbClr val="05126A"/>
                </a:solidFill>
                <a:latin typeface="Bierstadt" panose="020B0004020202020204" pitchFamily="34" charset="0"/>
              </a:rPr>
              <a:t>is leveraged to check the list of databases/tables the user has access to.  If there are no tables, the user is notified with the error message</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1200">
                <a:solidFill>
                  <a:srgbClr val="05126A"/>
                </a:solidFill>
                <a:latin typeface="Bierstadt" panose="020B0004020202020204" pitchFamily="34" charset="0"/>
              </a:rPr>
              <a:t>Based on this list, the data dictionary for the relevant tables is read from Vector DB and SQL query is generated from the user prompt </a:t>
            </a:r>
            <a:r>
              <a:rPr kumimoji="0" lang="en-US" sz="1200" b="0" i="0" u="none" strike="noStrike" kern="1200" cap="none" spc="0" normalizeH="0" baseline="0" noProof="0">
                <a:ln>
                  <a:noFill/>
                </a:ln>
                <a:solidFill>
                  <a:srgbClr val="05126A"/>
                </a:solidFill>
                <a:effectLst/>
                <a:uLnTx/>
                <a:uFillTx/>
                <a:latin typeface="Bierstadt" panose="020B0004020202020204" pitchFamily="34" charset="0"/>
              </a:rPr>
              <a:t>using the underlying LLM model in Bedrock</a:t>
            </a:r>
            <a:r>
              <a:rPr kumimoji="0" lang="en-IN" sz="1200" b="0" i="0" u="none" strike="noStrike" kern="1200" cap="none" spc="0" normalizeH="0" baseline="0" noProof="0">
                <a:ln>
                  <a:noFill/>
                </a:ln>
                <a:solidFill>
                  <a:srgbClr val="05126A"/>
                </a:solidFill>
                <a:effectLst/>
                <a:uLnTx/>
                <a:uFillTx/>
                <a:latin typeface="Bierstadt" panose="020B0004020202020204" pitchFamily="34" charset="0"/>
              </a:rPr>
              <a:t> </a:t>
            </a:r>
            <a:endParaRPr kumimoji="0" lang="en-US" sz="1200" b="0" i="0" u="none" strike="noStrike" kern="1200" cap="none" spc="0" normalizeH="0" baseline="0" noProof="0">
              <a:ln>
                <a:noFill/>
              </a:ln>
              <a:solidFill>
                <a:srgbClr val="05126A"/>
              </a:solidFill>
              <a:effectLst/>
              <a:uLnTx/>
              <a:uFillTx/>
              <a:latin typeface="Bierstadt" panose="020B00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a:ln>
                  <a:noFill/>
                </a:ln>
                <a:solidFill>
                  <a:srgbClr val="05126A"/>
                </a:solidFill>
                <a:effectLst/>
                <a:uLnTx/>
                <a:uFillTx/>
                <a:latin typeface="Bierstadt" panose="020B0004020202020204" pitchFamily="34" charset="0"/>
              </a:rPr>
              <a:t>Once the SQL query is generated, the agent check for the </a:t>
            </a:r>
            <a:r>
              <a:rPr lang="en-US" sz="1200">
                <a:solidFill>
                  <a:srgbClr val="05126A"/>
                </a:solidFill>
                <a:latin typeface="Bierstadt" panose="020B0004020202020204" pitchFamily="34" charset="0"/>
              </a:rPr>
              <a:t>data availability in curated layer or non-curated layer. </a:t>
            </a:r>
            <a:br>
              <a:rPr lang="en-US" sz="1200">
                <a:solidFill>
                  <a:srgbClr val="05126A"/>
                </a:solidFill>
                <a:latin typeface="Bierstadt" panose="020B0004020202020204" pitchFamily="34" charset="0"/>
              </a:rPr>
            </a:br>
            <a:r>
              <a:rPr lang="en-US" sz="1200">
                <a:solidFill>
                  <a:srgbClr val="05126A"/>
                </a:solidFill>
                <a:latin typeface="Bierstadt" panose="020B0004020202020204" pitchFamily="34" charset="0"/>
              </a:rPr>
              <a:t>The Query is assessed for the complexity </a:t>
            </a:r>
            <a:r>
              <a:rPr lang="en-US"/>
              <a:t>using a SQL parser and estimate execution time based on historical data and database stats. We set predefined complexity thresholds and notify users if their queries exceed these limits, offering alternatives for more efficient insights like offering pre-curated data or simplified query alternatives.</a:t>
            </a:r>
            <a:br>
              <a:rPr lang="en-US" sz="1200">
                <a:solidFill>
                  <a:srgbClr val="05126A"/>
                </a:solidFill>
                <a:latin typeface="Bierstadt" panose="020B0004020202020204" pitchFamily="34" charset="0"/>
              </a:rPr>
            </a:br>
            <a:endParaRPr kumimoji="0" lang="en-IN" sz="1200" b="0" i="0" u="none" strike="noStrike" kern="1200" cap="none" spc="0" normalizeH="0" baseline="0">
              <a:ln>
                <a:noFill/>
              </a:ln>
              <a:solidFill>
                <a:srgbClr val="05126A"/>
              </a:solidFill>
              <a:effectLst/>
              <a:uLnTx/>
              <a:uFillTx/>
              <a:latin typeface="Bierstadt" panose="020B00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IN" sz="1200" b="0" i="0" u="none" strike="noStrike" kern="1200" cap="none" spc="0" normalizeH="0" baseline="0" noProof="0">
                <a:ln>
                  <a:noFill/>
                </a:ln>
                <a:solidFill>
                  <a:srgbClr val="05126A"/>
                </a:solidFill>
                <a:effectLst/>
                <a:uLnTx/>
                <a:uFillTx/>
                <a:latin typeface="Bierstadt" panose="020B0004020202020204" pitchFamily="34" charset="0"/>
              </a:rPr>
              <a:t>The execution requests go to the </a:t>
            </a:r>
            <a:r>
              <a:rPr lang="en-IN" sz="1200">
                <a:solidFill>
                  <a:srgbClr val="05126A"/>
                </a:solidFill>
                <a:latin typeface="Bierstadt" panose="020B0004020202020204" pitchFamily="34" charset="0"/>
              </a:rPr>
              <a:t>federated query or </a:t>
            </a:r>
            <a:r>
              <a:rPr kumimoji="0" lang="en-IN" sz="1200" b="0" i="0" u="none" strike="noStrike" kern="1200" cap="none" spc="0" normalizeH="0" baseline="0" noProof="0">
                <a:ln>
                  <a:noFill/>
                </a:ln>
                <a:solidFill>
                  <a:srgbClr val="05126A"/>
                </a:solidFill>
                <a:effectLst/>
                <a:uLnTx/>
                <a:uFillTx/>
                <a:latin typeface="Bierstadt" panose="020B0004020202020204" pitchFamily="34" charset="0"/>
              </a:rPr>
              <a:t>data virtualization layer for processing </a:t>
            </a:r>
            <a:br>
              <a:rPr kumimoji="0" lang="en-IN" sz="1200" b="0" i="0" u="none" strike="noStrike" kern="1200" cap="none" spc="0" normalizeH="0" baseline="0" noProof="0">
                <a:ln>
                  <a:noFill/>
                </a:ln>
                <a:solidFill>
                  <a:srgbClr val="05126A"/>
                </a:solidFill>
                <a:effectLst/>
                <a:uLnTx/>
                <a:uFillTx/>
                <a:latin typeface="Bierstadt" panose="020B0004020202020204" pitchFamily="34" charset="0"/>
              </a:rPr>
            </a:br>
            <a:r>
              <a:rPr lang="en-US" b="1"/>
              <a:t>Use Athena for Federation</a:t>
            </a:r>
            <a:r>
              <a:rPr lang="en-US"/>
              <a:t>: Run optimized queries on Redshift, Oracle, SAP Hana.</a:t>
            </a:r>
            <a:br>
              <a:rPr lang="en-US"/>
            </a:br>
            <a:r>
              <a:rPr lang="en-US" b="1"/>
              <a:t>Optimization Techniques</a:t>
            </a:r>
            <a:r>
              <a:rPr lang="en-US"/>
              <a:t>: Apply indexing, partitioning, and caching for better performance.</a:t>
            </a:r>
            <a:br>
              <a:rPr lang="en-US"/>
            </a:br>
            <a:endParaRPr kumimoji="0" lang="en-IN" sz="1200" b="0" i="0" u="none" strike="noStrike" kern="1200" cap="none" spc="0" normalizeH="0" baseline="0" noProof="0">
              <a:ln>
                <a:noFill/>
              </a:ln>
              <a:solidFill>
                <a:srgbClr val="05126A"/>
              </a:solidFill>
              <a:effectLst/>
              <a:uLnTx/>
              <a:uFillTx/>
              <a:latin typeface="Bierstadt" panose="020B00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IN" sz="1200" b="0" i="0" u="none" strike="noStrike" kern="1200" cap="none" spc="0" normalizeH="0" baseline="0" noProof="0">
                <a:ln>
                  <a:noFill/>
                </a:ln>
                <a:solidFill>
                  <a:srgbClr val="05126A"/>
                </a:solidFill>
                <a:effectLst/>
                <a:uLnTx/>
                <a:uFillTx/>
                <a:latin typeface="Bierstadt" panose="020B0004020202020204" pitchFamily="34" charset="0"/>
              </a:rPr>
              <a:t>The resultant data of the query is converted to</a:t>
            </a:r>
            <a:r>
              <a:rPr kumimoji="0" lang="en-US" sz="1200" b="0" i="0" u="none" strike="noStrike" kern="1200" cap="none" spc="0" normalizeH="0" baseline="0" noProof="0">
                <a:ln>
                  <a:noFill/>
                </a:ln>
                <a:solidFill>
                  <a:srgbClr val="05126A"/>
                </a:solidFill>
                <a:effectLst/>
                <a:uLnTx/>
                <a:uFillTx/>
                <a:latin typeface="Bierstadt" panose="020B0004020202020204" pitchFamily="34" charset="0"/>
              </a:rPr>
              <a:t> the form of text and chart visualization.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a:ln>
                  <a:noFill/>
                </a:ln>
                <a:solidFill>
                  <a:srgbClr val="05126A"/>
                </a:solidFill>
                <a:effectLst/>
                <a:uLnTx/>
                <a:uFillTx/>
                <a:latin typeface="Bierstadt" panose="020B0004020202020204" pitchFamily="34" charset="0"/>
              </a:rPr>
              <a:t>After the output is generated, the application generates the final response. The Response is shared to the user through chat interface </a:t>
            </a:r>
            <a:endParaRPr kumimoji="0" lang="en-IN" sz="1200" b="0" i="0" u="none" strike="noStrike" kern="1200" cap="none" spc="0" normalizeH="0" baseline="0" noProof="0">
              <a:ln>
                <a:noFill/>
              </a:ln>
              <a:solidFill>
                <a:srgbClr val="05126A"/>
              </a:solidFill>
              <a:effectLst/>
              <a:uLnTx/>
              <a:uFillTx/>
              <a:latin typeface="Bierstadt" panose="020B0004020202020204" pitchFamily="34" charset="0"/>
            </a:endParaRPr>
          </a:p>
          <a:p>
            <a:endParaRPr lang="en-IN"/>
          </a:p>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CDED31-0C86-40FD-B68C-0CA212C0E414}"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54164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emf"/><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hemeOverride" Target="../theme/themeOverride1.xml"/><Relationship Id="rId4"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6" Type="http://schemas.openxmlformats.org/officeDocument/2006/relationships/image" Target="../media/image15.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3.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5.sv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emf"/><Relationship Id="rId1" Type="http://schemas.openxmlformats.org/officeDocument/2006/relationships/slideMaster" Target="../slideMasters/slideMaster3.xml"/><Relationship Id="rId4" Type="http://schemas.openxmlformats.org/officeDocument/2006/relationships/image" Target="../media/image12.sv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emf"/><Relationship Id="rId1" Type="http://schemas.openxmlformats.org/officeDocument/2006/relationships/slideMaster" Target="../slideMasters/slideMaster3.xml"/><Relationship Id="rId4"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themeOverride" Target="../theme/themeOverride2.xml"/><Relationship Id="rId4"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3.xml"/><Relationship Id="rId1" Type="http://schemas.openxmlformats.org/officeDocument/2006/relationships/themeOverride" Target="../theme/themeOverride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xml"/><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2.xml"/><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3.xml"/><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7.jpeg"/><Relationship Id="rId1" Type="http://schemas.openxmlformats.org/officeDocument/2006/relationships/slideMaster" Target="../slideMasters/slideMaster4.xml"/><Relationship Id="rId4" Type="http://schemas.openxmlformats.org/officeDocument/2006/relationships/image" Target="../media/image17.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hyperlink" Target="https://www.vmware.com/content/dam/brand/photography-only/power-point-assets/ppt-fonts/Metropolis-Light-Regular-font.zip" TargetMode="External"/><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1072C"/>
          </a:solidFill>
        </p:spPr>
        <p:txBody>
          <a:bodyPr wrap="square" lIns="0" tIns="0" rIns="0" bIns="0" rtlCol="0"/>
          <a:lstStyle/>
          <a:p>
            <a:endParaRPr/>
          </a:p>
        </p:txBody>
      </p:sp>
      <p:sp>
        <p:nvSpPr>
          <p:cNvPr id="17" name="bg object 17"/>
          <p:cNvSpPr/>
          <p:nvPr/>
        </p:nvSpPr>
        <p:spPr>
          <a:xfrm>
            <a:off x="208864" y="339483"/>
            <a:ext cx="648335" cy="650875"/>
          </a:xfrm>
          <a:custGeom>
            <a:avLst/>
            <a:gdLst/>
            <a:ahLst/>
            <a:cxnLst/>
            <a:rect l="l" t="t" r="r" b="b"/>
            <a:pathLst>
              <a:path w="648335" h="650875">
                <a:moveTo>
                  <a:pt x="648284" y="650328"/>
                </a:moveTo>
                <a:lnTo>
                  <a:pt x="648246" y="324980"/>
                </a:lnTo>
                <a:lnTo>
                  <a:pt x="644728" y="276948"/>
                </a:lnTo>
                <a:lnTo>
                  <a:pt x="634517" y="231114"/>
                </a:lnTo>
                <a:lnTo>
                  <a:pt x="618121" y="187972"/>
                </a:lnTo>
                <a:lnTo>
                  <a:pt x="596023" y="148018"/>
                </a:lnTo>
                <a:lnTo>
                  <a:pt x="568744" y="111772"/>
                </a:lnTo>
                <a:lnTo>
                  <a:pt x="536765" y="79705"/>
                </a:lnTo>
                <a:lnTo>
                  <a:pt x="500608" y="52349"/>
                </a:lnTo>
                <a:lnTo>
                  <a:pt x="460768" y="30200"/>
                </a:lnTo>
                <a:lnTo>
                  <a:pt x="417741" y="13754"/>
                </a:lnTo>
                <a:lnTo>
                  <a:pt x="372021" y="3517"/>
                </a:lnTo>
                <a:lnTo>
                  <a:pt x="324129" y="0"/>
                </a:lnTo>
                <a:lnTo>
                  <a:pt x="276225" y="3517"/>
                </a:lnTo>
                <a:lnTo>
                  <a:pt x="230517" y="13754"/>
                </a:lnTo>
                <a:lnTo>
                  <a:pt x="187490" y="30200"/>
                </a:lnTo>
                <a:lnTo>
                  <a:pt x="147637" y="52349"/>
                </a:lnTo>
                <a:lnTo>
                  <a:pt x="111480" y="79705"/>
                </a:lnTo>
                <a:lnTo>
                  <a:pt x="79502" y="111760"/>
                </a:lnTo>
                <a:lnTo>
                  <a:pt x="52222" y="148018"/>
                </a:lnTo>
                <a:lnTo>
                  <a:pt x="30124" y="187960"/>
                </a:lnTo>
                <a:lnTo>
                  <a:pt x="13728" y="231114"/>
                </a:lnTo>
                <a:lnTo>
                  <a:pt x="3517" y="276948"/>
                </a:lnTo>
                <a:lnTo>
                  <a:pt x="0" y="324967"/>
                </a:lnTo>
                <a:lnTo>
                  <a:pt x="3517" y="372986"/>
                </a:lnTo>
                <a:lnTo>
                  <a:pt x="13728" y="418820"/>
                </a:lnTo>
                <a:lnTo>
                  <a:pt x="30124" y="461975"/>
                </a:lnTo>
                <a:lnTo>
                  <a:pt x="52222" y="501929"/>
                </a:lnTo>
                <a:lnTo>
                  <a:pt x="79502" y="538175"/>
                </a:lnTo>
                <a:lnTo>
                  <a:pt x="111467" y="570242"/>
                </a:lnTo>
                <a:lnTo>
                  <a:pt x="147624" y="597598"/>
                </a:lnTo>
                <a:lnTo>
                  <a:pt x="187477" y="619747"/>
                </a:lnTo>
                <a:lnTo>
                  <a:pt x="230505" y="636193"/>
                </a:lnTo>
                <a:lnTo>
                  <a:pt x="276212" y="646430"/>
                </a:lnTo>
                <a:lnTo>
                  <a:pt x="322021" y="649808"/>
                </a:lnTo>
                <a:lnTo>
                  <a:pt x="323659" y="649935"/>
                </a:lnTo>
                <a:lnTo>
                  <a:pt x="324116" y="649960"/>
                </a:lnTo>
                <a:lnTo>
                  <a:pt x="467169" y="650328"/>
                </a:lnTo>
                <a:lnTo>
                  <a:pt x="467169" y="522300"/>
                </a:lnTo>
                <a:lnTo>
                  <a:pt x="321233" y="522300"/>
                </a:lnTo>
                <a:lnTo>
                  <a:pt x="278879" y="517398"/>
                </a:lnTo>
                <a:lnTo>
                  <a:pt x="237375" y="502513"/>
                </a:lnTo>
                <a:lnTo>
                  <a:pt x="200774" y="479171"/>
                </a:lnTo>
                <a:lnTo>
                  <a:pt x="170243" y="448551"/>
                </a:lnTo>
                <a:lnTo>
                  <a:pt x="146964" y="411835"/>
                </a:lnTo>
                <a:lnTo>
                  <a:pt x="132143" y="370217"/>
                </a:lnTo>
                <a:lnTo>
                  <a:pt x="126936" y="324891"/>
                </a:lnTo>
                <a:lnTo>
                  <a:pt x="132156" y="279552"/>
                </a:lnTo>
                <a:lnTo>
                  <a:pt x="147002" y="237947"/>
                </a:lnTo>
                <a:lnTo>
                  <a:pt x="170281" y="201244"/>
                </a:lnTo>
                <a:lnTo>
                  <a:pt x="200825" y="170637"/>
                </a:lnTo>
                <a:lnTo>
                  <a:pt x="237439" y="147307"/>
                </a:lnTo>
                <a:lnTo>
                  <a:pt x="278955" y="132448"/>
                </a:lnTo>
                <a:lnTo>
                  <a:pt x="324167" y="127228"/>
                </a:lnTo>
                <a:lnTo>
                  <a:pt x="369366" y="132461"/>
                </a:lnTo>
                <a:lnTo>
                  <a:pt x="410870" y="147332"/>
                </a:lnTo>
                <a:lnTo>
                  <a:pt x="447471" y="170688"/>
                </a:lnTo>
                <a:lnTo>
                  <a:pt x="478002" y="201307"/>
                </a:lnTo>
                <a:lnTo>
                  <a:pt x="501269" y="238023"/>
                </a:lnTo>
                <a:lnTo>
                  <a:pt x="516102" y="279628"/>
                </a:lnTo>
                <a:lnTo>
                  <a:pt x="521296" y="324967"/>
                </a:lnTo>
                <a:lnTo>
                  <a:pt x="521296" y="650328"/>
                </a:lnTo>
                <a:lnTo>
                  <a:pt x="648284" y="650328"/>
                </a:lnTo>
                <a:close/>
              </a:path>
            </a:pathLst>
          </a:custGeom>
          <a:solidFill>
            <a:srgbClr val="91B84B"/>
          </a:solidFill>
        </p:spPr>
        <p:txBody>
          <a:bodyPr wrap="square" lIns="0" tIns="0" rIns="0" bIns="0" rtlCol="0"/>
          <a:lstStyle/>
          <a:p>
            <a:endParaRPr/>
          </a:p>
        </p:txBody>
      </p:sp>
      <p:sp>
        <p:nvSpPr>
          <p:cNvPr id="18" name="bg object 18"/>
          <p:cNvSpPr/>
          <p:nvPr/>
        </p:nvSpPr>
        <p:spPr>
          <a:xfrm>
            <a:off x="4295775" y="1628775"/>
            <a:ext cx="3600450" cy="3600450"/>
          </a:xfrm>
          <a:custGeom>
            <a:avLst/>
            <a:gdLst/>
            <a:ahLst/>
            <a:cxnLst/>
            <a:rect l="l" t="t" r="r" b="b"/>
            <a:pathLst>
              <a:path w="3600450" h="3600450">
                <a:moveTo>
                  <a:pt x="1800225" y="0"/>
                </a:moveTo>
                <a:lnTo>
                  <a:pt x="1752264" y="626"/>
                </a:lnTo>
                <a:lnTo>
                  <a:pt x="1704612" y="2495"/>
                </a:lnTo>
                <a:lnTo>
                  <a:pt x="1657286" y="5590"/>
                </a:lnTo>
                <a:lnTo>
                  <a:pt x="1610300" y="9897"/>
                </a:lnTo>
                <a:lnTo>
                  <a:pt x="1563671" y="15400"/>
                </a:lnTo>
                <a:lnTo>
                  <a:pt x="1517413" y="22083"/>
                </a:lnTo>
                <a:lnTo>
                  <a:pt x="1471542" y="29931"/>
                </a:lnTo>
                <a:lnTo>
                  <a:pt x="1426075" y="38928"/>
                </a:lnTo>
                <a:lnTo>
                  <a:pt x="1381025" y="49058"/>
                </a:lnTo>
                <a:lnTo>
                  <a:pt x="1336410" y="60307"/>
                </a:lnTo>
                <a:lnTo>
                  <a:pt x="1292244" y="72658"/>
                </a:lnTo>
                <a:lnTo>
                  <a:pt x="1248543" y="86096"/>
                </a:lnTo>
                <a:lnTo>
                  <a:pt x="1205323" y="100605"/>
                </a:lnTo>
                <a:lnTo>
                  <a:pt x="1162598" y="116170"/>
                </a:lnTo>
                <a:lnTo>
                  <a:pt x="1120386" y="132776"/>
                </a:lnTo>
                <a:lnTo>
                  <a:pt x="1078700" y="150406"/>
                </a:lnTo>
                <a:lnTo>
                  <a:pt x="1037558" y="169045"/>
                </a:lnTo>
                <a:lnTo>
                  <a:pt x="996973" y="188678"/>
                </a:lnTo>
                <a:lnTo>
                  <a:pt x="956963" y="209289"/>
                </a:lnTo>
                <a:lnTo>
                  <a:pt x="917542" y="230863"/>
                </a:lnTo>
                <a:lnTo>
                  <a:pt x="878725" y="253384"/>
                </a:lnTo>
                <a:lnTo>
                  <a:pt x="840530" y="276836"/>
                </a:lnTo>
                <a:lnTo>
                  <a:pt x="802970" y="301204"/>
                </a:lnTo>
                <a:lnTo>
                  <a:pt x="766062" y="326473"/>
                </a:lnTo>
                <a:lnTo>
                  <a:pt x="729821" y="352626"/>
                </a:lnTo>
                <a:lnTo>
                  <a:pt x="694263" y="379648"/>
                </a:lnTo>
                <a:lnTo>
                  <a:pt x="659403" y="407525"/>
                </a:lnTo>
                <a:lnTo>
                  <a:pt x="625256" y="436239"/>
                </a:lnTo>
                <a:lnTo>
                  <a:pt x="591840" y="465776"/>
                </a:lnTo>
                <a:lnTo>
                  <a:pt x="559167" y="496120"/>
                </a:lnTo>
                <a:lnTo>
                  <a:pt x="527256" y="527256"/>
                </a:lnTo>
                <a:lnTo>
                  <a:pt x="496120" y="559167"/>
                </a:lnTo>
                <a:lnTo>
                  <a:pt x="465776" y="591840"/>
                </a:lnTo>
                <a:lnTo>
                  <a:pt x="436239" y="625256"/>
                </a:lnTo>
                <a:lnTo>
                  <a:pt x="407525" y="659403"/>
                </a:lnTo>
                <a:lnTo>
                  <a:pt x="379648" y="694263"/>
                </a:lnTo>
                <a:lnTo>
                  <a:pt x="352626" y="729821"/>
                </a:lnTo>
                <a:lnTo>
                  <a:pt x="326473" y="766062"/>
                </a:lnTo>
                <a:lnTo>
                  <a:pt x="301204" y="802970"/>
                </a:lnTo>
                <a:lnTo>
                  <a:pt x="276836" y="840530"/>
                </a:lnTo>
                <a:lnTo>
                  <a:pt x="253384" y="878725"/>
                </a:lnTo>
                <a:lnTo>
                  <a:pt x="230863" y="917542"/>
                </a:lnTo>
                <a:lnTo>
                  <a:pt x="209289" y="956963"/>
                </a:lnTo>
                <a:lnTo>
                  <a:pt x="188678" y="996973"/>
                </a:lnTo>
                <a:lnTo>
                  <a:pt x="169045" y="1037558"/>
                </a:lnTo>
                <a:lnTo>
                  <a:pt x="150406" y="1078700"/>
                </a:lnTo>
                <a:lnTo>
                  <a:pt x="132776" y="1120386"/>
                </a:lnTo>
                <a:lnTo>
                  <a:pt x="116170" y="1162598"/>
                </a:lnTo>
                <a:lnTo>
                  <a:pt x="100605" y="1205323"/>
                </a:lnTo>
                <a:lnTo>
                  <a:pt x="86096" y="1248543"/>
                </a:lnTo>
                <a:lnTo>
                  <a:pt x="72658" y="1292244"/>
                </a:lnTo>
                <a:lnTo>
                  <a:pt x="60307" y="1336410"/>
                </a:lnTo>
                <a:lnTo>
                  <a:pt x="49058" y="1381025"/>
                </a:lnTo>
                <a:lnTo>
                  <a:pt x="38928" y="1426075"/>
                </a:lnTo>
                <a:lnTo>
                  <a:pt x="29931" y="1471542"/>
                </a:lnTo>
                <a:lnTo>
                  <a:pt x="22083" y="1517413"/>
                </a:lnTo>
                <a:lnTo>
                  <a:pt x="15400" y="1563671"/>
                </a:lnTo>
                <a:lnTo>
                  <a:pt x="9897" y="1610300"/>
                </a:lnTo>
                <a:lnTo>
                  <a:pt x="5590" y="1657286"/>
                </a:lnTo>
                <a:lnTo>
                  <a:pt x="2495" y="1704612"/>
                </a:lnTo>
                <a:lnTo>
                  <a:pt x="626" y="1752264"/>
                </a:lnTo>
                <a:lnTo>
                  <a:pt x="0" y="1800225"/>
                </a:lnTo>
                <a:lnTo>
                  <a:pt x="626" y="1848185"/>
                </a:lnTo>
                <a:lnTo>
                  <a:pt x="2495" y="1895837"/>
                </a:lnTo>
                <a:lnTo>
                  <a:pt x="5590" y="1943163"/>
                </a:lnTo>
                <a:lnTo>
                  <a:pt x="9897" y="1990149"/>
                </a:lnTo>
                <a:lnTo>
                  <a:pt x="15400" y="2036778"/>
                </a:lnTo>
                <a:lnTo>
                  <a:pt x="22083" y="2083036"/>
                </a:lnTo>
                <a:lnTo>
                  <a:pt x="29931" y="2128907"/>
                </a:lnTo>
                <a:lnTo>
                  <a:pt x="38928" y="2174374"/>
                </a:lnTo>
                <a:lnTo>
                  <a:pt x="49058" y="2219424"/>
                </a:lnTo>
                <a:lnTo>
                  <a:pt x="60307" y="2264039"/>
                </a:lnTo>
                <a:lnTo>
                  <a:pt x="72658" y="2308205"/>
                </a:lnTo>
                <a:lnTo>
                  <a:pt x="86096" y="2351906"/>
                </a:lnTo>
                <a:lnTo>
                  <a:pt x="100605" y="2395126"/>
                </a:lnTo>
                <a:lnTo>
                  <a:pt x="116170" y="2437851"/>
                </a:lnTo>
                <a:lnTo>
                  <a:pt x="132776" y="2480063"/>
                </a:lnTo>
                <a:lnTo>
                  <a:pt x="150406" y="2521749"/>
                </a:lnTo>
                <a:lnTo>
                  <a:pt x="169045" y="2562891"/>
                </a:lnTo>
                <a:lnTo>
                  <a:pt x="188678" y="2603476"/>
                </a:lnTo>
                <a:lnTo>
                  <a:pt x="209289" y="2643486"/>
                </a:lnTo>
                <a:lnTo>
                  <a:pt x="230863" y="2682907"/>
                </a:lnTo>
                <a:lnTo>
                  <a:pt x="253384" y="2721724"/>
                </a:lnTo>
                <a:lnTo>
                  <a:pt x="276836" y="2759919"/>
                </a:lnTo>
                <a:lnTo>
                  <a:pt x="301204" y="2797479"/>
                </a:lnTo>
                <a:lnTo>
                  <a:pt x="326473" y="2834387"/>
                </a:lnTo>
                <a:lnTo>
                  <a:pt x="352626" y="2870628"/>
                </a:lnTo>
                <a:lnTo>
                  <a:pt x="379648" y="2906186"/>
                </a:lnTo>
                <a:lnTo>
                  <a:pt x="407525" y="2941046"/>
                </a:lnTo>
                <a:lnTo>
                  <a:pt x="436239" y="2975193"/>
                </a:lnTo>
                <a:lnTo>
                  <a:pt x="465776" y="3008609"/>
                </a:lnTo>
                <a:lnTo>
                  <a:pt x="496120" y="3041282"/>
                </a:lnTo>
                <a:lnTo>
                  <a:pt x="527256" y="3073193"/>
                </a:lnTo>
                <a:lnTo>
                  <a:pt x="559167" y="3104329"/>
                </a:lnTo>
                <a:lnTo>
                  <a:pt x="591840" y="3134673"/>
                </a:lnTo>
                <a:lnTo>
                  <a:pt x="625256" y="3164210"/>
                </a:lnTo>
                <a:lnTo>
                  <a:pt x="659403" y="3192924"/>
                </a:lnTo>
                <a:lnTo>
                  <a:pt x="694263" y="3220801"/>
                </a:lnTo>
                <a:lnTo>
                  <a:pt x="729821" y="3247823"/>
                </a:lnTo>
                <a:lnTo>
                  <a:pt x="766062" y="3273976"/>
                </a:lnTo>
                <a:lnTo>
                  <a:pt x="802970" y="3299245"/>
                </a:lnTo>
                <a:lnTo>
                  <a:pt x="840530" y="3323613"/>
                </a:lnTo>
                <a:lnTo>
                  <a:pt x="878725" y="3347065"/>
                </a:lnTo>
                <a:lnTo>
                  <a:pt x="917542" y="3369586"/>
                </a:lnTo>
                <a:lnTo>
                  <a:pt x="956963" y="3391160"/>
                </a:lnTo>
                <a:lnTo>
                  <a:pt x="996973" y="3411771"/>
                </a:lnTo>
                <a:lnTo>
                  <a:pt x="1037558" y="3431404"/>
                </a:lnTo>
                <a:lnTo>
                  <a:pt x="1078700" y="3450043"/>
                </a:lnTo>
                <a:lnTo>
                  <a:pt x="1120386" y="3467673"/>
                </a:lnTo>
                <a:lnTo>
                  <a:pt x="1162598" y="3484279"/>
                </a:lnTo>
                <a:lnTo>
                  <a:pt x="1205323" y="3499844"/>
                </a:lnTo>
                <a:lnTo>
                  <a:pt x="1248543" y="3514353"/>
                </a:lnTo>
                <a:lnTo>
                  <a:pt x="1292244" y="3527791"/>
                </a:lnTo>
                <a:lnTo>
                  <a:pt x="1336410" y="3540142"/>
                </a:lnTo>
                <a:lnTo>
                  <a:pt x="1381025" y="3551391"/>
                </a:lnTo>
                <a:lnTo>
                  <a:pt x="1426075" y="3561521"/>
                </a:lnTo>
                <a:lnTo>
                  <a:pt x="1471542" y="3570518"/>
                </a:lnTo>
                <a:lnTo>
                  <a:pt x="1517413" y="3578366"/>
                </a:lnTo>
                <a:lnTo>
                  <a:pt x="1563671" y="3585049"/>
                </a:lnTo>
                <a:lnTo>
                  <a:pt x="1610300" y="3590552"/>
                </a:lnTo>
                <a:lnTo>
                  <a:pt x="1657286" y="3594859"/>
                </a:lnTo>
                <a:lnTo>
                  <a:pt x="1704612" y="3597954"/>
                </a:lnTo>
                <a:lnTo>
                  <a:pt x="1752264" y="3599823"/>
                </a:lnTo>
                <a:lnTo>
                  <a:pt x="1800225" y="3600450"/>
                </a:lnTo>
                <a:lnTo>
                  <a:pt x="1848185" y="3599823"/>
                </a:lnTo>
                <a:lnTo>
                  <a:pt x="1895837" y="3597954"/>
                </a:lnTo>
                <a:lnTo>
                  <a:pt x="1943163" y="3594859"/>
                </a:lnTo>
                <a:lnTo>
                  <a:pt x="1990149" y="3590552"/>
                </a:lnTo>
                <a:lnTo>
                  <a:pt x="2036778" y="3585049"/>
                </a:lnTo>
                <a:lnTo>
                  <a:pt x="2083036" y="3578366"/>
                </a:lnTo>
                <a:lnTo>
                  <a:pt x="2128907" y="3570518"/>
                </a:lnTo>
                <a:lnTo>
                  <a:pt x="2174374" y="3561521"/>
                </a:lnTo>
                <a:lnTo>
                  <a:pt x="2219424" y="3551391"/>
                </a:lnTo>
                <a:lnTo>
                  <a:pt x="2264039" y="3540142"/>
                </a:lnTo>
                <a:lnTo>
                  <a:pt x="2308205" y="3527791"/>
                </a:lnTo>
                <a:lnTo>
                  <a:pt x="2351906" y="3514353"/>
                </a:lnTo>
                <a:lnTo>
                  <a:pt x="2395126" y="3499844"/>
                </a:lnTo>
                <a:lnTo>
                  <a:pt x="2437851" y="3484279"/>
                </a:lnTo>
                <a:lnTo>
                  <a:pt x="2480063" y="3467673"/>
                </a:lnTo>
                <a:lnTo>
                  <a:pt x="2521749" y="3450043"/>
                </a:lnTo>
                <a:lnTo>
                  <a:pt x="2562891" y="3431404"/>
                </a:lnTo>
                <a:lnTo>
                  <a:pt x="2603476" y="3411771"/>
                </a:lnTo>
                <a:lnTo>
                  <a:pt x="2643486" y="3391160"/>
                </a:lnTo>
                <a:lnTo>
                  <a:pt x="2682907" y="3369586"/>
                </a:lnTo>
                <a:lnTo>
                  <a:pt x="2721724" y="3347065"/>
                </a:lnTo>
                <a:lnTo>
                  <a:pt x="2759919" y="3323613"/>
                </a:lnTo>
                <a:lnTo>
                  <a:pt x="2797479" y="3299245"/>
                </a:lnTo>
                <a:lnTo>
                  <a:pt x="2834387" y="3273976"/>
                </a:lnTo>
                <a:lnTo>
                  <a:pt x="2870628" y="3247823"/>
                </a:lnTo>
                <a:lnTo>
                  <a:pt x="2906186" y="3220801"/>
                </a:lnTo>
                <a:lnTo>
                  <a:pt x="2941046" y="3192924"/>
                </a:lnTo>
                <a:lnTo>
                  <a:pt x="2975193" y="3164210"/>
                </a:lnTo>
                <a:lnTo>
                  <a:pt x="3008609" y="3134673"/>
                </a:lnTo>
                <a:lnTo>
                  <a:pt x="3041282" y="3104329"/>
                </a:lnTo>
                <a:lnTo>
                  <a:pt x="3073193" y="3073193"/>
                </a:lnTo>
                <a:lnTo>
                  <a:pt x="3104329" y="3041282"/>
                </a:lnTo>
                <a:lnTo>
                  <a:pt x="3134673" y="3008609"/>
                </a:lnTo>
                <a:lnTo>
                  <a:pt x="3164210" y="2975193"/>
                </a:lnTo>
                <a:lnTo>
                  <a:pt x="3192924" y="2941046"/>
                </a:lnTo>
                <a:lnTo>
                  <a:pt x="3220801" y="2906186"/>
                </a:lnTo>
                <a:lnTo>
                  <a:pt x="3247823" y="2870628"/>
                </a:lnTo>
                <a:lnTo>
                  <a:pt x="3273976" y="2834387"/>
                </a:lnTo>
                <a:lnTo>
                  <a:pt x="3299245" y="2797479"/>
                </a:lnTo>
                <a:lnTo>
                  <a:pt x="3323613" y="2759919"/>
                </a:lnTo>
                <a:lnTo>
                  <a:pt x="3347065" y="2721724"/>
                </a:lnTo>
                <a:lnTo>
                  <a:pt x="3369586" y="2682907"/>
                </a:lnTo>
                <a:lnTo>
                  <a:pt x="3391160" y="2643486"/>
                </a:lnTo>
                <a:lnTo>
                  <a:pt x="3411771" y="2603476"/>
                </a:lnTo>
                <a:lnTo>
                  <a:pt x="3431404" y="2562891"/>
                </a:lnTo>
                <a:lnTo>
                  <a:pt x="3450043" y="2521749"/>
                </a:lnTo>
                <a:lnTo>
                  <a:pt x="3467673" y="2480063"/>
                </a:lnTo>
                <a:lnTo>
                  <a:pt x="3484279" y="2437851"/>
                </a:lnTo>
                <a:lnTo>
                  <a:pt x="3499844" y="2395126"/>
                </a:lnTo>
                <a:lnTo>
                  <a:pt x="3514353" y="2351906"/>
                </a:lnTo>
                <a:lnTo>
                  <a:pt x="3527791" y="2308205"/>
                </a:lnTo>
                <a:lnTo>
                  <a:pt x="3540142" y="2264039"/>
                </a:lnTo>
                <a:lnTo>
                  <a:pt x="3551391" y="2219424"/>
                </a:lnTo>
                <a:lnTo>
                  <a:pt x="3561521" y="2174374"/>
                </a:lnTo>
                <a:lnTo>
                  <a:pt x="3570518" y="2128907"/>
                </a:lnTo>
                <a:lnTo>
                  <a:pt x="3578366" y="2083036"/>
                </a:lnTo>
                <a:lnTo>
                  <a:pt x="3585049" y="2036778"/>
                </a:lnTo>
                <a:lnTo>
                  <a:pt x="3590552" y="1990149"/>
                </a:lnTo>
                <a:lnTo>
                  <a:pt x="3594859" y="1943163"/>
                </a:lnTo>
                <a:lnTo>
                  <a:pt x="3597954" y="1895837"/>
                </a:lnTo>
                <a:lnTo>
                  <a:pt x="3599823" y="1848185"/>
                </a:lnTo>
                <a:lnTo>
                  <a:pt x="3600450" y="1800225"/>
                </a:lnTo>
                <a:lnTo>
                  <a:pt x="3599823" y="1752264"/>
                </a:lnTo>
                <a:lnTo>
                  <a:pt x="3597954" y="1704612"/>
                </a:lnTo>
                <a:lnTo>
                  <a:pt x="3594859" y="1657286"/>
                </a:lnTo>
                <a:lnTo>
                  <a:pt x="3590552" y="1610300"/>
                </a:lnTo>
                <a:lnTo>
                  <a:pt x="3585049" y="1563671"/>
                </a:lnTo>
                <a:lnTo>
                  <a:pt x="3578366" y="1517413"/>
                </a:lnTo>
                <a:lnTo>
                  <a:pt x="3570518" y="1471542"/>
                </a:lnTo>
                <a:lnTo>
                  <a:pt x="3561521" y="1426075"/>
                </a:lnTo>
                <a:lnTo>
                  <a:pt x="3551391" y="1381025"/>
                </a:lnTo>
                <a:lnTo>
                  <a:pt x="3540142" y="1336410"/>
                </a:lnTo>
                <a:lnTo>
                  <a:pt x="3527791" y="1292244"/>
                </a:lnTo>
                <a:lnTo>
                  <a:pt x="3514353" y="1248543"/>
                </a:lnTo>
                <a:lnTo>
                  <a:pt x="3499844" y="1205323"/>
                </a:lnTo>
                <a:lnTo>
                  <a:pt x="3484279" y="1162598"/>
                </a:lnTo>
                <a:lnTo>
                  <a:pt x="3467673" y="1120386"/>
                </a:lnTo>
                <a:lnTo>
                  <a:pt x="3450043" y="1078700"/>
                </a:lnTo>
                <a:lnTo>
                  <a:pt x="3431404" y="1037558"/>
                </a:lnTo>
                <a:lnTo>
                  <a:pt x="3411771" y="996973"/>
                </a:lnTo>
                <a:lnTo>
                  <a:pt x="3391160" y="956963"/>
                </a:lnTo>
                <a:lnTo>
                  <a:pt x="3369586" y="917542"/>
                </a:lnTo>
                <a:lnTo>
                  <a:pt x="3347065" y="878725"/>
                </a:lnTo>
                <a:lnTo>
                  <a:pt x="3323613" y="840530"/>
                </a:lnTo>
                <a:lnTo>
                  <a:pt x="3299245" y="802970"/>
                </a:lnTo>
                <a:lnTo>
                  <a:pt x="3273976" y="766062"/>
                </a:lnTo>
                <a:lnTo>
                  <a:pt x="3247823" y="729821"/>
                </a:lnTo>
                <a:lnTo>
                  <a:pt x="3220801" y="694263"/>
                </a:lnTo>
                <a:lnTo>
                  <a:pt x="3192924" y="659403"/>
                </a:lnTo>
                <a:lnTo>
                  <a:pt x="3164210" y="625256"/>
                </a:lnTo>
                <a:lnTo>
                  <a:pt x="3134673" y="591840"/>
                </a:lnTo>
                <a:lnTo>
                  <a:pt x="3104329" y="559167"/>
                </a:lnTo>
                <a:lnTo>
                  <a:pt x="3073193" y="527256"/>
                </a:lnTo>
                <a:lnTo>
                  <a:pt x="3041282" y="496120"/>
                </a:lnTo>
                <a:lnTo>
                  <a:pt x="3008609" y="465776"/>
                </a:lnTo>
                <a:lnTo>
                  <a:pt x="2975193" y="436239"/>
                </a:lnTo>
                <a:lnTo>
                  <a:pt x="2941046" y="407525"/>
                </a:lnTo>
                <a:lnTo>
                  <a:pt x="2906186" y="379648"/>
                </a:lnTo>
                <a:lnTo>
                  <a:pt x="2870628" y="352626"/>
                </a:lnTo>
                <a:lnTo>
                  <a:pt x="2834387" y="326473"/>
                </a:lnTo>
                <a:lnTo>
                  <a:pt x="2797479" y="301204"/>
                </a:lnTo>
                <a:lnTo>
                  <a:pt x="2759919" y="276836"/>
                </a:lnTo>
                <a:lnTo>
                  <a:pt x="2721724" y="253384"/>
                </a:lnTo>
                <a:lnTo>
                  <a:pt x="2682907" y="230863"/>
                </a:lnTo>
                <a:lnTo>
                  <a:pt x="2643486" y="209289"/>
                </a:lnTo>
                <a:lnTo>
                  <a:pt x="2603476" y="188678"/>
                </a:lnTo>
                <a:lnTo>
                  <a:pt x="2562891" y="169045"/>
                </a:lnTo>
                <a:lnTo>
                  <a:pt x="2521749" y="150406"/>
                </a:lnTo>
                <a:lnTo>
                  <a:pt x="2480063" y="132776"/>
                </a:lnTo>
                <a:lnTo>
                  <a:pt x="2437851" y="116170"/>
                </a:lnTo>
                <a:lnTo>
                  <a:pt x="2395126" y="100605"/>
                </a:lnTo>
                <a:lnTo>
                  <a:pt x="2351906" y="86096"/>
                </a:lnTo>
                <a:lnTo>
                  <a:pt x="2308205" y="72658"/>
                </a:lnTo>
                <a:lnTo>
                  <a:pt x="2264039" y="60307"/>
                </a:lnTo>
                <a:lnTo>
                  <a:pt x="2219424" y="49058"/>
                </a:lnTo>
                <a:lnTo>
                  <a:pt x="2174374" y="38928"/>
                </a:lnTo>
                <a:lnTo>
                  <a:pt x="2128907" y="29931"/>
                </a:lnTo>
                <a:lnTo>
                  <a:pt x="2083036" y="22083"/>
                </a:lnTo>
                <a:lnTo>
                  <a:pt x="2036778" y="15400"/>
                </a:lnTo>
                <a:lnTo>
                  <a:pt x="1990149" y="9897"/>
                </a:lnTo>
                <a:lnTo>
                  <a:pt x="1943163" y="5590"/>
                </a:lnTo>
                <a:lnTo>
                  <a:pt x="1895837" y="2495"/>
                </a:lnTo>
                <a:lnTo>
                  <a:pt x="1848185" y="626"/>
                </a:lnTo>
                <a:lnTo>
                  <a:pt x="1800225" y="0"/>
                </a:lnTo>
                <a:close/>
              </a:path>
            </a:pathLst>
          </a:custGeom>
          <a:solidFill>
            <a:srgbClr val="004B49"/>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000" b="1" i="0">
                <a:solidFill>
                  <a:srgbClr val="FDFFF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4/3/2025</a:t>
            </a:fld>
            <a:endParaRPr lang="en-US"/>
          </a:p>
        </p:txBody>
      </p:sp>
      <p:sp>
        <p:nvSpPr>
          <p:cNvPr id="5" name="Holder 5"/>
          <p:cNvSpPr>
            <a:spLocks noGrp="1"/>
          </p:cNvSpPr>
          <p:nvPr>
            <p:ph type="sldNum" sz="quarter" idx="7"/>
          </p:nvPr>
        </p:nvSpPr>
        <p:spPr/>
        <p:txBody>
          <a:bodyPr lIns="0" tIns="0" rIns="0" bIns="0"/>
          <a:lstStyle>
            <a:lvl1pPr>
              <a:defRPr sz="1200" b="0" i="0">
                <a:solidFill>
                  <a:srgbClr val="7E7E7E"/>
                </a:solidFill>
                <a:latin typeface="Arial"/>
                <a:cs typeface="Arial"/>
              </a:defRPr>
            </a:lvl1pPr>
          </a:lstStyle>
          <a:p>
            <a:pPr marL="38100">
              <a:lnSpc>
                <a:spcPts val="1425"/>
              </a:lnSpc>
            </a:pPr>
            <a:fld id="{81D60167-4931-47E6-BA6A-407CBD079E47}" type="slidenum">
              <a:rPr spc="-50" dirty="0"/>
              <a:t>‹#›</a:t>
            </a:fld>
            <a:endParaRPr spc="-50"/>
          </a:p>
        </p:txBody>
      </p:sp>
    </p:spTree>
    <p:extLst>
      <p:ext uri="{BB962C8B-B14F-4D97-AF65-F5344CB8AC3E}">
        <p14:creationId xmlns:p14="http://schemas.microsoft.com/office/powerpoint/2010/main" val="2913038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rgbClr val="FDFFF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4/3/2025</a:t>
            </a:fld>
            <a:endParaRPr lang="en-US"/>
          </a:p>
        </p:txBody>
      </p:sp>
      <p:sp>
        <p:nvSpPr>
          <p:cNvPr id="6" name="Holder 6"/>
          <p:cNvSpPr>
            <a:spLocks noGrp="1"/>
          </p:cNvSpPr>
          <p:nvPr>
            <p:ph type="sldNum" sz="quarter" idx="7"/>
          </p:nvPr>
        </p:nvSpPr>
        <p:spPr/>
        <p:txBody>
          <a:bodyPr lIns="0" tIns="0" rIns="0" bIns="0"/>
          <a:lstStyle>
            <a:lvl1pPr>
              <a:defRPr sz="1200" b="0" i="0">
                <a:solidFill>
                  <a:srgbClr val="7E7E7E"/>
                </a:solidFill>
                <a:latin typeface="Arial"/>
                <a:cs typeface="Arial"/>
              </a:defRPr>
            </a:lvl1pPr>
          </a:lstStyle>
          <a:p>
            <a:pPr marL="38100">
              <a:lnSpc>
                <a:spcPts val="1425"/>
              </a:lnSpc>
            </a:pPr>
            <a:fld id="{81D60167-4931-47E6-BA6A-407CBD079E47}" type="slidenum">
              <a:rPr spc="-50" dirty="0"/>
              <a:t>‹#›</a:t>
            </a:fld>
            <a:endParaRPr spc="-50"/>
          </a:p>
        </p:txBody>
      </p:sp>
    </p:spTree>
    <p:extLst>
      <p:ext uri="{BB962C8B-B14F-4D97-AF65-F5344CB8AC3E}">
        <p14:creationId xmlns:p14="http://schemas.microsoft.com/office/powerpoint/2010/main" val="2576265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2" name="Google Shape;24;p6">
            <a:extLst>
              <a:ext uri="{FF2B5EF4-FFF2-40B4-BE49-F238E27FC236}">
                <a16:creationId xmlns:a16="http://schemas.microsoft.com/office/drawing/2014/main" id="{113E6345-9EC7-CA28-E013-1BC283A48FE8}"/>
              </a:ext>
            </a:extLst>
          </p:cNvPr>
          <p:cNvSpPr txBox="1">
            <a:spLocks noGrp="1"/>
          </p:cNvSpPr>
          <p:nvPr>
            <p:ph type="title"/>
          </p:nvPr>
        </p:nvSpPr>
        <p:spPr>
          <a:xfrm>
            <a:off x="947032" y="223284"/>
            <a:ext cx="11014595" cy="861237"/>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sz="2400">
                <a:solidFill>
                  <a:schemeClr val="tx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748779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351523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2116311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alphaModFix amt="0"/>
            <a:lum/>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ctr"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1501102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w/ Subhead">
    <p:bg>
      <p:bgPr>
        <a:blipFill dpi="0" rotWithShape="1">
          <a:blip r:embed="rId2">
            <a:alphaModFix amt="0"/>
            <a:lum/>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321671"/>
            <a:ext cx="10274300" cy="5135835"/>
          </a:xfrm>
        </p:spPr>
        <p:txBody>
          <a:bodyPr lIns="0" tIns="0" rIns="0" bIns="0" anchor="ctr"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
        <p:nvSpPr>
          <p:cNvPr id="4" name="Text Placeholder 3">
            <a:extLst>
              <a:ext uri="{FF2B5EF4-FFF2-40B4-BE49-F238E27FC236}">
                <a16:creationId xmlns:a16="http://schemas.microsoft.com/office/drawing/2014/main" id="{E24C085C-4819-6148-88EB-7F81217A7C06}"/>
              </a:ext>
            </a:extLst>
          </p:cNvPr>
          <p:cNvSpPr>
            <a:spLocks noGrp="1"/>
          </p:cNvSpPr>
          <p:nvPr>
            <p:ph type="body" sz="quarter" idx="10" hasCustomPrompt="1"/>
          </p:nvPr>
        </p:nvSpPr>
        <p:spPr>
          <a:xfrm>
            <a:off x="355600" y="845969"/>
            <a:ext cx="1732847" cy="320088"/>
          </a:xfrm>
        </p:spPr>
        <p:txBody>
          <a:bodyPr wrap="none" lIns="0" tIns="0" rIns="0" bIns="0" anchor="t" anchorCtr="0">
            <a:spAutoFit/>
          </a:bodyPr>
          <a:lstStyle>
            <a:lvl1pPr marL="0" indent="0">
              <a:spcBef>
                <a:spcPts val="0"/>
              </a:spcBef>
              <a:buNone/>
              <a:defRPr lang="en-US" dirty="0">
                <a:solidFill>
                  <a:schemeClr val="tx2"/>
                </a:solidFill>
                <a:latin typeface="+mn-lt"/>
              </a:defRPr>
            </a:lvl1pPr>
          </a:lstStyle>
          <a:p>
            <a:pPr marL="0" lvl="0" defTabSz="914400"/>
            <a:r>
              <a:rPr lang="en-US" sz="2600">
                <a:solidFill>
                  <a:schemeClr val="tx2"/>
                </a:solidFill>
              </a:rPr>
              <a:t>Click to Edit</a:t>
            </a:r>
          </a:p>
        </p:txBody>
      </p:sp>
    </p:spTree>
    <p:extLst>
      <p:ext uri="{BB962C8B-B14F-4D97-AF65-F5344CB8AC3E}">
        <p14:creationId xmlns:p14="http://schemas.microsoft.com/office/powerpoint/2010/main" val="22847916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355601" y="1066800"/>
            <a:ext cx="5558367" cy="4914900"/>
          </a:xfrm>
        </p:spPr>
        <p:txBody>
          <a:bodyPr lIns="0" tIns="0" rIns="0" bIns="0"/>
          <a:lstStyle>
            <a:lvl1pP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p:cNvSpPr>
            <a:spLocks noGrp="1"/>
          </p:cNvSpPr>
          <p:nvPr>
            <p:ph idx="10"/>
          </p:nvPr>
        </p:nvSpPr>
        <p:spPr>
          <a:xfrm>
            <a:off x="6269567" y="1066800"/>
            <a:ext cx="5558367" cy="4929447"/>
          </a:xfrm>
        </p:spPr>
        <p:txBody>
          <a:bodyPr lIns="0" tIns="0" rIns="0" bIns="0"/>
          <a:lstStyle>
            <a:lvl1pP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9102E25B-9495-E746-87BD-2882D0AE3EEB}"/>
              </a:ext>
            </a:extLst>
          </p:cNvPr>
          <p:cNvCxnSpPr/>
          <p:nvPr userDrawn="1"/>
        </p:nvCxnSpPr>
        <p:spPr>
          <a:xfrm>
            <a:off x="6096000" y="1066800"/>
            <a:ext cx="0" cy="4914900"/>
          </a:xfrm>
          <a:prstGeom prst="line">
            <a:avLst/>
          </a:prstGeom>
          <a:ln w="15875">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4" name="Title 5">
            <a:extLst>
              <a:ext uri="{FF2B5EF4-FFF2-40B4-BE49-F238E27FC236}">
                <a16:creationId xmlns:a16="http://schemas.microsoft.com/office/drawing/2014/main" id="{FF28FBB9-7356-1749-AF1D-0D25B97BE04E}"/>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0B683E68-D08B-CC45-A7FB-13081272693E}"/>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1" name="Slide Number Placeholder 3">
            <a:extLst>
              <a:ext uri="{FF2B5EF4-FFF2-40B4-BE49-F238E27FC236}">
                <a16:creationId xmlns:a16="http://schemas.microsoft.com/office/drawing/2014/main" id="{CD766B48-3BA7-6649-8D35-3B23439CA213}"/>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412F0BCD-3D7D-A74A-A0E2-7C6BAF1E6C6F}"/>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179379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g Messagin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69D9013-ECCC-D041-8602-ADF58DA80DA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pic>
        <p:nvPicPr>
          <p:cNvPr id="11" name="Graphic 10">
            <a:extLst>
              <a:ext uri="{FF2B5EF4-FFF2-40B4-BE49-F238E27FC236}">
                <a16:creationId xmlns:a16="http://schemas.microsoft.com/office/drawing/2014/main" id="{604FFAC6-68F2-994E-B91C-5DC76B0751D8}"/>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3018" t="28668" r="14255" b="26986"/>
          <a:stretch/>
        </p:blipFill>
        <p:spPr>
          <a:xfrm>
            <a:off x="0" y="0"/>
            <a:ext cx="12192000" cy="6858000"/>
          </a:xfrm>
          <a:prstGeom prst="rect">
            <a:avLst/>
          </a:prstGeom>
        </p:spPr>
      </p:pic>
      <p:sp>
        <p:nvSpPr>
          <p:cNvPr id="7" name="Content Placeholder 2"/>
          <p:cNvSpPr>
            <a:spLocks noGrp="1"/>
          </p:cNvSpPr>
          <p:nvPr>
            <p:ph idx="1" hasCustomPrompt="1"/>
          </p:nvPr>
        </p:nvSpPr>
        <p:spPr>
          <a:xfrm>
            <a:off x="355601" y="787400"/>
            <a:ext cx="5557837" cy="5585437"/>
          </a:xfrm>
        </p:spPr>
        <p:txBody>
          <a:bodyPr lIns="0" tIns="0" rIns="0" bIns="0" anchor="ctr">
            <a:normAutofit/>
          </a:bodyPr>
          <a:lstStyle>
            <a:lvl1pPr marL="0" indent="0">
              <a:lnSpc>
                <a:spcPct val="90000"/>
              </a:lnSpc>
              <a:buNone/>
              <a:defRPr sz="4800">
                <a:solidFill>
                  <a:schemeClr val="tx2"/>
                </a:solidFill>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p:txBody>
      </p:sp>
      <p:sp>
        <p:nvSpPr>
          <p:cNvPr id="2" name="TextBox 1">
            <a:extLst>
              <a:ext uri="{FF2B5EF4-FFF2-40B4-BE49-F238E27FC236}">
                <a16:creationId xmlns:a16="http://schemas.microsoft.com/office/drawing/2014/main" id="{11ECC1EE-582D-A143-AF7D-E409C134D032}"/>
              </a:ext>
            </a:extLst>
          </p:cNvPr>
          <p:cNvSpPr txBox="1"/>
          <p:nvPr userDrawn="1"/>
        </p:nvSpPr>
        <p:spPr>
          <a:xfrm>
            <a:off x="16190976" y="694944"/>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sp>
        <p:nvSpPr>
          <p:cNvPr id="13" name="Rectangle 12">
            <a:extLst>
              <a:ext uri="{FF2B5EF4-FFF2-40B4-BE49-F238E27FC236}">
                <a16:creationId xmlns:a16="http://schemas.microsoft.com/office/drawing/2014/main" id="{74041FE8-0344-5D47-9947-DD38BB729CF3}"/>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0" name="Footer Placeholder 1">
            <a:extLst>
              <a:ext uri="{FF2B5EF4-FFF2-40B4-BE49-F238E27FC236}">
                <a16:creationId xmlns:a16="http://schemas.microsoft.com/office/drawing/2014/main" id="{E8372402-BBA1-394F-9C25-A9009A3E6AD9}"/>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2" name="Slide Number Placeholder 3">
            <a:extLst>
              <a:ext uri="{FF2B5EF4-FFF2-40B4-BE49-F238E27FC236}">
                <a16:creationId xmlns:a16="http://schemas.microsoft.com/office/drawing/2014/main" id="{0BF7B18B-3452-454A-A1E1-F192457184C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7AEECA3B-2490-0F46-99E8-9FCD54896102}"/>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783717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alphaModFix amt="0"/>
            <a:lum/>
          </a:blip>
          <a:srcRect/>
          <a:stretch>
            <a:fillRect/>
          </a:stretch>
        </a:blipFill>
        <a:effectLst/>
      </p:bgPr>
    </p:bg>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02D8C86E-7D7D-9D4A-8B51-99DC189910A7}"/>
              </a:ext>
            </a:extLst>
          </p:cNvPr>
          <p:cNvSpPr>
            <a:spLocks noGrp="1"/>
          </p:cNvSpPr>
          <p:nvPr>
            <p:ph type="title" hasCustomPrompt="1"/>
          </p:nvPr>
        </p:nvSpPr>
        <p:spPr>
          <a:xfrm>
            <a:off x="342900" y="219456"/>
            <a:ext cx="10287000" cy="470898"/>
          </a:xfrm>
          <a:prstGeom prst="rect">
            <a:avLst/>
          </a:prstGeom>
          <a:noFill/>
          <a:ln w="50800">
            <a:no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16" name="Content Placeholder 2">
            <a:extLst>
              <a:ext uri="{FF2B5EF4-FFF2-40B4-BE49-F238E27FC236}">
                <a16:creationId xmlns:a16="http://schemas.microsoft.com/office/drawing/2014/main" id="{DE9E4A5C-39F9-1A4F-B2B0-4C4B0980D3A4}"/>
              </a:ext>
            </a:extLst>
          </p:cNvPr>
          <p:cNvSpPr>
            <a:spLocks noGrp="1"/>
          </p:cNvSpPr>
          <p:nvPr>
            <p:ph idx="1"/>
          </p:nvPr>
        </p:nvSpPr>
        <p:spPr>
          <a:xfrm>
            <a:off x="355601" y="1066800"/>
            <a:ext cx="10274299" cy="4914900"/>
          </a:xfrm>
        </p:spPr>
        <p:txBody>
          <a:bodyPr lIns="0" tIns="0" rIns="0" bIns="0"/>
          <a:lstStyle>
            <a:lvl1pPr marL="0" indent="0">
              <a:buNone/>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p:txBody>
      </p:sp>
      <p:sp>
        <p:nvSpPr>
          <p:cNvPr id="7" name="Footer Placeholder 1">
            <a:extLst>
              <a:ext uri="{FF2B5EF4-FFF2-40B4-BE49-F238E27FC236}">
                <a16:creationId xmlns:a16="http://schemas.microsoft.com/office/drawing/2014/main" id="{31490E1E-9A0D-4048-87C4-980D6C957D88}"/>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8" name="Slide Number Placeholder 3">
            <a:extLst>
              <a:ext uri="{FF2B5EF4-FFF2-40B4-BE49-F238E27FC236}">
                <a16:creationId xmlns:a16="http://schemas.microsoft.com/office/drawing/2014/main" id="{BBDB334F-D3ED-B641-8620-5DA5023BCB14}"/>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9" name="Date Placeholder 3">
            <a:extLst>
              <a:ext uri="{FF2B5EF4-FFF2-40B4-BE49-F238E27FC236}">
                <a16:creationId xmlns:a16="http://schemas.microsoft.com/office/drawing/2014/main" id="{27E5EDB9-DCC2-8647-A866-50FB4F85599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6474578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9821391-EB63-F94A-95E5-C3E7FB511E27}"/>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6" name="Content Placeholder 2">
            <a:extLst>
              <a:ext uri="{FF2B5EF4-FFF2-40B4-BE49-F238E27FC236}">
                <a16:creationId xmlns:a16="http://schemas.microsoft.com/office/drawing/2014/main" id="{9A90929A-91F9-3044-A804-4F88C51E83A3}"/>
              </a:ext>
            </a:extLst>
          </p:cNvPr>
          <p:cNvSpPr>
            <a:spLocks noGrp="1"/>
          </p:cNvSpPr>
          <p:nvPr>
            <p:ph idx="1"/>
          </p:nvPr>
        </p:nvSpPr>
        <p:spPr>
          <a:xfrm>
            <a:off x="355601" y="1066800"/>
            <a:ext cx="10274299" cy="4914900"/>
          </a:xfrm>
        </p:spPr>
        <p:txBody>
          <a:bodyPr lIns="0" tIns="0" rIns="0" bIns="0"/>
          <a:lstStyle>
            <a:lvl1pPr marL="0" indent="0">
              <a:buNone/>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p:txBody>
      </p:sp>
      <p:sp>
        <p:nvSpPr>
          <p:cNvPr id="7" name="Footer Placeholder 1">
            <a:extLst>
              <a:ext uri="{FF2B5EF4-FFF2-40B4-BE49-F238E27FC236}">
                <a16:creationId xmlns:a16="http://schemas.microsoft.com/office/drawing/2014/main" id="{98F33FEB-75AD-A94C-AB8E-548146CD77BD}"/>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8" name="Slide Number Placeholder 3">
            <a:extLst>
              <a:ext uri="{FF2B5EF4-FFF2-40B4-BE49-F238E27FC236}">
                <a16:creationId xmlns:a16="http://schemas.microsoft.com/office/drawing/2014/main" id="{8BB2B7C7-C861-E244-8F07-B680F7C82F1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9" name="Date Placeholder 3">
            <a:extLst>
              <a:ext uri="{FF2B5EF4-FFF2-40B4-BE49-F238E27FC236}">
                <a16:creationId xmlns:a16="http://schemas.microsoft.com/office/drawing/2014/main" id="{E8E487D7-2B04-5A4D-9C0B-F910D0AEC145}"/>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52352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2" name="Picture Placeholder 11"/>
          <p:cNvSpPr>
            <a:spLocks noGrp="1"/>
          </p:cNvSpPr>
          <p:nvPr>
            <p:ph type="pic" sz="quarter" idx="11" hasCustomPrompt="1"/>
          </p:nvPr>
        </p:nvSpPr>
        <p:spPr>
          <a:xfrm>
            <a:off x="6278034" y="1066800"/>
            <a:ext cx="5913966" cy="4914900"/>
          </a:xfrm>
          <a:prstGeom prst="rect">
            <a:avLst/>
          </a:prstGeom>
          <a:solidFill>
            <a:schemeClr val="bg1">
              <a:lumMod val="85000"/>
            </a:schemeClr>
          </a:solidFill>
        </p:spPr>
        <p:txBody>
          <a:bodyPr wrap="square">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a:t>Click to add picture</a:t>
            </a:r>
          </a:p>
        </p:txBody>
      </p:sp>
      <p:sp>
        <p:nvSpPr>
          <p:cNvPr id="5" name="Text Placeholder 3"/>
          <p:cNvSpPr>
            <a:spLocks noGrp="1"/>
          </p:cNvSpPr>
          <p:nvPr>
            <p:ph type="body" sz="half" idx="2"/>
          </p:nvPr>
        </p:nvSpPr>
        <p:spPr>
          <a:xfrm>
            <a:off x="355601" y="1066800"/>
            <a:ext cx="5558367" cy="4914900"/>
          </a:xfrm>
        </p:spPr>
        <p:txBody>
          <a:bodyPr>
            <a:normAutofit/>
          </a:bodyPr>
          <a:lstStyle>
            <a:lvl1pPr marL="0" indent="0">
              <a:buNone/>
              <a:defRPr sz="2800" b="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9" name="Straight Connector 8">
            <a:extLst>
              <a:ext uri="{FF2B5EF4-FFF2-40B4-BE49-F238E27FC236}">
                <a16:creationId xmlns:a16="http://schemas.microsoft.com/office/drawing/2014/main" id="{DE6B84C6-07FB-804B-A710-4CC5B87F173D}"/>
              </a:ext>
            </a:extLst>
          </p:cNvPr>
          <p:cNvCxnSpPr/>
          <p:nvPr userDrawn="1"/>
        </p:nvCxnSpPr>
        <p:spPr>
          <a:xfrm>
            <a:off x="6096000" y="1066800"/>
            <a:ext cx="0" cy="4914900"/>
          </a:xfrm>
          <a:prstGeom prst="line">
            <a:avLst/>
          </a:prstGeom>
          <a:ln w="15875">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7" name="Title 5">
            <a:extLst>
              <a:ext uri="{FF2B5EF4-FFF2-40B4-BE49-F238E27FC236}">
                <a16:creationId xmlns:a16="http://schemas.microsoft.com/office/drawing/2014/main" id="{89675850-16BD-8144-963D-71BC7A17813A}"/>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10" name="Footer Placeholder 1">
            <a:extLst>
              <a:ext uri="{FF2B5EF4-FFF2-40B4-BE49-F238E27FC236}">
                <a16:creationId xmlns:a16="http://schemas.microsoft.com/office/drawing/2014/main" id="{BCE41326-C290-4D46-B402-D7627D5D1C33}"/>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1" name="Slide Number Placeholder 3">
            <a:extLst>
              <a:ext uri="{FF2B5EF4-FFF2-40B4-BE49-F238E27FC236}">
                <a16:creationId xmlns:a16="http://schemas.microsoft.com/office/drawing/2014/main" id="{FBACB6DA-63B0-314A-B8B3-1B03BE00838C}"/>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3" name="Date Placeholder 3">
            <a:extLst>
              <a:ext uri="{FF2B5EF4-FFF2-40B4-BE49-F238E27FC236}">
                <a16:creationId xmlns:a16="http://schemas.microsoft.com/office/drawing/2014/main" id="{88CF302A-E0FA-844E-AA9D-A8649F7C60DC}"/>
              </a:ext>
            </a:extLst>
          </p:cNvPr>
          <p:cNvSpPr>
            <a:spLocks noGrp="1"/>
          </p:cNvSpPr>
          <p:nvPr>
            <p:ph type="dt" sz="half" idx="1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408255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096000" y="1066800"/>
            <a:ext cx="6096000" cy="2484812"/>
          </a:xfrm>
          <a:solidFill>
            <a:schemeClr val="accent5">
              <a:alpha val="6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6" name="Content Placeholder 2"/>
          <p:cNvSpPr>
            <a:spLocks noGrp="1"/>
          </p:cNvSpPr>
          <p:nvPr>
            <p:ph idx="10"/>
          </p:nvPr>
        </p:nvSpPr>
        <p:spPr>
          <a:xfrm>
            <a:off x="0" y="1066800"/>
            <a:ext cx="6095999" cy="2484812"/>
          </a:xfrm>
          <a:solidFill>
            <a:schemeClr val="accent2">
              <a:alpha val="60000"/>
            </a:schemeClr>
          </a:solidFill>
        </p:spPr>
        <p:txBody>
          <a:bodyPr lIns="347472" tIns="91440" rIns="320040" bIns="91440"/>
          <a:lstStyle>
            <a:lvl1pPr>
              <a:buClr>
                <a:schemeClr val="bg1"/>
              </a:buCl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11"/>
          </p:nvPr>
        </p:nvSpPr>
        <p:spPr>
          <a:xfrm>
            <a:off x="6096000" y="3551612"/>
            <a:ext cx="6096000" cy="2430088"/>
          </a:xfrm>
          <a:solidFill>
            <a:schemeClr val="accent1">
              <a:alpha val="6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12" name="Content Placeholder 2"/>
          <p:cNvSpPr>
            <a:spLocks noGrp="1"/>
          </p:cNvSpPr>
          <p:nvPr>
            <p:ph idx="12"/>
          </p:nvPr>
        </p:nvSpPr>
        <p:spPr>
          <a:xfrm>
            <a:off x="1" y="3551612"/>
            <a:ext cx="6095998" cy="2430088"/>
          </a:xfrm>
          <a:solidFill>
            <a:schemeClr val="accent4">
              <a:alpha val="6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18" name="Title 5">
            <a:extLst>
              <a:ext uri="{FF2B5EF4-FFF2-40B4-BE49-F238E27FC236}">
                <a16:creationId xmlns:a16="http://schemas.microsoft.com/office/drawing/2014/main" id="{78A798C7-B50B-7E4B-8914-EB9EDEF6267F}"/>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10" name="Footer Placeholder 1">
            <a:extLst>
              <a:ext uri="{FF2B5EF4-FFF2-40B4-BE49-F238E27FC236}">
                <a16:creationId xmlns:a16="http://schemas.microsoft.com/office/drawing/2014/main" id="{234AD3D5-18D6-D040-A654-F65E86628A9A}"/>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3" name="Slide Number Placeholder 3">
            <a:extLst>
              <a:ext uri="{FF2B5EF4-FFF2-40B4-BE49-F238E27FC236}">
                <a16:creationId xmlns:a16="http://schemas.microsoft.com/office/drawing/2014/main" id="{18A8F755-7B54-D848-9B7D-B559785B80B0}"/>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4" name="Date Placeholder 3">
            <a:extLst>
              <a:ext uri="{FF2B5EF4-FFF2-40B4-BE49-F238E27FC236}">
                <a16:creationId xmlns:a16="http://schemas.microsoft.com/office/drawing/2014/main" id="{4DF077A6-9EEC-3748-B39E-00D917E612A9}"/>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999323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7" name="Content Placeholder 2"/>
          <p:cNvSpPr>
            <a:spLocks noGrp="1"/>
          </p:cNvSpPr>
          <p:nvPr>
            <p:ph idx="11"/>
          </p:nvPr>
        </p:nvSpPr>
        <p:spPr>
          <a:xfrm>
            <a:off x="0" y="1066799"/>
            <a:ext cx="12192000" cy="2446021"/>
          </a:xfrm>
          <a:solidFill>
            <a:schemeClr val="accent2">
              <a:alpha val="6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8" name="Content Placeholder 2"/>
          <p:cNvSpPr>
            <a:spLocks noGrp="1"/>
          </p:cNvSpPr>
          <p:nvPr>
            <p:ph idx="12"/>
          </p:nvPr>
        </p:nvSpPr>
        <p:spPr>
          <a:xfrm>
            <a:off x="0" y="3535679"/>
            <a:ext cx="12192000" cy="2446021"/>
          </a:xfrm>
          <a:solidFill>
            <a:schemeClr val="accent2">
              <a:alpha val="4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15" name="Title 5">
            <a:extLst>
              <a:ext uri="{FF2B5EF4-FFF2-40B4-BE49-F238E27FC236}">
                <a16:creationId xmlns:a16="http://schemas.microsoft.com/office/drawing/2014/main" id="{B13E02D9-AA64-7F4B-9F85-4DB537B8E56E}"/>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615B190D-9285-0047-8C80-F9E18787FE5C}"/>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0" name="Slide Number Placeholder 3">
            <a:extLst>
              <a:ext uri="{FF2B5EF4-FFF2-40B4-BE49-F238E27FC236}">
                <a16:creationId xmlns:a16="http://schemas.microsoft.com/office/drawing/2014/main" id="{DF4C8765-5BC8-5542-8BF7-0C865A99B5BF}"/>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1" name="Date Placeholder 3">
            <a:extLst>
              <a:ext uri="{FF2B5EF4-FFF2-40B4-BE49-F238E27FC236}">
                <a16:creationId xmlns:a16="http://schemas.microsoft.com/office/drawing/2014/main" id="{10C2A9EF-25B2-C04E-B939-044FC317B587}"/>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81989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Picture Over Text">
    <p:spTree>
      <p:nvGrpSpPr>
        <p:cNvPr id="1" name=""/>
        <p:cNvGrpSpPr/>
        <p:nvPr/>
      </p:nvGrpSpPr>
      <p:grpSpPr>
        <a:xfrm>
          <a:off x="0" y="0"/>
          <a:ext cx="0" cy="0"/>
          <a:chOff x="0" y="0"/>
          <a:chExt cx="0" cy="0"/>
        </a:xfrm>
      </p:grpSpPr>
      <p:sp>
        <p:nvSpPr>
          <p:cNvPr id="11" name="Picture Placeholder 10"/>
          <p:cNvSpPr>
            <a:spLocks noGrp="1"/>
          </p:cNvSpPr>
          <p:nvPr>
            <p:ph type="pic" sz="quarter" idx="11" hasCustomPrompt="1"/>
          </p:nvPr>
        </p:nvSpPr>
        <p:spPr>
          <a:xfrm>
            <a:off x="342900" y="3429000"/>
            <a:ext cx="11506200" cy="3019257"/>
          </a:xfrm>
          <a:prstGeom prst="rect">
            <a:avLst/>
          </a:prstGeom>
          <a:solidFill>
            <a:schemeClr val="bg1">
              <a:lumMod val="85000"/>
            </a:schemeClr>
          </a:solidFill>
        </p:spPr>
        <p:txBody>
          <a:bodyPr wrap="square">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a:t>Click to add picture</a:t>
            </a:r>
          </a:p>
        </p:txBody>
      </p:sp>
      <p:sp>
        <p:nvSpPr>
          <p:cNvPr id="7" name="Content Placeholder 2"/>
          <p:cNvSpPr>
            <a:spLocks noGrp="1"/>
          </p:cNvSpPr>
          <p:nvPr>
            <p:ph idx="12"/>
          </p:nvPr>
        </p:nvSpPr>
        <p:spPr>
          <a:xfrm>
            <a:off x="342900" y="848865"/>
            <a:ext cx="11493500" cy="2362200"/>
          </a:xfrm>
        </p:spPr>
        <p:txBody>
          <a:bodyPr lIns="0" tIns="0" rIns="0" bIns="0"/>
          <a:lstStyle>
            <a:lvl1pP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5">
            <a:extLst>
              <a:ext uri="{FF2B5EF4-FFF2-40B4-BE49-F238E27FC236}">
                <a16:creationId xmlns:a16="http://schemas.microsoft.com/office/drawing/2014/main" id="{FA2F562D-A32C-6B44-84CA-2D09B48AB4F5}"/>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19" name="Rectangle 18">
            <a:extLst>
              <a:ext uri="{FF2B5EF4-FFF2-40B4-BE49-F238E27FC236}">
                <a16:creationId xmlns:a16="http://schemas.microsoft.com/office/drawing/2014/main" id="{482C71B4-8300-B749-8448-1134D9BB0850}"/>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9" name="Footer Placeholder 1">
            <a:extLst>
              <a:ext uri="{FF2B5EF4-FFF2-40B4-BE49-F238E27FC236}">
                <a16:creationId xmlns:a16="http://schemas.microsoft.com/office/drawing/2014/main" id="{F914E7D0-2864-364E-83FE-A1C7E1F7D64B}"/>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0" name="Slide Number Placeholder 3">
            <a:extLst>
              <a:ext uri="{FF2B5EF4-FFF2-40B4-BE49-F238E27FC236}">
                <a16:creationId xmlns:a16="http://schemas.microsoft.com/office/drawing/2014/main" id="{68006D7E-C908-C143-8086-84A0E9A1B342}"/>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7F41950E-6ACF-9441-A5ED-3CB399B47BFB}"/>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79225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Text Over Picture">
    <p:bg>
      <p:bgPr>
        <a:blipFill dpi="0" rotWithShape="1">
          <a:blip r:embed="rId3">
            <a:alphaModFix amt="50000"/>
            <a:lum/>
          </a:blip>
          <a:srcRect/>
          <a:stretch>
            <a:fillRect/>
          </a:stretch>
        </a:blipFill>
        <a:effectLst/>
      </p:bgPr>
    </p:bg>
    <p:spTree>
      <p:nvGrpSpPr>
        <p:cNvPr id="1" name=""/>
        <p:cNvGrpSpPr/>
        <p:nvPr/>
      </p:nvGrpSpPr>
      <p:grpSpPr>
        <a:xfrm>
          <a:off x="0" y="0"/>
          <a:ext cx="0" cy="0"/>
          <a:chOff x="0" y="0"/>
          <a:chExt cx="0" cy="0"/>
        </a:xfrm>
      </p:grpSpPr>
      <p:sp>
        <p:nvSpPr>
          <p:cNvPr id="11" name="Picture Placeholder 10"/>
          <p:cNvSpPr>
            <a:spLocks noGrp="1"/>
          </p:cNvSpPr>
          <p:nvPr>
            <p:ph type="pic" sz="quarter" idx="11" hasCustomPrompt="1"/>
          </p:nvPr>
        </p:nvSpPr>
        <p:spPr>
          <a:xfrm>
            <a:off x="0" y="0"/>
            <a:ext cx="12192000" cy="6858000"/>
          </a:xfrm>
          <a:prstGeom prst="rect">
            <a:avLst/>
          </a:prstGeom>
          <a:solidFill>
            <a:schemeClr val="bg2"/>
          </a:solidFill>
        </p:spPr>
        <p:txBody>
          <a:bodyPr wrap="square">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a:t>Click to add picture</a:t>
            </a:r>
          </a:p>
        </p:txBody>
      </p:sp>
      <p:sp>
        <p:nvSpPr>
          <p:cNvPr id="2" name="Rectangle 1">
            <a:extLst>
              <a:ext uri="{FF2B5EF4-FFF2-40B4-BE49-F238E27FC236}">
                <a16:creationId xmlns:a16="http://schemas.microsoft.com/office/drawing/2014/main" id="{6F054765-79F3-BD4C-8B31-6F350DF7D843}"/>
              </a:ext>
            </a:extLst>
          </p:cNvPr>
          <p:cNvSpPr/>
          <p:nvPr userDrawn="1"/>
        </p:nvSpPr>
        <p:spPr>
          <a:xfrm>
            <a:off x="0" y="0"/>
            <a:ext cx="6269038" cy="6858000"/>
          </a:xfrm>
          <a:prstGeom prst="rect">
            <a:avLst/>
          </a:prstGeom>
          <a:gradFill flip="none" rotWithShape="1">
            <a:gsLst>
              <a:gs pos="14000">
                <a:schemeClr val="bg2">
                  <a:lumMod val="75000"/>
                  <a:alpha val="0"/>
                </a:schemeClr>
              </a:gs>
              <a:gs pos="99000">
                <a:schemeClr val="bg2">
                  <a:lumMod val="75000"/>
                </a:scheme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Barlow" pitchFamily="2" charset="77"/>
            </a:endParaRPr>
          </a:p>
        </p:txBody>
      </p:sp>
      <p:sp>
        <p:nvSpPr>
          <p:cNvPr id="7" name="Content Placeholder 2"/>
          <p:cNvSpPr>
            <a:spLocks noGrp="1"/>
          </p:cNvSpPr>
          <p:nvPr>
            <p:ph idx="12"/>
          </p:nvPr>
        </p:nvSpPr>
        <p:spPr>
          <a:xfrm>
            <a:off x="355600" y="1066800"/>
            <a:ext cx="5557838" cy="4914900"/>
          </a:xfrm>
        </p:spPr>
        <p:txBody>
          <a:bodyPr lIns="0" tIns="0" rIns="0" bIns="0"/>
          <a:lstStyle>
            <a:lvl1pPr>
              <a:buClr>
                <a:schemeClr val="bg1"/>
              </a:buClr>
              <a:defRPr>
                <a:solidFill>
                  <a:schemeClr val="bg1"/>
                </a:solidFill>
              </a:defRPr>
            </a:lvl1pPr>
            <a:lvl2pPr marL="457200" indent="-228600" algn="l" defTabSz="457200" rtl="0" eaLnBrk="1" latinLnBrk="0" hangingPunct="1">
              <a:spcBef>
                <a:spcPct val="20000"/>
              </a:spcBef>
              <a:buClr>
                <a:schemeClr val="bg1"/>
              </a:buClr>
              <a:buFont typeface="Wingdings" charset="2"/>
              <a:buChar char="§"/>
              <a:defRPr>
                <a:solidFill>
                  <a:schemeClr val="bg1"/>
                </a:solidFill>
              </a:defRPr>
            </a:lvl2pPr>
            <a:lvl3pPr marL="685800" indent="-228600" algn="l" defTabSz="457200" rtl="0" eaLnBrk="1" latinLnBrk="0" hangingPunct="1">
              <a:spcBef>
                <a:spcPct val="20000"/>
              </a:spcBef>
              <a:buClr>
                <a:schemeClr val="bg1"/>
              </a:buClr>
              <a:buSzPct val="100000"/>
              <a:buFont typeface="Wingdings" panose="05000000000000000000" pitchFamily="2" charset="2"/>
              <a:buChar char="§"/>
              <a:defRPr>
                <a:solidFill>
                  <a:schemeClr val="bg1"/>
                </a:solidFill>
              </a:defRPr>
            </a:lvl3pPr>
            <a:lvl4pPr marL="914400" indent="-228600" algn="l" defTabSz="457200" rtl="0" eaLnBrk="1" latinLnBrk="0" hangingPunct="1">
              <a:spcBef>
                <a:spcPct val="20000"/>
              </a:spcBef>
              <a:buClr>
                <a:schemeClr val="bg1"/>
              </a:buClr>
              <a:buSzPct val="100000"/>
              <a:buFont typeface="Wingdings" panose="05000000000000000000" pitchFamily="2" charset="2"/>
              <a:buChar char="§"/>
              <a:defRPr>
                <a:solidFill>
                  <a:schemeClr val="bg1"/>
                </a:solidFill>
              </a:defRPr>
            </a:lvl4pPr>
            <a:lvl5pPr marL="1143000" indent="-228600" algn="l" defTabSz="457200" rtl="0" eaLnBrk="1" latinLnBrk="0" hangingPunct="1">
              <a:spcBef>
                <a:spcPct val="20000"/>
              </a:spcBef>
              <a:buClr>
                <a:schemeClr val="bg1"/>
              </a:buClr>
              <a:buSzPct val="100000"/>
              <a:buFont typeface="Wingdings" panose="05000000000000000000" pitchFamily="2" charset="2"/>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F640E59-837A-434C-B9C3-E7075581B0C9}"/>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918098" y="293715"/>
            <a:ext cx="994800" cy="398355"/>
          </a:xfrm>
          <a:prstGeom prst="rect">
            <a:avLst/>
          </a:prstGeom>
          <a:noFill/>
          <a:ln>
            <a:noFill/>
          </a:ln>
        </p:spPr>
      </p:pic>
      <p:sp>
        <p:nvSpPr>
          <p:cNvPr id="16" name="Title 5">
            <a:extLst>
              <a:ext uri="{FF2B5EF4-FFF2-40B4-BE49-F238E27FC236}">
                <a16:creationId xmlns:a16="http://schemas.microsoft.com/office/drawing/2014/main" id="{0D7429E9-FB43-D949-ACA6-25803ED7534D}"/>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bg1"/>
                </a:solidFill>
                <a:latin typeface="Barlow" pitchFamily="2" charset="77"/>
                <a:ea typeface="+mj-ea"/>
                <a:cs typeface="+mj-cs"/>
              </a:defRPr>
            </a:lvl1pPr>
          </a:lstStyle>
          <a:p>
            <a:pPr lvl="0"/>
            <a:r>
              <a:rPr lang="en-US"/>
              <a:t>Click to Edit</a:t>
            </a:r>
          </a:p>
        </p:txBody>
      </p:sp>
      <p:sp>
        <p:nvSpPr>
          <p:cNvPr id="22" name="Rectangle 21">
            <a:extLst>
              <a:ext uri="{FF2B5EF4-FFF2-40B4-BE49-F238E27FC236}">
                <a16:creationId xmlns:a16="http://schemas.microsoft.com/office/drawing/2014/main" id="{BA19C77D-4271-1C4A-B30D-0BADC6B1D6C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37821145-20AC-0C4C-A501-27AAE22BDB9D}"/>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14" name="Slide Number Placeholder 3">
            <a:extLst>
              <a:ext uri="{FF2B5EF4-FFF2-40B4-BE49-F238E27FC236}">
                <a16:creationId xmlns:a16="http://schemas.microsoft.com/office/drawing/2014/main" id="{54CD3510-ED56-294C-82DB-C5EB3C0EBE79}"/>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8892E4C3-EB3F-184E-B988-AF55362F3553}"/>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488260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25ACDC-A542-1644-ACC8-03BEFDCE9394}"/>
              </a:ext>
            </a:extLst>
          </p:cNvPr>
          <p:cNvSpPr>
            <a:spLocks noGrp="1"/>
          </p:cNvSpPr>
          <p:nvPr>
            <p:ph type="dt" sz="half" idx="10"/>
          </p:nvPr>
        </p:nvSpPr>
        <p:spPr/>
        <p:txBody>
          <a:bodyPr/>
          <a:lstStyle/>
          <a:p>
            <a:fld id="{9FD802BD-3636-C34F-81A0-C5C670484C61}" type="datetimeFigureOut">
              <a:rPr lang="en-US" smtClean="0"/>
              <a:t>4/3/2025</a:t>
            </a:fld>
            <a:endParaRPr lang="en-US"/>
          </a:p>
        </p:txBody>
      </p:sp>
      <p:sp>
        <p:nvSpPr>
          <p:cNvPr id="3" name="Footer Placeholder 2">
            <a:extLst>
              <a:ext uri="{FF2B5EF4-FFF2-40B4-BE49-F238E27FC236}">
                <a16:creationId xmlns:a16="http://schemas.microsoft.com/office/drawing/2014/main" id="{4C73CAD7-D680-3248-89AC-406C3A2FBF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F4454D-3F33-CF4C-AAEA-B9C5C3288F25}"/>
              </a:ext>
            </a:extLst>
          </p:cNvPr>
          <p:cNvSpPr>
            <a:spLocks noGrp="1"/>
          </p:cNvSpPr>
          <p:nvPr>
            <p:ph type="sldNum" sz="quarter" idx="12"/>
          </p:nvPr>
        </p:nvSpPr>
        <p:spPr/>
        <p:txBody>
          <a:bodyPr/>
          <a:lstStyle/>
          <a:p>
            <a:fld id="{7E73FA04-4AF2-1744-AE26-E4FC07BCCC7D}" type="slidenum">
              <a:rPr lang="en-US" smtClean="0"/>
              <a:t>‹#›</a:t>
            </a:fld>
            <a:endParaRPr lang="en-US"/>
          </a:p>
        </p:txBody>
      </p:sp>
    </p:spTree>
    <p:extLst>
      <p:ext uri="{BB962C8B-B14F-4D97-AF65-F5344CB8AC3E}">
        <p14:creationId xmlns:p14="http://schemas.microsoft.com/office/powerpoint/2010/main" val="28855979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lumn Content">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80F7495-C78C-5BD8-12F5-D3FE1407E08D}"/>
              </a:ext>
            </a:extLst>
          </p:cNvPr>
          <p:cNvSpPr>
            <a:spLocks noGrp="1"/>
          </p:cNvSpPr>
          <p:nvPr>
            <p:ph idx="10"/>
          </p:nvPr>
        </p:nvSpPr>
        <p:spPr>
          <a:xfrm>
            <a:off x="417600" y="1364400"/>
            <a:ext cx="5486400" cy="50940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727E58A3-0A5D-732B-0055-E391B11ABCF7}"/>
              </a:ext>
            </a:extLst>
          </p:cNvPr>
          <p:cNvSpPr>
            <a:spLocks noGrp="1"/>
          </p:cNvSpPr>
          <p:nvPr>
            <p:ph idx="11"/>
          </p:nvPr>
        </p:nvSpPr>
        <p:spPr>
          <a:xfrm>
            <a:off x="6294293" y="1364400"/>
            <a:ext cx="5486400" cy="50940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9D0724DB-44AA-8EF1-D24E-EE31252C8A4D}"/>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a:t>©2024 Analog Devices, Inc. All Rights Reserved. </a:t>
            </a:r>
          </a:p>
        </p:txBody>
      </p:sp>
      <p:sp>
        <p:nvSpPr>
          <p:cNvPr id="3" name="Slide Number Placeholder 3">
            <a:extLst>
              <a:ext uri="{FF2B5EF4-FFF2-40B4-BE49-F238E27FC236}">
                <a16:creationId xmlns:a16="http://schemas.microsoft.com/office/drawing/2014/main" id="{12D86F02-FD9E-9CA8-C43A-A87AC3AFACCC}"/>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a:p>
        </p:txBody>
      </p:sp>
      <p:sp>
        <p:nvSpPr>
          <p:cNvPr id="6" name="Title 5">
            <a:extLst>
              <a:ext uri="{FF2B5EF4-FFF2-40B4-BE49-F238E27FC236}">
                <a16:creationId xmlns:a16="http://schemas.microsoft.com/office/drawing/2014/main" id="{18941DD9-5289-8381-97D8-48A472D3D163}"/>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a:t>Click to Add Title in Barlow Medium 32 pt. Title Case</a:t>
            </a:r>
            <a:endParaRPr lang="en-US"/>
          </a:p>
        </p:txBody>
      </p:sp>
    </p:spTree>
    <p:extLst>
      <p:ext uri="{BB962C8B-B14F-4D97-AF65-F5344CB8AC3E}">
        <p14:creationId xmlns:p14="http://schemas.microsoft.com/office/powerpoint/2010/main" val="1671880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Two Column Content">
    <p:bg>
      <p:bgPr>
        <a:solidFill>
          <a:srgbClr val="FFFFFF"/>
        </a:solidFill>
        <a:effectLst/>
      </p:bgPr>
    </p:bg>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2E4A2C5-3094-D0A9-60F3-7F6839C0ABFF}"/>
              </a:ext>
            </a:extLst>
          </p:cNvPr>
          <p:cNvSpPr txBox="1">
            <a:spLocks noGrp="1"/>
          </p:cNvSpPr>
          <p:nvPr>
            <p:ph idx="4294967295"/>
          </p:nvPr>
        </p:nvSpPr>
        <p:spPr>
          <a:xfrm>
            <a:off x="6294290" y="1364403"/>
            <a:ext cx="5486400" cy="5094003"/>
          </a:xfrm>
        </p:spPr>
        <p:txBody>
          <a:bodyPr>
            <a:noAutofit/>
          </a:bodyPr>
          <a:lstStyle>
            <a:lvl1pPr>
              <a:defRPr/>
            </a:lvl1pPr>
            <a:lvl2pPr>
              <a:defRPr/>
            </a:lvl2pPr>
            <a:lvl3pPr marL="866778" indent="-222254">
              <a:defRPr/>
            </a:lvl3pPr>
          </a:lstStyle>
          <a:p>
            <a:pPr lvl="0"/>
            <a:r>
              <a:rPr lang="en-US"/>
              <a:t>Click to edit Master text styles</a:t>
            </a:r>
          </a:p>
          <a:p>
            <a:pPr lvl="1"/>
            <a:r>
              <a:rPr lang="en-US"/>
              <a:t>Second level</a:t>
            </a:r>
          </a:p>
          <a:p>
            <a:pPr lvl="2"/>
            <a:r>
              <a:rPr lang="en-US"/>
              <a:t>Third level</a:t>
            </a:r>
          </a:p>
        </p:txBody>
      </p:sp>
      <p:sp>
        <p:nvSpPr>
          <p:cNvPr id="3" name="Legal Statement">
            <a:extLst>
              <a:ext uri="{FF2B5EF4-FFF2-40B4-BE49-F238E27FC236}">
                <a16:creationId xmlns:a16="http://schemas.microsoft.com/office/drawing/2014/main" id="{EF9219CC-93B7-28C1-6566-472C222926DF}"/>
              </a:ext>
            </a:extLst>
          </p:cNvPr>
          <p:cNvSpPr txBox="1">
            <a:spLocks noGrp="1"/>
          </p:cNvSpPr>
          <p:nvPr>
            <p:ph type="ftr" sz="quarter" idx="9"/>
          </p:nvPr>
        </p:nvSpPr>
        <p:spPr/>
        <p:txBody>
          <a:bodyPr/>
          <a:lstStyle>
            <a:lvl1pPr>
              <a:defRPr/>
            </a:lvl1pPr>
          </a:lstStyle>
          <a:p>
            <a:endParaRPr lang="en-US"/>
          </a:p>
        </p:txBody>
      </p:sp>
      <p:sp>
        <p:nvSpPr>
          <p:cNvPr id="4" name="Slide Number Placeholder 3">
            <a:extLst>
              <a:ext uri="{FF2B5EF4-FFF2-40B4-BE49-F238E27FC236}">
                <a16:creationId xmlns:a16="http://schemas.microsoft.com/office/drawing/2014/main" id="{28FE0B28-6BA6-B7C5-CD47-BF3CD658C2DE}"/>
              </a:ext>
            </a:extLst>
          </p:cNvPr>
          <p:cNvSpPr txBox="1">
            <a:spLocks noGrp="1"/>
          </p:cNvSpPr>
          <p:nvPr>
            <p:ph type="sldNum" sz="quarter" idx="8"/>
          </p:nvPr>
        </p:nvSpPr>
        <p:spPr/>
        <p:txBody>
          <a:bodyPr/>
          <a:lstStyle>
            <a:lvl1pPr>
              <a:defRPr/>
            </a:lvl1pPr>
          </a:lstStyle>
          <a:p>
            <a:fld id="{330EA680-D336-4FF7-8B7A-9848BB0A1C32}" type="slidenum">
              <a:rPr lang="en-US" smtClean="0"/>
              <a:t>‹#›</a:t>
            </a:fld>
            <a:endParaRPr lang="en-US"/>
          </a:p>
        </p:txBody>
      </p:sp>
      <p:sp>
        <p:nvSpPr>
          <p:cNvPr id="5" name="Title 5">
            <a:extLst>
              <a:ext uri="{FF2B5EF4-FFF2-40B4-BE49-F238E27FC236}">
                <a16:creationId xmlns:a16="http://schemas.microsoft.com/office/drawing/2014/main" id="{33C3D610-BA91-EF08-B198-A5C11C733FF4}"/>
              </a:ext>
            </a:extLst>
          </p:cNvPr>
          <p:cNvSpPr txBox="1">
            <a:spLocks noGrp="1"/>
          </p:cNvSpPr>
          <p:nvPr>
            <p:ph type="title"/>
          </p:nvPr>
        </p:nvSpPr>
        <p:spPr/>
        <p:txBody>
          <a:bodyPr/>
          <a:lstStyle>
            <a:lvl1pPr>
              <a:defRPr lang="en-GB"/>
            </a:lvl1pPr>
          </a:lstStyle>
          <a:p>
            <a:pPr lvl="0"/>
            <a:r>
              <a:rPr lang="en-US"/>
              <a:t>Click to edit Master title style</a:t>
            </a:r>
          </a:p>
        </p:txBody>
      </p:sp>
    </p:spTree>
    <p:extLst>
      <p:ext uri="{BB962C8B-B14F-4D97-AF65-F5344CB8AC3E}">
        <p14:creationId xmlns:p14="http://schemas.microsoft.com/office/powerpoint/2010/main" val="349343751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itle Only – Blank">
    <p:bg>
      <p:bgPr>
        <a:solidFill>
          <a:srgbClr val="FFFFFF"/>
        </a:solidFill>
        <a:effectLst/>
      </p:bgPr>
    </p:bg>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43C8E8D4-9FFE-20F6-BBF2-5D68A1E8F86F}"/>
              </a:ext>
            </a:extLst>
          </p:cNvPr>
          <p:cNvSpPr txBox="1">
            <a:spLocks noGrp="1"/>
          </p:cNvSpPr>
          <p:nvPr>
            <p:ph type="sldNum" sz="quarter" idx="8"/>
          </p:nvPr>
        </p:nvSpPr>
        <p:spPr/>
        <p:txBody>
          <a:bodyPr/>
          <a:lstStyle>
            <a:lvl1pPr>
              <a:defRPr/>
            </a:lvl1pPr>
          </a:lstStyle>
          <a:p>
            <a:fld id="{330EA680-D336-4FF7-8B7A-9848BB0A1C32}" type="slidenum">
              <a:rPr lang="en-US" smtClean="0"/>
              <a:t>‹#›</a:t>
            </a:fld>
            <a:endParaRPr lang="en-US"/>
          </a:p>
        </p:txBody>
      </p:sp>
      <p:sp>
        <p:nvSpPr>
          <p:cNvPr id="3" name="Title 5">
            <a:extLst>
              <a:ext uri="{FF2B5EF4-FFF2-40B4-BE49-F238E27FC236}">
                <a16:creationId xmlns:a16="http://schemas.microsoft.com/office/drawing/2014/main" id="{49EF68EF-D097-D6B2-A2C2-C554FD0AFF4C}"/>
              </a:ext>
            </a:extLst>
          </p:cNvPr>
          <p:cNvSpPr txBox="1">
            <a:spLocks noGrp="1"/>
          </p:cNvSpPr>
          <p:nvPr>
            <p:ph type="title"/>
          </p:nvPr>
        </p:nvSpPr>
        <p:spPr/>
        <p:txBody>
          <a:bodyPr/>
          <a:lstStyle>
            <a:lvl1pPr>
              <a:defRPr lang="en-GB"/>
            </a:lvl1pPr>
          </a:lstStyle>
          <a:p>
            <a:pPr lvl="0"/>
            <a:r>
              <a:rPr lang="en-US"/>
              <a:t>Click to edit Master title style</a:t>
            </a:r>
          </a:p>
        </p:txBody>
      </p:sp>
    </p:spTree>
    <p:extLst>
      <p:ext uri="{BB962C8B-B14F-4D97-AF65-F5344CB8AC3E}">
        <p14:creationId xmlns:p14="http://schemas.microsoft.com/office/powerpoint/2010/main" val="56256846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2_Title and Content">
    <p:bg>
      <p:bgPr>
        <a:solidFill>
          <a:srgbClr val="FFFFFF"/>
        </a:solidFill>
        <a:effectLst/>
      </p:bgPr>
    </p:bg>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A62D7C4-4D88-F69E-327F-C8CFCE39D2D0}"/>
              </a:ext>
            </a:extLst>
          </p:cNvPr>
          <p:cNvSpPr txBox="1">
            <a:spLocks noGrp="1"/>
          </p:cNvSpPr>
          <p:nvPr>
            <p:ph idx="4294967295"/>
          </p:nvPr>
        </p:nvSpPr>
        <p:spPr/>
        <p:txBody>
          <a:bodyPr>
            <a:noAutofit/>
          </a:bodyPr>
          <a:lstStyle>
            <a:lvl1pPr>
              <a:defRPr/>
            </a:lvl1pPr>
            <a:lvl2pPr>
              <a:defRPr/>
            </a:lvl2pPr>
            <a:lvl3pPr marL="866778" indent="-222254">
              <a:defRPr sz="1400"/>
            </a:lvl3pPr>
          </a:lstStyle>
          <a:p>
            <a:pPr lvl="0"/>
            <a:r>
              <a:rPr lang="en-US"/>
              <a:t>Click to edit Master text styles</a:t>
            </a:r>
          </a:p>
          <a:p>
            <a:pPr lvl="1"/>
            <a:r>
              <a:rPr lang="en-US"/>
              <a:t>Second level</a:t>
            </a:r>
          </a:p>
          <a:p>
            <a:pPr lvl="2"/>
            <a:r>
              <a:rPr lang="en-US"/>
              <a:t>Third level</a:t>
            </a:r>
          </a:p>
        </p:txBody>
      </p:sp>
      <p:sp>
        <p:nvSpPr>
          <p:cNvPr id="3" name="Legal Statement">
            <a:extLst>
              <a:ext uri="{FF2B5EF4-FFF2-40B4-BE49-F238E27FC236}">
                <a16:creationId xmlns:a16="http://schemas.microsoft.com/office/drawing/2014/main" id="{5CFD339A-0CC5-3F6C-EDEB-36DDE89760C8}"/>
              </a:ext>
            </a:extLst>
          </p:cNvPr>
          <p:cNvSpPr txBox="1">
            <a:spLocks noGrp="1"/>
          </p:cNvSpPr>
          <p:nvPr>
            <p:ph type="ftr" sz="quarter" idx="9"/>
          </p:nvPr>
        </p:nvSpPr>
        <p:spPr/>
        <p:txBody>
          <a:bodyPr/>
          <a:lstStyle>
            <a:lvl1pPr>
              <a:defRPr/>
            </a:lvl1pPr>
          </a:lstStyle>
          <a:p>
            <a:endParaRPr lang="en-US"/>
          </a:p>
        </p:txBody>
      </p:sp>
      <p:sp>
        <p:nvSpPr>
          <p:cNvPr id="4" name="Slide Number Placeholder 3">
            <a:extLst>
              <a:ext uri="{FF2B5EF4-FFF2-40B4-BE49-F238E27FC236}">
                <a16:creationId xmlns:a16="http://schemas.microsoft.com/office/drawing/2014/main" id="{E3903A34-DA9B-1AB4-2506-4B68DF4B052C}"/>
              </a:ext>
            </a:extLst>
          </p:cNvPr>
          <p:cNvSpPr txBox="1">
            <a:spLocks noGrp="1"/>
          </p:cNvSpPr>
          <p:nvPr>
            <p:ph type="sldNum" sz="quarter" idx="8"/>
          </p:nvPr>
        </p:nvSpPr>
        <p:spPr/>
        <p:txBody>
          <a:bodyPr/>
          <a:lstStyle>
            <a:lvl1pPr>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84044823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4942066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1663084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7679173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alphaModFix amt="0"/>
            <a:lum/>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ctr"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6182096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w/ Subhead">
    <p:bg>
      <p:bgPr>
        <a:blipFill dpi="0" rotWithShape="1">
          <a:blip r:embed="rId2">
            <a:alphaModFix amt="0"/>
            <a:lum/>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321671"/>
            <a:ext cx="10274300" cy="5135835"/>
          </a:xfrm>
        </p:spPr>
        <p:txBody>
          <a:bodyPr lIns="0" tIns="0" rIns="0" bIns="0" anchor="ctr"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
        <p:nvSpPr>
          <p:cNvPr id="4" name="Text Placeholder 3">
            <a:extLst>
              <a:ext uri="{FF2B5EF4-FFF2-40B4-BE49-F238E27FC236}">
                <a16:creationId xmlns:a16="http://schemas.microsoft.com/office/drawing/2014/main" id="{E24C085C-4819-6148-88EB-7F81217A7C06}"/>
              </a:ext>
            </a:extLst>
          </p:cNvPr>
          <p:cNvSpPr>
            <a:spLocks noGrp="1"/>
          </p:cNvSpPr>
          <p:nvPr>
            <p:ph type="body" sz="quarter" idx="10" hasCustomPrompt="1"/>
          </p:nvPr>
        </p:nvSpPr>
        <p:spPr>
          <a:xfrm>
            <a:off x="355600" y="845969"/>
            <a:ext cx="1732847" cy="320088"/>
          </a:xfrm>
        </p:spPr>
        <p:txBody>
          <a:bodyPr wrap="none" lIns="0" tIns="0" rIns="0" bIns="0" anchor="t" anchorCtr="0">
            <a:spAutoFit/>
          </a:bodyPr>
          <a:lstStyle>
            <a:lvl1pPr marL="0" indent="0">
              <a:spcBef>
                <a:spcPts val="0"/>
              </a:spcBef>
              <a:buNone/>
              <a:defRPr lang="en-US" dirty="0">
                <a:solidFill>
                  <a:schemeClr val="tx2"/>
                </a:solidFill>
                <a:latin typeface="+mn-lt"/>
              </a:defRPr>
            </a:lvl1pPr>
          </a:lstStyle>
          <a:p>
            <a:pPr marL="0" lvl="0" defTabSz="914400"/>
            <a:r>
              <a:rPr lang="en-US" sz="2600">
                <a:solidFill>
                  <a:schemeClr val="tx2"/>
                </a:solidFill>
              </a:rPr>
              <a:t>Click to Edit</a:t>
            </a:r>
          </a:p>
        </p:txBody>
      </p:sp>
    </p:spTree>
    <p:extLst>
      <p:ext uri="{BB962C8B-B14F-4D97-AF65-F5344CB8AC3E}">
        <p14:creationId xmlns:p14="http://schemas.microsoft.com/office/powerpoint/2010/main" val="1323682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3463390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2083855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ctr"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91160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itle and Content w/ Subhead">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321671"/>
            <a:ext cx="10274300" cy="5135835"/>
          </a:xfrm>
        </p:spPr>
        <p:txBody>
          <a:bodyPr lIns="0" tIns="0" rIns="0" bIns="0" anchor="ctr"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
        <p:nvSpPr>
          <p:cNvPr id="4" name="Text Placeholder 3">
            <a:extLst>
              <a:ext uri="{FF2B5EF4-FFF2-40B4-BE49-F238E27FC236}">
                <a16:creationId xmlns:a16="http://schemas.microsoft.com/office/drawing/2014/main" id="{E24C085C-4819-6148-88EB-7F81217A7C06}"/>
              </a:ext>
            </a:extLst>
          </p:cNvPr>
          <p:cNvSpPr>
            <a:spLocks noGrp="1"/>
          </p:cNvSpPr>
          <p:nvPr>
            <p:ph type="body" sz="quarter" idx="10" hasCustomPrompt="1"/>
          </p:nvPr>
        </p:nvSpPr>
        <p:spPr>
          <a:xfrm>
            <a:off x="355600" y="845969"/>
            <a:ext cx="1732847" cy="320088"/>
          </a:xfrm>
        </p:spPr>
        <p:txBody>
          <a:bodyPr wrap="none" lIns="0" tIns="0" rIns="0" bIns="0" anchor="t" anchorCtr="0">
            <a:spAutoFit/>
          </a:bodyPr>
          <a:lstStyle>
            <a:lvl1pPr marL="0" indent="0">
              <a:spcBef>
                <a:spcPts val="0"/>
              </a:spcBef>
              <a:buNone/>
              <a:defRPr lang="en-US" dirty="0">
                <a:solidFill>
                  <a:schemeClr val="tx2"/>
                </a:solidFill>
                <a:latin typeface="+mn-lt"/>
              </a:defRPr>
            </a:lvl1pPr>
          </a:lstStyle>
          <a:p>
            <a:pPr marL="0" lvl="0" defTabSz="914400"/>
            <a:r>
              <a:rPr lang="en-US" sz="2600">
                <a:solidFill>
                  <a:schemeClr val="tx2"/>
                </a:solidFill>
              </a:rPr>
              <a:t>Click to Edit</a:t>
            </a:r>
          </a:p>
        </p:txBody>
      </p:sp>
    </p:spTree>
    <p:extLst>
      <p:ext uri="{BB962C8B-B14F-4D97-AF65-F5344CB8AC3E}">
        <p14:creationId xmlns:p14="http://schemas.microsoft.com/office/powerpoint/2010/main" val="890985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355601" y="1066800"/>
            <a:ext cx="5558367" cy="4914900"/>
          </a:xfrm>
        </p:spPr>
        <p:txBody>
          <a:bodyPr lIns="0" tIns="0" rIns="0" bIns="0"/>
          <a:lstStyle>
            <a:lvl1pP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p:cNvSpPr>
            <a:spLocks noGrp="1"/>
          </p:cNvSpPr>
          <p:nvPr>
            <p:ph idx="10"/>
          </p:nvPr>
        </p:nvSpPr>
        <p:spPr>
          <a:xfrm>
            <a:off x="6269567" y="1066800"/>
            <a:ext cx="5558367" cy="4929447"/>
          </a:xfrm>
        </p:spPr>
        <p:txBody>
          <a:bodyPr lIns="0" tIns="0" rIns="0" bIns="0"/>
          <a:lstStyle>
            <a:lvl1pP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9102E25B-9495-E746-87BD-2882D0AE3EEB}"/>
              </a:ext>
            </a:extLst>
          </p:cNvPr>
          <p:cNvCxnSpPr/>
          <p:nvPr userDrawn="1"/>
        </p:nvCxnSpPr>
        <p:spPr>
          <a:xfrm>
            <a:off x="6096000" y="1066800"/>
            <a:ext cx="0" cy="4914900"/>
          </a:xfrm>
          <a:prstGeom prst="line">
            <a:avLst/>
          </a:prstGeom>
          <a:ln w="15875">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4" name="Title 5">
            <a:extLst>
              <a:ext uri="{FF2B5EF4-FFF2-40B4-BE49-F238E27FC236}">
                <a16:creationId xmlns:a16="http://schemas.microsoft.com/office/drawing/2014/main" id="{FF28FBB9-7356-1749-AF1D-0D25B97BE04E}"/>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0B683E68-D08B-CC45-A7FB-13081272693E}"/>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1" name="Slide Number Placeholder 3">
            <a:extLst>
              <a:ext uri="{FF2B5EF4-FFF2-40B4-BE49-F238E27FC236}">
                <a16:creationId xmlns:a16="http://schemas.microsoft.com/office/drawing/2014/main" id="{CD766B48-3BA7-6649-8D35-3B23439CA213}"/>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412F0BCD-3D7D-A74A-A0E2-7C6BAF1E6C6F}"/>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129602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Big Messagin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69D9013-ECCC-D041-8602-ADF58DA80DA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pic>
        <p:nvPicPr>
          <p:cNvPr id="11" name="Graphic 10">
            <a:extLst>
              <a:ext uri="{FF2B5EF4-FFF2-40B4-BE49-F238E27FC236}">
                <a16:creationId xmlns:a16="http://schemas.microsoft.com/office/drawing/2014/main" id="{604FFAC6-68F2-994E-B91C-5DC76B0751D8}"/>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3018" t="28668" r="14255" b="26986"/>
          <a:stretch/>
        </p:blipFill>
        <p:spPr>
          <a:xfrm>
            <a:off x="0" y="0"/>
            <a:ext cx="12192000" cy="6858000"/>
          </a:xfrm>
          <a:prstGeom prst="rect">
            <a:avLst/>
          </a:prstGeom>
        </p:spPr>
      </p:pic>
      <p:sp>
        <p:nvSpPr>
          <p:cNvPr id="7" name="Content Placeholder 2"/>
          <p:cNvSpPr>
            <a:spLocks noGrp="1"/>
          </p:cNvSpPr>
          <p:nvPr>
            <p:ph idx="1" hasCustomPrompt="1"/>
          </p:nvPr>
        </p:nvSpPr>
        <p:spPr>
          <a:xfrm>
            <a:off x="355601" y="787400"/>
            <a:ext cx="5557837" cy="5585437"/>
          </a:xfrm>
        </p:spPr>
        <p:txBody>
          <a:bodyPr lIns="0" tIns="0" rIns="0" bIns="0" anchor="ctr">
            <a:normAutofit/>
          </a:bodyPr>
          <a:lstStyle>
            <a:lvl1pPr marL="0" indent="0">
              <a:lnSpc>
                <a:spcPct val="90000"/>
              </a:lnSpc>
              <a:buNone/>
              <a:defRPr sz="4800">
                <a:solidFill>
                  <a:schemeClr val="tx2"/>
                </a:solidFill>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p:txBody>
      </p:sp>
      <p:sp>
        <p:nvSpPr>
          <p:cNvPr id="2" name="TextBox 1">
            <a:extLst>
              <a:ext uri="{FF2B5EF4-FFF2-40B4-BE49-F238E27FC236}">
                <a16:creationId xmlns:a16="http://schemas.microsoft.com/office/drawing/2014/main" id="{11ECC1EE-582D-A143-AF7D-E409C134D032}"/>
              </a:ext>
            </a:extLst>
          </p:cNvPr>
          <p:cNvSpPr txBox="1"/>
          <p:nvPr userDrawn="1"/>
        </p:nvSpPr>
        <p:spPr>
          <a:xfrm>
            <a:off x="16190976" y="694944"/>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sp>
        <p:nvSpPr>
          <p:cNvPr id="13" name="Rectangle 12">
            <a:extLst>
              <a:ext uri="{FF2B5EF4-FFF2-40B4-BE49-F238E27FC236}">
                <a16:creationId xmlns:a16="http://schemas.microsoft.com/office/drawing/2014/main" id="{74041FE8-0344-5D47-9947-DD38BB729CF3}"/>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0" name="Footer Placeholder 1">
            <a:extLst>
              <a:ext uri="{FF2B5EF4-FFF2-40B4-BE49-F238E27FC236}">
                <a16:creationId xmlns:a16="http://schemas.microsoft.com/office/drawing/2014/main" id="{E8372402-BBA1-394F-9C25-A9009A3E6AD9}"/>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2" name="Slide Number Placeholder 3">
            <a:extLst>
              <a:ext uri="{FF2B5EF4-FFF2-40B4-BE49-F238E27FC236}">
                <a16:creationId xmlns:a16="http://schemas.microsoft.com/office/drawing/2014/main" id="{0BF7B18B-3452-454A-A1E1-F192457184C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7AEECA3B-2490-0F46-99E8-9FCD54896102}"/>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4642690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alphaModFix amt="0"/>
            <a:lum/>
          </a:blip>
          <a:srcRect/>
          <a:stretch>
            <a:fillRect/>
          </a:stretch>
        </a:blipFill>
        <a:effectLst/>
      </p:bgPr>
    </p:bg>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02D8C86E-7D7D-9D4A-8B51-99DC189910A7}"/>
              </a:ext>
            </a:extLst>
          </p:cNvPr>
          <p:cNvSpPr>
            <a:spLocks noGrp="1"/>
          </p:cNvSpPr>
          <p:nvPr>
            <p:ph type="title" hasCustomPrompt="1"/>
          </p:nvPr>
        </p:nvSpPr>
        <p:spPr>
          <a:xfrm>
            <a:off x="342900" y="219456"/>
            <a:ext cx="10287000" cy="470898"/>
          </a:xfrm>
          <a:prstGeom prst="rect">
            <a:avLst/>
          </a:prstGeom>
          <a:noFill/>
          <a:ln w="50800">
            <a:no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16" name="Content Placeholder 2">
            <a:extLst>
              <a:ext uri="{FF2B5EF4-FFF2-40B4-BE49-F238E27FC236}">
                <a16:creationId xmlns:a16="http://schemas.microsoft.com/office/drawing/2014/main" id="{DE9E4A5C-39F9-1A4F-B2B0-4C4B0980D3A4}"/>
              </a:ext>
            </a:extLst>
          </p:cNvPr>
          <p:cNvSpPr>
            <a:spLocks noGrp="1"/>
          </p:cNvSpPr>
          <p:nvPr>
            <p:ph idx="1"/>
          </p:nvPr>
        </p:nvSpPr>
        <p:spPr>
          <a:xfrm>
            <a:off x="355601" y="1066800"/>
            <a:ext cx="10274299" cy="4914900"/>
          </a:xfrm>
        </p:spPr>
        <p:txBody>
          <a:bodyPr lIns="0" tIns="0" rIns="0" bIns="0"/>
          <a:lstStyle>
            <a:lvl1pPr marL="0" indent="0">
              <a:buNone/>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p:txBody>
      </p:sp>
      <p:sp>
        <p:nvSpPr>
          <p:cNvPr id="7" name="Footer Placeholder 1">
            <a:extLst>
              <a:ext uri="{FF2B5EF4-FFF2-40B4-BE49-F238E27FC236}">
                <a16:creationId xmlns:a16="http://schemas.microsoft.com/office/drawing/2014/main" id="{31490E1E-9A0D-4048-87C4-980D6C957D88}"/>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8" name="Slide Number Placeholder 3">
            <a:extLst>
              <a:ext uri="{FF2B5EF4-FFF2-40B4-BE49-F238E27FC236}">
                <a16:creationId xmlns:a16="http://schemas.microsoft.com/office/drawing/2014/main" id="{BBDB334F-D3ED-B641-8620-5DA5023BCB14}"/>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9" name="Date Placeholder 3">
            <a:extLst>
              <a:ext uri="{FF2B5EF4-FFF2-40B4-BE49-F238E27FC236}">
                <a16:creationId xmlns:a16="http://schemas.microsoft.com/office/drawing/2014/main" id="{27E5EDB9-DCC2-8647-A866-50FB4F85599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5524994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9821391-EB63-F94A-95E5-C3E7FB511E27}"/>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6" name="Content Placeholder 2">
            <a:extLst>
              <a:ext uri="{FF2B5EF4-FFF2-40B4-BE49-F238E27FC236}">
                <a16:creationId xmlns:a16="http://schemas.microsoft.com/office/drawing/2014/main" id="{9A90929A-91F9-3044-A804-4F88C51E83A3}"/>
              </a:ext>
            </a:extLst>
          </p:cNvPr>
          <p:cNvSpPr>
            <a:spLocks noGrp="1"/>
          </p:cNvSpPr>
          <p:nvPr>
            <p:ph idx="1"/>
          </p:nvPr>
        </p:nvSpPr>
        <p:spPr>
          <a:xfrm>
            <a:off x="355601" y="1066800"/>
            <a:ext cx="10274299" cy="4914900"/>
          </a:xfrm>
        </p:spPr>
        <p:txBody>
          <a:bodyPr lIns="0" tIns="0" rIns="0" bIns="0"/>
          <a:lstStyle>
            <a:lvl1pPr marL="0" indent="0">
              <a:buNone/>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p:txBody>
      </p:sp>
      <p:sp>
        <p:nvSpPr>
          <p:cNvPr id="7" name="Footer Placeholder 1">
            <a:extLst>
              <a:ext uri="{FF2B5EF4-FFF2-40B4-BE49-F238E27FC236}">
                <a16:creationId xmlns:a16="http://schemas.microsoft.com/office/drawing/2014/main" id="{98F33FEB-75AD-A94C-AB8E-548146CD77BD}"/>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8" name="Slide Number Placeholder 3">
            <a:extLst>
              <a:ext uri="{FF2B5EF4-FFF2-40B4-BE49-F238E27FC236}">
                <a16:creationId xmlns:a16="http://schemas.microsoft.com/office/drawing/2014/main" id="{8BB2B7C7-C861-E244-8F07-B680F7C82F1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9" name="Date Placeholder 3">
            <a:extLst>
              <a:ext uri="{FF2B5EF4-FFF2-40B4-BE49-F238E27FC236}">
                <a16:creationId xmlns:a16="http://schemas.microsoft.com/office/drawing/2014/main" id="{E8E487D7-2B04-5A4D-9C0B-F910D0AEC145}"/>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1924449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Big Messagin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69D9013-ECCC-D041-8602-ADF58DA80DA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pic>
        <p:nvPicPr>
          <p:cNvPr id="11" name="Graphic 10">
            <a:extLst>
              <a:ext uri="{FF2B5EF4-FFF2-40B4-BE49-F238E27FC236}">
                <a16:creationId xmlns:a16="http://schemas.microsoft.com/office/drawing/2014/main" id="{604FFAC6-68F2-994E-B91C-5DC76B0751D8}"/>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3018" t="28668" r="14255" b="26986"/>
          <a:stretch/>
        </p:blipFill>
        <p:spPr>
          <a:xfrm>
            <a:off x="0" y="0"/>
            <a:ext cx="12192000" cy="6858000"/>
          </a:xfrm>
          <a:prstGeom prst="rect">
            <a:avLst/>
          </a:prstGeom>
        </p:spPr>
      </p:pic>
      <p:sp>
        <p:nvSpPr>
          <p:cNvPr id="7" name="Content Placeholder 2"/>
          <p:cNvSpPr>
            <a:spLocks noGrp="1"/>
          </p:cNvSpPr>
          <p:nvPr>
            <p:ph idx="1" hasCustomPrompt="1"/>
          </p:nvPr>
        </p:nvSpPr>
        <p:spPr>
          <a:xfrm>
            <a:off x="355601" y="787400"/>
            <a:ext cx="5557837" cy="5585437"/>
          </a:xfrm>
        </p:spPr>
        <p:txBody>
          <a:bodyPr lIns="0" tIns="0" rIns="0" bIns="0" anchor="ctr">
            <a:normAutofit/>
          </a:bodyPr>
          <a:lstStyle>
            <a:lvl1pPr marL="0" indent="0">
              <a:lnSpc>
                <a:spcPct val="90000"/>
              </a:lnSpc>
              <a:buNone/>
              <a:defRPr sz="4800">
                <a:solidFill>
                  <a:schemeClr val="tx2"/>
                </a:solidFill>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p:txBody>
      </p:sp>
      <p:sp>
        <p:nvSpPr>
          <p:cNvPr id="2" name="TextBox 1">
            <a:extLst>
              <a:ext uri="{FF2B5EF4-FFF2-40B4-BE49-F238E27FC236}">
                <a16:creationId xmlns:a16="http://schemas.microsoft.com/office/drawing/2014/main" id="{11ECC1EE-582D-A143-AF7D-E409C134D032}"/>
              </a:ext>
            </a:extLst>
          </p:cNvPr>
          <p:cNvSpPr txBox="1"/>
          <p:nvPr userDrawn="1"/>
        </p:nvSpPr>
        <p:spPr>
          <a:xfrm>
            <a:off x="16190976" y="694944"/>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sp>
        <p:nvSpPr>
          <p:cNvPr id="13" name="Rectangle 12">
            <a:extLst>
              <a:ext uri="{FF2B5EF4-FFF2-40B4-BE49-F238E27FC236}">
                <a16:creationId xmlns:a16="http://schemas.microsoft.com/office/drawing/2014/main" id="{74041FE8-0344-5D47-9947-DD38BB729CF3}"/>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0" name="Footer Placeholder 1">
            <a:extLst>
              <a:ext uri="{FF2B5EF4-FFF2-40B4-BE49-F238E27FC236}">
                <a16:creationId xmlns:a16="http://schemas.microsoft.com/office/drawing/2014/main" id="{E8372402-BBA1-394F-9C25-A9009A3E6AD9}"/>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2" name="Slide Number Placeholder 3">
            <a:extLst>
              <a:ext uri="{FF2B5EF4-FFF2-40B4-BE49-F238E27FC236}">
                <a16:creationId xmlns:a16="http://schemas.microsoft.com/office/drawing/2014/main" id="{0BF7B18B-3452-454A-A1E1-F192457184C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7AEECA3B-2490-0F46-99E8-9FCD54896102}"/>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1940532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02D8C86E-7D7D-9D4A-8B51-99DC189910A7}"/>
              </a:ext>
            </a:extLst>
          </p:cNvPr>
          <p:cNvSpPr>
            <a:spLocks noGrp="1"/>
          </p:cNvSpPr>
          <p:nvPr>
            <p:ph type="title" hasCustomPrompt="1"/>
          </p:nvPr>
        </p:nvSpPr>
        <p:spPr>
          <a:xfrm>
            <a:off x="342900" y="219456"/>
            <a:ext cx="10287000" cy="470898"/>
          </a:xfrm>
          <a:prstGeom prst="rect">
            <a:avLst/>
          </a:prstGeom>
          <a:noFill/>
          <a:ln w="50800">
            <a:no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16" name="Content Placeholder 2">
            <a:extLst>
              <a:ext uri="{FF2B5EF4-FFF2-40B4-BE49-F238E27FC236}">
                <a16:creationId xmlns:a16="http://schemas.microsoft.com/office/drawing/2014/main" id="{DE9E4A5C-39F9-1A4F-B2B0-4C4B0980D3A4}"/>
              </a:ext>
            </a:extLst>
          </p:cNvPr>
          <p:cNvSpPr>
            <a:spLocks noGrp="1"/>
          </p:cNvSpPr>
          <p:nvPr>
            <p:ph idx="1"/>
          </p:nvPr>
        </p:nvSpPr>
        <p:spPr>
          <a:xfrm>
            <a:off x="355601" y="1066800"/>
            <a:ext cx="10274299" cy="4914900"/>
          </a:xfrm>
        </p:spPr>
        <p:txBody>
          <a:bodyPr lIns="0" tIns="0" rIns="0" bIns="0"/>
          <a:lstStyle>
            <a:lvl1pPr marL="0" indent="0">
              <a:buNone/>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p:txBody>
      </p:sp>
      <p:sp>
        <p:nvSpPr>
          <p:cNvPr id="7" name="Footer Placeholder 1">
            <a:extLst>
              <a:ext uri="{FF2B5EF4-FFF2-40B4-BE49-F238E27FC236}">
                <a16:creationId xmlns:a16="http://schemas.microsoft.com/office/drawing/2014/main" id="{31490E1E-9A0D-4048-87C4-980D6C957D88}"/>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8" name="Slide Number Placeholder 3">
            <a:extLst>
              <a:ext uri="{FF2B5EF4-FFF2-40B4-BE49-F238E27FC236}">
                <a16:creationId xmlns:a16="http://schemas.microsoft.com/office/drawing/2014/main" id="{BBDB334F-D3ED-B641-8620-5DA5023BCB14}"/>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9" name="Date Placeholder 3">
            <a:extLst>
              <a:ext uri="{FF2B5EF4-FFF2-40B4-BE49-F238E27FC236}">
                <a16:creationId xmlns:a16="http://schemas.microsoft.com/office/drawing/2014/main" id="{27E5EDB9-DCC2-8647-A866-50FB4F85599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151631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9821391-EB63-F94A-95E5-C3E7FB511E27}"/>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6" name="Content Placeholder 2">
            <a:extLst>
              <a:ext uri="{FF2B5EF4-FFF2-40B4-BE49-F238E27FC236}">
                <a16:creationId xmlns:a16="http://schemas.microsoft.com/office/drawing/2014/main" id="{9A90929A-91F9-3044-A804-4F88C51E83A3}"/>
              </a:ext>
            </a:extLst>
          </p:cNvPr>
          <p:cNvSpPr>
            <a:spLocks noGrp="1"/>
          </p:cNvSpPr>
          <p:nvPr>
            <p:ph idx="1"/>
          </p:nvPr>
        </p:nvSpPr>
        <p:spPr>
          <a:xfrm>
            <a:off x="355601" y="1066800"/>
            <a:ext cx="10274299" cy="4914900"/>
          </a:xfrm>
        </p:spPr>
        <p:txBody>
          <a:bodyPr lIns="0" tIns="0" rIns="0" bIns="0"/>
          <a:lstStyle>
            <a:lvl1pPr marL="0" indent="0">
              <a:buNone/>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p:txBody>
      </p:sp>
      <p:sp>
        <p:nvSpPr>
          <p:cNvPr id="7" name="Footer Placeholder 1">
            <a:extLst>
              <a:ext uri="{FF2B5EF4-FFF2-40B4-BE49-F238E27FC236}">
                <a16:creationId xmlns:a16="http://schemas.microsoft.com/office/drawing/2014/main" id="{98F33FEB-75AD-A94C-AB8E-548146CD77BD}"/>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8" name="Slide Number Placeholder 3">
            <a:extLst>
              <a:ext uri="{FF2B5EF4-FFF2-40B4-BE49-F238E27FC236}">
                <a16:creationId xmlns:a16="http://schemas.microsoft.com/office/drawing/2014/main" id="{8BB2B7C7-C861-E244-8F07-B680F7C82F1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9" name="Date Placeholder 3">
            <a:extLst>
              <a:ext uri="{FF2B5EF4-FFF2-40B4-BE49-F238E27FC236}">
                <a16:creationId xmlns:a16="http://schemas.microsoft.com/office/drawing/2014/main" id="{E8E487D7-2B04-5A4D-9C0B-F910D0AEC145}"/>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822732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2" name="Picture Placeholder 11"/>
          <p:cNvSpPr>
            <a:spLocks noGrp="1"/>
          </p:cNvSpPr>
          <p:nvPr>
            <p:ph type="pic" sz="quarter" idx="11" hasCustomPrompt="1"/>
          </p:nvPr>
        </p:nvSpPr>
        <p:spPr>
          <a:xfrm>
            <a:off x="6278034" y="1066800"/>
            <a:ext cx="5913966" cy="4914900"/>
          </a:xfrm>
          <a:prstGeom prst="rect">
            <a:avLst/>
          </a:prstGeom>
          <a:solidFill>
            <a:schemeClr val="bg1">
              <a:lumMod val="85000"/>
            </a:schemeClr>
          </a:solidFill>
        </p:spPr>
        <p:txBody>
          <a:bodyPr wrap="square">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a:t>Click to add picture</a:t>
            </a:r>
          </a:p>
        </p:txBody>
      </p:sp>
      <p:sp>
        <p:nvSpPr>
          <p:cNvPr id="5" name="Text Placeholder 3"/>
          <p:cNvSpPr>
            <a:spLocks noGrp="1"/>
          </p:cNvSpPr>
          <p:nvPr>
            <p:ph type="body" sz="half" idx="2"/>
          </p:nvPr>
        </p:nvSpPr>
        <p:spPr>
          <a:xfrm>
            <a:off x="355601" y="1066800"/>
            <a:ext cx="5558367" cy="4914900"/>
          </a:xfrm>
        </p:spPr>
        <p:txBody>
          <a:bodyPr>
            <a:normAutofit/>
          </a:bodyPr>
          <a:lstStyle>
            <a:lvl1pPr marL="0" indent="0">
              <a:buNone/>
              <a:defRPr sz="2800" b="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9" name="Straight Connector 8">
            <a:extLst>
              <a:ext uri="{FF2B5EF4-FFF2-40B4-BE49-F238E27FC236}">
                <a16:creationId xmlns:a16="http://schemas.microsoft.com/office/drawing/2014/main" id="{DE6B84C6-07FB-804B-A710-4CC5B87F173D}"/>
              </a:ext>
            </a:extLst>
          </p:cNvPr>
          <p:cNvCxnSpPr/>
          <p:nvPr userDrawn="1"/>
        </p:nvCxnSpPr>
        <p:spPr>
          <a:xfrm>
            <a:off x="6096000" y="1066800"/>
            <a:ext cx="0" cy="4914900"/>
          </a:xfrm>
          <a:prstGeom prst="line">
            <a:avLst/>
          </a:prstGeom>
          <a:ln w="15875">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7" name="Title 5">
            <a:extLst>
              <a:ext uri="{FF2B5EF4-FFF2-40B4-BE49-F238E27FC236}">
                <a16:creationId xmlns:a16="http://schemas.microsoft.com/office/drawing/2014/main" id="{89675850-16BD-8144-963D-71BC7A17813A}"/>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10" name="Footer Placeholder 1">
            <a:extLst>
              <a:ext uri="{FF2B5EF4-FFF2-40B4-BE49-F238E27FC236}">
                <a16:creationId xmlns:a16="http://schemas.microsoft.com/office/drawing/2014/main" id="{BCE41326-C290-4D46-B402-D7627D5D1C33}"/>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1" name="Slide Number Placeholder 3">
            <a:extLst>
              <a:ext uri="{FF2B5EF4-FFF2-40B4-BE49-F238E27FC236}">
                <a16:creationId xmlns:a16="http://schemas.microsoft.com/office/drawing/2014/main" id="{FBACB6DA-63B0-314A-B8B3-1B03BE00838C}"/>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3" name="Date Placeholder 3">
            <a:extLst>
              <a:ext uri="{FF2B5EF4-FFF2-40B4-BE49-F238E27FC236}">
                <a16:creationId xmlns:a16="http://schemas.microsoft.com/office/drawing/2014/main" id="{88CF302A-E0FA-844E-AA9D-A8649F7C60DC}"/>
              </a:ext>
            </a:extLst>
          </p:cNvPr>
          <p:cNvSpPr>
            <a:spLocks noGrp="1"/>
          </p:cNvSpPr>
          <p:nvPr>
            <p:ph type="dt" sz="half" idx="1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043938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096000" y="1066800"/>
            <a:ext cx="6096000" cy="2484812"/>
          </a:xfrm>
          <a:solidFill>
            <a:schemeClr val="accent5">
              <a:alpha val="6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6" name="Content Placeholder 2"/>
          <p:cNvSpPr>
            <a:spLocks noGrp="1"/>
          </p:cNvSpPr>
          <p:nvPr>
            <p:ph idx="10"/>
          </p:nvPr>
        </p:nvSpPr>
        <p:spPr>
          <a:xfrm>
            <a:off x="0" y="1066800"/>
            <a:ext cx="6095999" cy="2484812"/>
          </a:xfrm>
          <a:solidFill>
            <a:schemeClr val="accent2">
              <a:alpha val="60000"/>
            </a:schemeClr>
          </a:solidFill>
        </p:spPr>
        <p:txBody>
          <a:bodyPr lIns="347472" tIns="91440" rIns="320040" bIns="91440"/>
          <a:lstStyle>
            <a:lvl1pPr>
              <a:buClr>
                <a:schemeClr val="bg1"/>
              </a:buCl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11"/>
          </p:nvPr>
        </p:nvSpPr>
        <p:spPr>
          <a:xfrm>
            <a:off x="6096000" y="3551612"/>
            <a:ext cx="6096000" cy="2430088"/>
          </a:xfrm>
          <a:solidFill>
            <a:schemeClr val="accent1">
              <a:alpha val="6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12" name="Content Placeholder 2"/>
          <p:cNvSpPr>
            <a:spLocks noGrp="1"/>
          </p:cNvSpPr>
          <p:nvPr>
            <p:ph idx="12"/>
          </p:nvPr>
        </p:nvSpPr>
        <p:spPr>
          <a:xfrm>
            <a:off x="1" y="3551612"/>
            <a:ext cx="6095998" cy="2430088"/>
          </a:xfrm>
          <a:solidFill>
            <a:schemeClr val="accent4">
              <a:alpha val="6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18" name="Title 5">
            <a:extLst>
              <a:ext uri="{FF2B5EF4-FFF2-40B4-BE49-F238E27FC236}">
                <a16:creationId xmlns:a16="http://schemas.microsoft.com/office/drawing/2014/main" id="{78A798C7-B50B-7E4B-8914-EB9EDEF6267F}"/>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10" name="Footer Placeholder 1">
            <a:extLst>
              <a:ext uri="{FF2B5EF4-FFF2-40B4-BE49-F238E27FC236}">
                <a16:creationId xmlns:a16="http://schemas.microsoft.com/office/drawing/2014/main" id="{234AD3D5-18D6-D040-A654-F65E86628A9A}"/>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3" name="Slide Number Placeholder 3">
            <a:extLst>
              <a:ext uri="{FF2B5EF4-FFF2-40B4-BE49-F238E27FC236}">
                <a16:creationId xmlns:a16="http://schemas.microsoft.com/office/drawing/2014/main" id="{18A8F755-7B54-D848-9B7D-B559785B80B0}"/>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4" name="Date Placeholder 3">
            <a:extLst>
              <a:ext uri="{FF2B5EF4-FFF2-40B4-BE49-F238E27FC236}">
                <a16:creationId xmlns:a16="http://schemas.microsoft.com/office/drawing/2014/main" id="{4DF077A6-9EEC-3748-B39E-00D917E612A9}"/>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51560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7" name="Content Placeholder 2"/>
          <p:cNvSpPr>
            <a:spLocks noGrp="1"/>
          </p:cNvSpPr>
          <p:nvPr>
            <p:ph idx="11"/>
          </p:nvPr>
        </p:nvSpPr>
        <p:spPr>
          <a:xfrm>
            <a:off x="0" y="1066799"/>
            <a:ext cx="12192000" cy="2446021"/>
          </a:xfrm>
          <a:solidFill>
            <a:schemeClr val="accent2">
              <a:alpha val="6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8" name="Content Placeholder 2"/>
          <p:cNvSpPr>
            <a:spLocks noGrp="1"/>
          </p:cNvSpPr>
          <p:nvPr>
            <p:ph idx="12"/>
          </p:nvPr>
        </p:nvSpPr>
        <p:spPr>
          <a:xfrm>
            <a:off x="0" y="3535679"/>
            <a:ext cx="12192000" cy="2446021"/>
          </a:xfrm>
          <a:solidFill>
            <a:schemeClr val="accent2">
              <a:alpha val="40000"/>
            </a:schemeClr>
          </a:solidFill>
        </p:spPr>
        <p:txBody>
          <a:bodyPr lIns="347472" tIns="91440" rIns="320040" bIns="91440"/>
          <a:lstStyle>
            <a:lvl1pPr marL="228600" indent="-228600">
              <a:defRPr lang="en-US" sz="2600" b="0" i="0" kern="1200" baseline="0" dirty="0" smtClean="0">
                <a:solidFill>
                  <a:srgbClr val="000000"/>
                </a:solidFill>
                <a:latin typeface="Barlow" pitchFamily="2" charset="77"/>
                <a:ea typeface="+mn-ea"/>
                <a:cs typeface="+mn-cs"/>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marL="228600" lvl="0"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Click to edit Master text styles</a:t>
            </a:r>
          </a:p>
          <a:p>
            <a:pPr marL="228600" lvl="1"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Second level</a:t>
            </a:r>
          </a:p>
          <a:p>
            <a:pPr marL="228600" lvl="2"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Third level</a:t>
            </a:r>
          </a:p>
          <a:p>
            <a:pPr marL="228600" lvl="3"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Fourth level</a:t>
            </a:r>
          </a:p>
          <a:p>
            <a:pPr marL="228600" lvl="4" indent="-228600" algn="l" defTabSz="457200" rtl="0" eaLnBrk="1" latinLnBrk="0" hangingPunct="1">
              <a:lnSpc>
                <a:spcPct val="90000"/>
              </a:lnSpc>
              <a:spcBef>
                <a:spcPts val="1000"/>
              </a:spcBef>
              <a:spcAft>
                <a:spcPts val="400"/>
              </a:spcAft>
              <a:buClr>
                <a:schemeClr val="bg1"/>
              </a:buClr>
              <a:buSzPct val="65000"/>
              <a:buFont typeface="Arial" panose="020B0604020202020204" pitchFamily="34" charset="0"/>
              <a:buChar char="►"/>
            </a:pPr>
            <a:r>
              <a:rPr lang="en-US"/>
              <a:t>Fifth level</a:t>
            </a:r>
          </a:p>
        </p:txBody>
      </p:sp>
      <p:sp>
        <p:nvSpPr>
          <p:cNvPr id="15" name="Title 5">
            <a:extLst>
              <a:ext uri="{FF2B5EF4-FFF2-40B4-BE49-F238E27FC236}">
                <a16:creationId xmlns:a16="http://schemas.microsoft.com/office/drawing/2014/main" id="{B13E02D9-AA64-7F4B-9F85-4DB537B8E56E}"/>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9" name="Footer Placeholder 1">
            <a:extLst>
              <a:ext uri="{FF2B5EF4-FFF2-40B4-BE49-F238E27FC236}">
                <a16:creationId xmlns:a16="http://schemas.microsoft.com/office/drawing/2014/main" id="{615B190D-9285-0047-8C80-F9E18787FE5C}"/>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0" name="Slide Number Placeholder 3">
            <a:extLst>
              <a:ext uri="{FF2B5EF4-FFF2-40B4-BE49-F238E27FC236}">
                <a16:creationId xmlns:a16="http://schemas.microsoft.com/office/drawing/2014/main" id="{DF4C8765-5BC8-5542-8BF7-0C865A99B5BF}"/>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1" name="Date Placeholder 3">
            <a:extLst>
              <a:ext uri="{FF2B5EF4-FFF2-40B4-BE49-F238E27FC236}">
                <a16:creationId xmlns:a16="http://schemas.microsoft.com/office/drawing/2014/main" id="{10C2A9EF-25B2-C04E-B939-044FC317B587}"/>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55956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Picture Over Text">
    <p:spTree>
      <p:nvGrpSpPr>
        <p:cNvPr id="1" name=""/>
        <p:cNvGrpSpPr/>
        <p:nvPr/>
      </p:nvGrpSpPr>
      <p:grpSpPr>
        <a:xfrm>
          <a:off x="0" y="0"/>
          <a:ext cx="0" cy="0"/>
          <a:chOff x="0" y="0"/>
          <a:chExt cx="0" cy="0"/>
        </a:xfrm>
      </p:grpSpPr>
      <p:sp>
        <p:nvSpPr>
          <p:cNvPr id="11" name="Picture Placeholder 10"/>
          <p:cNvSpPr>
            <a:spLocks noGrp="1"/>
          </p:cNvSpPr>
          <p:nvPr>
            <p:ph type="pic" sz="quarter" idx="11" hasCustomPrompt="1"/>
          </p:nvPr>
        </p:nvSpPr>
        <p:spPr>
          <a:xfrm>
            <a:off x="342900" y="3429000"/>
            <a:ext cx="11506200" cy="3019257"/>
          </a:xfrm>
          <a:prstGeom prst="rect">
            <a:avLst/>
          </a:prstGeom>
          <a:solidFill>
            <a:schemeClr val="bg1">
              <a:lumMod val="85000"/>
            </a:schemeClr>
          </a:solidFill>
        </p:spPr>
        <p:txBody>
          <a:bodyPr wrap="square">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a:t>Click to add picture</a:t>
            </a:r>
          </a:p>
        </p:txBody>
      </p:sp>
      <p:sp>
        <p:nvSpPr>
          <p:cNvPr id="7" name="Content Placeholder 2"/>
          <p:cNvSpPr>
            <a:spLocks noGrp="1"/>
          </p:cNvSpPr>
          <p:nvPr>
            <p:ph idx="12"/>
          </p:nvPr>
        </p:nvSpPr>
        <p:spPr>
          <a:xfrm>
            <a:off x="342900" y="848865"/>
            <a:ext cx="11493500" cy="2362200"/>
          </a:xfrm>
        </p:spPr>
        <p:txBody>
          <a:bodyPr lIns="0" tIns="0" rIns="0" bIns="0"/>
          <a:lstStyle>
            <a:lvl1pP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5">
            <a:extLst>
              <a:ext uri="{FF2B5EF4-FFF2-40B4-BE49-F238E27FC236}">
                <a16:creationId xmlns:a16="http://schemas.microsoft.com/office/drawing/2014/main" id="{FA2F562D-A32C-6B44-84CA-2D09B48AB4F5}"/>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a:t>Click to Edit</a:t>
            </a:r>
          </a:p>
        </p:txBody>
      </p:sp>
      <p:sp>
        <p:nvSpPr>
          <p:cNvPr id="19" name="Rectangle 18">
            <a:extLst>
              <a:ext uri="{FF2B5EF4-FFF2-40B4-BE49-F238E27FC236}">
                <a16:creationId xmlns:a16="http://schemas.microsoft.com/office/drawing/2014/main" id="{482C71B4-8300-B749-8448-1134D9BB0850}"/>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9" name="Footer Placeholder 1">
            <a:extLst>
              <a:ext uri="{FF2B5EF4-FFF2-40B4-BE49-F238E27FC236}">
                <a16:creationId xmlns:a16="http://schemas.microsoft.com/office/drawing/2014/main" id="{F914E7D0-2864-364E-83FE-A1C7E1F7D64B}"/>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0" name="Slide Number Placeholder 3">
            <a:extLst>
              <a:ext uri="{FF2B5EF4-FFF2-40B4-BE49-F238E27FC236}">
                <a16:creationId xmlns:a16="http://schemas.microsoft.com/office/drawing/2014/main" id="{68006D7E-C908-C143-8086-84A0E9A1B342}"/>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2" name="Date Placeholder 3">
            <a:extLst>
              <a:ext uri="{FF2B5EF4-FFF2-40B4-BE49-F238E27FC236}">
                <a16:creationId xmlns:a16="http://schemas.microsoft.com/office/drawing/2014/main" id="{7F41950E-6ACF-9441-A5ED-3CB399B47BFB}"/>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4110740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and Text Over Picture">
    <p:bg>
      <p:bgPr>
        <a:blipFill dpi="0" rotWithShape="1">
          <a:blip r:embed="rId3">
            <a:alphaModFix amt="50000"/>
            <a:lum/>
          </a:blip>
          <a:srcRect/>
          <a:stretch>
            <a:fillRect/>
          </a:stretch>
        </a:blipFill>
        <a:effectLst/>
      </p:bgPr>
    </p:bg>
    <p:spTree>
      <p:nvGrpSpPr>
        <p:cNvPr id="1" name=""/>
        <p:cNvGrpSpPr/>
        <p:nvPr/>
      </p:nvGrpSpPr>
      <p:grpSpPr>
        <a:xfrm>
          <a:off x="0" y="0"/>
          <a:ext cx="0" cy="0"/>
          <a:chOff x="0" y="0"/>
          <a:chExt cx="0" cy="0"/>
        </a:xfrm>
      </p:grpSpPr>
      <p:sp>
        <p:nvSpPr>
          <p:cNvPr id="11" name="Picture Placeholder 10"/>
          <p:cNvSpPr>
            <a:spLocks noGrp="1"/>
          </p:cNvSpPr>
          <p:nvPr>
            <p:ph type="pic" sz="quarter" idx="11" hasCustomPrompt="1"/>
          </p:nvPr>
        </p:nvSpPr>
        <p:spPr>
          <a:xfrm>
            <a:off x="0" y="0"/>
            <a:ext cx="12192000" cy="6858000"/>
          </a:xfrm>
          <a:prstGeom prst="rect">
            <a:avLst/>
          </a:prstGeom>
          <a:solidFill>
            <a:schemeClr val="bg2"/>
          </a:solidFill>
        </p:spPr>
        <p:txBody>
          <a:bodyPr wrap="square">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a:t>Click to add picture</a:t>
            </a:r>
          </a:p>
        </p:txBody>
      </p:sp>
      <p:sp>
        <p:nvSpPr>
          <p:cNvPr id="2" name="Rectangle 1">
            <a:extLst>
              <a:ext uri="{FF2B5EF4-FFF2-40B4-BE49-F238E27FC236}">
                <a16:creationId xmlns:a16="http://schemas.microsoft.com/office/drawing/2014/main" id="{6F054765-79F3-BD4C-8B31-6F350DF7D843}"/>
              </a:ext>
            </a:extLst>
          </p:cNvPr>
          <p:cNvSpPr/>
          <p:nvPr userDrawn="1"/>
        </p:nvSpPr>
        <p:spPr>
          <a:xfrm>
            <a:off x="0" y="0"/>
            <a:ext cx="6269038" cy="6858000"/>
          </a:xfrm>
          <a:prstGeom prst="rect">
            <a:avLst/>
          </a:prstGeom>
          <a:gradFill flip="none" rotWithShape="1">
            <a:gsLst>
              <a:gs pos="14000">
                <a:schemeClr val="bg2">
                  <a:lumMod val="75000"/>
                  <a:alpha val="0"/>
                </a:schemeClr>
              </a:gs>
              <a:gs pos="99000">
                <a:schemeClr val="bg2">
                  <a:lumMod val="75000"/>
                </a:scheme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Barlow" pitchFamily="2" charset="77"/>
            </a:endParaRPr>
          </a:p>
        </p:txBody>
      </p:sp>
      <p:sp>
        <p:nvSpPr>
          <p:cNvPr id="7" name="Content Placeholder 2"/>
          <p:cNvSpPr>
            <a:spLocks noGrp="1"/>
          </p:cNvSpPr>
          <p:nvPr>
            <p:ph idx="12"/>
          </p:nvPr>
        </p:nvSpPr>
        <p:spPr>
          <a:xfrm>
            <a:off x="355600" y="1066800"/>
            <a:ext cx="5557838" cy="4914900"/>
          </a:xfrm>
        </p:spPr>
        <p:txBody>
          <a:bodyPr lIns="0" tIns="0" rIns="0" bIns="0"/>
          <a:lstStyle>
            <a:lvl1pPr>
              <a:buClr>
                <a:schemeClr val="bg1"/>
              </a:buClr>
              <a:defRPr>
                <a:solidFill>
                  <a:schemeClr val="bg1"/>
                </a:solidFill>
              </a:defRPr>
            </a:lvl1pPr>
            <a:lvl2pPr marL="457200" indent="-228600" algn="l" defTabSz="457200" rtl="0" eaLnBrk="1" latinLnBrk="0" hangingPunct="1">
              <a:spcBef>
                <a:spcPct val="20000"/>
              </a:spcBef>
              <a:buClr>
                <a:schemeClr val="bg1"/>
              </a:buClr>
              <a:buFont typeface="Wingdings" charset="2"/>
              <a:buChar char="§"/>
              <a:defRPr>
                <a:solidFill>
                  <a:schemeClr val="bg1"/>
                </a:solidFill>
              </a:defRPr>
            </a:lvl2pPr>
            <a:lvl3pPr marL="685800" indent="-228600" algn="l" defTabSz="457200" rtl="0" eaLnBrk="1" latinLnBrk="0" hangingPunct="1">
              <a:spcBef>
                <a:spcPct val="20000"/>
              </a:spcBef>
              <a:buClr>
                <a:schemeClr val="bg1"/>
              </a:buClr>
              <a:buSzPct val="100000"/>
              <a:buFont typeface="Wingdings" panose="05000000000000000000" pitchFamily="2" charset="2"/>
              <a:buChar char="§"/>
              <a:defRPr>
                <a:solidFill>
                  <a:schemeClr val="bg1"/>
                </a:solidFill>
              </a:defRPr>
            </a:lvl3pPr>
            <a:lvl4pPr marL="914400" indent="-228600" algn="l" defTabSz="457200" rtl="0" eaLnBrk="1" latinLnBrk="0" hangingPunct="1">
              <a:spcBef>
                <a:spcPct val="20000"/>
              </a:spcBef>
              <a:buClr>
                <a:schemeClr val="bg1"/>
              </a:buClr>
              <a:buSzPct val="100000"/>
              <a:buFont typeface="Wingdings" panose="05000000000000000000" pitchFamily="2" charset="2"/>
              <a:buChar char="§"/>
              <a:defRPr>
                <a:solidFill>
                  <a:schemeClr val="bg1"/>
                </a:solidFill>
              </a:defRPr>
            </a:lvl4pPr>
            <a:lvl5pPr marL="1143000" indent="-228600" algn="l" defTabSz="457200" rtl="0" eaLnBrk="1" latinLnBrk="0" hangingPunct="1">
              <a:spcBef>
                <a:spcPct val="20000"/>
              </a:spcBef>
              <a:buClr>
                <a:schemeClr val="bg1"/>
              </a:buClr>
              <a:buSzPct val="100000"/>
              <a:buFont typeface="Wingdings" panose="05000000000000000000" pitchFamily="2" charset="2"/>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F640E59-837A-434C-B9C3-E7075581B0C9}"/>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918098" y="293715"/>
            <a:ext cx="994800" cy="398355"/>
          </a:xfrm>
          <a:prstGeom prst="rect">
            <a:avLst/>
          </a:prstGeom>
          <a:noFill/>
          <a:ln>
            <a:noFill/>
          </a:ln>
        </p:spPr>
      </p:pic>
      <p:sp>
        <p:nvSpPr>
          <p:cNvPr id="16" name="Title 5">
            <a:extLst>
              <a:ext uri="{FF2B5EF4-FFF2-40B4-BE49-F238E27FC236}">
                <a16:creationId xmlns:a16="http://schemas.microsoft.com/office/drawing/2014/main" id="{0D7429E9-FB43-D949-ACA6-25803ED7534D}"/>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bg1"/>
                </a:solidFill>
                <a:latin typeface="Barlow" pitchFamily="2" charset="77"/>
                <a:ea typeface="+mj-ea"/>
                <a:cs typeface="+mj-cs"/>
              </a:defRPr>
            </a:lvl1pPr>
          </a:lstStyle>
          <a:p>
            <a:pPr lvl="0"/>
            <a:r>
              <a:rPr lang="en-US"/>
              <a:t>Click to Edit</a:t>
            </a:r>
          </a:p>
        </p:txBody>
      </p:sp>
      <p:sp>
        <p:nvSpPr>
          <p:cNvPr id="22" name="Rectangle 21">
            <a:extLst>
              <a:ext uri="{FF2B5EF4-FFF2-40B4-BE49-F238E27FC236}">
                <a16:creationId xmlns:a16="http://schemas.microsoft.com/office/drawing/2014/main" id="{BA19C77D-4271-1C4A-B30D-0BADC6B1D6C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37821145-20AC-0C4C-A501-27AAE22BDB9D}"/>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4" name="Slide Number Placeholder 3">
            <a:extLst>
              <a:ext uri="{FF2B5EF4-FFF2-40B4-BE49-F238E27FC236}">
                <a16:creationId xmlns:a16="http://schemas.microsoft.com/office/drawing/2014/main" id="{54CD3510-ED56-294C-82DB-C5EB3C0EBE79}"/>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8892E4C3-EB3F-184E-B988-AF55362F3553}"/>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29336924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and Text Over Picture">
    <p:spTree>
      <p:nvGrpSpPr>
        <p:cNvPr id="1" name=""/>
        <p:cNvGrpSpPr/>
        <p:nvPr/>
      </p:nvGrpSpPr>
      <p:grpSpPr>
        <a:xfrm>
          <a:off x="0" y="0"/>
          <a:ext cx="0" cy="0"/>
          <a:chOff x="0" y="0"/>
          <a:chExt cx="0" cy="0"/>
        </a:xfrm>
      </p:grpSpPr>
      <p:sp>
        <p:nvSpPr>
          <p:cNvPr id="11" name="Picture Placeholder 10"/>
          <p:cNvSpPr>
            <a:spLocks noGrp="1"/>
          </p:cNvSpPr>
          <p:nvPr>
            <p:ph type="pic" sz="quarter" idx="11" hasCustomPrompt="1"/>
          </p:nvPr>
        </p:nvSpPr>
        <p:spPr>
          <a:xfrm>
            <a:off x="0" y="0"/>
            <a:ext cx="12192000" cy="6858000"/>
          </a:xfrm>
          <a:prstGeom prst="rect">
            <a:avLst/>
          </a:prstGeom>
          <a:solidFill>
            <a:schemeClr val="bg2"/>
          </a:solidFill>
        </p:spPr>
        <p:txBody>
          <a:bodyPr wrap="square">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a:t>Click to add picture</a:t>
            </a:r>
          </a:p>
        </p:txBody>
      </p:sp>
      <p:sp>
        <p:nvSpPr>
          <p:cNvPr id="2" name="Rectangle 1">
            <a:extLst>
              <a:ext uri="{FF2B5EF4-FFF2-40B4-BE49-F238E27FC236}">
                <a16:creationId xmlns:a16="http://schemas.microsoft.com/office/drawing/2014/main" id="{6F054765-79F3-BD4C-8B31-6F350DF7D843}"/>
              </a:ext>
            </a:extLst>
          </p:cNvPr>
          <p:cNvSpPr/>
          <p:nvPr userDrawn="1"/>
        </p:nvSpPr>
        <p:spPr>
          <a:xfrm>
            <a:off x="0" y="0"/>
            <a:ext cx="6269038" cy="6858000"/>
          </a:xfrm>
          <a:prstGeom prst="rect">
            <a:avLst/>
          </a:prstGeom>
          <a:gradFill flip="none" rotWithShape="1">
            <a:gsLst>
              <a:gs pos="14000">
                <a:schemeClr val="bg2">
                  <a:lumMod val="75000"/>
                  <a:alpha val="0"/>
                </a:schemeClr>
              </a:gs>
              <a:gs pos="99000">
                <a:schemeClr val="bg2">
                  <a:lumMod val="75000"/>
                </a:scheme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Barlow" pitchFamily="2" charset="77"/>
            </a:endParaRPr>
          </a:p>
        </p:txBody>
      </p:sp>
      <p:sp>
        <p:nvSpPr>
          <p:cNvPr id="7" name="Content Placeholder 2"/>
          <p:cNvSpPr>
            <a:spLocks noGrp="1"/>
          </p:cNvSpPr>
          <p:nvPr>
            <p:ph idx="12"/>
          </p:nvPr>
        </p:nvSpPr>
        <p:spPr>
          <a:xfrm>
            <a:off x="355600" y="1066800"/>
            <a:ext cx="5557838" cy="4914900"/>
          </a:xfrm>
        </p:spPr>
        <p:txBody>
          <a:bodyPr lIns="0" tIns="0" rIns="0" bIns="0"/>
          <a:lstStyle>
            <a:lvl1pPr>
              <a:buClr>
                <a:schemeClr val="bg1"/>
              </a:buClr>
              <a:defRPr>
                <a:solidFill>
                  <a:schemeClr val="bg1"/>
                </a:solidFill>
              </a:defRPr>
            </a:lvl1pPr>
            <a:lvl2pPr marL="457200" indent="-228600" algn="l" defTabSz="457200" rtl="0" eaLnBrk="1" latinLnBrk="0" hangingPunct="1">
              <a:spcBef>
                <a:spcPct val="20000"/>
              </a:spcBef>
              <a:buClr>
                <a:schemeClr val="bg1"/>
              </a:buClr>
              <a:buFont typeface="Wingdings" charset="2"/>
              <a:buChar char="§"/>
              <a:defRPr>
                <a:solidFill>
                  <a:schemeClr val="bg1"/>
                </a:solidFill>
              </a:defRPr>
            </a:lvl2pPr>
            <a:lvl3pPr marL="685800" indent="-228600" algn="l" defTabSz="457200" rtl="0" eaLnBrk="1" latinLnBrk="0" hangingPunct="1">
              <a:spcBef>
                <a:spcPct val="20000"/>
              </a:spcBef>
              <a:buClr>
                <a:schemeClr val="bg1"/>
              </a:buClr>
              <a:buSzPct val="100000"/>
              <a:buFont typeface="Wingdings" panose="05000000000000000000" pitchFamily="2" charset="2"/>
              <a:buChar char="§"/>
              <a:defRPr>
                <a:solidFill>
                  <a:schemeClr val="bg1"/>
                </a:solidFill>
              </a:defRPr>
            </a:lvl3pPr>
            <a:lvl4pPr marL="914400" indent="-228600" algn="l" defTabSz="457200" rtl="0" eaLnBrk="1" latinLnBrk="0" hangingPunct="1">
              <a:spcBef>
                <a:spcPct val="20000"/>
              </a:spcBef>
              <a:buClr>
                <a:schemeClr val="bg1"/>
              </a:buClr>
              <a:buSzPct val="100000"/>
              <a:buFont typeface="Wingdings" panose="05000000000000000000" pitchFamily="2" charset="2"/>
              <a:buChar char="§"/>
              <a:defRPr>
                <a:solidFill>
                  <a:schemeClr val="bg1"/>
                </a:solidFill>
              </a:defRPr>
            </a:lvl4pPr>
            <a:lvl5pPr marL="1143000" indent="-228600" algn="l" defTabSz="457200" rtl="0" eaLnBrk="1" latinLnBrk="0" hangingPunct="1">
              <a:spcBef>
                <a:spcPct val="20000"/>
              </a:spcBef>
              <a:buClr>
                <a:schemeClr val="bg1"/>
              </a:buClr>
              <a:buSzPct val="100000"/>
              <a:buFont typeface="Wingdings" panose="05000000000000000000" pitchFamily="2" charset="2"/>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F640E59-837A-434C-B9C3-E7075581B0C9}"/>
              </a:ext>
            </a:extLst>
          </p:cNvPr>
          <p:cNvPicPr>
            <a:picLocks noChangeAspect="1"/>
          </p:cNvPicPr>
          <p:nvPr userDrawn="1"/>
        </p:nvPicPr>
        <p:blipFill>
          <a:blip r:embed="rId3" cstate="screen">
            <a:biLevel thresh="25000"/>
            <a:extLst>
              <a:ext uri="{28A0092B-C50C-407E-A947-70E740481C1C}">
                <a14:useLocalDpi xmlns:a14="http://schemas.microsoft.com/office/drawing/2010/main"/>
              </a:ext>
            </a:extLst>
          </a:blip>
          <a:stretch>
            <a:fillRect/>
          </a:stretch>
        </p:blipFill>
        <p:spPr>
          <a:xfrm>
            <a:off x="10918098" y="293715"/>
            <a:ext cx="994800" cy="398355"/>
          </a:xfrm>
          <a:prstGeom prst="rect">
            <a:avLst/>
          </a:prstGeom>
          <a:noFill/>
          <a:ln>
            <a:noFill/>
          </a:ln>
        </p:spPr>
      </p:pic>
      <p:sp>
        <p:nvSpPr>
          <p:cNvPr id="16" name="Title 5">
            <a:extLst>
              <a:ext uri="{FF2B5EF4-FFF2-40B4-BE49-F238E27FC236}">
                <a16:creationId xmlns:a16="http://schemas.microsoft.com/office/drawing/2014/main" id="{0D7429E9-FB43-D949-ACA6-25803ED7534D}"/>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bg1"/>
                </a:solidFill>
                <a:latin typeface="Barlow" pitchFamily="2" charset="77"/>
                <a:ea typeface="+mj-ea"/>
                <a:cs typeface="+mj-cs"/>
              </a:defRPr>
            </a:lvl1pPr>
          </a:lstStyle>
          <a:p>
            <a:pPr lvl="0"/>
            <a:r>
              <a:rPr lang="en-US"/>
              <a:t>Click to Edit</a:t>
            </a:r>
          </a:p>
        </p:txBody>
      </p:sp>
      <p:sp>
        <p:nvSpPr>
          <p:cNvPr id="22" name="Rectangle 21">
            <a:extLst>
              <a:ext uri="{FF2B5EF4-FFF2-40B4-BE49-F238E27FC236}">
                <a16:creationId xmlns:a16="http://schemas.microsoft.com/office/drawing/2014/main" id="{BA19C77D-4271-1C4A-B30D-0BADC6B1D6C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37821145-20AC-0C4C-A501-27AAE22BDB9D}"/>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14" name="Slide Number Placeholder 3">
            <a:extLst>
              <a:ext uri="{FF2B5EF4-FFF2-40B4-BE49-F238E27FC236}">
                <a16:creationId xmlns:a16="http://schemas.microsoft.com/office/drawing/2014/main" id="{54CD3510-ED56-294C-82DB-C5EB3C0EBE79}"/>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15" name="Date Placeholder 3">
            <a:extLst>
              <a:ext uri="{FF2B5EF4-FFF2-40B4-BE49-F238E27FC236}">
                <a16:creationId xmlns:a16="http://schemas.microsoft.com/office/drawing/2014/main" id="{8892E4C3-EB3F-184E-B988-AF55362F3553}"/>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Tree>
    <p:extLst>
      <p:ext uri="{BB962C8B-B14F-4D97-AF65-F5344CB8AC3E}">
        <p14:creationId xmlns:p14="http://schemas.microsoft.com/office/powerpoint/2010/main" val="35091793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6850A-F1CB-32DB-0F9F-11FE192E19B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0476300-9493-A19A-7F1F-FF85651B08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D77F2A9-81A7-BD87-7C23-63A0F858F03F}"/>
              </a:ext>
            </a:extLst>
          </p:cNvPr>
          <p:cNvSpPr>
            <a:spLocks noGrp="1"/>
          </p:cNvSpPr>
          <p:nvPr>
            <p:ph type="dt" sz="half" idx="10"/>
          </p:nvPr>
        </p:nvSpPr>
        <p:spPr/>
        <p:txBody>
          <a:bodyPr/>
          <a:lstStyle/>
          <a:p>
            <a:fld id="{4C151AC3-D4A5-0A4D-914E-2BEFC19D6839}" type="datetimeFigureOut">
              <a:rPr lang="en-US" smtClean="0"/>
              <a:t>4/3/2025</a:t>
            </a:fld>
            <a:endParaRPr lang="en-US"/>
          </a:p>
        </p:txBody>
      </p:sp>
      <p:sp>
        <p:nvSpPr>
          <p:cNvPr id="5" name="Footer Placeholder 4">
            <a:extLst>
              <a:ext uri="{FF2B5EF4-FFF2-40B4-BE49-F238E27FC236}">
                <a16:creationId xmlns:a16="http://schemas.microsoft.com/office/drawing/2014/main" id="{779BDBF6-3B95-022B-91C1-4D436794D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4A769B-7477-6372-08A8-9039EDB86C2A}"/>
              </a:ext>
            </a:extLst>
          </p:cNvPr>
          <p:cNvSpPr>
            <a:spLocks noGrp="1"/>
          </p:cNvSpPr>
          <p:nvPr>
            <p:ph type="sldNum" sz="quarter" idx="12"/>
          </p:nvPr>
        </p:nvSpPr>
        <p:spPr/>
        <p:txBody>
          <a:bodyPr/>
          <a:lstStyle/>
          <a:p>
            <a:fld id="{9CAFA26D-8B96-354C-AC6C-53677169D320}" type="slidenum">
              <a:rPr lang="en-US" smtClean="0"/>
              <a:t>‹#›</a:t>
            </a:fld>
            <a:endParaRPr lang="en-US"/>
          </a:p>
        </p:txBody>
      </p:sp>
    </p:spTree>
    <p:extLst>
      <p:ext uri="{BB962C8B-B14F-4D97-AF65-F5344CB8AC3E}">
        <p14:creationId xmlns:p14="http://schemas.microsoft.com/office/powerpoint/2010/main" val="22917229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E74B564B-7F9F-32DC-1EEB-57A3EFAD5558}"/>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a:t>Click to Add Title in Barlow Medium 32 pt. Title Case</a:t>
            </a:r>
            <a:endParaRPr lang="en-US"/>
          </a:p>
        </p:txBody>
      </p:sp>
      <p:sp>
        <p:nvSpPr>
          <p:cNvPr id="6" name="Content Placeholder 2">
            <a:extLst>
              <a:ext uri="{FF2B5EF4-FFF2-40B4-BE49-F238E27FC236}">
                <a16:creationId xmlns:a16="http://schemas.microsoft.com/office/drawing/2014/main" id="{1075A93E-07A2-EBD4-1717-2BC5B458C00A}"/>
              </a:ext>
            </a:extLst>
          </p:cNvPr>
          <p:cNvSpPr>
            <a:spLocks noGrp="1"/>
          </p:cNvSpPr>
          <p:nvPr>
            <p:ph idx="10"/>
          </p:nvPr>
        </p:nvSpPr>
        <p:spPr>
          <a:xfrm>
            <a:off x="417600" y="1353312"/>
            <a:ext cx="11358000" cy="5094000"/>
          </a:xfrm>
          <a:prstGeom prst="rect">
            <a:avLst/>
          </a:prstGeom>
        </p:spPr>
        <p:txBody>
          <a:bodyPr>
            <a:noAutofit/>
          </a:bodyPr>
          <a:lstStyle>
            <a:lvl1pPr marL="0" indent="0">
              <a:spcAft>
                <a:spcPts val="600"/>
              </a:spcAft>
              <a:buFontTx/>
              <a:buNone/>
              <a:defRPr sz="1800">
                <a:solidFill>
                  <a:schemeClr val="tx1"/>
                </a:solidFill>
              </a:defRPr>
            </a:lvl1pPr>
            <a:lvl2pPr marL="457200" indent="-228600">
              <a:spcAft>
                <a:spcPts val="600"/>
              </a:spcAft>
              <a:tabLst/>
              <a:defRPr sz="1600">
                <a:solidFill>
                  <a:schemeClr val="tx1"/>
                </a:solidFill>
              </a:defRPr>
            </a:lvl2pPr>
            <a:lvl3pPr marL="866775" indent="-222250">
              <a:spcAft>
                <a:spcPts val="600"/>
              </a:spcAft>
              <a:tabLst/>
              <a:defRPr sz="1400">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6D4B9EFC-C7DD-F257-A5DB-C33A7A52FA0A}"/>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a:t>©2024 Analog Devices, Inc. All Rights Reserved. </a:t>
            </a:r>
          </a:p>
        </p:txBody>
      </p:sp>
      <p:sp>
        <p:nvSpPr>
          <p:cNvPr id="5" name="Slide Number Placeholder 3">
            <a:extLst>
              <a:ext uri="{FF2B5EF4-FFF2-40B4-BE49-F238E27FC236}">
                <a16:creationId xmlns:a16="http://schemas.microsoft.com/office/drawing/2014/main" id="{2FE45972-FE13-E8D4-E5E1-9B8CBA947C48}"/>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a:p>
        </p:txBody>
      </p:sp>
    </p:spTree>
    <p:extLst>
      <p:ext uri="{BB962C8B-B14F-4D97-AF65-F5344CB8AC3E}">
        <p14:creationId xmlns:p14="http://schemas.microsoft.com/office/powerpoint/2010/main" val="2338745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6782F443-93A0-4919-89E7-37E501919603}"/>
              </a:ext>
            </a:extLst>
          </p:cNvPr>
          <p:cNvSpPr/>
          <p:nvPr userDrawn="1"/>
        </p:nvSpPr>
        <p:spPr>
          <a:xfrm rot="2700000">
            <a:off x="1531794" y="-2581332"/>
            <a:ext cx="3206987" cy="9626036"/>
          </a:xfrm>
          <a:custGeom>
            <a:avLst/>
            <a:gdLst>
              <a:gd name="connsiteX0" fmla="*/ 3621 w 3204432"/>
              <a:gd name="connsiteY0" fmla="*/ 3200811 h 9623529"/>
              <a:gd name="connsiteX1" fmla="*/ 3204432 w 3204432"/>
              <a:gd name="connsiteY1" fmla="*/ 0 h 9623529"/>
              <a:gd name="connsiteX2" fmla="*/ 3204432 w 3204432"/>
              <a:gd name="connsiteY2" fmla="*/ 8389488 h 9623529"/>
              <a:gd name="connsiteX3" fmla="*/ 3197162 w 3204432"/>
              <a:gd name="connsiteY3" fmla="*/ 8389488 h 9623529"/>
              <a:gd name="connsiteX4" fmla="*/ 3201565 w 3204432"/>
              <a:gd name="connsiteY4" fmla="*/ 8393890 h 9623529"/>
              <a:gd name="connsiteX5" fmla="*/ 1971926 w 3204432"/>
              <a:gd name="connsiteY5" fmla="*/ 9623529 h 9623529"/>
              <a:gd name="connsiteX6" fmla="*/ 0 w 3204432"/>
              <a:gd name="connsiteY6" fmla="*/ 7651603 h 9623529"/>
              <a:gd name="connsiteX7" fmla="*/ 3621 w 3204432"/>
              <a:gd name="connsiteY7" fmla="*/ 7647982 h 9623529"/>
              <a:gd name="connsiteX8" fmla="*/ 3621 w 3204432"/>
              <a:gd name="connsiteY8" fmla="*/ 3200811 h 9623529"/>
              <a:gd name="connsiteX0" fmla="*/ 3621 w 3206055"/>
              <a:gd name="connsiteY0" fmla="*/ 3200811 h 9623529"/>
              <a:gd name="connsiteX1" fmla="*/ 3204432 w 3206055"/>
              <a:gd name="connsiteY1" fmla="*/ 0 h 9623529"/>
              <a:gd name="connsiteX2" fmla="*/ 3204432 w 3206055"/>
              <a:gd name="connsiteY2" fmla="*/ 8389488 h 9623529"/>
              <a:gd name="connsiteX3" fmla="*/ 3197162 w 3206055"/>
              <a:gd name="connsiteY3" fmla="*/ 8389488 h 9623529"/>
              <a:gd name="connsiteX4" fmla="*/ 3206055 w 3206055"/>
              <a:gd name="connsiteY4" fmla="*/ 9386208 h 9623529"/>
              <a:gd name="connsiteX5" fmla="*/ 1971926 w 3206055"/>
              <a:gd name="connsiteY5" fmla="*/ 9623529 h 9623529"/>
              <a:gd name="connsiteX6" fmla="*/ 0 w 3206055"/>
              <a:gd name="connsiteY6" fmla="*/ 7651603 h 9623529"/>
              <a:gd name="connsiteX7" fmla="*/ 3621 w 3206055"/>
              <a:gd name="connsiteY7" fmla="*/ 7647982 h 9623529"/>
              <a:gd name="connsiteX8" fmla="*/ 3621 w 3206055"/>
              <a:gd name="connsiteY8" fmla="*/ 3200811 h 9623529"/>
              <a:gd name="connsiteX0" fmla="*/ 3621 w 3206987"/>
              <a:gd name="connsiteY0" fmla="*/ 3200811 h 9623529"/>
              <a:gd name="connsiteX1" fmla="*/ 3204432 w 3206987"/>
              <a:gd name="connsiteY1" fmla="*/ 0 h 9623529"/>
              <a:gd name="connsiteX2" fmla="*/ 3204432 w 3206987"/>
              <a:gd name="connsiteY2" fmla="*/ 8389488 h 9623529"/>
              <a:gd name="connsiteX3" fmla="*/ 3206142 w 3206987"/>
              <a:gd name="connsiteY3" fmla="*/ 8407448 h 9623529"/>
              <a:gd name="connsiteX4" fmla="*/ 3206055 w 3206987"/>
              <a:gd name="connsiteY4" fmla="*/ 9386208 h 9623529"/>
              <a:gd name="connsiteX5" fmla="*/ 1971926 w 3206987"/>
              <a:gd name="connsiteY5" fmla="*/ 9623529 h 9623529"/>
              <a:gd name="connsiteX6" fmla="*/ 0 w 3206987"/>
              <a:gd name="connsiteY6" fmla="*/ 7651603 h 9623529"/>
              <a:gd name="connsiteX7" fmla="*/ 3621 w 3206987"/>
              <a:gd name="connsiteY7" fmla="*/ 7647982 h 9623529"/>
              <a:gd name="connsiteX8" fmla="*/ 3621 w 3206987"/>
              <a:gd name="connsiteY8" fmla="*/ 3200811 h 962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6987" h="9623529">
                <a:moveTo>
                  <a:pt x="3621" y="3200811"/>
                </a:moveTo>
                <a:lnTo>
                  <a:pt x="3204432" y="0"/>
                </a:lnTo>
                <a:lnTo>
                  <a:pt x="3204432" y="8389488"/>
                </a:lnTo>
                <a:lnTo>
                  <a:pt x="3206142" y="8407448"/>
                </a:lnTo>
                <a:cubicBezTo>
                  <a:pt x="3209106" y="8739688"/>
                  <a:pt x="3203091" y="9053968"/>
                  <a:pt x="3206055" y="9386208"/>
                </a:cubicBezTo>
                <a:lnTo>
                  <a:pt x="1971926" y="9623529"/>
                </a:lnTo>
                <a:lnTo>
                  <a:pt x="0" y="7651603"/>
                </a:lnTo>
                <a:lnTo>
                  <a:pt x="3621" y="7647982"/>
                </a:lnTo>
                <a:lnTo>
                  <a:pt x="3621" y="3200811"/>
                </a:lnTo>
                <a:close/>
              </a:path>
            </a:pathLst>
          </a:custGeom>
          <a:gradFill>
            <a:gsLst>
              <a:gs pos="24000">
                <a:schemeClr val="accent4"/>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2" name="Freeform: Shape 41">
            <a:extLst>
              <a:ext uri="{FF2B5EF4-FFF2-40B4-BE49-F238E27FC236}">
                <a16:creationId xmlns:a16="http://schemas.microsoft.com/office/drawing/2014/main" id="{72DCDC53-603A-40A5-A8CC-0073D40D11EF}"/>
              </a:ext>
            </a:extLst>
          </p:cNvPr>
          <p:cNvSpPr/>
          <p:nvPr userDrawn="1"/>
        </p:nvSpPr>
        <p:spPr>
          <a:xfrm rot="2700000">
            <a:off x="1633012" y="1229962"/>
            <a:ext cx="3535790" cy="7516105"/>
          </a:xfrm>
          <a:custGeom>
            <a:avLst/>
            <a:gdLst>
              <a:gd name="connsiteX0" fmla="*/ 0 w 3535790"/>
              <a:gd name="connsiteY0" fmla="*/ 0 h 7514148"/>
              <a:gd name="connsiteX1" fmla="*/ 3535790 w 3535790"/>
              <a:gd name="connsiteY1" fmla="*/ 0 h 7514148"/>
              <a:gd name="connsiteX2" fmla="*/ 3535790 w 3535790"/>
              <a:gd name="connsiteY2" fmla="*/ 4642648 h 7514148"/>
              <a:gd name="connsiteX3" fmla="*/ 706090 w 3535790"/>
              <a:gd name="connsiteY3" fmla="*/ 7514148 h 7514148"/>
              <a:gd name="connsiteX4" fmla="*/ 0 w 3535790"/>
              <a:gd name="connsiteY4" fmla="*/ 6808058 h 7514148"/>
              <a:gd name="connsiteX5" fmla="*/ 0 w 3535790"/>
              <a:gd name="connsiteY5" fmla="*/ 0 h 751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5790" h="7514148">
                <a:moveTo>
                  <a:pt x="0" y="0"/>
                </a:moveTo>
                <a:lnTo>
                  <a:pt x="3535790" y="0"/>
                </a:lnTo>
                <a:lnTo>
                  <a:pt x="3535790" y="4642648"/>
                </a:lnTo>
                <a:lnTo>
                  <a:pt x="706090" y="7514148"/>
                </a:lnTo>
                <a:lnTo>
                  <a:pt x="0" y="6808058"/>
                </a:lnTo>
                <a:lnTo>
                  <a:pt x="0" y="0"/>
                </a:lnTo>
                <a:close/>
              </a:path>
            </a:pathLst>
          </a:custGeom>
          <a:gradFill>
            <a:gsLst>
              <a:gs pos="1143">
                <a:schemeClr val="bg1">
                  <a:alpha val="0"/>
                </a:schemeClr>
              </a:gs>
              <a:gs pos="14000">
                <a:schemeClr val="bg1">
                  <a:alpha val="0"/>
                </a:schemeClr>
              </a:gs>
              <a:gs pos="72000">
                <a:schemeClr val="accent1"/>
              </a:gs>
            </a:gsLst>
            <a:lin ang="42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p:cNvSpPr>
            <a:spLocks noGrp="1"/>
          </p:cNvSpPr>
          <p:nvPr>
            <p:ph type="title" hasCustomPrompt="1"/>
          </p:nvPr>
        </p:nvSpPr>
        <p:spPr>
          <a:xfrm>
            <a:off x="6594667" y="1582578"/>
            <a:ext cx="4997704" cy="1234440"/>
          </a:xfrm>
        </p:spPr>
        <p:txBody>
          <a:bodyPr wrap="square" anchor="b"/>
          <a:lstStyle>
            <a:lvl1pPr algn="l">
              <a:defRPr sz="4000" b="0" cap="none" baseline="0"/>
            </a:lvl1pPr>
          </a:lstStyle>
          <a:p>
            <a:r>
              <a:rPr lang="en-US"/>
              <a:t>Click to Edit Master Title Style</a:t>
            </a:r>
          </a:p>
        </p:txBody>
      </p:sp>
      <p:sp>
        <p:nvSpPr>
          <p:cNvPr id="128" name="Subtitle 2">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4666" y="2867282"/>
            <a:ext cx="5117786" cy="416403"/>
          </a:xfrm>
        </p:spPr>
        <p:txBody>
          <a:bodyPr/>
          <a:lstStyle>
            <a:lvl1pPr marL="0" indent="0" algn="l">
              <a:buNone/>
              <a:defRPr sz="2399">
                <a:solidFill>
                  <a:schemeClr val="accent4"/>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edit master subtitle style</a:t>
            </a:r>
          </a:p>
        </p:txBody>
      </p:sp>
      <p:sp>
        <p:nvSpPr>
          <p:cNvPr id="7" name="Text Placeholder 6">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4666" y="4737428"/>
            <a:ext cx="3658554" cy="355601"/>
          </a:xfrm>
        </p:spPr>
        <p:txBody>
          <a:bodyPr anchor="b"/>
          <a:lstStyle>
            <a:lvl1pPr algn="l">
              <a:buNone/>
              <a:defRPr sz="1600">
                <a:solidFill>
                  <a:schemeClr val="tx2"/>
                </a:solidFill>
              </a:defRPr>
            </a:lvl1pPr>
          </a:lstStyle>
          <a:p>
            <a:pPr lvl="0"/>
            <a:r>
              <a:rPr lang="en-US"/>
              <a:t>Speaker Name</a:t>
            </a:r>
          </a:p>
        </p:txBody>
      </p:sp>
      <p:sp>
        <p:nvSpPr>
          <p:cNvPr id="129" name="Text Placeholder 6">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4666" y="5138748"/>
            <a:ext cx="3658554" cy="355601"/>
          </a:xfrm>
        </p:spPr>
        <p:txBody>
          <a:bodyPr/>
          <a:lstStyle>
            <a:lvl1pPr algn="l">
              <a:buNone/>
              <a:defRPr sz="1600">
                <a:solidFill>
                  <a:schemeClr val="tx2"/>
                </a:solidFill>
              </a:defRPr>
            </a:lvl1pPr>
          </a:lstStyle>
          <a:p>
            <a:pPr lvl="0"/>
            <a:r>
              <a:rPr lang="en-US"/>
              <a:t>Role / Division at VMware</a:t>
            </a:r>
          </a:p>
        </p:txBody>
      </p:sp>
      <p:sp>
        <p:nvSpPr>
          <p:cNvPr id="16" name="Text Placeholder 6">
            <a:extLst>
              <a:ext uri="{FF2B5EF4-FFF2-40B4-BE49-F238E27FC236}">
                <a16:creationId xmlns:a16="http://schemas.microsoft.com/office/drawing/2014/main" id="{68E7D54E-C753-48F7-AB43-C7A586277F50}"/>
              </a:ext>
            </a:extLst>
          </p:cNvPr>
          <p:cNvSpPr>
            <a:spLocks noGrp="1"/>
          </p:cNvSpPr>
          <p:nvPr>
            <p:ph type="body" sz="quarter" idx="13" hasCustomPrompt="1"/>
          </p:nvPr>
        </p:nvSpPr>
        <p:spPr>
          <a:xfrm>
            <a:off x="6594666" y="5494349"/>
            <a:ext cx="3658554" cy="267221"/>
          </a:xfrm>
        </p:spPr>
        <p:txBody>
          <a:bodyPr/>
          <a:lstStyle>
            <a:lvl1pPr algn="l">
              <a:buNone/>
              <a:defRPr sz="1200">
                <a:solidFill>
                  <a:schemeClr val="tx2"/>
                </a:solidFill>
              </a:defRPr>
            </a:lvl1pPr>
          </a:lstStyle>
          <a:p>
            <a:pPr lvl="0"/>
            <a:r>
              <a:rPr lang="en-US"/>
              <a:t>Date</a:t>
            </a:r>
          </a:p>
        </p:txBody>
      </p:sp>
      <p:grpSp>
        <p:nvGrpSpPr>
          <p:cNvPr id="17" name="Group 16">
            <a:extLst>
              <a:ext uri="{FF2B5EF4-FFF2-40B4-BE49-F238E27FC236}">
                <a16:creationId xmlns:a16="http://schemas.microsoft.com/office/drawing/2014/main" id="{571B1726-E7C5-4C32-A22F-BB8C0CA833E9}"/>
              </a:ext>
            </a:extLst>
          </p:cNvPr>
          <p:cNvGrpSpPr/>
          <p:nvPr userDrawn="1"/>
        </p:nvGrpSpPr>
        <p:grpSpPr>
          <a:xfrm>
            <a:off x="608172" y="6445106"/>
            <a:ext cx="1184706" cy="186690"/>
            <a:chOff x="863272" y="6563918"/>
            <a:chExt cx="861082" cy="135727"/>
          </a:xfrm>
          <a:solidFill>
            <a:schemeClr val="bg1"/>
          </a:solidFill>
        </p:grpSpPr>
        <p:sp>
          <p:nvSpPr>
            <p:cNvPr id="18" name="Freeform 6">
              <a:extLst>
                <a:ext uri="{FF2B5EF4-FFF2-40B4-BE49-F238E27FC236}">
                  <a16:creationId xmlns:a16="http://schemas.microsoft.com/office/drawing/2014/main" id="{0AEE4566-BDD0-43EB-8593-753B4AFC5389}"/>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19" name="Freeform 7">
              <a:extLst>
                <a:ext uri="{FF2B5EF4-FFF2-40B4-BE49-F238E27FC236}">
                  <a16:creationId xmlns:a16="http://schemas.microsoft.com/office/drawing/2014/main" id="{CDDDBBBD-2B47-4F32-9507-B47217AD31D1}"/>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0" name="Freeform 8">
              <a:extLst>
                <a:ext uri="{FF2B5EF4-FFF2-40B4-BE49-F238E27FC236}">
                  <a16:creationId xmlns:a16="http://schemas.microsoft.com/office/drawing/2014/main" id="{9A63A2EB-B414-427C-8975-27B69B276D4B}"/>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1" name="Freeform 9">
              <a:extLst>
                <a:ext uri="{FF2B5EF4-FFF2-40B4-BE49-F238E27FC236}">
                  <a16:creationId xmlns:a16="http://schemas.microsoft.com/office/drawing/2014/main" id="{4AFD0B14-399F-447F-BBDD-FF049C867FA7}"/>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2" name="Freeform 10">
              <a:extLst>
                <a:ext uri="{FF2B5EF4-FFF2-40B4-BE49-F238E27FC236}">
                  <a16:creationId xmlns:a16="http://schemas.microsoft.com/office/drawing/2014/main" id="{0778A2AC-9D1D-4FDB-973A-47DEA988606E}"/>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3" name="Freeform 11">
              <a:extLst>
                <a:ext uri="{FF2B5EF4-FFF2-40B4-BE49-F238E27FC236}">
                  <a16:creationId xmlns:a16="http://schemas.microsoft.com/office/drawing/2014/main" id="{52873CFF-17A0-467C-B061-5E3FD5E92C7C}"/>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4" name="Freeform 12">
              <a:extLst>
                <a:ext uri="{FF2B5EF4-FFF2-40B4-BE49-F238E27FC236}">
                  <a16:creationId xmlns:a16="http://schemas.microsoft.com/office/drawing/2014/main" id="{C351EEF9-CE8C-4948-8867-FDC697419BE3}"/>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2" name="TextBox 31">
            <a:extLst>
              <a:ext uri="{FF2B5EF4-FFF2-40B4-BE49-F238E27FC236}">
                <a16:creationId xmlns:a16="http://schemas.microsoft.com/office/drawing/2014/main" id="{576FCBCF-AFA0-4D2E-AF64-919BFE9B44B8}"/>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29416F8-1B20-4892-97FA-108F191A5885}"/>
                  </a:ext>
                </a:extLst>
              </p14:cNvPr>
              <p14:cNvContentPartPr/>
              <p14:nvPr userDrawn="1"/>
            </p14:nvContentPartPr>
            <p14:xfrm>
              <a:off x="9862161" y="4881179"/>
              <a:ext cx="240" cy="240"/>
            </p14:xfrm>
          </p:contentPart>
        </mc:Choice>
        <mc:Fallback>
          <p:pic>
            <p:nvPicPr>
              <p:cNvPr id="3" name="Ink 2">
                <a:extLst>
                  <a:ext uri="{FF2B5EF4-FFF2-40B4-BE49-F238E27FC236}">
                    <a16:creationId xmlns:a16="http://schemas.microsoft.com/office/drawing/2014/main" id="{229416F8-1B20-4892-97FA-108F191A5885}"/>
                  </a:ext>
                </a:extLst>
              </p:cNvPr>
              <p:cNvPicPr/>
              <p:nvPr/>
            </p:nvPicPr>
            <p:blipFill>
              <a:blip r:embed="rId3"/>
              <a:stretch>
                <a:fillRect/>
              </a:stretch>
            </p:blipFill>
            <p:spPr>
              <a:xfrm>
                <a:off x="9858081" y="4877099"/>
                <a:ext cx="7920" cy="7920"/>
              </a:xfrm>
              <a:prstGeom prst="rect">
                <a:avLst/>
              </a:prstGeom>
            </p:spPr>
          </p:pic>
        </mc:Fallback>
      </mc:AlternateContent>
    </p:spTree>
    <p:extLst>
      <p:ext uri="{BB962C8B-B14F-4D97-AF65-F5344CB8AC3E}">
        <p14:creationId xmlns:p14="http://schemas.microsoft.com/office/powerpoint/2010/main" val="452277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 Plum">
    <p:spTree>
      <p:nvGrpSpPr>
        <p:cNvPr id="1" name=""/>
        <p:cNvGrpSpPr/>
        <p:nvPr/>
      </p:nvGrpSpPr>
      <p:grpSpPr>
        <a:xfrm>
          <a:off x="0" y="0"/>
          <a:ext cx="0" cy="0"/>
          <a:chOff x="0" y="0"/>
          <a:chExt cx="0" cy="0"/>
        </a:xfrm>
      </p:grpSpPr>
      <p:sp>
        <p:nvSpPr>
          <p:cNvPr id="26" name="Freeform: Shape 25">
            <a:extLst>
              <a:ext uri="{FF2B5EF4-FFF2-40B4-BE49-F238E27FC236}">
                <a16:creationId xmlns:a16="http://schemas.microsoft.com/office/drawing/2014/main" id="{1F68A354-4C62-4F2A-9CB5-8CD9B953F237}"/>
              </a:ext>
            </a:extLst>
          </p:cNvPr>
          <p:cNvSpPr/>
          <p:nvPr userDrawn="1"/>
        </p:nvSpPr>
        <p:spPr>
          <a:xfrm rot="2700000">
            <a:off x="1531794" y="-2581332"/>
            <a:ext cx="3206987" cy="9626036"/>
          </a:xfrm>
          <a:custGeom>
            <a:avLst/>
            <a:gdLst>
              <a:gd name="connsiteX0" fmla="*/ 3621 w 3204432"/>
              <a:gd name="connsiteY0" fmla="*/ 3200811 h 9623529"/>
              <a:gd name="connsiteX1" fmla="*/ 3204432 w 3204432"/>
              <a:gd name="connsiteY1" fmla="*/ 0 h 9623529"/>
              <a:gd name="connsiteX2" fmla="*/ 3204432 w 3204432"/>
              <a:gd name="connsiteY2" fmla="*/ 8389488 h 9623529"/>
              <a:gd name="connsiteX3" fmla="*/ 3197162 w 3204432"/>
              <a:gd name="connsiteY3" fmla="*/ 8389488 h 9623529"/>
              <a:gd name="connsiteX4" fmla="*/ 3201565 w 3204432"/>
              <a:gd name="connsiteY4" fmla="*/ 8393890 h 9623529"/>
              <a:gd name="connsiteX5" fmla="*/ 1971926 w 3204432"/>
              <a:gd name="connsiteY5" fmla="*/ 9623529 h 9623529"/>
              <a:gd name="connsiteX6" fmla="*/ 0 w 3204432"/>
              <a:gd name="connsiteY6" fmla="*/ 7651603 h 9623529"/>
              <a:gd name="connsiteX7" fmla="*/ 3621 w 3204432"/>
              <a:gd name="connsiteY7" fmla="*/ 7647982 h 9623529"/>
              <a:gd name="connsiteX8" fmla="*/ 3621 w 3204432"/>
              <a:gd name="connsiteY8" fmla="*/ 3200811 h 9623529"/>
              <a:gd name="connsiteX0" fmla="*/ 3621 w 3206055"/>
              <a:gd name="connsiteY0" fmla="*/ 3200811 h 9623529"/>
              <a:gd name="connsiteX1" fmla="*/ 3204432 w 3206055"/>
              <a:gd name="connsiteY1" fmla="*/ 0 h 9623529"/>
              <a:gd name="connsiteX2" fmla="*/ 3204432 w 3206055"/>
              <a:gd name="connsiteY2" fmla="*/ 8389488 h 9623529"/>
              <a:gd name="connsiteX3" fmla="*/ 3197162 w 3206055"/>
              <a:gd name="connsiteY3" fmla="*/ 8389488 h 9623529"/>
              <a:gd name="connsiteX4" fmla="*/ 3206055 w 3206055"/>
              <a:gd name="connsiteY4" fmla="*/ 9386208 h 9623529"/>
              <a:gd name="connsiteX5" fmla="*/ 1971926 w 3206055"/>
              <a:gd name="connsiteY5" fmla="*/ 9623529 h 9623529"/>
              <a:gd name="connsiteX6" fmla="*/ 0 w 3206055"/>
              <a:gd name="connsiteY6" fmla="*/ 7651603 h 9623529"/>
              <a:gd name="connsiteX7" fmla="*/ 3621 w 3206055"/>
              <a:gd name="connsiteY7" fmla="*/ 7647982 h 9623529"/>
              <a:gd name="connsiteX8" fmla="*/ 3621 w 3206055"/>
              <a:gd name="connsiteY8" fmla="*/ 3200811 h 9623529"/>
              <a:gd name="connsiteX0" fmla="*/ 3621 w 3206987"/>
              <a:gd name="connsiteY0" fmla="*/ 3200811 h 9623529"/>
              <a:gd name="connsiteX1" fmla="*/ 3204432 w 3206987"/>
              <a:gd name="connsiteY1" fmla="*/ 0 h 9623529"/>
              <a:gd name="connsiteX2" fmla="*/ 3204432 w 3206987"/>
              <a:gd name="connsiteY2" fmla="*/ 8389488 h 9623529"/>
              <a:gd name="connsiteX3" fmla="*/ 3206142 w 3206987"/>
              <a:gd name="connsiteY3" fmla="*/ 8407448 h 9623529"/>
              <a:gd name="connsiteX4" fmla="*/ 3206055 w 3206987"/>
              <a:gd name="connsiteY4" fmla="*/ 9386208 h 9623529"/>
              <a:gd name="connsiteX5" fmla="*/ 1971926 w 3206987"/>
              <a:gd name="connsiteY5" fmla="*/ 9623529 h 9623529"/>
              <a:gd name="connsiteX6" fmla="*/ 0 w 3206987"/>
              <a:gd name="connsiteY6" fmla="*/ 7651603 h 9623529"/>
              <a:gd name="connsiteX7" fmla="*/ 3621 w 3206987"/>
              <a:gd name="connsiteY7" fmla="*/ 7647982 h 9623529"/>
              <a:gd name="connsiteX8" fmla="*/ 3621 w 3206987"/>
              <a:gd name="connsiteY8" fmla="*/ 3200811 h 962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6987" h="9623529">
                <a:moveTo>
                  <a:pt x="3621" y="3200811"/>
                </a:moveTo>
                <a:lnTo>
                  <a:pt x="3204432" y="0"/>
                </a:lnTo>
                <a:lnTo>
                  <a:pt x="3204432" y="8389488"/>
                </a:lnTo>
                <a:lnTo>
                  <a:pt x="3206142" y="8407448"/>
                </a:lnTo>
                <a:cubicBezTo>
                  <a:pt x="3209106" y="8739688"/>
                  <a:pt x="3203091" y="9053968"/>
                  <a:pt x="3206055" y="9386208"/>
                </a:cubicBezTo>
                <a:lnTo>
                  <a:pt x="1971926" y="9623529"/>
                </a:lnTo>
                <a:lnTo>
                  <a:pt x="0" y="7651603"/>
                </a:lnTo>
                <a:lnTo>
                  <a:pt x="3621" y="7647982"/>
                </a:lnTo>
                <a:lnTo>
                  <a:pt x="3621" y="3200811"/>
                </a:lnTo>
                <a:close/>
              </a:path>
            </a:pathLst>
          </a:custGeom>
          <a:gradFill>
            <a:gsLst>
              <a:gs pos="24000">
                <a:srgbClr val="7F35AB"/>
              </a:gs>
              <a:gs pos="87000">
                <a:srgbClr val="26408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7" name="Freeform: Shape 26">
            <a:extLst>
              <a:ext uri="{FF2B5EF4-FFF2-40B4-BE49-F238E27FC236}">
                <a16:creationId xmlns:a16="http://schemas.microsoft.com/office/drawing/2014/main" id="{C835AD62-92DE-42CB-A787-503E2A1C1C7A}"/>
              </a:ext>
            </a:extLst>
          </p:cNvPr>
          <p:cNvSpPr/>
          <p:nvPr userDrawn="1"/>
        </p:nvSpPr>
        <p:spPr>
          <a:xfrm rot="2700000">
            <a:off x="1633012" y="1229962"/>
            <a:ext cx="3535790" cy="7516105"/>
          </a:xfrm>
          <a:custGeom>
            <a:avLst/>
            <a:gdLst>
              <a:gd name="connsiteX0" fmla="*/ 0 w 3535790"/>
              <a:gd name="connsiteY0" fmla="*/ 0 h 7514148"/>
              <a:gd name="connsiteX1" fmla="*/ 3535790 w 3535790"/>
              <a:gd name="connsiteY1" fmla="*/ 0 h 7514148"/>
              <a:gd name="connsiteX2" fmla="*/ 3535790 w 3535790"/>
              <a:gd name="connsiteY2" fmla="*/ 4642648 h 7514148"/>
              <a:gd name="connsiteX3" fmla="*/ 706090 w 3535790"/>
              <a:gd name="connsiteY3" fmla="*/ 7514148 h 7514148"/>
              <a:gd name="connsiteX4" fmla="*/ 0 w 3535790"/>
              <a:gd name="connsiteY4" fmla="*/ 6808058 h 7514148"/>
              <a:gd name="connsiteX5" fmla="*/ 0 w 3535790"/>
              <a:gd name="connsiteY5" fmla="*/ 0 h 751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5790" h="7514148">
                <a:moveTo>
                  <a:pt x="0" y="0"/>
                </a:moveTo>
                <a:lnTo>
                  <a:pt x="3535790" y="0"/>
                </a:lnTo>
                <a:lnTo>
                  <a:pt x="3535790" y="4642648"/>
                </a:lnTo>
                <a:lnTo>
                  <a:pt x="706090" y="7514148"/>
                </a:lnTo>
                <a:lnTo>
                  <a:pt x="0" y="6808058"/>
                </a:lnTo>
                <a:lnTo>
                  <a:pt x="0" y="0"/>
                </a:lnTo>
                <a:close/>
              </a:path>
            </a:pathLst>
          </a:custGeom>
          <a:gradFill>
            <a:gsLst>
              <a:gs pos="8580">
                <a:srgbClr val="0286CD">
                  <a:alpha val="0"/>
                </a:srgbClr>
              </a:gs>
              <a:gs pos="0">
                <a:schemeClr val="accent1">
                  <a:alpha val="0"/>
                </a:schemeClr>
              </a:gs>
              <a:gs pos="78000">
                <a:schemeClr val="accent2">
                  <a:lumMod val="75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 name="Title 1"/>
          <p:cNvSpPr>
            <a:spLocks noGrp="1"/>
          </p:cNvSpPr>
          <p:nvPr>
            <p:ph type="title" hasCustomPrompt="1"/>
          </p:nvPr>
        </p:nvSpPr>
        <p:spPr>
          <a:xfrm>
            <a:off x="6594667" y="1582578"/>
            <a:ext cx="4997704" cy="1234440"/>
          </a:xfrm>
        </p:spPr>
        <p:txBody>
          <a:bodyPr wrap="square" anchor="b"/>
          <a:lstStyle>
            <a:lvl1pPr algn="l">
              <a:defRPr sz="4000" b="0" cap="none" baseline="0"/>
            </a:lvl1pPr>
          </a:lstStyle>
          <a:p>
            <a:r>
              <a:rPr lang="en-US"/>
              <a:t>Click to Edit Master Title Style</a:t>
            </a:r>
          </a:p>
        </p:txBody>
      </p:sp>
      <p:sp>
        <p:nvSpPr>
          <p:cNvPr id="128" name="Subtitle 2">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4666" y="2871219"/>
            <a:ext cx="5117786" cy="416403"/>
          </a:xfrm>
        </p:spPr>
        <p:txBody>
          <a:bodyPr/>
          <a:lstStyle>
            <a:lvl1pPr marL="0" indent="0" algn="l">
              <a:buNone/>
              <a:defRPr sz="2399">
                <a:solidFill>
                  <a:schemeClr val="tx2"/>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edit master subtitle style</a:t>
            </a:r>
          </a:p>
        </p:txBody>
      </p:sp>
      <p:sp>
        <p:nvSpPr>
          <p:cNvPr id="7" name="Text Placeholder 6">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4666" y="4737428"/>
            <a:ext cx="3658554" cy="355601"/>
          </a:xfrm>
        </p:spPr>
        <p:txBody>
          <a:bodyPr anchor="b"/>
          <a:lstStyle>
            <a:lvl1pPr algn="l">
              <a:buNone/>
              <a:defRPr sz="1600">
                <a:solidFill>
                  <a:schemeClr val="tx2"/>
                </a:solidFill>
              </a:defRPr>
            </a:lvl1pPr>
          </a:lstStyle>
          <a:p>
            <a:pPr lvl="0"/>
            <a:r>
              <a:rPr lang="en-US"/>
              <a:t>Speaker Name</a:t>
            </a:r>
          </a:p>
        </p:txBody>
      </p:sp>
      <p:sp>
        <p:nvSpPr>
          <p:cNvPr id="129" name="Text Placeholder 6">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4666" y="5138748"/>
            <a:ext cx="3658554" cy="355601"/>
          </a:xfrm>
        </p:spPr>
        <p:txBody>
          <a:bodyPr/>
          <a:lstStyle>
            <a:lvl1pPr algn="l">
              <a:buNone/>
              <a:defRPr sz="1600">
                <a:solidFill>
                  <a:schemeClr val="tx2"/>
                </a:solidFill>
              </a:defRPr>
            </a:lvl1pPr>
          </a:lstStyle>
          <a:p>
            <a:pPr lvl="0"/>
            <a:r>
              <a:rPr lang="en-US"/>
              <a:t>Role / Division at VMware</a:t>
            </a:r>
          </a:p>
        </p:txBody>
      </p:sp>
      <p:sp>
        <p:nvSpPr>
          <p:cNvPr id="16" name="Text Placeholder 6">
            <a:extLst>
              <a:ext uri="{FF2B5EF4-FFF2-40B4-BE49-F238E27FC236}">
                <a16:creationId xmlns:a16="http://schemas.microsoft.com/office/drawing/2014/main" id="{68E7D54E-C753-48F7-AB43-C7A586277F50}"/>
              </a:ext>
            </a:extLst>
          </p:cNvPr>
          <p:cNvSpPr>
            <a:spLocks noGrp="1"/>
          </p:cNvSpPr>
          <p:nvPr>
            <p:ph type="body" sz="quarter" idx="13" hasCustomPrompt="1"/>
          </p:nvPr>
        </p:nvSpPr>
        <p:spPr>
          <a:xfrm>
            <a:off x="6594666" y="5494345"/>
            <a:ext cx="3658554" cy="265176"/>
          </a:xfrm>
        </p:spPr>
        <p:txBody>
          <a:bodyPr/>
          <a:lstStyle>
            <a:lvl1pPr algn="l">
              <a:buNone/>
              <a:defRPr sz="1200">
                <a:solidFill>
                  <a:schemeClr val="tx2"/>
                </a:solidFill>
              </a:defRPr>
            </a:lvl1pPr>
          </a:lstStyle>
          <a:p>
            <a:pPr lvl="0"/>
            <a:r>
              <a:rPr lang="en-US"/>
              <a:t>Date</a:t>
            </a:r>
          </a:p>
        </p:txBody>
      </p:sp>
      <p:grpSp>
        <p:nvGrpSpPr>
          <p:cNvPr id="17" name="Group 16">
            <a:extLst>
              <a:ext uri="{FF2B5EF4-FFF2-40B4-BE49-F238E27FC236}">
                <a16:creationId xmlns:a16="http://schemas.microsoft.com/office/drawing/2014/main" id="{571B1726-E7C5-4C32-A22F-BB8C0CA833E9}"/>
              </a:ext>
            </a:extLst>
          </p:cNvPr>
          <p:cNvGrpSpPr/>
          <p:nvPr userDrawn="1"/>
        </p:nvGrpSpPr>
        <p:grpSpPr>
          <a:xfrm>
            <a:off x="608172" y="6445106"/>
            <a:ext cx="1184706" cy="186690"/>
            <a:chOff x="863272" y="6563918"/>
            <a:chExt cx="861082" cy="135727"/>
          </a:xfrm>
          <a:solidFill>
            <a:schemeClr val="bg1"/>
          </a:solidFill>
        </p:grpSpPr>
        <p:sp>
          <p:nvSpPr>
            <p:cNvPr id="18" name="Freeform 6">
              <a:extLst>
                <a:ext uri="{FF2B5EF4-FFF2-40B4-BE49-F238E27FC236}">
                  <a16:creationId xmlns:a16="http://schemas.microsoft.com/office/drawing/2014/main" id="{0AEE4566-BDD0-43EB-8593-753B4AFC5389}"/>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19" name="Freeform 7">
              <a:extLst>
                <a:ext uri="{FF2B5EF4-FFF2-40B4-BE49-F238E27FC236}">
                  <a16:creationId xmlns:a16="http://schemas.microsoft.com/office/drawing/2014/main" id="{CDDDBBBD-2B47-4F32-9507-B47217AD31D1}"/>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0" name="Freeform 8">
              <a:extLst>
                <a:ext uri="{FF2B5EF4-FFF2-40B4-BE49-F238E27FC236}">
                  <a16:creationId xmlns:a16="http://schemas.microsoft.com/office/drawing/2014/main" id="{9A63A2EB-B414-427C-8975-27B69B276D4B}"/>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1" name="Freeform 9">
              <a:extLst>
                <a:ext uri="{FF2B5EF4-FFF2-40B4-BE49-F238E27FC236}">
                  <a16:creationId xmlns:a16="http://schemas.microsoft.com/office/drawing/2014/main" id="{4AFD0B14-399F-447F-BBDD-FF049C867FA7}"/>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2" name="Freeform 10">
              <a:extLst>
                <a:ext uri="{FF2B5EF4-FFF2-40B4-BE49-F238E27FC236}">
                  <a16:creationId xmlns:a16="http://schemas.microsoft.com/office/drawing/2014/main" id="{0778A2AC-9D1D-4FDB-973A-47DEA988606E}"/>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3" name="Freeform 11">
              <a:extLst>
                <a:ext uri="{FF2B5EF4-FFF2-40B4-BE49-F238E27FC236}">
                  <a16:creationId xmlns:a16="http://schemas.microsoft.com/office/drawing/2014/main" id="{52873CFF-17A0-467C-B061-5E3FD5E92C7C}"/>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4" name="Freeform 12">
              <a:extLst>
                <a:ext uri="{FF2B5EF4-FFF2-40B4-BE49-F238E27FC236}">
                  <a16:creationId xmlns:a16="http://schemas.microsoft.com/office/drawing/2014/main" id="{C351EEF9-CE8C-4948-8867-FDC697419BE3}"/>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2" name="TextBox 31">
            <a:extLst>
              <a:ext uri="{FF2B5EF4-FFF2-40B4-BE49-F238E27FC236}">
                <a16:creationId xmlns:a16="http://schemas.microsoft.com/office/drawing/2014/main" id="{576FCBCF-AFA0-4D2E-AF64-919BFE9B44B8}"/>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29416F8-1B20-4892-97FA-108F191A5885}"/>
                  </a:ext>
                </a:extLst>
              </p14:cNvPr>
              <p14:cNvContentPartPr/>
              <p14:nvPr userDrawn="1"/>
            </p14:nvContentPartPr>
            <p14:xfrm>
              <a:off x="9862161" y="4881179"/>
              <a:ext cx="240" cy="240"/>
            </p14:xfrm>
          </p:contentPart>
        </mc:Choice>
        <mc:Fallback>
          <p:pic>
            <p:nvPicPr>
              <p:cNvPr id="3" name="Ink 2">
                <a:extLst>
                  <a:ext uri="{FF2B5EF4-FFF2-40B4-BE49-F238E27FC236}">
                    <a16:creationId xmlns:a16="http://schemas.microsoft.com/office/drawing/2014/main" id="{229416F8-1B20-4892-97FA-108F191A5885}"/>
                  </a:ext>
                </a:extLst>
              </p:cNvPr>
              <p:cNvPicPr/>
              <p:nvPr/>
            </p:nvPicPr>
            <p:blipFill>
              <a:blip r:embed="rId3"/>
              <a:stretch>
                <a:fillRect/>
              </a:stretch>
            </p:blipFill>
            <p:spPr>
              <a:xfrm>
                <a:off x="9858081" y="4877099"/>
                <a:ext cx="7920" cy="7920"/>
              </a:xfrm>
              <a:prstGeom prst="rect">
                <a:avLst/>
              </a:prstGeom>
            </p:spPr>
          </p:pic>
        </mc:Fallback>
      </mc:AlternateContent>
    </p:spTree>
    <p:extLst>
      <p:ext uri="{BB962C8B-B14F-4D97-AF65-F5344CB8AC3E}">
        <p14:creationId xmlns:p14="http://schemas.microsoft.com/office/powerpoint/2010/main" val="38436399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 Aqua">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BCB68143-A247-4F5B-9173-3D82D6706BFE}"/>
              </a:ext>
            </a:extLst>
          </p:cNvPr>
          <p:cNvSpPr/>
          <p:nvPr userDrawn="1"/>
        </p:nvSpPr>
        <p:spPr>
          <a:xfrm rot="2700000">
            <a:off x="1531794" y="-2581332"/>
            <a:ext cx="3206987" cy="9626036"/>
          </a:xfrm>
          <a:custGeom>
            <a:avLst/>
            <a:gdLst>
              <a:gd name="connsiteX0" fmla="*/ 3621 w 3204432"/>
              <a:gd name="connsiteY0" fmla="*/ 3200811 h 9623529"/>
              <a:gd name="connsiteX1" fmla="*/ 3204432 w 3204432"/>
              <a:gd name="connsiteY1" fmla="*/ 0 h 9623529"/>
              <a:gd name="connsiteX2" fmla="*/ 3204432 w 3204432"/>
              <a:gd name="connsiteY2" fmla="*/ 8389488 h 9623529"/>
              <a:gd name="connsiteX3" fmla="*/ 3197162 w 3204432"/>
              <a:gd name="connsiteY3" fmla="*/ 8389488 h 9623529"/>
              <a:gd name="connsiteX4" fmla="*/ 3201565 w 3204432"/>
              <a:gd name="connsiteY4" fmla="*/ 8393890 h 9623529"/>
              <a:gd name="connsiteX5" fmla="*/ 1971926 w 3204432"/>
              <a:gd name="connsiteY5" fmla="*/ 9623529 h 9623529"/>
              <a:gd name="connsiteX6" fmla="*/ 0 w 3204432"/>
              <a:gd name="connsiteY6" fmla="*/ 7651603 h 9623529"/>
              <a:gd name="connsiteX7" fmla="*/ 3621 w 3204432"/>
              <a:gd name="connsiteY7" fmla="*/ 7647982 h 9623529"/>
              <a:gd name="connsiteX8" fmla="*/ 3621 w 3204432"/>
              <a:gd name="connsiteY8" fmla="*/ 3200811 h 9623529"/>
              <a:gd name="connsiteX0" fmla="*/ 3621 w 3206055"/>
              <a:gd name="connsiteY0" fmla="*/ 3200811 h 9623529"/>
              <a:gd name="connsiteX1" fmla="*/ 3204432 w 3206055"/>
              <a:gd name="connsiteY1" fmla="*/ 0 h 9623529"/>
              <a:gd name="connsiteX2" fmla="*/ 3204432 w 3206055"/>
              <a:gd name="connsiteY2" fmla="*/ 8389488 h 9623529"/>
              <a:gd name="connsiteX3" fmla="*/ 3197162 w 3206055"/>
              <a:gd name="connsiteY3" fmla="*/ 8389488 h 9623529"/>
              <a:gd name="connsiteX4" fmla="*/ 3206055 w 3206055"/>
              <a:gd name="connsiteY4" fmla="*/ 9386208 h 9623529"/>
              <a:gd name="connsiteX5" fmla="*/ 1971926 w 3206055"/>
              <a:gd name="connsiteY5" fmla="*/ 9623529 h 9623529"/>
              <a:gd name="connsiteX6" fmla="*/ 0 w 3206055"/>
              <a:gd name="connsiteY6" fmla="*/ 7651603 h 9623529"/>
              <a:gd name="connsiteX7" fmla="*/ 3621 w 3206055"/>
              <a:gd name="connsiteY7" fmla="*/ 7647982 h 9623529"/>
              <a:gd name="connsiteX8" fmla="*/ 3621 w 3206055"/>
              <a:gd name="connsiteY8" fmla="*/ 3200811 h 9623529"/>
              <a:gd name="connsiteX0" fmla="*/ 3621 w 3206987"/>
              <a:gd name="connsiteY0" fmla="*/ 3200811 h 9623529"/>
              <a:gd name="connsiteX1" fmla="*/ 3204432 w 3206987"/>
              <a:gd name="connsiteY1" fmla="*/ 0 h 9623529"/>
              <a:gd name="connsiteX2" fmla="*/ 3204432 w 3206987"/>
              <a:gd name="connsiteY2" fmla="*/ 8389488 h 9623529"/>
              <a:gd name="connsiteX3" fmla="*/ 3206142 w 3206987"/>
              <a:gd name="connsiteY3" fmla="*/ 8407448 h 9623529"/>
              <a:gd name="connsiteX4" fmla="*/ 3206055 w 3206987"/>
              <a:gd name="connsiteY4" fmla="*/ 9386208 h 9623529"/>
              <a:gd name="connsiteX5" fmla="*/ 1971926 w 3206987"/>
              <a:gd name="connsiteY5" fmla="*/ 9623529 h 9623529"/>
              <a:gd name="connsiteX6" fmla="*/ 0 w 3206987"/>
              <a:gd name="connsiteY6" fmla="*/ 7651603 h 9623529"/>
              <a:gd name="connsiteX7" fmla="*/ 3621 w 3206987"/>
              <a:gd name="connsiteY7" fmla="*/ 7647982 h 9623529"/>
              <a:gd name="connsiteX8" fmla="*/ 3621 w 3206987"/>
              <a:gd name="connsiteY8" fmla="*/ 3200811 h 962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6987" h="9623529">
                <a:moveTo>
                  <a:pt x="3621" y="3200811"/>
                </a:moveTo>
                <a:lnTo>
                  <a:pt x="3204432" y="0"/>
                </a:lnTo>
                <a:lnTo>
                  <a:pt x="3204432" y="8389488"/>
                </a:lnTo>
                <a:lnTo>
                  <a:pt x="3206142" y="8407448"/>
                </a:lnTo>
                <a:cubicBezTo>
                  <a:pt x="3209106" y="8739688"/>
                  <a:pt x="3203091" y="9053968"/>
                  <a:pt x="3206055" y="9386208"/>
                </a:cubicBezTo>
                <a:lnTo>
                  <a:pt x="1971926" y="9623529"/>
                </a:lnTo>
                <a:lnTo>
                  <a:pt x="0" y="7651603"/>
                </a:lnTo>
                <a:lnTo>
                  <a:pt x="3621" y="7647982"/>
                </a:lnTo>
                <a:lnTo>
                  <a:pt x="3621" y="3200811"/>
                </a:lnTo>
                <a:close/>
              </a:path>
            </a:pathLst>
          </a:custGeom>
          <a:gradFill>
            <a:gsLst>
              <a:gs pos="24000">
                <a:schemeClr val="accent3"/>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6" name="Freeform: Shape 25">
            <a:extLst>
              <a:ext uri="{FF2B5EF4-FFF2-40B4-BE49-F238E27FC236}">
                <a16:creationId xmlns:a16="http://schemas.microsoft.com/office/drawing/2014/main" id="{865D9BB8-44B7-4046-A859-7B01AD84E349}"/>
              </a:ext>
            </a:extLst>
          </p:cNvPr>
          <p:cNvSpPr/>
          <p:nvPr userDrawn="1"/>
        </p:nvSpPr>
        <p:spPr>
          <a:xfrm rot="2700000">
            <a:off x="1633012" y="1229962"/>
            <a:ext cx="3535790" cy="7516105"/>
          </a:xfrm>
          <a:custGeom>
            <a:avLst/>
            <a:gdLst>
              <a:gd name="connsiteX0" fmla="*/ 0 w 3535790"/>
              <a:gd name="connsiteY0" fmla="*/ 0 h 7514148"/>
              <a:gd name="connsiteX1" fmla="*/ 3535790 w 3535790"/>
              <a:gd name="connsiteY1" fmla="*/ 0 h 7514148"/>
              <a:gd name="connsiteX2" fmla="*/ 3535790 w 3535790"/>
              <a:gd name="connsiteY2" fmla="*/ 4642648 h 7514148"/>
              <a:gd name="connsiteX3" fmla="*/ 706090 w 3535790"/>
              <a:gd name="connsiteY3" fmla="*/ 7514148 h 7514148"/>
              <a:gd name="connsiteX4" fmla="*/ 0 w 3535790"/>
              <a:gd name="connsiteY4" fmla="*/ 6808058 h 7514148"/>
              <a:gd name="connsiteX5" fmla="*/ 0 w 3535790"/>
              <a:gd name="connsiteY5" fmla="*/ 0 h 751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5790" h="7514148">
                <a:moveTo>
                  <a:pt x="0" y="0"/>
                </a:moveTo>
                <a:lnTo>
                  <a:pt x="3535790" y="0"/>
                </a:lnTo>
                <a:lnTo>
                  <a:pt x="3535790" y="4642648"/>
                </a:lnTo>
                <a:lnTo>
                  <a:pt x="706090" y="7514148"/>
                </a:lnTo>
                <a:lnTo>
                  <a:pt x="0" y="6808058"/>
                </a:lnTo>
                <a:lnTo>
                  <a:pt x="0" y="0"/>
                </a:lnTo>
                <a:close/>
              </a:path>
            </a:pathLst>
          </a:custGeom>
          <a:gradFill>
            <a:gsLst>
              <a:gs pos="1143">
                <a:schemeClr val="bg1">
                  <a:alpha val="0"/>
                </a:schemeClr>
              </a:gs>
              <a:gs pos="14000">
                <a:schemeClr val="bg1">
                  <a:alpha val="0"/>
                </a:schemeClr>
              </a:gs>
              <a:gs pos="72000">
                <a:schemeClr val="accent1"/>
              </a:gs>
            </a:gsLst>
            <a:lin ang="42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p:cNvSpPr>
            <a:spLocks noGrp="1"/>
          </p:cNvSpPr>
          <p:nvPr>
            <p:ph type="title" hasCustomPrompt="1"/>
          </p:nvPr>
        </p:nvSpPr>
        <p:spPr>
          <a:xfrm>
            <a:off x="6594667" y="1582578"/>
            <a:ext cx="4997704" cy="1234440"/>
          </a:xfrm>
        </p:spPr>
        <p:txBody>
          <a:bodyPr wrap="square" anchor="b"/>
          <a:lstStyle>
            <a:lvl1pPr algn="l">
              <a:defRPr sz="4000" b="0" cap="none" baseline="0"/>
            </a:lvl1pPr>
          </a:lstStyle>
          <a:p>
            <a:r>
              <a:rPr lang="en-US"/>
              <a:t>Click to Edit Master Title Style</a:t>
            </a:r>
          </a:p>
        </p:txBody>
      </p:sp>
      <p:sp>
        <p:nvSpPr>
          <p:cNvPr id="128" name="Subtitle 2">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4666" y="2871219"/>
            <a:ext cx="5117786" cy="416403"/>
          </a:xfrm>
        </p:spPr>
        <p:txBody>
          <a:bodyPr/>
          <a:lstStyle>
            <a:lvl1pPr marL="0" indent="0" algn="l">
              <a:buNone/>
              <a:defRPr sz="2399">
                <a:solidFill>
                  <a:schemeClr val="tx2"/>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edit master subtitle style</a:t>
            </a:r>
          </a:p>
        </p:txBody>
      </p:sp>
      <p:sp>
        <p:nvSpPr>
          <p:cNvPr id="7" name="Text Placeholder 6">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4666" y="4737428"/>
            <a:ext cx="3658554" cy="355601"/>
          </a:xfrm>
        </p:spPr>
        <p:txBody>
          <a:bodyPr anchor="b"/>
          <a:lstStyle>
            <a:lvl1pPr algn="l">
              <a:buNone/>
              <a:defRPr sz="1600">
                <a:solidFill>
                  <a:schemeClr val="tx2"/>
                </a:solidFill>
              </a:defRPr>
            </a:lvl1pPr>
          </a:lstStyle>
          <a:p>
            <a:pPr lvl="0"/>
            <a:r>
              <a:rPr lang="en-US"/>
              <a:t>Speaker Name</a:t>
            </a:r>
          </a:p>
        </p:txBody>
      </p:sp>
      <p:sp>
        <p:nvSpPr>
          <p:cNvPr id="129" name="Text Placeholder 6">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4666" y="5138748"/>
            <a:ext cx="3658554" cy="355601"/>
          </a:xfrm>
        </p:spPr>
        <p:txBody>
          <a:bodyPr/>
          <a:lstStyle>
            <a:lvl1pPr algn="l">
              <a:buNone/>
              <a:defRPr sz="1600">
                <a:solidFill>
                  <a:schemeClr val="tx2"/>
                </a:solidFill>
              </a:defRPr>
            </a:lvl1pPr>
          </a:lstStyle>
          <a:p>
            <a:pPr lvl="0"/>
            <a:r>
              <a:rPr lang="en-US"/>
              <a:t>Role / Division at VMware</a:t>
            </a:r>
          </a:p>
        </p:txBody>
      </p:sp>
      <p:sp>
        <p:nvSpPr>
          <p:cNvPr id="16" name="Text Placeholder 6">
            <a:extLst>
              <a:ext uri="{FF2B5EF4-FFF2-40B4-BE49-F238E27FC236}">
                <a16:creationId xmlns:a16="http://schemas.microsoft.com/office/drawing/2014/main" id="{68E7D54E-C753-48F7-AB43-C7A586277F50}"/>
              </a:ext>
            </a:extLst>
          </p:cNvPr>
          <p:cNvSpPr>
            <a:spLocks noGrp="1"/>
          </p:cNvSpPr>
          <p:nvPr>
            <p:ph type="body" sz="quarter" idx="13" hasCustomPrompt="1"/>
          </p:nvPr>
        </p:nvSpPr>
        <p:spPr>
          <a:xfrm>
            <a:off x="6594666" y="5494345"/>
            <a:ext cx="3658554" cy="265176"/>
          </a:xfrm>
        </p:spPr>
        <p:txBody>
          <a:bodyPr/>
          <a:lstStyle>
            <a:lvl1pPr algn="l">
              <a:buNone/>
              <a:defRPr sz="1200">
                <a:solidFill>
                  <a:schemeClr val="tx2"/>
                </a:solidFill>
              </a:defRPr>
            </a:lvl1pPr>
          </a:lstStyle>
          <a:p>
            <a:pPr lvl="0"/>
            <a:r>
              <a:rPr lang="en-US"/>
              <a:t>Date</a:t>
            </a:r>
          </a:p>
        </p:txBody>
      </p:sp>
      <p:grpSp>
        <p:nvGrpSpPr>
          <p:cNvPr id="17" name="Group 16">
            <a:extLst>
              <a:ext uri="{FF2B5EF4-FFF2-40B4-BE49-F238E27FC236}">
                <a16:creationId xmlns:a16="http://schemas.microsoft.com/office/drawing/2014/main" id="{571B1726-E7C5-4C32-A22F-BB8C0CA833E9}"/>
              </a:ext>
            </a:extLst>
          </p:cNvPr>
          <p:cNvGrpSpPr/>
          <p:nvPr userDrawn="1"/>
        </p:nvGrpSpPr>
        <p:grpSpPr>
          <a:xfrm>
            <a:off x="608172" y="6445106"/>
            <a:ext cx="1184706" cy="186690"/>
            <a:chOff x="863272" y="6563918"/>
            <a:chExt cx="861082" cy="135727"/>
          </a:xfrm>
          <a:solidFill>
            <a:schemeClr val="bg1"/>
          </a:solidFill>
        </p:grpSpPr>
        <p:sp>
          <p:nvSpPr>
            <p:cNvPr id="18" name="Freeform 6">
              <a:extLst>
                <a:ext uri="{FF2B5EF4-FFF2-40B4-BE49-F238E27FC236}">
                  <a16:creationId xmlns:a16="http://schemas.microsoft.com/office/drawing/2014/main" id="{0AEE4566-BDD0-43EB-8593-753B4AFC5389}"/>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19" name="Freeform 7">
              <a:extLst>
                <a:ext uri="{FF2B5EF4-FFF2-40B4-BE49-F238E27FC236}">
                  <a16:creationId xmlns:a16="http://schemas.microsoft.com/office/drawing/2014/main" id="{CDDDBBBD-2B47-4F32-9507-B47217AD31D1}"/>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0" name="Freeform 8">
              <a:extLst>
                <a:ext uri="{FF2B5EF4-FFF2-40B4-BE49-F238E27FC236}">
                  <a16:creationId xmlns:a16="http://schemas.microsoft.com/office/drawing/2014/main" id="{9A63A2EB-B414-427C-8975-27B69B276D4B}"/>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1" name="Freeform 9">
              <a:extLst>
                <a:ext uri="{FF2B5EF4-FFF2-40B4-BE49-F238E27FC236}">
                  <a16:creationId xmlns:a16="http://schemas.microsoft.com/office/drawing/2014/main" id="{4AFD0B14-399F-447F-BBDD-FF049C867FA7}"/>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2" name="Freeform 10">
              <a:extLst>
                <a:ext uri="{FF2B5EF4-FFF2-40B4-BE49-F238E27FC236}">
                  <a16:creationId xmlns:a16="http://schemas.microsoft.com/office/drawing/2014/main" id="{0778A2AC-9D1D-4FDB-973A-47DEA988606E}"/>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3" name="Freeform 11">
              <a:extLst>
                <a:ext uri="{FF2B5EF4-FFF2-40B4-BE49-F238E27FC236}">
                  <a16:creationId xmlns:a16="http://schemas.microsoft.com/office/drawing/2014/main" id="{52873CFF-17A0-467C-B061-5E3FD5E92C7C}"/>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4" name="Freeform 12">
              <a:extLst>
                <a:ext uri="{FF2B5EF4-FFF2-40B4-BE49-F238E27FC236}">
                  <a16:creationId xmlns:a16="http://schemas.microsoft.com/office/drawing/2014/main" id="{C351EEF9-CE8C-4948-8867-FDC697419BE3}"/>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2" name="TextBox 31">
            <a:extLst>
              <a:ext uri="{FF2B5EF4-FFF2-40B4-BE49-F238E27FC236}">
                <a16:creationId xmlns:a16="http://schemas.microsoft.com/office/drawing/2014/main" id="{576FCBCF-AFA0-4D2E-AF64-919BFE9B44B8}"/>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29416F8-1B20-4892-97FA-108F191A5885}"/>
                  </a:ext>
                </a:extLst>
              </p14:cNvPr>
              <p14:cNvContentPartPr/>
              <p14:nvPr userDrawn="1"/>
            </p14:nvContentPartPr>
            <p14:xfrm>
              <a:off x="9862161" y="4881179"/>
              <a:ext cx="240" cy="240"/>
            </p14:xfrm>
          </p:contentPart>
        </mc:Choice>
        <mc:Fallback>
          <p:pic>
            <p:nvPicPr>
              <p:cNvPr id="3" name="Ink 2">
                <a:extLst>
                  <a:ext uri="{FF2B5EF4-FFF2-40B4-BE49-F238E27FC236}">
                    <a16:creationId xmlns:a16="http://schemas.microsoft.com/office/drawing/2014/main" id="{229416F8-1B20-4892-97FA-108F191A5885}"/>
                  </a:ext>
                </a:extLst>
              </p:cNvPr>
              <p:cNvPicPr/>
              <p:nvPr/>
            </p:nvPicPr>
            <p:blipFill>
              <a:blip r:embed="rId3"/>
              <a:stretch>
                <a:fillRect/>
              </a:stretch>
            </p:blipFill>
            <p:spPr>
              <a:xfrm>
                <a:off x="9858081" y="4877099"/>
                <a:ext cx="7920" cy="7920"/>
              </a:xfrm>
              <a:prstGeom prst="rect">
                <a:avLst/>
              </a:prstGeom>
            </p:spPr>
          </p:pic>
        </mc:Fallback>
      </mc:AlternateContent>
    </p:spTree>
    <p:extLst>
      <p:ext uri="{BB962C8B-B14F-4D97-AF65-F5344CB8AC3E}">
        <p14:creationId xmlns:p14="http://schemas.microsoft.com/office/powerpoint/2010/main" val="20830126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56" name="TextBox 755">
            <a:extLst>
              <a:ext uri="{FF2B5EF4-FFF2-40B4-BE49-F238E27FC236}">
                <a16:creationId xmlns:a16="http://schemas.microsoft.com/office/drawing/2014/main" id="{2387BAEF-04D4-4DE9-B7A0-5B5AD8C8A831}"/>
              </a:ext>
            </a:extLst>
          </p:cNvPr>
          <p:cNvSpPr txBox="1"/>
          <p:nvPr userDrawn="1"/>
        </p:nvSpPr>
        <p:spPr>
          <a:xfrm>
            <a:off x="608170" y="1261597"/>
            <a:ext cx="1934368" cy="534891"/>
          </a:xfrm>
          <a:prstGeom prst="rect">
            <a:avLst/>
          </a:prstGeom>
          <a:noFill/>
        </p:spPr>
        <p:txBody>
          <a:bodyPr wrap="square" lIns="0" tIns="0" rIns="0" bIns="0" rtlCol="0">
            <a:noAutofit/>
          </a:bodyPr>
          <a:lstStyle/>
          <a:p>
            <a:pPr>
              <a:lnSpc>
                <a:spcPct val="90000"/>
              </a:lnSpc>
            </a:pPr>
            <a:r>
              <a:rPr lang="en-US" sz="3201">
                <a:solidFill>
                  <a:schemeClr val="accent2"/>
                </a:solidFill>
                <a:latin typeface="+mj-lt"/>
              </a:rPr>
              <a:t>Agenda</a:t>
            </a:r>
          </a:p>
        </p:txBody>
      </p:sp>
      <p:sp>
        <p:nvSpPr>
          <p:cNvPr id="730" name="TextBox 729">
            <a:extLst>
              <a:ext uri="{FF2B5EF4-FFF2-40B4-BE49-F238E27FC236}">
                <a16:creationId xmlns:a16="http://schemas.microsoft.com/office/drawing/2014/main" id="{AB8D1A6B-3CE6-468D-804E-6300F8B6DC81}"/>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sp>
        <p:nvSpPr>
          <p:cNvPr id="16" name="Text Placeholder 757">
            <a:extLst>
              <a:ext uri="{FF2B5EF4-FFF2-40B4-BE49-F238E27FC236}">
                <a16:creationId xmlns:a16="http://schemas.microsoft.com/office/drawing/2014/main" id="{B29EB907-51A5-4D60-B03A-85DECB7627F9}"/>
              </a:ext>
            </a:extLst>
          </p:cNvPr>
          <p:cNvSpPr>
            <a:spLocks noGrp="1"/>
          </p:cNvSpPr>
          <p:nvPr>
            <p:ph type="body" sz="quarter" idx="23"/>
          </p:nvPr>
        </p:nvSpPr>
        <p:spPr>
          <a:xfrm>
            <a:off x="2894767" y="1359910"/>
            <a:ext cx="7317105" cy="4322783"/>
          </a:xfrm>
        </p:spPr>
        <p:txBody>
          <a:bodyPr anchor="t"/>
          <a:lstStyle>
            <a:lvl1pPr marL="0" indent="0">
              <a:spcBef>
                <a:spcPts val="1800"/>
              </a:spcBef>
              <a:buClr>
                <a:schemeClr val="accent2"/>
              </a:buClr>
              <a:buFont typeface="Open Sans" panose="020B0606030504020204" pitchFamily="34" charset="0"/>
              <a:buChar char="​"/>
              <a:defRPr>
                <a:solidFill>
                  <a:schemeClr val="accent4"/>
                </a:solidFill>
              </a:defRPr>
            </a:lvl1pPr>
            <a:lvl2pPr marL="0" indent="0">
              <a:spcBef>
                <a:spcPts val="600"/>
              </a:spcBef>
              <a:buFont typeface="Open Sans" panose="020B0606030504020204" pitchFamily="34" charset="0"/>
              <a:buChar char="​"/>
              <a:defRPr/>
            </a:lvl2pPr>
            <a:lvl3pPr marL="342906" indent="0">
              <a:buFont typeface="Open Sans" panose="020B0606030504020204" pitchFamily="34" charset="0"/>
              <a:buNone/>
              <a:defRPr sz="1800"/>
            </a:lvl3pPr>
            <a:lvl4pPr marL="342906" indent="0">
              <a:buFont typeface="Open Sans" panose="020B0606030504020204" pitchFamily="34" charset="0"/>
              <a:buChar char="​"/>
              <a:tabLst/>
              <a:defRPr sz="1800">
                <a:solidFill>
                  <a:schemeClr val="tx2"/>
                </a:solidFill>
              </a:defRPr>
            </a:lvl4pPr>
            <a:lvl5pPr marL="342906" indent="0">
              <a:buFont typeface="Open Sans" panose="020B0606030504020204" pitchFamily="34" charset="0"/>
              <a:buChar char="​"/>
              <a:tabLst/>
              <a:defRPr sz="1800">
                <a:solidFill>
                  <a:schemeClr val="tx2"/>
                </a:solidFill>
              </a:defRPr>
            </a:lvl5pPr>
            <a:lvl6pPr marL="342906" indent="0">
              <a:buFont typeface="Open Sans" panose="020B0606030504020204" pitchFamily="34" charset="0"/>
              <a:buChar char="​"/>
              <a:defRPr sz="1800">
                <a:solidFill>
                  <a:schemeClr val="tx2"/>
                </a:solidFill>
              </a:defRPr>
            </a:lvl6pPr>
            <a:lvl7pPr marL="342906" indent="0">
              <a:buFont typeface="Open Sans" panose="020B0606030504020204" pitchFamily="34" charset="0"/>
              <a:buChar char="​"/>
              <a:defRPr sz="1800">
                <a:solidFill>
                  <a:schemeClr val="tx2"/>
                </a:solidFill>
              </a:defRPr>
            </a:lvl7pPr>
            <a:lvl8pPr marL="342906" indent="0">
              <a:buFont typeface="Open Sans" panose="020B0606030504020204" pitchFamily="34" charset="0"/>
              <a:buChar char="​"/>
              <a:defRPr sz="1800">
                <a:solidFill>
                  <a:schemeClr val="tx2"/>
                </a:solidFill>
              </a:defRPr>
            </a:lvl8pPr>
            <a:lvl9pPr marL="342906" indent="0">
              <a:buFont typeface="Open Sans" panose="020B0606030504020204" pitchFamily="34" charset="0"/>
              <a:buChar char="​"/>
              <a:defRPr sz="1800">
                <a:solidFill>
                  <a:schemeClr val="tx2"/>
                </a:solidFill>
              </a:defRPr>
            </a:lvl9pPr>
          </a:lstStyle>
          <a:p>
            <a:pPr lvl="0"/>
            <a:r>
              <a:rPr lang="en-US"/>
              <a:t>Edit Master text styles</a:t>
            </a:r>
          </a:p>
          <a:p>
            <a:pPr lvl="1"/>
            <a:r>
              <a:rPr lang="en-US"/>
              <a:t>Second level</a:t>
            </a:r>
          </a:p>
        </p:txBody>
      </p:sp>
    </p:spTree>
    <p:extLst>
      <p:ext uri="{BB962C8B-B14F-4D97-AF65-F5344CB8AC3E}">
        <p14:creationId xmlns:p14="http://schemas.microsoft.com/office/powerpoint/2010/main" val="200430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262" y="938794"/>
            <a:ext cx="6429300" cy="1229360"/>
          </a:xfrm>
        </p:spPr>
        <p:txBody>
          <a:bodyPr wrap="square" anchor="b"/>
          <a:lstStyle>
            <a:lvl1pPr algn="l">
              <a:defRPr sz="3600" b="0" cap="none" baseline="0">
                <a:solidFill>
                  <a:schemeClr val="accent2"/>
                </a:solidFill>
              </a:defRPr>
            </a:lvl1pPr>
          </a:lstStyle>
          <a:p>
            <a:r>
              <a:rPr lang="en-US"/>
              <a:t>Click to Add Text</a:t>
            </a:r>
          </a:p>
        </p:txBody>
      </p:sp>
      <p:sp>
        <p:nvSpPr>
          <p:cNvPr id="128" name="Subtitle 2">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3126" y="2270788"/>
            <a:ext cx="6410070" cy="700882"/>
          </a:xfrm>
        </p:spPr>
        <p:txBody>
          <a:bodyPr/>
          <a:lstStyle>
            <a:lvl1pPr marL="0" indent="0" algn="l">
              <a:buNone/>
              <a:defRPr sz="2399">
                <a:solidFill>
                  <a:schemeClr val="accent4"/>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text</a:t>
            </a:r>
          </a:p>
        </p:txBody>
      </p:sp>
      <p:sp>
        <p:nvSpPr>
          <p:cNvPr id="14" name="TextBox 13">
            <a:extLst>
              <a:ext uri="{FF2B5EF4-FFF2-40B4-BE49-F238E27FC236}">
                <a16:creationId xmlns:a16="http://schemas.microsoft.com/office/drawing/2014/main" id="{3E46B5F2-170B-43F3-865D-92F5CD3F3546}"/>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17" name="Group 16">
            <a:extLst>
              <a:ext uri="{FF2B5EF4-FFF2-40B4-BE49-F238E27FC236}">
                <a16:creationId xmlns:a16="http://schemas.microsoft.com/office/drawing/2014/main" id="{F062DFBC-6461-46E5-9A65-C2BA6B55FAA7}"/>
              </a:ext>
            </a:extLst>
          </p:cNvPr>
          <p:cNvGrpSpPr/>
          <p:nvPr userDrawn="1"/>
        </p:nvGrpSpPr>
        <p:grpSpPr>
          <a:xfrm>
            <a:off x="608172" y="6445106"/>
            <a:ext cx="1184706" cy="186690"/>
            <a:chOff x="863272" y="6563918"/>
            <a:chExt cx="861082" cy="135727"/>
          </a:xfrm>
          <a:solidFill>
            <a:schemeClr val="bg1"/>
          </a:solidFill>
        </p:grpSpPr>
        <p:sp>
          <p:nvSpPr>
            <p:cNvPr id="18" name="Freeform 6">
              <a:extLst>
                <a:ext uri="{FF2B5EF4-FFF2-40B4-BE49-F238E27FC236}">
                  <a16:creationId xmlns:a16="http://schemas.microsoft.com/office/drawing/2014/main" id="{1067657A-03A1-4F4F-AD0D-A5B15521E89E}"/>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9" name="Freeform 7">
              <a:extLst>
                <a:ext uri="{FF2B5EF4-FFF2-40B4-BE49-F238E27FC236}">
                  <a16:creationId xmlns:a16="http://schemas.microsoft.com/office/drawing/2014/main" id="{03F0FBFF-D44D-482A-B547-D551EA5D3C25}"/>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0" name="Freeform 8">
              <a:extLst>
                <a:ext uri="{FF2B5EF4-FFF2-40B4-BE49-F238E27FC236}">
                  <a16:creationId xmlns:a16="http://schemas.microsoft.com/office/drawing/2014/main" id="{9A9535C7-EA42-4FC0-BF2F-9F86B58ECC7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9">
              <a:extLst>
                <a:ext uri="{FF2B5EF4-FFF2-40B4-BE49-F238E27FC236}">
                  <a16:creationId xmlns:a16="http://schemas.microsoft.com/office/drawing/2014/main" id="{E775250D-8931-4334-BAE4-BDDB06954178}"/>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10">
              <a:extLst>
                <a:ext uri="{FF2B5EF4-FFF2-40B4-BE49-F238E27FC236}">
                  <a16:creationId xmlns:a16="http://schemas.microsoft.com/office/drawing/2014/main" id="{46FFD602-6135-4BEE-BB2A-C867FBE1FFC0}"/>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11">
              <a:extLst>
                <a:ext uri="{FF2B5EF4-FFF2-40B4-BE49-F238E27FC236}">
                  <a16:creationId xmlns:a16="http://schemas.microsoft.com/office/drawing/2014/main" id="{14A9D646-E9F0-4A52-BD9E-F04121BF45F5}"/>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2">
              <a:extLst>
                <a:ext uri="{FF2B5EF4-FFF2-40B4-BE49-F238E27FC236}">
                  <a16:creationId xmlns:a16="http://schemas.microsoft.com/office/drawing/2014/main" id="{A919FBF8-B563-4387-B270-79EB182CF757}"/>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5" name="TextBox 24">
            <a:extLst>
              <a:ext uri="{FF2B5EF4-FFF2-40B4-BE49-F238E27FC236}">
                <a16:creationId xmlns:a16="http://schemas.microsoft.com/office/drawing/2014/main" id="{5B407C40-A805-4838-8B00-1B2AAC94FDCD}"/>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
        <p:nvSpPr>
          <p:cNvPr id="36" name="Freeform: Shape 35">
            <a:extLst>
              <a:ext uri="{FF2B5EF4-FFF2-40B4-BE49-F238E27FC236}">
                <a16:creationId xmlns:a16="http://schemas.microsoft.com/office/drawing/2014/main" id="{9428A741-FAD5-4234-862D-6AB7431CF1B6}"/>
              </a:ext>
            </a:extLst>
          </p:cNvPr>
          <p:cNvSpPr/>
          <p:nvPr userDrawn="1"/>
        </p:nvSpPr>
        <p:spPr>
          <a:xfrm rot="2700000">
            <a:off x="7249835" y="-1004991"/>
            <a:ext cx="3505682" cy="10675926"/>
          </a:xfrm>
          <a:custGeom>
            <a:avLst/>
            <a:gdLst>
              <a:gd name="connsiteX0" fmla="*/ 0 w 3505682"/>
              <a:gd name="connsiteY0" fmla="*/ 925479 h 10673146"/>
              <a:gd name="connsiteX1" fmla="*/ 925478 w 3505682"/>
              <a:gd name="connsiteY1" fmla="*/ 0 h 10673146"/>
              <a:gd name="connsiteX2" fmla="*/ 3505682 w 3505682"/>
              <a:gd name="connsiteY2" fmla="*/ 2580205 h 10673146"/>
              <a:gd name="connsiteX3" fmla="*/ 3505682 w 3505682"/>
              <a:gd name="connsiteY3" fmla="*/ 7167464 h 10673146"/>
              <a:gd name="connsiteX4" fmla="*/ 0 w 3505682"/>
              <a:gd name="connsiteY4" fmla="*/ 10673146 h 10673146"/>
              <a:gd name="connsiteX5" fmla="*/ 0 w 3505682"/>
              <a:gd name="connsiteY5" fmla="*/ 925479 h 1067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5682" h="10673146">
                <a:moveTo>
                  <a:pt x="0" y="925479"/>
                </a:moveTo>
                <a:lnTo>
                  <a:pt x="925478" y="0"/>
                </a:lnTo>
                <a:lnTo>
                  <a:pt x="3505682" y="2580205"/>
                </a:lnTo>
                <a:lnTo>
                  <a:pt x="3505682" y="7167464"/>
                </a:lnTo>
                <a:lnTo>
                  <a:pt x="0" y="10673146"/>
                </a:lnTo>
                <a:lnTo>
                  <a:pt x="0" y="925479"/>
                </a:lnTo>
                <a:close/>
              </a:path>
            </a:pathLst>
          </a:custGeom>
          <a:gradFill>
            <a:gsLst>
              <a:gs pos="24000">
                <a:schemeClr val="accent4"/>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51" name="Freeform: Shape 50">
            <a:extLst>
              <a:ext uri="{FF2B5EF4-FFF2-40B4-BE49-F238E27FC236}">
                <a16:creationId xmlns:a16="http://schemas.microsoft.com/office/drawing/2014/main" id="{8D3A6683-B1EA-4507-96A9-030793602B44}"/>
              </a:ext>
            </a:extLst>
          </p:cNvPr>
          <p:cNvSpPr/>
          <p:nvPr userDrawn="1"/>
        </p:nvSpPr>
        <p:spPr>
          <a:xfrm rot="2700000">
            <a:off x="9756497" y="1673895"/>
            <a:ext cx="970552" cy="6486878"/>
          </a:xfrm>
          <a:custGeom>
            <a:avLst/>
            <a:gdLst>
              <a:gd name="connsiteX0" fmla="*/ 1 w 970552"/>
              <a:gd name="connsiteY0" fmla="*/ 0 h 6485190"/>
              <a:gd name="connsiteX1" fmla="*/ 970552 w 970552"/>
              <a:gd name="connsiteY1" fmla="*/ 970551 h 6485190"/>
              <a:gd name="connsiteX2" fmla="*/ 970552 w 970552"/>
              <a:gd name="connsiteY2" fmla="*/ 5514638 h 6485190"/>
              <a:gd name="connsiteX3" fmla="*/ 0 w 970552"/>
              <a:gd name="connsiteY3" fmla="*/ 6485190 h 6485190"/>
            </a:gdLst>
            <a:ahLst/>
            <a:cxnLst>
              <a:cxn ang="0">
                <a:pos x="connsiteX0" y="connsiteY0"/>
              </a:cxn>
              <a:cxn ang="0">
                <a:pos x="connsiteX1" y="connsiteY1"/>
              </a:cxn>
              <a:cxn ang="0">
                <a:pos x="connsiteX2" y="connsiteY2"/>
              </a:cxn>
              <a:cxn ang="0">
                <a:pos x="connsiteX3" y="connsiteY3"/>
              </a:cxn>
            </a:cxnLst>
            <a:rect l="l" t="t" r="r" b="b"/>
            <a:pathLst>
              <a:path w="970552" h="6485190">
                <a:moveTo>
                  <a:pt x="1" y="0"/>
                </a:moveTo>
                <a:lnTo>
                  <a:pt x="970552" y="970551"/>
                </a:lnTo>
                <a:lnTo>
                  <a:pt x="970552" y="5514638"/>
                </a:lnTo>
                <a:lnTo>
                  <a:pt x="0" y="6485190"/>
                </a:lnTo>
                <a:close/>
              </a:path>
            </a:pathLst>
          </a:custGeom>
          <a:gradFill>
            <a:gsLst>
              <a:gs pos="94000">
                <a:schemeClr val="bg1"/>
              </a:gs>
              <a:gs pos="16000">
                <a:schemeClr val="accent4"/>
              </a:gs>
              <a:gs pos="76000">
                <a:schemeClr val="bg1">
                  <a:alpha val="91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Tree>
    <p:extLst>
      <p:ext uri="{BB962C8B-B14F-4D97-AF65-F5344CB8AC3E}">
        <p14:creationId xmlns:p14="http://schemas.microsoft.com/office/powerpoint/2010/main" val="38024678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262" y="938794"/>
            <a:ext cx="6429300" cy="1229360"/>
          </a:xfrm>
        </p:spPr>
        <p:txBody>
          <a:bodyPr wrap="square" anchor="b"/>
          <a:lstStyle>
            <a:lvl1pPr algn="l">
              <a:defRPr sz="3600" b="0" cap="none" baseline="0">
                <a:solidFill>
                  <a:schemeClr val="accent2"/>
                </a:solidFill>
              </a:defRPr>
            </a:lvl1pPr>
          </a:lstStyle>
          <a:p>
            <a:r>
              <a:rPr lang="en-US"/>
              <a:t>Click to Add Text</a:t>
            </a:r>
          </a:p>
        </p:txBody>
      </p:sp>
      <p:sp>
        <p:nvSpPr>
          <p:cNvPr id="128" name="Subtitle 2">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3126" y="2267712"/>
            <a:ext cx="6410070" cy="700882"/>
          </a:xfrm>
        </p:spPr>
        <p:txBody>
          <a:bodyPr/>
          <a:lstStyle>
            <a:lvl1pPr marL="0" indent="0" algn="l">
              <a:buNone/>
              <a:defRPr sz="2399">
                <a:solidFill>
                  <a:schemeClr val="tx2"/>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text</a:t>
            </a:r>
          </a:p>
        </p:txBody>
      </p:sp>
      <p:sp>
        <p:nvSpPr>
          <p:cNvPr id="14" name="TextBox 13">
            <a:extLst>
              <a:ext uri="{FF2B5EF4-FFF2-40B4-BE49-F238E27FC236}">
                <a16:creationId xmlns:a16="http://schemas.microsoft.com/office/drawing/2014/main" id="{3E46B5F2-170B-43F3-865D-92F5CD3F3546}"/>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17" name="Group 16">
            <a:extLst>
              <a:ext uri="{FF2B5EF4-FFF2-40B4-BE49-F238E27FC236}">
                <a16:creationId xmlns:a16="http://schemas.microsoft.com/office/drawing/2014/main" id="{F062DFBC-6461-46E5-9A65-C2BA6B55FAA7}"/>
              </a:ext>
            </a:extLst>
          </p:cNvPr>
          <p:cNvGrpSpPr/>
          <p:nvPr userDrawn="1"/>
        </p:nvGrpSpPr>
        <p:grpSpPr>
          <a:xfrm>
            <a:off x="608172" y="6445106"/>
            <a:ext cx="1184706" cy="186690"/>
            <a:chOff x="863272" y="6563918"/>
            <a:chExt cx="861082" cy="135727"/>
          </a:xfrm>
          <a:solidFill>
            <a:schemeClr val="bg1"/>
          </a:solidFill>
        </p:grpSpPr>
        <p:sp>
          <p:nvSpPr>
            <p:cNvPr id="18" name="Freeform 6">
              <a:extLst>
                <a:ext uri="{FF2B5EF4-FFF2-40B4-BE49-F238E27FC236}">
                  <a16:creationId xmlns:a16="http://schemas.microsoft.com/office/drawing/2014/main" id="{1067657A-03A1-4F4F-AD0D-A5B15521E89E}"/>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9" name="Freeform 7">
              <a:extLst>
                <a:ext uri="{FF2B5EF4-FFF2-40B4-BE49-F238E27FC236}">
                  <a16:creationId xmlns:a16="http://schemas.microsoft.com/office/drawing/2014/main" id="{03F0FBFF-D44D-482A-B547-D551EA5D3C25}"/>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0" name="Freeform 8">
              <a:extLst>
                <a:ext uri="{FF2B5EF4-FFF2-40B4-BE49-F238E27FC236}">
                  <a16:creationId xmlns:a16="http://schemas.microsoft.com/office/drawing/2014/main" id="{9A9535C7-EA42-4FC0-BF2F-9F86B58ECC7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9">
              <a:extLst>
                <a:ext uri="{FF2B5EF4-FFF2-40B4-BE49-F238E27FC236}">
                  <a16:creationId xmlns:a16="http://schemas.microsoft.com/office/drawing/2014/main" id="{E775250D-8931-4334-BAE4-BDDB06954178}"/>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10">
              <a:extLst>
                <a:ext uri="{FF2B5EF4-FFF2-40B4-BE49-F238E27FC236}">
                  <a16:creationId xmlns:a16="http://schemas.microsoft.com/office/drawing/2014/main" id="{46FFD602-6135-4BEE-BB2A-C867FBE1FFC0}"/>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11">
              <a:extLst>
                <a:ext uri="{FF2B5EF4-FFF2-40B4-BE49-F238E27FC236}">
                  <a16:creationId xmlns:a16="http://schemas.microsoft.com/office/drawing/2014/main" id="{14A9D646-E9F0-4A52-BD9E-F04121BF45F5}"/>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2">
              <a:extLst>
                <a:ext uri="{FF2B5EF4-FFF2-40B4-BE49-F238E27FC236}">
                  <a16:creationId xmlns:a16="http://schemas.microsoft.com/office/drawing/2014/main" id="{A919FBF8-B563-4387-B270-79EB182CF757}"/>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5" name="TextBox 24">
            <a:extLst>
              <a:ext uri="{FF2B5EF4-FFF2-40B4-BE49-F238E27FC236}">
                <a16:creationId xmlns:a16="http://schemas.microsoft.com/office/drawing/2014/main" id="{5B407C40-A805-4838-8B00-1B2AAC94FDCD}"/>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
        <p:nvSpPr>
          <p:cNvPr id="36" name="Freeform: Shape 35">
            <a:extLst>
              <a:ext uri="{FF2B5EF4-FFF2-40B4-BE49-F238E27FC236}">
                <a16:creationId xmlns:a16="http://schemas.microsoft.com/office/drawing/2014/main" id="{9428A741-FAD5-4234-862D-6AB7431CF1B6}"/>
              </a:ext>
            </a:extLst>
          </p:cNvPr>
          <p:cNvSpPr/>
          <p:nvPr userDrawn="1"/>
        </p:nvSpPr>
        <p:spPr>
          <a:xfrm rot="2700000">
            <a:off x="7249835" y="-1004991"/>
            <a:ext cx="3505682" cy="10675926"/>
          </a:xfrm>
          <a:custGeom>
            <a:avLst/>
            <a:gdLst>
              <a:gd name="connsiteX0" fmla="*/ 0 w 3505682"/>
              <a:gd name="connsiteY0" fmla="*/ 925479 h 10673146"/>
              <a:gd name="connsiteX1" fmla="*/ 925478 w 3505682"/>
              <a:gd name="connsiteY1" fmla="*/ 0 h 10673146"/>
              <a:gd name="connsiteX2" fmla="*/ 3505682 w 3505682"/>
              <a:gd name="connsiteY2" fmla="*/ 2580205 h 10673146"/>
              <a:gd name="connsiteX3" fmla="*/ 3505682 w 3505682"/>
              <a:gd name="connsiteY3" fmla="*/ 7167464 h 10673146"/>
              <a:gd name="connsiteX4" fmla="*/ 0 w 3505682"/>
              <a:gd name="connsiteY4" fmla="*/ 10673146 h 10673146"/>
              <a:gd name="connsiteX5" fmla="*/ 0 w 3505682"/>
              <a:gd name="connsiteY5" fmla="*/ 925479 h 1067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5682" h="10673146">
                <a:moveTo>
                  <a:pt x="0" y="925479"/>
                </a:moveTo>
                <a:lnTo>
                  <a:pt x="925478" y="0"/>
                </a:lnTo>
                <a:lnTo>
                  <a:pt x="3505682" y="2580205"/>
                </a:lnTo>
                <a:lnTo>
                  <a:pt x="3505682" y="7167464"/>
                </a:lnTo>
                <a:lnTo>
                  <a:pt x="0" y="10673146"/>
                </a:lnTo>
                <a:lnTo>
                  <a:pt x="0" y="925479"/>
                </a:lnTo>
                <a:close/>
              </a:path>
            </a:pathLst>
          </a:custGeom>
          <a:gradFill>
            <a:gsLst>
              <a:gs pos="24000">
                <a:srgbClr val="7F35AB"/>
              </a:gs>
              <a:gs pos="87000">
                <a:srgbClr val="26408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51" name="Freeform: Shape 50">
            <a:extLst>
              <a:ext uri="{FF2B5EF4-FFF2-40B4-BE49-F238E27FC236}">
                <a16:creationId xmlns:a16="http://schemas.microsoft.com/office/drawing/2014/main" id="{8D3A6683-B1EA-4507-96A9-030793602B44}"/>
              </a:ext>
            </a:extLst>
          </p:cNvPr>
          <p:cNvSpPr/>
          <p:nvPr userDrawn="1"/>
        </p:nvSpPr>
        <p:spPr>
          <a:xfrm rot="2700000">
            <a:off x="9756497" y="1673895"/>
            <a:ext cx="970552" cy="6486878"/>
          </a:xfrm>
          <a:custGeom>
            <a:avLst/>
            <a:gdLst>
              <a:gd name="connsiteX0" fmla="*/ 1 w 970552"/>
              <a:gd name="connsiteY0" fmla="*/ 0 h 6485190"/>
              <a:gd name="connsiteX1" fmla="*/ 970552 w 970552"/>
              <a:gd name="connsiteY1" fmla="*/ 970551 h 6485190"/>
              <a:gd name="connsiteX2" fmla="*/ 970552 w 970552"/>
              <a:gd name="connsiteY2" fmla="*/ 5514638 h 6485190"/>
              <a:gd name="connsiteX3" fmla="*/ 0 w 970552"/>
              <a:gd name="connsiteY3" fmla="*/ 6485190 h 6485190"/>
            </a:gdLst>
            <a:ahLst/>
            <a:cxnLst>
              <a:cxn ang="0">
                <a:pos x="connsiteX0" y="connsiteY0"/>
              </a:cxn>
              <a:cxn ang="0">
                <a:pos x="connsiteX1" y="connsiteY1"/>
              </a:cxn>
              <a:cxn ang="0">
                <a:pos x="connsiteX2" y="connsiteY2"/>
              </a:cxn>
              <a:cxn ang="0">
                <a:pos x="connsiteX3" y="connsiteY3"/>
              </a:cxn>
            </a:cxnLst>
            <a:rect l="l" t="t" r="r" b="b"/>
            <a:pathLst>
              <a:path w="970552" h="6485190">
                <a:moveTo>
                  <a:pt x="1" y="0"/>
                </a:moveTo>
                <a:lnTo>
                  <a:pt x="970552" y="970551"/>
                </a:lnTo>
                <a:lnTo>
                  <a:pt x="970552" y="5514638"/>
                </a:lnTo>
                <a:lnTo>
                  <a:pt x="0" y="6485190"/>
                </a:lnTo>
                <a:close/>
              </a:path>
            </a:pathLst>
          </a:custGeom>
          <a:gradFill>
            <a:gsLst>
              <a:gs pos="20000">
                <a:srgbClr val="7F35AB"/>
              </a:gs>
              <a:gs pos="95000">
                <a:schemeClr val="bg1"/>
              </a:gs>
              <a:gs pos="74000">
                <a:schemeClr val="bg1">
                  <a:alpha val="79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Tree>
    <p:extLst>
      <p:ext uri="{BB962C8B-B14F-4D97-AF65-F5344CB8AC3E}">
        <p14:creationId xmlns:p14="http://schemas.microsoft.com/office/powerpoint/2010/main" val="14569052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262" y="938794"/>
            <a:ext cx="6429300" cy="1229360"/>
          </a:xfrm>
        </p:spPr>
        <p:txBody>
          <a:bodyPr wrap="square" anchor="b"/>
          <a:lstStyle>
            <a:lvl1pPr algn="l">
              <a:defRPr sz="3600" b="0" cap="none" baseline="0">
                <a:solidFill>
                  <a:schemeClr val="accent2"/>
                </a:solidFill>
              </a:defRPr>
            </a:lvl1pPr>
          </a:lstStyle>
          <a:p>
            <a:r>
              <a:rPr lang="en-US"/>
              <a:t>Click to Add Text</a:t>
            </a:r>
          </a:p>
        </p:txBody>
      </p:sp>
      <p:sp>
        <p:nvSpPr>
          <p:cNvPr id="128" name="Subtitle 2">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3126" y="2267712"/>
            <a:ext cx="6410070" cy="700882"/>
          </a:xfrm>
        </p:spPr>
        <p:txBody>
          <a:bodyPr/>
          <a:lstStyle>
            <a:lvl1pPr marL="0" indent="0" algn="l">
              <a:buNone/>
              <a:defRPr sz="2399">
                <a:solidFill>
                  <a:schemeClr val="tx2"/>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text</a:t>
            </a:r>
          </a:p>
        </p:txBody>
      </p:sp>
      <p:sp>
        <p:nvSpPr>
          <p:cNvPr id="14" name="TextBox 13">
            <a:extLst>
              <a:ext uri="{FF2B5EF4-FFF2-40B4-BE49-F238E27FC236}">
                <a16:creationId xmlns:a16="http://schemas.microsoft.com/office/drawing/2014/main" id="{3E46B5F2-170B-43F3-865D-92F5CD3F3546}"/>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17" name="Group 16">
            <a:extLst>
              <a:ext uri="{FF2B5EF4-FFF2-40B4-BE49-F238E27FC236}">
                <a16:creationId xmlns:a16="http://schemas.microsoft.com/office/drawing/2014/main" id="{F062DFBC-6461-46E5-9A65-C2BA6B55FAA7}"/>
              </a:ext>
            </a:extLst>
          </p:cNvPr>
          <p:cNvGrpSpPr/>
          <p:nvPr userDrawn="1"/>
        </p:nvGrpSpPr>
        <p:grpSpPr>
          <a:xfrm>
            <a:off x="608172" y="6445106"/>
            <a:ext cx="1184706" cy="186690"/>
            <a:chOff x="863272" y="6563918"/>
            <a:chExt cx="861082" cy="135727"/>
          </a:xfrm>
          <a:solidFill>
            <a:schemeClr val="bg1"/>
          </a:solidFill>
        </p:grpSpPr>
        <p:sp>
          <p:nvSpPr>
            <p:cNvPr id="18" name="Freeform 6">
              <a:extLst>
                <a:ext uri="{FF2B5EF4-FFF2-40B4-BE49-F238E27FC236}">
                  <a16:creationId xmlns:a16="http://schemas.microsoft.com/office/drawing/2014/main" id="{1067657A-03A1-4F4F-AD0D-A5B15521E89E}"/>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9" name="Freeform 7">
              <a:extLst>
                <a:ext uri="{FF2B5EF4-FFF2-40B4-BE49-F238E27FC236}">
                  <a16:creationId xmlns:a16="http://schemas.microsoft.com/office/drawing/2014/main" id="{03F0FBFF-D44D-482A-B547-D551EA5D3C25}"/>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0" name="Freeform 8">
              <a:extLst>
                <a:ext uri="{FF2B5EF4-FFF2-40B4-BE49-F238E27FC236}">
                  <a16:creationId xmlns:a16="http://schemas.microsoft.com/office/drawing/2014/main" id="{9A9535C7-EA42-4FC0-BF2F-9F86B58ECC7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9">
              <a:extLst>
                <a:ext uri="{FF2B5EF4-FFF2-40B4-BE49-F238E27FC236}">
                  <a16:creationId xmlns:a16="http://schemas.microsoft.com/office/drawing/2014/main" id="{E775250D-8931-4334-BAE4-BDDB06954178}"/>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10">
              <a:extLst>
                <a:ext uri="{FF2B5EF4-FFF2-40B4-BE49-F238E27FC236}">
                  <a16:creationId xmlns:a16="http://schemas.microsoft.com/office/drawing/2014/main" id="{46FFD602-6135-4BEE-BB2A-C867FBE1FFC0}"/>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11">
              <a:extLst>
                <a:ext uri="{FF2B5EF4-FFF2-40B4-BE49-F238E27FC236}">
                  <a16:creationId xmlns:a16="http://schemas.microsoft.com/office/drawing/2014/main" id="{14A9D646-E9F0-4A52-BD9E-F04121BF45F5}"/>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2">
              <a:extLst>
                <a:ext uri="{FF2B5EF4-FFF2-40B4-BE49-F238E27FC236}">
                  <a16:creationId xmlns:a16="http://schemas.microsoft.com/office/drawing/2014/main" id="{A919FBF8-B563-4387-B270-79EB182CF757}"/>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5" name="TextBox 24">
            <a:extLst>
              <a:ext uri="{FF2B5EF4-FFF2-40B4-BE49-F238E27FC236}">
                <a16:creationId xmlns:a16="http://schemas.microsoft.com/office/drawing/2014/main" id="{5B407C40-A805-4838-8B00-1B2AAC94FDCD}"/>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
        <p:nvSpPr>
          <p:cNvPr id="36" name="Freeform: Shape 35">
            <a:extLst>
              <a:ext uri="{FF2B5EF4-FFF2-40B4-BE49-F238E27FC236}">
                <a16:creationId xmlns:a16="http://schemas.microsoft.com/office/drawing/2014/main" id="{9428A741-FAD5-4234-862D-6AB7431CF1B6}"/>
              </a:ext>
            </a:extLst>
          </p:cNvPr>
          <p:cNvSpPr/>
          <p:nvPr userDrawn="1"/>
        </p:nvSpPr>
        <p:spPr>
          <a:xfrm rot="2700000">
            <a:off x="7249835" y="-1004991"/>
            <a:ext cx="3505682" cy="10675926"/>
          </a:xfrm>
          <a:custGeom>
            <a:avLst/>
            <a:gdLst>
              <a:gd name="connsiteX0" fmla="*/ 0 w 3505682"/>
              <a:gd name="connsiteY0" fmla="*/ 925479 h 10673146"/>
              <a:gd name="connsiteX1" fmla="*/ 925478 w 3505682"/>
              <a:gd name="connsiteY1" fmla="*/ 0 h 10673146"/>
              <a:gd name="connsiteX2" fmla="*/ 3505682 w 3505682"/>
              <a:gd name="connsiteY2" fmla="*/ 2580205 h 10673146"/>
              <a:gd name="connsiteX3" fmla="*/ 3505682 w 3505682"/>
              <a:gd name="connsiteY3" fmla="*/ 7167464 h 10673146"/>
              <a:gd name="connsiteX4" fmla="*/ 0 w 3505682"/>
              <a:gd name="connsiteY4" fmla="*/ 10673146 h 10673146"/>
              <a:gd name="connsiteX5" fmla="*/ 0 w 3505682"/>
              <a:gd name="connsiteY5" fmla="*/ 925479 h 1067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5682" h="10673146">
                <a:moveTo>
                  <a:pt x="0" y="925479"/>
                </a:moveTo>
                <a:lnTo>
                  <a:pt x="925478" y="0"/>
                </a:lnTo>
                <a:lnTo>
                  <a:pt x="3505682" y="2580205"/>
                </a:lnTo>
                <a:lnTo>
                  <a:pt x="3505682" y="7167464"/>
                </a:lnTo>
                <a:lnTo>
                  <a:pt x="0" y="10673146"/>
                </a:lnTo>
                <a:lnTo>
                  <a:pt x="0" y="925479"/>
                </a:lnTo>
                <a:close/>
              </a:path>
            </a:pathLst>
          </a:custGeom>
          <a:gradFill>
            <a:gsLst>
              <a:gs pos="24000">
                <a:schemeClr val="accent3"/>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51" name="Freeform: Shape 50">
            <a:extLst>
              <a:ext uri="{FF2B5EF4-FFF2-40B4-BE49-F238E27FC236}">
                <a16:creationId xmlns:a16="http://schemas.microsoft.com/office/drawing/2014/main" id="{8D3A6683-B1EA-4507-96A9-030793602B44}"/>
              </a:ext>
            </a:extLst>
          </p:cNvPr>
          <p:cNvSpPr/>
          <p:nvPr userDrawn="1"/>
        </p:nvSpPr>
        <p:spPr>
          <a:xfrm rot="2700000">
            <a:off x="9756497" y="1673895"/>
            <a:ext cx="970552" cy="6486878"/>
          </a:xfrm>
          <a:custGeom>
            <a:avLst/>
            <a:gdLst>
              <a:gd name="connsiteX0" fmla="*/ 1 w 970552"/>
              <a:gd name="connsiteY0" fmla="*/ 0 h 6485190"/>
              <a:gd name="connsiteX1" fmla="*/ 970552 w 970552"/>
              <a:gd name="connsiteY1" fmla="*/ 970551 h 6485190"/>
              <a:gd name="connsiteX2" fmla="*/ 970552 w 970552"/>
              <a:gd name="connsiteY2" fmla="*/ 5514638 h 6485190"/>
              <a:gd name="connsiteX3" fmla="*/ 0 w 970552"/>
              <a:gd name="connsiteY3" fmla="*/ 6485190 h 6485190"/>
            </a:gdLst>
            <a:ahLst/>
            <a:cxnLst>
              <a:cxn ang="0">
                <a:pos x="connsiteX0" y="connsiteY0"/>
              </a:cxn>
              <a:cxn ang="0">
                <a:pos x="connsiteX1" y="connsiteY1"/>
              </a:cxn>
              <a:cxn ang="0">
                <a:pos x="connsiteX2" y="connsiteY2"/>
              </a:cxn>
              <a:cxn ang="0">
                <a:pos x="connsiteX3" y="connsiteY3"/>
              </a:cxn>
            </a:cxnLst>
            <a:rect l="l" t="t" r="r" b="b"/>
            <a:pathLst>
              <a:path w="970552" h="6485190">
                <a:moveTo>
                  <a:pt x="1" y="0"/>
                </a:moveTo>
                <a:lnTo>
                  <a:pt x="970552" y="970551"/>
                </a:lnTo>
                <a:lnTo>
                  <a:pt x="970552" y="5514638"/>
                </a:lnTo>
                <a:lnTo>
                  <a:pt x="0" y="6485190"/>
                </a:lnTo>
                <a:close/>
              </a:path>
            </a:pathLst>
          </a:custGeom>
          <a:gradFill>
            <a:gsLst>
              <a:gs pos="24000">
                <a:schemeClr val="accent3"/>
              </a:gs>
              <a:gs pos="80511">
                <a:schemeClr val="bg1">
                  <a:alpha val="76000"/>
                </a:schemeClr>
              </a:gs>
              <a:gs pos="100000">
                <a:schemeClr val="bg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Tree>
    <p:extLst>
      <p:ext uri="{BB962C8B-B14F-4D97-AF65-F5344CB8AC3E}">
        <p14:creationId xmlns:p14="http://schemas.microsoft.com/office/powerpoint/2010/main" val="37841783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Isosceles Triangle 1">
            <a:extLst>
              <a:ext uri="{FF2B5EF4-FFF2-40B4-BE49-F238E27FC236}">
                <a16:creationId xmlns:a16="http://schemas.microsoft.com/office/drawing/2014/main" id="{B4BC3A27-8DAD-4476-9725-CF11880123D8}"/>
              </a:ext>
            </a:extLst>
          </p:cNvPr>
          <p:cNvSpPr/>
          <p:nvPr userDrawn="1"/>
        </p:nvSpPr>
        <p:spPr>
          <a:xfrm>
            <a:off x="8945607" y="3622879"/>
            <a:ext cx="3252109" cy="3253579"/>
          </a:xfrm>
          <a:prstGeom prst="triangle">
            <a:avLst>
              <a:gd name="adj" fmla="val 10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8" name="Freeform: Shape 27">
            <a:extLst>
              <a:ext uri="{FF2B5EF4-FFF2-40B4-BE49-F238E27FC236}">
                <a16:creationId xmlns:a16="http://schemas.microsoft.com/office/drawing/2014/main" id="{046FCD12-70AD-43E4-97A5-E350476D993C}"/>
              </a:ext>
            </a:extLst>
          </p:cNvPr>
          <p:cNvSpPr/>
          <p:nvPr userDrawn="1"/>
        </p:nvSpPr>
        <p:spPr>
          <a:xfrm rot="10800000">
            <a:off x="1" y="-1"/>
            <a:ext cx="10875958" cy="6868836"/>
          </a:xfrm>
          <a:custGeom>
            <a:avLst/>
            <a:gdLst>
              <a:gd name="connsiteX0" fmla="*/ 10873127 w 10873127"/>
              <a:gd name="connsiteY0" fmla="*/ 6868836 h 6868836"/>
              <a:gd name="connsiteX1" fmla="*/ 0 w 10873127"/>
              <a:gd name="connsiteY1" fmla="*/ 6868836 h 6868836"/>
              <a:gd name="connsiteX2" fmla="*/ 6863947 w 10873127"/>
              <a:gd name="connsiteY2" fmla="*/ 0 h 6868836"/>
              <a:gd name="connsiteX3" fmla="*/ 10873127 w 10873127"/>
              <a:gd name="connsiteY3" fmla="*/ 0 h 6868836"/>
            </a:gdLst>
            <a:ahLst/>
            <a:cxnLst>
              <a:cxn ang="0">
                <a:pos x="connsiteX0" y="connsiteY0"/>
              </a:cxn>
              <a:cxn ang="0">
                <a:pos x="connsiteX1" y="connsiteY1"/>
              </a:cxn>
              <a:cxn ang="0">
                <a:pos x="connsiteX2" y="connsiteY2"/>
              </a:cxn>
              <a:cxn ang="0">
                <a:pos x="connsiteX3" y="connsiteY3"/>
              </a:cxn>
            </a:cxnLst>
            <a:rect l="l" t="t" r="r" b="b"/>
            <a:pathLst>
              <a:path w="10873127" h="6868836">
                <a:moveTo>
                  <a:pt x="10873127" y="6868836"/>
                </a:moveTo>
                <a:lnTo>
                  <a:pt x="0" y="6868836"/>
                </a:lnTo>
                <a:lnTo>
                  <a:pt x="6863947" y="0"/>
                </a:lnTo>
                <a:lnTo>
                  <a:pt x="10873127" y="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 name="TextBox 14">
            <a:extLst>
              <a:ext uri="{FF2B5EF4-FFF2-40B4-BE49-F238E27FC236}">
                <a16:creationId xmlns:a16="http://schemas.microsoft.com/office/drawing/2014/main" id="{7EAC21F4-620C-4207-A01D-C082619C707B}"/>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262" y="938794"/>
            <a:ext cx="6429300" cy="1229360"/>
          </a:xfrm>
        </p:spPr>
        <p:txBody>
          <a:bodyPr wrap="square" anchor="b"/>
          <a:lstStyle>
            <a:lvl1pPr algn="l">
              <a:defRPr sz="3600" b="0" cap="none" baseline="0">
                <a:solidFill>
                  <a:schemeClr val="accent2"/>
                </a:solidFill>
              </a:defRPr>
            </a:lvl1pPr>
          </a:lstStyle>
          <a:p>
            <a:r>
              <a:rPr lang="en-US"/>
              <a:t>Click to Add Text</a:t>
            </a:r>
          </a:p>
        </p:txBody>
      </p:sp>
      <p:sp>
        <p:nvSpPr>
          <p:cNvPr id="18" name="Subtitle 2">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3126" y="2267712"/>
            <a:ext cx="6410070" cy="700882"/>
          </a:xfrm>
        </p:spPr>
        <p:txBody>
          <a:bodyPr/>
          <a:lstStyle>
            <a:lvl1pPr marL="0" indent="0" algn="l">
              <a:buNone/>
              <a:defRPr sz="2399">
                <a:solidFill>
                  <a:schemeClr val="accent4"/>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text</a:t>
            </a:r>
          </a:p>
        </p:txBody>
      </p:sp>
      <p:grpSp>
        <p:nvGrpSpPr>
          <p:cNvPr id="19" name="Group 18">
            <a:extLst>
              <a:ext uri="{FF2B5EF4-FFF2-40B4-BE49-F238E27FC236}">
                <a16:creationId xmlns:a16="http://schemas.microsoft.com/office/drawing/2014/main" id="{CD0EECB4-F8FF-42F6-B913-97C4F2956537}"/>
              </a:ext>
            </a:extLst>
          </p:cNvPr>
          <p:cNvGrpSpPr/>
          <p:nvPr userDrawn="1"/>
        </p:nvGrpSpPr>
        <p:grpSpPr>
          <a:xfrm>
            <a:off x="608172" y="6445106"/>
            <a:ext cx="1184706" cy="186690"/>
            <a:chOff x="863272" y="6563918"/>
            <a:chExt cx="861082" cy="135727"/>
          </a:xfrm>
          <a:solidFill>
            <a:schemeClr val="bg1"/>
          </a:solidFill>
        </p:grpSpPr>
        <p:sp>
          <p:nvSpPr>
            <p:cNvPr id="20" name="Freeform 6">
              <a:extLst>
                <a:ext uri="{FF2B5EF4-FFF2-40B4-BE49-F238E27FC236}">
                  <a16:creationId xmlns:a16="http://schemas.microsoft.com/office/drawing/2014/main" id="{A2743E06-9EDE-42AB-954B-24AD2E0EDE3D}"/>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7">
              <a:extLst>
                <a:ext uri="{FF2B5EF4-FFF2-40B4-BE49-F238E27FC236}">
                  <a16:creationId xmlns:a16="http://schemas.microsoft.com/office/drawing/2014/main" id="{F727B63B-9DDF-4464-B305-91E2F1F53A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8">
              <a:extLst>
                <a:ext uri="{FF2B5EF4-FFF2-40B4-BE49-F238E27FC236}">
                  <a16:creationId xmlns:a16="http://schemas.microsoft.com/office/drawing/2014/main" id="{BE99358C-EF1D-4887-8E23-C6B6EFECC05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9">
              <a:extLst>
                <a:ext uri="{FF2B5EF4-FFF2-40B4-BE49-F238E27FC236}">
                  <a16:creationId xmlns:a16="http://schemas.microsoft.com/office/drawing/2014/main" id="{AB115210-A643-4048-8CE2-AE858AA6D281}"/>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0">
              <a:extLst>
                <a:ext uri="{FF2B5EF4-FFF2-40B4-BE49-F238E27FC236}">
                  <a16:creationId xmlns:a16="http://schemas.microsoft.com/office/drawing/2014/main" id="{DADAB024-3024-4445-96A4-008D5EBBB3FD}"/>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5" name="Freeform 11">
              <a:extLst>
                <a:ext uri="{FF2B5EF4-FFF2-40B4-BE49-F238E27FC236}">
                  <a16:creationId xmlns:a16="http://schemas.microsoft.com/office/drawing/2014/main" id="{8C49FA45-007B-4A99-BFB8-737C3A292BE4}"/>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6" name="Freeform 12">
              <a:extLst>
                <a:ext uri="{FF2B5EF4-FFF2-40B4-BE49-F238E27FC236}">
                  <a16:creationId xmlns:a16="http://schemas.microsoft.com/office/drawing/2014/main" id="{6AD6968C-6030-4061-9BA9-3E345BE073BA}"/>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7" name="TextBox 26">
            <a:extLst>
              <a:ext uri="{FF2B5EF4-FFF2-40B4-BE49-F238E27FC236}">
                <a16:creationId xmlns:a16="http://schemas.microsoft.com/office/drawing/2014/main" id="{9267F80E-E3AF-43A3-AA96-C701371ACCD5}"/>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
        <p:nvSpPr>
          <p:cNvPr id="29" name="Freeform: Shape 28">
            <a:extLst>
              <a:ext uri="{FF2B5EF4-FFF2-40B4-BE49-F238E27FC236}">
                <a16:creationId xmlns:a16="http://schemas.microsoft.com/office/drawing/2014/main" id="{C7F4685D-9D09-447C-9352-68EBB79D3FB6}"/>
              </a:ext>
            </a:extLst>
          </p:cNvPr>
          <p:cNvSpPr/>
          <p:nvPr userDrawn="1"/>
        </p:nvSpPr>
        <p:spPr>
          <a:xfrm rot="2700000">
            <a:off x="9039732" y="3334354"/>
            <a:ext cx="970552" cy="4541320"/>
          </a:xfrm>
          <a:custGeom>
            <a:avLst/>
            <a:gdLst>
              <a:gd name="connsiteX0" fmla="*/ 1 w 970552"/>
              <a:gd name="connsiteY0" fmla="*/ 970551 h 4540137"/>
              <a:gd name="connsiteX1" fmla="*/ 970552 w 970552"/>
              <a:gd name="connsiteY1" fmla="*/ 0 h 4540137"/>
              <a:gd name="connsiteX2" fmla="*/ 970552 w 970552"/>
              <a:gd name="connsiteY2" fmla="*/ 3569585 h 4540137"/>
              <a:gd name="connsiteX3" fmla="*/ 0 w 970552"/>
              <a:gd name="connsiteY3" fmla="*/ 4540137 h 4540137"/>
            </a:gdLst>
            <a:ahLst/>
            <a:cxnLst>
              <a:cxn ang="0">
                <a:pos x="connsiteX0" y="connsiteY0"/>
              </a:cxn>
              <a:cxn ang="0">
                <a:pos x="connsiteX1" y="connsiteY1"/>
              </a:cxn>
              <a:cxn ang="0">
                <a:pos x="connsiteX2" y="connsiteY2"/>
              </a:cxn>
              <a:cxn ang="0">
                <a:pos x="connsiteX3" y="connsiteY3"/>
              </a:cxn>
            </a:cxnLst>
            <a:rect l="l" t="t" r="r" b="b"/>
            <a:pathLst>
              <a:path w="970552" h="4540137">
                <a:moveTo>
                  <a:pt x="1" y="970551"/>
                </a:moveTo>
                <a:lnTo>
                  <a:pt x="970552" y="0"/>
                </a:lnTo>
                <a:lnTo>
                  <a:pt x="970552" y="3569585"/>
                </a:lnTo>
                <a:lnTo>
                  <a:pt x="0" y="4540137"/>
                </a:lnTo>
                <a:close/>
              </a:path>
            </a:pathLst>
          </a:custGeom>
          <a:gradFill>
            <a:gsLst>
              <a:gs pos="0">
                <a:schemeClr val="accent4">
                  <a:alpha val="64000"/>
                </a:schemeClr>
              </a:gs>
              <a:gs pos="83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Tree>
    <p:extLst>
      <p:ext uri="{BB962C8B-B14F-4D97-AF65-F5344CB8AC3E}">
        <p14:creationId xmlns:p14="http://schemas.microsoft.com/office/powerpoint/2010/main" val="17728047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Photo – Plu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046FCD12-70AD-43E4-97A5-E350476D993C}"/>
              </a:ext>
            </a:extLst>
          </p:cNvPr>
          <p:cNvSpPr/>
          <p:nvPr userDrawn="1"/>
        </p:nvSpPr>
        <p:spPr>
          <a:xfrm rot="10800000">
            <a:off x="1" y="-1"/>
            <a:ext cx="10875958" cy="6868836"/>
          </a:xfrm>
          <a:custGeom>
            <a:avLst/>
            <a:gdLst>
              <a:gd name="connsiteX0" fmla="*/ 10873127 w 10873127"/>
              <a:gd name="connsiteY0" fmla="*/ 6868836 h 6868836"/>
              <a:gd name="connsiteX1" fmla="*/ 0 w 10873127"/>
              <a:gd name="connsiteY1" fmla="*/ 6868836 h 6868836"/>
              <a:gd name="connsiteX2" fmla="*/ 6863947 w 10873127"/>
              <a:gd name="connsiteY2" fmla="*/ 0 h 6868836"/>
              <a:gd name="connsiteX3" fmla="*/ 10873127 w 10873127"/>
              <a:gd name="connsiteY3" fmla="*/ 0 h 6868836"/>
            </a:gdLst>
            <a:ahLst/>
            <a:cxnLst>
              <a:cxn ang="0">
                <a:pos x="connsiteX0" y="connsiteY0"/>
              </a:cxn>
              <a:cxn ang="0">
                <a:pos x="connsiteX1" y="connsiteY1"/>
              </a:cxn>
              <a:cxn ang="0">
                <a:pos x="connsiteX2" y="connsiteY2"/>
              </a:cxn>
              <a:cxn ang="0">
                <a:pos x="connsiteX3" y="connsiteY3"/>
              </a:cxn>
            </a:cxnLst>
            <a:rect l="l" t="t" r="r" b="b"/>
            <a:pathLst>
              <a:path w="10873127" h="6868836">
                <a:moveTo>
                  <a:pt x="10873127" y="6868836"/>
                </a:moveTo>
                <a:lnTo>
                  <a:pt x="0" y="6868836"/>
                </a:lnTo>
                <a:lnTo>
                  <a:pt x="6863947" y="0"/>
                </a:lnTo>
                <a:lnTo>
                  <a:pt x="10873127" y="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262" y="938794"/>
            <a:ext cx="6429300" cy="1229360"/>
          </a:xfrm>
        </p:spPr>
        <p:txBody>
          <a:bodyPr wrap="square" anchor="b"/>
          <a:lstStyle>
            <a:lvl1pPr algn="l">
              <a:defRPr sz="3600" b="0" cap="none" baseline="0">
                <a:solidFill>
                  <a:schemeClr val="accent2"/>
                </a:solidFill>
              </a:defRPr>
            </a:lvl1pPr>
          </a:lstStyle>
          <a:p>
            <a:r>
              <a:rPr lang="en-US"/>
              <a:t>Click to Add Text</a:t>
            </a:r>
          </a:p>
        </p:txBody>
      </p:sp>
      <p:sp>
        <p:nvSpPr>
          <p:cNvPr id="18" name="Subtitle 2">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3126" y="2267712"/>
            <a:ext cx="6410070" cy="700882"/>
          </a:xfrm>
        </p:spPr>
        <p:txBody>
          <a:bodyPr/>
          <a:lstStyle>
            <a:lvl1pPr marL="0" indent="0" algn="l">
              <a:buNone/>
              <a:defRPr sz="2399">
                <a:solidFill>
                  <a:schemeClr val="tx2"/>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text</a:t>
            </a:r>
          </a:p>
        </p:txBody>
      </p:sp>
      <p:grpSp>
        <p:nvGrpSpPr>
          <p:cNvPr id="19" name="Group 18">
            <a:extLst>
              <a:ext uri="{FF2B5EF4-FFF2-40B4-BE49-F238E27FC236}">
                <a16:creationId xmlns:a16="http://schemas.microsoft.com/office/drawing/2014/main" id="{CD0EECB4-F8FF-42F6-B913-97C4F2956537}"/>
              </a:ext>
            </a:extLst>
          </p:cNvPr>
          <p:cNvGrpSpPr/>
          <p:nvPr userDrawn="1"/>
        </p:nvGrpSpPr>
        <p:grpSpPr>
          <a:xfrm>
            <a:off x="608172" y="6445106"/>
            <a:ext cx="1184706" cy="186690"/>
            <a:chOff x="863272" y="6563918"/>
            <a:chExt cx="861082" cy="135727"/>
          </a:xfrm>
          <a:solidFill>
            <a:schemeClr val="bg1"/>
          </a:solidFill>
        </p:grpSpPr>
        <p:sp>
          <p:nvSpPr>
            <p:cNvPr id="20" name="Freeform 6">
              <a:extLst>
                <a:ext uri="{FF2B5EF4-FFF2-40B4-BE49-F238E27FC236}">
                  <a16:creationId xmlns:a16="http://schemas.microsoft.com/office/drawing/2014/main" id="{A2743E06-9EDE-42AB-954B-24AD2E0EDE3D}"/>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7">
              <a:extLst>
                <a:ext uri="{FF2B5EF4-FFF2-40B4-BE49-F238E27FC236}">
                  <a16:creationId xmlns:a16="http://schemas.microsoft.com/office/drawing/2014/main" id="{F727B63B-9DDF-4464-B305-91E2F1F53A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8">
              <a:extLst>
                <a:ext uri="{FF2B5EF4-FFF2-40B4-BE49-F238E27FC236}">
                  <a16:creationId xmlns:a16="http://schemas.microsoft.com/office/drawing/2014/main" id="{BE99358C-EF1D-4887-8E23-C6B6EFECC05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9">
              <a:extLst>
                <a:ext uri="{FF2B5EF4-FFF2-40B4-BE49-F238E27FC236}">
                  <a16:creationId xmlns:a16="http://schemas.microsoft.com/office/drawing/2014/main" id="{AB115210-A643-4048-8CE2-AE858AA6D281}"/>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0">
              <a:extLst>
                <a:ext uri="{FF2B5EF4-FFF2-40B4-BE49-F238E27FC236}">
                  <a16:creationId xmlns:a16="http://schemas.microsoft.com/office/drawing/2014/main" id="{DADAB024-3024-4445-96A4-008D5EBBB3FD}"/>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5" name="Freeform 11">
              <a:extLst>
                <a:ext uri="{FF2B5EF4-FFF2-40B4-BE49-F238E27FC236}">
                  <a16:creationId xmlns:a16="http://schemas.microsoft.com/office/drawing/2014/main" id="{8C49FA45-007B-4A99-BFB8-737C3A292BE4}"/>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6" name="Freeform 12">
              <a:extLst>
                <a:ext uri="{FF2B5EF4-FFF2-40B4-BE49-F238E27FC236}">
                  <a16:creationId xmlns:a16="http://schemas.microsoft.com/office/drawing/2014/main" id="{6AD6968C-6030-4061-9BA9-3E345BE073BA}"/>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7" name="TextBox 26">
            <a:extLst>
              <a:ext uri="{FF2B5EF4-FFF2-40B4-BE49-F238E27FC236}">
                <a16:creationId xmlns:a16="http://schemas.microsoft.com/office/drawing/2014/main" id="{9267F80E-E3AF-43A3-AA96-C701371ACCD5}"/>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
        <p:nvSpPr>
          <p:cNvPr id="16" name="Isosceles Triangle 15">
            <a:extLst>
              <a:ext uri="{FF2B5EF4-FFF2-40B4-BE49-F238E27FC236}">
                <a16:creationId xmlns:a16="http://schemas.microsoft.com/office/drawing/2014/main" id="{1B9CF672-C886-4A4A-B8C7-6054BDA7C6F8}"/>
              </a:ext>
            </a:extLst>
          </p:cNvPr>
          <p:cNvSpPr/>
          <p:nvPr userDrawn="1"/>
        </p:nvSpPr>
        <p:spPr>
          <a:xfrm>
            <a:off x="8945607" y="3622879"/>
            <a:ext cx="3252109" cy="3253579"/>
          </a:xfrm>
          <a:prstGeom prst="triangle">
            <a:avLst>
              <a:gd name="adj" fmla="val 10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9" name="Freeform: Shape 28">
            <a:extLst>
              <a:ext uri="{FF2B5EF4-FFF2-40B4-BE49-F238E27FC236}">
                <a16:creationId xmlns:a16="http://schemas.microsoft.com/office/drawing/2014/main" id="{279CBF5F-64CA-43B4-BB06-18EC3F20B58A}"/>
              </a:ext>
            </a:extLst>
          </p:cNvPr>
          <p:cNvSpPr/>
          <p:nvPr userDrawn="1"/>
        </p:nvSpPr>
        <p:spPr>
          <a:xfrm rot="2700000">
            <a:off x="9039732" y="3334354"/>
            <a:ext cx="970552" cy="4541320"/>
          </a:xfrm>
          <a:custGeom>
            <a:avLst/>
            <a:gdLst>
              <a:gd name="connsiteX0" fmla="*/ 1 w 970552"/>
              <a:gd name="connsiteY0" fmla="*/ 970551 h 4540137"/>
              <a:gd name="connsiteX1" fmla="*/ 970552 w 970552"/>
              <a:gd name="connsiteY1" fmla="*/ 0 h 4540137"/>
              <a:gd name="connsiteX2" fmla="*/ 970552 w 970552"/>
              <a:gd name="connsiteY2" fmla="*/ 3569585 h 4540137"/>
              <a:gd name="connsiteX3" fmla="*/ 0 w 970552"/>
              <a:gd name="connsiteY3" fmla="*/ 4540137 h 4540137"/>
            </a:gdLst>
            <a:ahLst/>
            <a:cxnLst>
              <a:cxn ang="0">
                <a:pos x="connsiteX0" y="connsiteY0"/>
              </a:cxn>
              <a:cxn ang="0">
                <a:pos x="connsiteX1" y="connsiteY1"/>
              </a:cxn>
              <a:cxn ang="0">
                <a:pos x="connsiteX2" y="connsiteY2"/>
              </a:cxn>
              <a:cxn ang="0">
                <a:pos x="connsiteX3" y="connsiteY3"/>
              </a:cxn>
            </a:cxnLst>
            <a:rect l="l" t="t" r="r" b="b"/>
            <a:pathLst>
              <a:path w="970552" h="4540137">
                <a:moveTo>
                  <a:pt x="1" y="970551"/>
                </a:moveTo>
                <a:lnTo>
                  <a:pt x="970552" y="0"/>
                </a:lnTo>
                <a:lnTo>
                  <a:pt x="970552" y="3569585"/>
                </a:lnTo>
                <a:lnTo>
                  <a:pt x="0" y="4540137"/>
                </a:lnTo>
                <a:close/>
              </a:path>
            </a:pathLst>
          </a:custGeom>
          <a:gradFill>
            <a:gsLst>
              <a:gs pos="24000">
                <a:srgbClr val="7F35AB">
                  <a:alpha val="57000"/>
                </a:srgbClr>
              </a:gs>
              <a:gs pos="87000">
                <a:srgbClr val="26408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15" name="TextBox 14">
            <a:extLst>
              <a:ext uri="{FF2B5EF4-FFF2-40B4-BE49-F238E27FC236}">
                <a16:creationId xmlns:a16="http://schemas.microsoft.com/office/drawing/2014/main" id="{7EAC21F4-620C-4207-A01D-C082619C707B}"/>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spTree>
    <p:extLst>
      <p:ext uri="{BB962C8B-B14F-4D97-AF65-F5344CB8AC3E}">
        <p14:creationId xmlns:p14="http://schemas.microsoft.com/office/powerpoint/2010/main" val="17218720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Photo – Aqu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Isosceles Triangle 15">
            <a:extLst>
              <a:ext uri="{FF2B5EF4-FFF2-40B4-BE49-F238E27FC236}">
                <a16:creationId xmlns:a16="http://schemas.microsoft.com/office/drawing/2014/main" id="{3782B963-3DE7-4086-92ED-CD92BCC38428}"/>
              </a:ext>
            </a:extLst>
          </p:cNvPr>
          <p:cNvSpPr/>
          <p:nvPr userDrawn="1"/>
        </p:nvSpPr>
        <p:spPr>
          <a:xfrm>
            <a:off x="8945607" y="3622879"/>
            <a:ext cx="3252109" cy="3253579"/>
          </a:xfrm>
          <a:prstGeom prst="triangle">
            <a:avLst>
              <a:gd name="adj" fmla="val 10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9" name="Freeform: Shape 28">
            <a:extLst>
              <a:ext uri="{FF2B5EF4-FFF2-40B4-BE49-F238E27FC236}">
                <a16:creationId xmlns:a16="http://schemas.microsoft.com/office/drawing/2014/main" id="{B634BC28-ECEA-4006-A436-B22F54417FE9}"/>
              </a:ext>
            </a:extLst>
          </p:cNvPr>
          <p:cNvSpPr/>
          <p:nvPr userDrawn="1"/>
        </p:nvSpPr>
        <p:spPr>
          <a:xfrm rot="2700000">
            <a:off x="9039732" y="3334354"/>
            <a:ext cx="970552" cy="4541320"/>
          </a:xfrm>
          <a:custGeom>
            <a:avLst/>
            <a:gdLst>
              <a:gd name="connsiteX0" fmla="*/ 1 w 970552"/>
              <a:gd name="connsiteY0" fmla="*/ 970551 h 4540137"/>
              <a:gd name="connsiteX1" fmla="*/ 970552 w 970552"/>
              <a:gd name="connsiteY1" fmla="*/ 0 h 4540137"/>
              <a:gd name="connsiteX2" fmla="*/ 970552 w 970552"/>
              <a:gd name="connsiteY2" fmla="*/ 3569585 h 4540137"/>
              <a:gd name="connsiteX3" fmla="*/ 0 w 970552"/>
              <a:gd name="connsiteY3" fmla="*/ 4540137 h 4540137"/>
            </a:gdLst>
            <a:ahLst/>
            <a:cxnLst>
              <a:cxn ang="0">
                <a:pos x="connsiteX0" y="connsiteY0"/>
              </a:cxn>
              <a:cxn ang="0">
                <a:pos x="connsiteX1" y="connsiteY1"/>
              </a:cxn>
              <a:cxn ang="0">
                <a:pos x="connsiteX2" y="connsiteY2"/>
              </a:cxn>
              <a:cxn ang="0">
                <a:pos x="connsiteX3" y="connsiteY3"/>
              </a:cxn>
            </a:cxnLst>
            <a:rect l="l" t="t" r="r" b="b"/>
            <a:pathLst>
              <a:path w="970552" h="4540137">
                <a:moveTo>
                  <a:pt x="1" y="970551"/>
                </a:moveTo>
                <a:lnTo>
                  <a:pt x="970552" y="0"/>
                </a:lnTo>
                <a:lnTo>
                  <a:pt x="970552" y="3569585"/>
                </a:lnTo>
                <a:lnTo>
                  <a:pt x="0" y="4540137"/>
                </a:lnTo>
                <a:close/>
              </a:path>
            </a:pathLst>
          </a:custGeom>
          <a:gradFill>
            <a:gsLst>
              <a:gs pos="24000">
                <a:schemeClr val="accent3">
                  <a:alpha val="40000"/>
                </a:schemeClr>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8" name="Freeform: Shape 27">
            <a:extLst>
              <a:ext uri="{FF2B5EF4-FFF2-40B4-BE49-F238E27FC236}">
                <a16:creationId xmlns:a16="http://schemas.microsoft.com/office/drawing/2014/main" id="{046FCD12-70AD-43E4-97A5-E350476D993C}"/>
              </a:ext>
            </a:extLst>
          </p:cNvPr>
          <p:cNvSpPr/>
          <p:nvPr userDrawn="1"/>
        </p:nvSpPr>
        <p:spPr>
          <a:xfrm rot="10800000">
            <a:off x="1" y="-1"/>
            <a:ext cx="10875958" cy="6868836"/>
          </a:xfrm>
          <a:custGeom>
            <a:avLst/>
            <a:gdLst>
              <a:gd name="connsiteX0" fmla="*/ 10873127 w 10873127"/>
              <a:gd name="connsiteY0" fmla="*/ 6868836 h 6868836"/>
              <a:gd name="connsiteX1" fmla="*/ 0 w 10873127"/>
              <a:gd name="connsiteY1" fmla="*/ 6868836 h 6868836"/>
              <a:gd name="connsiteX2" fmla="*/ 6863947 w 10873127"/>
              <a:gd name="connsiteY2" fmla="*/ 0 h 6868836"/>
              <a:gd name="connsiteX3" fmla="*/ 10873127 w 10873127"/>
              <a:gd name="connsiteY3" fmla="*/ 0 h 6868836"/>
            </a:gdLst>
            <a:ahLst/>
            <a:cxnLst>
              <a:cxn ang="0">
                <a:pos x="connsiteX0" y="connsiteY0"/>
              </a:cxn>
              <a:cxn ang="0">
                <a:pos x="connsiteX1" y="connsiteY1"/>
              </a:cxn>
              <a:cxn ang="0">
                <a:pos x="connsiteX2" y="connsiteY2"/>
              </a:cxn>
              <a:cxn ang="0">
                <a:pos x="connsiteX3" y="connsiteY3"/>
              </a:cxn>
            </a:cxnLst>
            <a:rect l="l" t="t" r="r" b="b"/>
            <a:pathLst>
              <a:path w="10873127" h="6868836">
                <a:moveTo>
                  <a:pt x="10873127" y="6868836"/>
                </a:moveTo>
                <a:lnTo>
                  <a:pt x="0" y="6868836"/>
                </a:lnTo>
                <a:lnTo>
                  <a:pt x="6863947" y="0"/>
                </a:lnTo>
                <a:lnTo>
                  <a:pt x="10873127" y="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 name="TextBox 14">
            <a:extLst>
              <a:ext uri="{FF2B5EF4-FFF2-40B4-BE49-F238E27FC236}">
                <a16:creationId xmlns:a16="http://schemas.microsoft.com/office/drawing/2014/main" id="{7EAC21F4-620C-4207-A01D-C082619C707B}"/>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262" y="938794"/>
            <a:ext cx="6429300" cy="1229360"/>
          </a:xfrm>
        </p:spPr>
        <p:txBody>
          <a:bodyPr wrap="square" anchor="b"/>
          <a:lstStyle>
            <a:lvl1pPr algn="l">
              <a:defRPr sz="3600" b="0" cap="none" baseline="0">
                <a:solidFill>
                  <a:schemeClr val="accent2"/>
                </a:solidFill>
              </a:defRPr>
            </a:lvl1pPr>
          </a:lstStyle>
          <a:p>
            <a:r>
              <a:rPr lang="en-US"/>
              <a:t>Click to Add Text</a:t>
            </a:r>
          </a:p>
        </p:txBody>
      </p:sp>
      <p:sp>
        <p:nvSpPr>
          <p:cNvPr id="18" name="Subtitle 2">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3126" y="2267712"/>
            <a:ext cx="6410070" cy="700882"/>
          </a:xfrm>
        </p:spPr>
        <p:txBody>
          <a:bodyPr/>
          <a:lstStyle>
            <a:lvl1pPr marL="0" indent="0" algn="l">
              <a:buNone/>
              <a:defRPr sz="2399">
                <a:solidFill>
                  <a:schemeClr val="tx2"/>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text</a:t>
            </a:r>
          </a:p>
        </p:txBody>
      </p:sp>
      <p:grpSp>
        <p:nvGrpSpPr>
          <p:cNvPr id="19" name="Group 18">
            <a:extLst>
              <a:ext uri="{FF2B5EF4-FFF2-40B4-BE49-F238E27FC236}">
                <a16:creationId xmlns:a16="http://schemas.microsoft.com/office/drawing/2014/main" id="{CD0EECB4-F8FF-42F6-B913-97C4F2956537}"/>
              </a:ext>
            </a:extLst>
          </p:cNvPr>
          <p:cNvGrpSpPr/>
          <p:nvPr userDrawn="1"/>
        </p:nvGrpSpPr>
        <p:grpSpPr>
          <a:xfrm>
            <a:off x="608172" y="6445106"/>
            <a:ext cx="1184706" cy="186690"/>
            <a:chOff x="863272" y="6563918"/>
            <a:chExt cx="861082" cy="135727"/>
          </a:xfrm>
          <a:solidFill>
            <a:schemeClr val="bg1"/>
          </a:solidFill>
        </p:grpSpPr>
        <p:sp>
          <p:nvSpPr>
            <p:cNvPr id="20" name="Freeform 6">
              <a:extLst>
                <a:ext uri="{FF2B5EF4-FFF2-40B4-BE49-F238E27FC236}">
                  <a16:creationId xmlns:a16="http://schemas.microsoft.com/office/drawing/2014/main" id="{A2743E06-9EDE-42AB-954B-24AD2E0EDE3D}"/>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7">
              <a:extLst>
                <a:ext uri="{FF2B5EF4-FFF2-40B4-BE49-F238E27FC236}">
                  <a16:creationId xmlns:a16="http://schemas.microsoft.com/office/drawing/2014/main" id="{F727B63B-9DDF-4464-B305-91E2F1F53A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8">
              <a:extLst>
                <a:ext uri="{FF2B5EF4-FFF2-40B4-BE49-F238E27FC236}">
                  <a16:creationId xmlns:a16="http://schemas.microsoft.com/office/drawing/2014/main" id="{BE99358C-EF1D-4887-8E23-C6B6EFECC05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9">
              <a:extLst>
                <a:ext uri="{FF2B5EF4-FFF2-40B4-BE49-F238E27FC236}">
                  <a16:creationId xmlns:a16="http://schemas.microsoft.com/office/drawing/2014/main" id="{AB115210-A643-4048-8CE2-AE858AA6D281}"/>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0">
              <a:extLst>
                <a:ext uri="{FF2B5EF4-FFF2-40B4-BE49-F238E27FC236}">
                  <a16:creationId xmlns:a16="http://schemas.microsoft.com/office/drawing/2014/main" id="{DADAB024-3024-4445-96A4-008D5EBBB3FD}"/>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5" name="Freeform 11">
              <a:extLst>
                <a:ext uri="{FF2B5EF4-FFF2-40B4-BE49-F238E27FC236}">
                  <a16:creationId xmlns:a16="http://schemas.microsoft.com/office/drawing/2014/main" id="{8C49FA45-007B-4A99-BFB8-737C3A292BE4}"/>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6" name="Freeform 12">
              <a:extLst>
                <a:ext uri="{FF2B5EF4-FFF2-40B4-BE49-F238E27FC236}">
                  <a16:creationId xmlns:a16="http://schemas.microsoft.com/office/drawing/2014/main" id="{6AD6968C-6030-4061-9BA9-3E345BE073BA}"/>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7" name="TextBox 26">
            <a:extLst>
              <a:ext uri="{FF2B5EF4-FFF2-40B4-BE49-F238E27FC236}">
                <a16:creationId xmlns:a16="http://schemas.microsoft.com/office/drawing/2014/main" id="{9267F80E-E3AF-43A3-AA96-C701371ACCD5}"/>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Tree>
    <p:extLst>
      <p:ext uri="{BB962C8B-B14F-4D97-AF65-F5344CB8AC3E}">
        <p14:creationId xmlns:p14="http://schemas.microsoft.com/office/powerpoint/2010/main" val="15075530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Photo –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Isosceles Triangle 15">
            <a:extLst>
              <a:ext uri="{FF2B5EF4-FFF2-40B4-BE49-F238E27FC236}">
                <a16:creationId xmlns:a16="http://schemas.microsoft.com/office/drawing/2014/main" id="{77AF2AD3-F838-49C6-9DFB-93814BFCCBA6}"/>
              </a:ext>
            </a:extLst>
          </p:cNvPr>
          <p:cNvSpPr/>
          <p:nvPr userDrawn="1"/>
        </p:nvSpPr>
        <p:spPr>
          <a:xfrm>
            <a:off x="8945607" y="3622879"/>
            <a:ext cx="3252109" cy="3253579"/>
          </a:xfrm>
          <a:prstGeom prst="triangle">
            <a:avLst>
              <a:gd name="adj" fmla="val 10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9" name="Freeform: Shape 28">
            <a:extLst>
              <a:ext uri="{FF2B5EF4-FFF2-40B4-BE49-F238E27FC236}">
                <a16:creationId xmlns:a16="http://schemas.microsoft.com/office/drawing/2014/main" id="{E385DDA8-6A1A-4BC0-A877-A6124E4A0330}"/>
              </a:ext>
            </a:extLst>
          </p:cNvPr>
          <p:cNvSpPr/>
          <p:nvPr userDrawn="1"/>
        </p:nvSpPr>
        <p:spPr>
          <a:xfrm rot="2700000">
            <a:off x="9039732" y="3334354"/>
            <a:ext cx="970552" cy="4541320"/>
          </a:xfrm>
          <a:custGeom>
            <a:avLst/>
            <a:gdLst>
              <a:gd name="connsiteX0" fmla="*/ 1 w 970552"/>
              <a:gd name="connsiteY0" fmla="*/ 970551 h 4540137"/>
              <a:gd name="connsiteX1" fmla="*/ 970552 w 970552"/>
              <a:gd name="connsiteY1" fmla="*/ 0 h 4540137"/>
              <a:gd name="connsiteX2" fmla="*/ 970552 w 970552"/>
              <a:gd name="connsiteY2" fmla="*/ 3569585 h 4540137"/>
              <a:gd name="connsiteX3" fmla="*/ 0 w 970552"/>
              <a:gd name="connsiteY3" fmla="*/ 4540137 h 4540137"/>
            </a:gdLst>
            <a:ahLst/>
            <a:cxnLst>
              <a:cxn ang="0">
                <a:pos x="connsiteX0" y="connsiteY0"/>
              </a:cxn>
              <a:cxn ang="0">
                <a:pos x="connsiteX1" y="connsiteY1"/>
              </a:cxn>
              <a:cxn ang="0">
                <a:pos x="connsiteX2" y="connsiteY2"/>
              </a:cxn>
              <a:cxn ang="0">
                <a:pos x="connsiteX3" y="connsiteY3"/>
              </a:cxn>
            </a:cxnLst>
            <a:rect l="l" t="t" r="r" b="b"/>
            <a:pathLst>
              <a:path w="970552" h="4540137">
                <a:moveTo>
                  <a:pt x="1" y="970551"/>
                </a:moveTo>
                <a:lnTo>
                  <a:pt x="970552" y="0"/>
                </a:lnTo>
                <a:lnTo>
                  <a:pt x="970552" y="3569585"/>
                </a:lnTo>
                <a:lnTo>
                  <a:pt x="0" y="4540137"/>
                </a:lnTo>
                <a:close/>
              </a:path>
            </a:pathLst>
          </a:custGeom>
          <a:gradFill>
            <a:gsLst>
              <a:gs pos="24000">
                <a:schemeClr val="bg1">
                  <a:alpha val="59000"/>
                </a:schemeClr>
              </a:gs>
              <a:gs pos="78000">
                <a:schemeClr val="bg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 name="Isosceles Triangle 1">
            <a:extLst>
              <a:ext uri="{FF2B5EF4-FFF2-40B4-BE49-F238E27FC236}">
                <a16:creationId xmlns:a16="http://schemas.microsoft.com/office/drawing/2014/main" id="{B4BC3A27-8DAD-4476-9725-CF11880123D8}"/>
              </a:ext>
            </a:extLst>
          </p:cNvPr>
          <p:cNvSpPr/>
          <p:nvPr userDrawn="1"/>
        </p:nvSpPr>
        <p:spPr>
          <a:xfrm>
            <a:off x="8937985" y="3622879"/>
            <a:ext cx="3252109" cy="3253579"/>
          </a:xfrm>
          <a:prstGeom prst="triangle">
            <a:avLst>
              <a:gd name="adj" fmla="val 10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8" name="Freeform: Shape 27">
            <a:extLst>
              <a:ext uri="{FF2B5EF4-FFF2-40B4-BE49-F238E27FC236}">
                <a16:creationId xmlns:a16="http://schemas.microsoft.com/office/drawing/2014/main" id="{046FCD12-70AD-43E4-97A5-E350476D993C}"/>
              </a:ext>
            </a:extLst>
          </p:cNvPr>
          <p:cNvSpPr/>
          <p:nvPr userDrawn="1"/>
        </p:nvSpPr>
        <p:spPr>
          <a:xfrm rot="10800000">
            <a:off x="1" y="-1"/>
            <a:ext cx="10875958" cy="6868836"/>
          </a:xfrm>
          <a:custGeom>
            <a:avLst/>
            <a:gdLst>
              <a:gd name="connsiteX0" fmla="*/ 10873127 w 10873127"/>
              <a:gd name="connsiteY0" fmla="*/ 6868836 h 6868836"/>
              <a:gd name="connsiteX1" fmla="*/ 0 w 10873127"/>
              <a:gd name="connsiteY1" fmla="*/ 6868836 h 6868836"/>
              <a:gd name="connsiteX2" fmla="*/ 6863947 w 10873127"/>
              <a:gd name="connsiteY2" fmla="*/ 0 h 6868836"/>
              <a:gd name="connsiteX3" fmla="*/ 10873127 w 10873127"/>
              <a:gd name="connsiteY3" fmla="*/ 0 h 6868836"/>
            </a:gdLst>
            <a:ahLst/>
            <a:cxnLst>
              <a:cxn ang="0">
                <a:pos x="connsiteX0" y="connsiteY0"/>
              </a:cxn>
              <a:cxn ang="0">
                <a:pos x="connsiteX1" y="connsiteY1"/>
              </a:cxn>
              <a:cxn ang="0">
                <a:pos x="connsiteX2" y="connsiteY2"/>
              </a:cxn>
              <a:cxn ang="0">
                <a:pos x="connsiteX3" y="connsiteY3"/>
              </a:cxn>
            </a:cxnLst>
            <a:rect l="l" t="t" r="r" b="b"/>
            <a:pathLst>
              <a:path w="10873127" h="6868836">
                <a:moveTo>
                  <a:pt x="10873127" y="6868836"/>
                </a:moveTo>
                <a:lnTo>
                  <a:pt x="0" y="6868836"/>
                </a:lnTo>
                <a:lnTo>
                  <a:pt x="6863947" y="0"/>
                </a:lnTo>
                <a:lnTo>
                  <a:pt x="10873127" y="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 name="TextBox 14">
            <a:extLst>
              <a:ext uri="{FF2B5EF4-FFF2-40B4-BE49-F238E27FC236}">
                <a16:creationId xmlns:a16="http://schemas.microsoft.com/office/drawing/2014/main" id="{7EAC21F4-620C-4207-A01D-C082619C707B}"/>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262" y="938794"/>
            <a:ext cx="6429300" cy="1229360"/>
          </a:xfrm>
        </p:spPr>
        <p:txBody>
          <a:bodyPr wrap="square" anchor="b"/>
          <a:lstStyle>
            <a:lvl1pPr algn="l">
              <a:defRPr sz="3600" b="0" cap="none" baseline="0">
                <a:solidFill>
                  <a:schemeClr val="accent2"/>
                </a:solidFill>
              </a:defRPr>
            </a:lvl1pPr>
          </a:lstStyle>
          <a:p>
            <a:r>
              <a:rPr lang="en-US"/>
              <a:t>Click to Add Text</a:t>
            </a:r>
          </a:p>
        </p:txBody>
      </p:sp>
      <p:sp>
        <p:nvSpPr>
          <p:cNvPr id="18" name="Subtitle 2">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3126" y="2267712"/>
            <a:ext cx="6410070" cy="700882"/>
          </a:xfrm>
        </p:spPr>
        <p:txBody>
          <a:bodyPr/>
          <a:lstStyle>
            <a:lvl1pPr marL="0" indent="0" algn="l">
              <a:buNone/>
              <a:defRPr sz="2399">
                <a:solidFill>
                  <a:schemeClr val="tx2"/>
                </a:solidFill>
                <a:latin typeface="+mj-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text</a:t>
            </a:r>
          </a:p>
        </p:txBody>
      </p:sp>
      <p:grpSp>
        <p:nvGrpSpPr>
          <p:cNvPr id="19" name="Group 18">
            <a:extLst>
              <a:ext uri="{FF2B5EF4-FFF2-40B4-BE49-F238E27FC236}">
                <a16:creationId xmlns:a16="http://schemas.microsoft.com/office/drawing/2014/main" id="{CD0EECB4-F8FF-42F6-B913-97C4F2956537}"/>
              </a:ext>
            </a:extLst>
          </p:cNvPr>
          <p:cNvGrpSpPr/>
          <p:nvPr userDrawn="1"/>
        </p:nvGrpSpPr>
        <p:grpSpPr>
          <a:xfrm>
            <a:off x="608172" y="6445106"/>
            <a:ext cx="1184706" cy="186690"/>
            <a:chOff x="863272" y="6563918"/>
            <a:chExt cx="861082" cy="135727"/>
          </a:xfrm>
          <a:solidFill>
            <a:schemeClr val="bg1"/>
          </a:solidFill>
        </p:grpSpPr>
        <p:sp>
          <p:nvSpPr>
            <p:cNvPr id="20" name="Freeform 6">
              <a:extLst>
                <a:ext uri="{FF2B5EF4-FFF2-40B4-BE49-F238E27FC236}">
                  <a16:creationId xmlns:a16="http://schemas.microsoft.com/office/drawing/2014/main" id="{A2743E06-9EDE-42AB-954B-24AD2E0EDE3D}"/>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7">
              <a:extLst>
                <a:ext uri="{FF2B5EF4-FFF2-40B4-BE49-F238E27FC236}">
                  <a16:creationId xmlns:a16="http://schemas.microsoft.com/office/drawing/2014/main" id="{F727B63B-9DDF-4464-B305-91E2F1F53A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8">
              <a:extLst>
                <a:ext uri="{FF2B5EF4-FFF2-40B4-BE49-F238E27FC236}">
                  <a16:creationId xmlns:a16="http://schemas.microsoft.com/office/drawing/2014/main" id="{BE99358C-EF1D-4887-8E23-C6B6EFECC05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9">
              <a:extLst>
                <a:ext uri="{FF2B5EF4-FFF2-40B4-BE49-F238E27FC236}">
                  <a16:creationId xmlns:a16="http://schemas.microsoft.com/office/drawing/2014/main" id="{AB115210-A643-4048-8CE2-AE858AA6D281}"/>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0">
              <a:extLst>
                <a:ext uri="{FF2B5EF4-FFF2-40B4-BE49-F238E27FC236}">
                  <a16:creationId xmlns:a16="http://schemas.microsoft.com/office/drawing/2014/main" id="{DADAB024-3024-4445-96A4-008D5EBBB3FD}"/>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5" name="Freeform 11">
              <a:extLst>
                <a:ext uri="{FF2B5EF4-FFF2-40B4-BE49-F238E27FC236}">
                  <a16:creationId xmlns:a16="http://schemas.microsoft.com/office/drawing/2014/main" id="{8C49FA45-007B-4A99-BFB8-737C3A292BE4}"/>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6" name="Freeform 12">
              <a:extLst>
                <a:ext uri="{FF2B5EF4-FFF2-40B4-BE49-F238E27FC236}">
                  <a16:creationId xmlns:a16="http://schemas.microsoft.com/office/drawing/2014/main" id="{6AD6968C-6030-4061-9BA9-3E345BE073BA}"/>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7" name="TextBox 26">
            <a:extLst>
              <a:ext uri="{FF2B5EF4-FFF2-40B4-BE49-F238E27FC236}">
                <a16:creationId xmlns:a16="http://schemas.microsoft.com/office/drawing/2014/main" id="{9267F80E-E3AF-43A3-AA96-C701371ACCD5}"/>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Tree>
    <p:extLst>
      <p:ext uri="{BB962C8B-B14F-4D97-AF65-F5344CB8AC3E}">
        <p14:creationId xmlns:p14="http://schemas.microsoft.com/office/powerpoint/2010/main" val="8370828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89834265-B4D7-4504-9C1C-C962DD96E4D9}"/>
              </a:ext>
            </a:extLst>
          </p:cNvPr>
          <p:cNvSpPr/>
          <p:nvPr userDrawn="1"/>
        </p:nvSpPr>
        <p:spPr>
          <a:xfrm rot="2700000">
            <a:off x="1157787" y="-4494882"/>
            <a:ext cx="7499811" cy="13471355"/>
          </a:xfrm>
          <a:custGeom>
            <a:avLst/>
            <a:gdLst>
              <a:gd name="connsiteX0" fmla="*/ 0 w 7499811"/>
              <a:gd name="connsiteY0" fmla="*/ 7314868 h 13467847"/>
              <a:gd name="connsiteX1" fmla="*/ 7314868 w 7499811"/>
              <a:gd name="connsiteY1" fmla="*/ 0 h 13467847"/>
              <a:gd name="connsiteX2" fmla="*/ 7499811 w 7499811"/>
              <a:gd name="connsiteY2" fmla="*/ 184942 h 13467847"/>
              <a:gd name="connsiteX3" fmla="*/ 7499811 w 7499811"/>
              <a:gd name="connsiteY3" fmla="*/ 9513150 h 13467847"/>
              <a:gd name="connsiteX4" fmla="*/ 3545114 w 7499811"/>
              <a:gd name="connsiteY4" fmla="*/ 13467847 h 13467847"/>
              <a:gd name="connsiteX5" fmla="*/ 0 w 7499811"/>
              <a:gd name="connsiteY5" fmla="*/ 9922733 h 1346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99811" h="13467847">
                <a:moveTo>
                  <a:pt x="0" y="7314868"/>
                </a:moveTo>
                <a:lnTo>
                  <a:pt x="7314868" y="0"/>
                </a:lnTo>
                <a:lnTo>
                  <a:pt x="7499811" y="184942"/>
                </a:lnTo>
                <a:lnTo>
                  <a:pt x="7499811" y="9513150"/>
                </a:lnTo>
                <a:lnTo>
                  <a:pt x="3545114" y="13467847"/>
                </a:lnTo>
                <a:lnTo>
                  <a:pt x="0" y="9922733"/>
                </a:lnTo>
                <a:close/>
              </a:path>
            </a:pathLst>
          </a:custGeom>
          <a:gradFill>
            <a:gsLst>
              <a:gs pos="24000">
                <a:schemeClr val="accent4"/>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4" name="Freeform: Shape 23">
            <a:extLst>
              <a:ext uri="{FF2B5EF4-FFF2-40B4-BE49-F238E27FC236}">
                <a16:creationId xmlns:a16="http://schemas.microsoft.com/office/drawing/2014/main" id="{12F29CAF-76E7-4387-BEA8-66F482EB65A2}"/>
              </a:ext>
            </a:extLst>
          </p:cNvPr>
          <p:cNvSpPr/>
          <p:nvPr userDrawn="1"/>
        </p:nvSpPr>
        <p:spPr>
          <a:xfrm rot="2700000">
            <a:off x="7034683" y="-170262"/>
            <a:ext cx="1042026" cy="8666196"/>
          </a:xfrm>
          <a:custGeom>
            <a:avLst/>
            <a:gdLst>
              <a:gd name="connsiteX0" fmla="*/ 0 w 1042026"/>
              <a:gd name="connsiteY0" fmla="*/ 0 h 8663939"/>
              <a:gd name="connsiteX1" fmla="*/ 1042026 w 1042026"/>
              <a:gd name="connsiteY1" fmla="*/ 0 h 8663939"/>
              <a:gd name="connsiteX2" fmla="*/ 1042026 w 1042026"/>
              <a:gd name="connsiteY2" fmla="*/ 7621913 h 8663939"/>
              <a:gd name="connsiteX3" fmla="*/ 0 w 1042026"/>
              <a:gd name="connsiteY3" fmla="*/ 8663939 h 8663939"/>
            </a:gdLst>
            <a:ahLst/>
            <a:cxnLst>
              <a:cxn ang="0">
                <a:pos x="connsiteX0" y="connsiteY0"/>
              </a:cxn>
              <a:cxn ang="0">
                <a:pos x="connsiteX1" y="connsiteY1"/>
              </a:cxn>
              <a:cxn ang="0">
                <a:pos x="connsiteX2" y="connsiteY2"/>
              </a:cxn>
              <a:cxn ang="0">
                <a:pos x="connsiteX3" y="connsiteY3"/>
              </a:cxn>
            </a:cxnLst>
            <a:rect l="l" t="t" r="r" b="b"/>
            <a:pathLst>
              <a:path w="1042026" h="8663939">
                <a:moveTo>
                  <a:pt x="0" y="0"/>
                </a:moveTo>
                <a:lnTo>
                  <a:pt x="1042026" y="0"/>
                </a:lnTo>
                <a:lnTo>
                  <a:pt x="1042026" y="7621913"/>
                </a:lnTo>
                <a:lnTo>
                  <a:pt x="0" y="8663939"/>
                </a:lnTo>
                <a:close/>
              </a:path>
            </a:pathLst>
          </a:custGeom>
          <a:gradFill>
            <a:gsLst>
              <a:gs pos="94000">
                <a:schemeClr val="bg1"/>
              </a:gs>
              <a:gs pos="26000">
                <a:schemeClr val="accent4"/>
              </a:gs>
              <a:gs pos="76000">
                <a:schemeClr val="bg1">
                  <a:alpha val="91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TextBox 19">
            <a:extLst>
              <a:ext uri="{FF2B5EF4-FFF2-40B4-BE49-F238E27FC236}">
                <a16:creationId xmlns:a16="http://schemas.microsoft.com/office/drawing/2014/main" id="{A48347C3-DAFD-4322-8B75-FAADCB97A100}"/>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25" name="Group 24">
            <a:extLst>
              <a:ext uri="{FF2B5EF4-FFF2-40B4-BE49-F238E27FC236}">
                <a16:creationId xmlns:a16="http://schemas.microsoft.com/office/drawing/2014/main" id="{BA840448-0A4C-4F83-A1CE-7B630AF6D91D}"/>
              </a:ext>
            </a:extLst>
          </p:cNvPr>
          <p:cNvGrpSpPr/>
          <p:nvPr userDrawn="1"/>
        </p:nvGrpSpPr>
        <p:grpSpPr>
          <a:xfrm>
            <a:off x="608172" y="6445106"/>
            <a:ext cx="1184706" cy="186690"/>
            <a:chOff x="863272" y="6563918"/>
            <a:chExt cx="861082" cy="135727"/>
          </a:xfrm>
          <a:solidFill>
            <a:schemeClr val="bg1"/>
          </a:solidFill>
        </p:grpSpPr>
        <p:sp>
          <p:nvSpPr>
            <p:cNvPr id="26" name="Freeform 6">
              <a:extLst>
                <a:ext uri="{FF2B5EF4-FFF2-40B4-BE49-F238E27FC236}">
                  <a16:creationId xmlns:a16="http://schemas.microsoft.com/office/drawing/2014/main" id="{33BBD7F2-6BDB-40F5-BE43-2E5C642F40BB}"/>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7" name="Freeform 7">
              <a:extLst>
                <a:ext uri="{FF2B5EF4-FFF2-40B4-BE49-F238E27FC236}">
                  <a16:creationId xmlns:a16="http://schemas.microsoft.com/office/drawing/2014/main" id="{1898F8B4-B178-4326-B6D0-C409F52A5D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8" name="Freeform 8">
              <a:extLst>
                <a:ext uri="{FF2B5EF4-FFF2-40B4-BE49-F238E27FC236}">
                  <a16:creationId xmlns:a16="http://schemas.microsoft.com/office/drawing/2014/main" id="{04FAC758-8579-4948-8E17-F881282AF529}"/>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9" name="Freeform 9">
              <a:extLst>
                <a:ext uri="{FF2B5EF4-FFF2-40B4-BE49-F238E27FC236}">
                  <a16:creationId xmlns:a16="http://schemas.microsoft.com/office/drawing/2014/main" id="{9BC37D6E-0610-40BC-A869-ED4C24F40DA3}"/>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0" name="Freeform 10">
              <a:extLst>
                <a:ext uri="{FF2B5EF4-FFF2-40B4-BE49-F238E27FC236}">
                  <a16:creationId xmlns:a16="http://schemas.microsoft.com/office/drawing/2014/main" id="{0AD2EDE2-8C04-4779-942A-CD003561998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1" name="Freeform 11">
              <a:extLst>
                <a:ext uri="{FF2B5EF4-FFF2-40B4-BE49-F238E27FC236}">
                  <a16:creationId xmlns:a16="http://schemas.microsoft.com/office/drawing/2014/main" id="{B9B95322-EB86-42B6-BCDB-3C38F71CEDFE}"/>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2" name="Freeform 12">
              <a:extLst>
                <a:ext uri="{FF2B5EF4-FFF2-40B4-BE49-F238E27FC236}">
                  <a16:creationId xmlns:a16="http://schemas.microsoft.com/office/drawing/2014/main" id="{20532F85-7A34-4927-9486-A847F29CF7DC}"/>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3" name="TextBox 32">
            <a:extLst>
              <a:ext uri="{FF2B5EF4-FFF2-40B4-BE49-F238E27FC236}">
                <a16:creationId xmlns:a16="http://schemas.microsoft.com/office/drawing/2014/main" id="{10DCB4EB-8A9B-485D-A968-34B397B482C3}"/>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p:sp>
        <p:nvSpPr>
          <p:cNvPr id="41" name="Picture Placeholder 184">
            <a:extLst>
              <a:ext uri="{FF2B5EF4-FFF2-40B4-BE49-F238E27FC236}">
                <a16:creationId xmlns:a16="http://schemas.microsoft.com/office/drawing/2014/main" id="{997DC603-F304-4357-BF7F-19215EB70C59}"/>
              </a:ext>
            </a:extLst>
          </p:cNvPr>
          <p:cNvSpPr>
            <a:spLocks noGrp="1"/>
          </p:cNvSpPr>
          <p:nvPr>
            <p:ph type="pic" sz="quarter" idx="14" hasCustomPrompt="1"/>
          </p:nvPr>
        </p:nvSpPr>
        <p:spPr>
          <a:xfrm>
            <a:off x="8525373" y="4619335"/>
            <a:ext cx="2740739" cy="1371600"/>
          </a:xfrm>
          <a:noFill/>
        </p:spPr>
        <p:txBody>
          <a:bodyPr anchor="ctr"/>
          <a:lstStyle>
            <a:lvl1pPr algn="ctr">
              <a:defRPr sz="2399" b="1">
                <a:solidFill>
                  <a:srgbClr val="F8981D"/>
                </a:solidFill>
              </a:defRPr>
            </a:lvl1pPr>
          </a:lstStyle>
          <a:p>
            <a:r>
              <a:rPr lang="en-US"/>
              <a:t>Click to insert logo or delete box if not needed</a:t>
            </a:r>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9027" y="1600200"/>
            <a:ext cx="5414659" cy="3200400"/>
          </a:xfrm>
        </p:spPr>
        <p:txBody>
          <a:bodyPr anchor="b"/>
          <a:lstStyle>
            <a:lvl1pPr marL="169866" indent="-169866">
              <a:buClrTx/>
              <a:buSzPct val="100000"/>
              <a:buFont typeface="Metropolis" panose="00000500000000000000" pitchFamily="2" charset="0"/>
              <a:buChar char="“"/>
              <a:defRPr sz="2801">
                <a:solidFill>
                  <a:schemeClr val="bg1"/>
                </a:solidFill>
              </a:defRPr>
            </a:lvl1pPr>
            <a:lvl2pPr marL="457207" indent="-184153">
              <a:buClrTx/>
              <a:buFont typeface="Metropolis" panose="00000500000000000000" pitchFamily="2" charset="0"/>
              <a:buChar char="“"/>
              <a:defRPr>
                <a:solidFill>
                  <a:schemeClr val="bg1"/>
                </a:solidFill>
              </a:defRPr>
            </a:lvl2pPr>
            <a:lvl3pPr marL="744550" indent="-169866">
              <a:buClrTx/>
              <a:buFont typeface="Metropolis" panose="00000500000000000000" pitchFamily="2" charset="0"/>
              <a:buChar char="“"/>
              <a:defRPr>
                <a:solidFill>
                  <a:schemeClr val="bg1"/>
                </a:solidFill>
              </a:defRPr>
            </a:lvl3pPr>
            <a:lvl4pPr marL="969979" indent="-166690">
              <a:buClrTx/>
              <a:buFont typeface="Metropolis" panose="00000500000000000000" pitchFamily="2" charset="0"/>
              <a:buChar char="“"/>
              <a:defRPr>
                <a:solidFill>
                  <a:schemeClr val="bg1"/>
                </a:solidFill>
              </a:defRPr>
            </a:lvl4pPr>
            <a:lvl5pPr marL="1143020" indent="-138115">
              <a:buClrTx/>
              <a:buFont typeface="Metropolis" panose="00000500000000000000" pitchFamily="2" charset="0"/>
              <a:buChar char="“"/>
              <a:defRPr>
                <a:solidFill>
                  <a:schemeClr val="bg1"/>
                </a:solidFill>
              </a:defRPr>
            </a:lvl5pPr>
          </a:lstStyle>
          <a:p>
            <a:pPr lvl="0"/>
            <a:r>
              <a:rPr lang="en-US"/>
              <a:t>Click to add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809" y="5065776"/>
            <a:ext cx="4582337" cy="274320"/>
          </a:xfrm>
        </p:spPr>
        <p:txBody>
          <a:bodyPr/>
          <a:lstStyle>
            <a:lvl1pPr>
              <a:defRPr sz="1800">
                <a:solidFill>
                  <a:schemeClr val="bg1"/>
                </a:solidFill>
              </a:defRPr>
            </a:lvl1pPr>
          </a:lstStyle>
          <a:p>
            <a:pPr lvl="0"/>
            <a:r>
              <a:rPr lang="en-US"/>
              <a:t>Source Name</a:t>
            </a:r>
          </a:p>
        </p:txBody>
      </p:sp>
    </p:spTree>
    <p:extLst>
      <p:ext uri="{BB962C8B-B14F-4D97-AF65-F5344CB8AC3E}">
        <p14:creationId xmlns:p14="http://schemas.microsoft.com/office/powerpoint/2010/main" val="12777362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Quote – Plum">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89834265-B4D7-4504-9C1C-C962DD96E4D9}"/>
              </a:ext>
            </a:extLst>
          </p:cNvPr>
          <p:cNvSpPr/>
          <p:nvPr userDrawn="1"/>
        </p:nvSpPr>
        <p:spPr>
          <a:xfrm rot="2700000">
            <a:off x="1157787" y="-4494882"/>
            <a:ext cx="7499811" cy="13471355"/>
          </a:xfrm>
          <a:custGeom>
            <a:avLst/>
            <a:gdLst>
              <a:gd name="connsiteX0" fmla="*/ 0 w 7499811"/>
              <a:gd name="connsiteY0" fmla="*/ 7314868 h 13467847"/>
              <a:gd name="connsiteX1" fmla="*/ 7314868 w 7499811"/>
              <a:gd name="connsiteY1" fmla="*/ 0 h 13467847"/>
              <a:gd name="connsiteX2" fmla="*/ 7499811 w 7499811"/>
              <a:gd name="connsiteY2" fmla="*/ 184942 h 13467847"/>
              <a:gd name="connsiteX3" fmla="*/ 7499811 w 7499811"/>
              <a:gd name="connsiteY3" fmla="*/ 9513150 h 13467847"/>
              <a:gd name="connsiteX4" fmla="*/ 3545114 w 7499811"/>
              <a:gd name="connsiteY4" fmla="*/ 13467847 h 13467847"/>
              <a:gd name="connsiteX5" fmla="*/ 0 w 7499811"/>
              <a:gd name="connsiteY5" fmla="*/ 9922733 h 1346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99811" h="13467847">
                <a:moveTo>
                  <a:pt x="0" y="7314868"/>
                </a:moveTo>
                <a:lnTo>
                  <a:pt x="7314868" y="0"/>
                </a:lnTo>
                <a:lnTo>
                  <a:pt x="7499811" y="184942"/>
                </a:lnTo>
                <a:lnTo>
                  <a:pt x="7499811" y="9513150"/>
                </a:lnTo>
                <a:lnTo>
                  <a:pt x="3545114" y="13467847"/>
                </a:lnTo>
                <a:lnTo>
                  <a:pt x="0" y="9922733"/>
                </a:lnTo>
                <a:close/>
              </a:path>
            </a:pathLst>
          </a:custGeom>
          <a:gradFill>
            <a:gsLst>
              <a:gs pos="24000">
                <a:srgbClr val="7F35AB"/>
              </a:gs>
              <a:gs pos="87000">
                <a:srgbClr val="26408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4" name="Freeform: Shape 23">
            <a:extLst>
              <a:ext uri="{FF2B5EF4-FFF2-40B4-BE49-F238E27FC236}">
                <a16:creationId xmlns:a16="http://schemas.microsoft.com/office/drawing/2014/main" id="{12F29CAF-76E7-4387-BEA8-66F482EB65A2}"/>
              </a:ext>
            </a:extLst>
          </p:cNvPr>
          <p:cNvSpPr/>
          <p:nvPr userDrawn="1"/>
        </p:nvSpPr>
        <p:spPr>
          <a:xfrm rot="2700000">
            <a:off x="7034683" y="-170262"/>
            <a:ext cx="1042026" cy="8666196"/>
          </a:xfrm>
          <a:custGeom>
            <a:avLst/>
            <a:gdLst>
              <a:gd name="connsiteX0" fmla="*/ 0 w 1042026"/>
              <a:gd name="connsiteY0" fmla="*/ 0 h 8663939"/>
              <a:gd name="connsiteX1" fmla="*/ 1042026 w 1042026"/>
              <a:gd name="connsiteY1" fmla="*/ 0 h 8663939"/>
              <a:gd name="connsiteX2" fmla="*/ 1042026 w 1042026"/>
              <a:gd name="connsiteY2" fmla="*/ 7621913 h 8663939"/>
              <a:gd name="connsiteX3" fmla="*/ 0 w 1042026"/>
              <a:gd name="connsiteY3" fmla="*/ 8663939 h 8663939"/>
            </a:gdLst>
            <a:ahLst/>
            <a:cxnLst>
              <a:cxn ang="0">
                <a:pos x="connsiteX0" y="connsiteY0"/>
              </a:cxn>
              <a:cxn ang="0">
                <a:pos x="connsiteX1" y="connsiteY1"/>
              </a:cxn>
              <a:cxn ang="0">
                <a:pos x="connsiteX2" y="connsiteY2"/>
              </a:cxn>
              <a:cxn ang="0">
                <a:pos x="connsiteX3" y="connsiteY3"/>
              </a:cxn>
            </a:cxnLst>
            <a:rect l="l" t="t" r="r" b="b"/>
            <a:pathLst>
              <a:path w="1042026" h="8663939">
                <a:moveTo>
                  <a:pt x="0" y="0"/>
                </a:moveTo>
                <a:lnTo>
                  <a:pt x="1042026" y="0"/>
                </a:lnTo>
                <a:lnTo>
                  <a:pt x="1042026" y="7621913"/>
                </a:lnTo>
                <a:lnTo>
                  <a:pt x="0" y="8663939"/>
                </a:lnTo>
                <a:close/>
              </a:path>
            </a:pathLst>
          </a:custGeom>
          <a:gradFill>
            <a:gsLst>
              <a:gs pos="22000">
                <a:srgbClr val="7F35AB">
                  <a:alpha val="94000"/>
                </a:srgbClr>
              </a:gs>
              <a:gs pos="95000">
                <a:schemeClr val="bg1"/>
              </a:gs>
              <a:gs pos="77000">
                <a:schemeClr val="bg1">
                  <a:alpha val="79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TextBox 19">
            <a:extLst>
              <a:ext uri="{FF2B5EF4-FFF2-40B4-BE49-F238E27FC236}">
                <a16:creationId xmlns:a16="http://schemas.microsoft.com/office/drawing/2014/main" id="{A48347C3-DAFD-4322-8B75-FAADCB97A100}"/>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25" name="Group 24">
            <a:extLst>
              <a:ext uri="{FF2B5EF4-FFF2-40B4-BE49-F238E27FC236}">
                <a16:creationId xmlns:a16="http://schemas.microsoft.com/office/drawing/2014/main" id="{BA840448-0A4C-4F83-A1CE-7B630AF6D91D}"/>
              </a:ext>
            </a:extLst>
          </p:cNvPr>
          <p:cNvGrpSpPr/>
          <p:nvPr userDrawn="1"/>
        </p:nvGrpSpPr>
        <p:grpSpPr>
          <a:xfrm>
            <a:off x="608172" y="6445106"/>
            <a:ext cx="1184706" cy="186690"/>
            <a:chOff x="863272" y="6563918"/>
            <a:chExt cx="861082" cy="135727"/>
          </a:xfrm>
          <a:solidFill>
            <a:schemeClr val="bg1"/>
          </a:solidFill>
        </p:grpSpPr>
        <p:sp>
          <p:nvSpPr>
            <p:cNvPr id="26" name="Freeform 6">
              <a:extLst>
                <a:ext uri="{FF2B5EF4-FFF2-40B4-BE49-F238E27FC236}">
                  <a16:creationId xmlns:a16="http://schemas.microsoft.com/office/drawing/2014/main" id="{33BBD7F2-6BDB-40F5-BE43-2E5C642F40BB}"/>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7" name="Freeform 7">
              <a:extLst>
                <a:ext uri="{FF2B5EF4-FFF2-40B4-BE49-F238E27FC236}">
                  <a16:creationId xmlns:a16="http://schemas.microsoft.com/office/drawing/2014/main" id="{1898F8B4-B178-4326-B6D0-C409F52A5D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8" name="Freeform 8">
              <a:extLst>
                <a:ext uri="{FF2B5EF4-FFF2-40B4-BE49-F238E27FC236}">
                  <a16:creationId xmlns:a16="http://schemas.microsoft.com/office/drawing/2014/main" id="{04FAC758-8579-4948-8E17-F881282AF529}"/>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9" name="Freeform 9">
              <a:extLst>
                <a:ext uri="{FF2B5EF4-FFF2-40B4-BE49-F238E27FC236}">
                  <a16:creationId xmlns:a16="http://schemas.microsoft.com/office/drawing/2014/main" id="{9BC37D6E-0610-40BC-A869-ED4C24F40DA3}"/>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0" name="Freeform 10">
              <a:extLst>
                <a:ext uri="{FF2B5EF4-FFF2-40B4-BE49-F238E27FC236}">
                  <a16:creationId xmlns:a16="http://schemas.microsoft.com/office/drawing/2014/main" id="{0AD2EDE2-8C04-4779-942A-CD003561998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1" name="Freeform 11">
              <a:extLst>
                <a:ext uri="{FF2B5EF4-FFF2-40B4-BE49-F238E27FC236}">
                  <a16:creationId xmlns:a16="http://schemas.microsoft.com/office/drawing/2014/main" id="{B9B95322-EB86-42B6-BCDB-3C38F71CEDFE}"/>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2" name="Freeform 12">
              <a:extLst>
                <a:ext uri="{FF2B5EF4-FFF2-40B4-BE49-F238E27FC236}">
                  <a16:creationId xmlns:a16="http://schemas.microsoft.com/office/drawing/2014/main" id="{20532F85-7A34-4927-9486-A847F29CF7DC}"/>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3" name="TextBox 32">
            <a:extLst>
              <a:ext uri="{FF2B5EF4-FFF2-40B4-BE49-F238E27FC236}">
                <a16:creationId xmlns:a16="http://schemas.microsoft.com/office/drawing/2014/main" id="{10DCB4EB-8A9B-485D-A968-34B397B482C3}"/>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p:sp>
        <p:nvSpPr>
          <p:cNvPr id="41" name="Picture Placeholder 184">
            <a:extLst>
              <a:ext uri="{FF2B5EF4-FFF2-40B4-BE49-F238E27FC236}">
                <a16:creationId xmlns:a16="http://schemas.microsoft.com/office/drawing/2014/main" id="{997DC603-F304-4357-BF7F-19215EB70C59}"/>
              </a:ext>
            </a:extLst>
          </p:cNvPr>
          <p:cNvSpPr>
            <a:spLocks noGrp="1"/>
          </p:cNvSpPr>
          <p:nvPr>
            <p:ph type="pic" sz="quarter" idx="14" hasCustomPrompt="1"/>
          </p:nvPr>
        </p:nvSpPr>
        <p:spPr>
          <a:xfrm>
            <a:off x="8525373" y="4619335"/>
            <a:ext cx="2740739" cy="1371600"/>
          </a:xfrm>
          <a:noFill/>
        </p:spPr>
        <p:txBody>
          <a:bodyPr anchor="ctr"/>
          <a:lstStyle>
            <a:lvl1pPr algn="ctr">
              <a:defRPr sz="2399" b="1">
                <a:solidFill>
                  <a:srgbClr val="F8981D"/>
                </a:solidFill>
              </a:defRPr>
            </a:lvl1pPr>
          </a:lstStyle>
          <a:p>
            <a:r>
              <a:rPr lang="en-US"/>
              <a:t>Click to insert logo or delete box if not needed</a:t>
            </a:r>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9027" y="1600200"/>
            <a:ext cx="5414659" cy="3200400"/>
          </a:xfrm>
        </p:spPr>
        <p:txBody>
          <a:bodyPr anchor="b"/>
          <a:lstStyle>
            <a:lvl1pPr marL="169866" indent="-169866">
              <a:buClrTx/>
              <a:buSzPct val="100000"/>
              <a:buFont typeface="Metropolis" panose="00000500000000000000" pitchFamily="2" charset="0"/>
              <a:buChar char="“"/>
              <a:defRPr sz="2801">
                <a:solidFill>
                  <a:schemeClr val="bg1"/>
                </a:solidFill>
              </a:defRPr>
            </a:lvl1pPr>
            <a:lvl2pPr marL="457207" indent="-184153">
              <a:buClrTx/>
              <a:buFont typeface="Metropolis" panose="00000500000000000000" pitchFamily="2" charset="0"/>
              <a:buChar char="“"/>
              <a:defRPr>
                <a:solidFill>
                  <a:schemeClr val="bg1"/>
                </a:solidFill>
              </a:defRPr>
            </a:lvl2pPr>
            <a:lvl3pPr marL="744550" indent="-169866">
              <a:buClrTx/>
              <a:buFont typeface="Metropolis" panose="00000500000000000000" pitchFamily="2" charset="0"/>
              <a:buChar char="“"/>
              <a:defRPr>
                <a:solidFill>
                  <a:schemeClr val="bg1"/>
                </a:solidFill>
              </a:defRPr>
            </a:lvl3pPr>
            <a:lvl4pPr marL="969979" indent="-166690">
              <a:buClrTx/>
              <a:buFont typeface="Metropolis" panose="00000500000000000000" pitchFamily="2" charset="0"/>
              <a:buChar char="“"/>
              <a:defRPr>
                <a:solidFill>
                  <a:schemeClr val="bg1"/>
                </a:solidFill>
              </a:defRPr>
            </a:lvl4pPr>
            <a:lvl5pPr marL="1143020" indent="-138115">
              <a:buClrTx/>
              <a:buFont typeface="Metropolis" panose="00000500000000000000" pitchFamily="2" charset="0"/>
              <a:buChar char="“"/>
              <a:defRPr>
                <a:solidFill>
                  <a:schemeClr val="bg1"/>
                </a:solidFill>
              </a:defRPr>
            </a:lvl5pPr>
          </a:lstStyle>
          <a:p>
            <a:pPr lvl="0"/>
            <a:r>
              <a:rPr lang="en-US"/>
              <a:t>Click to add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809" y="5065776"/>
            <a:ext cx="4582337" cy="274320"/>
          </a:xfrm>
        </p:spPr>
        <p:txBody>
          <a:bodyPr/>
          <a:lstStyle>
            <a:lvl1pPr>
              <a:defRPr sz="1800">
                <a:solidFill>
                  <a:schemeClr val="bg1"/>
                </a:solidFill>
              </a:defRPr>
            </a:lvl1pPr>
          </a:lstStyle>
          <a:p>
            <a:pPr lvl="0"/>
            <a:r>
              <a:rPr lang="en-US"/>
              <a:t>Source Name</a:t>
            </a:r>
          </a:p>
        </p:txBody>
      </p:sp>
    </p:spTree>
    <p:extLst>
      <p:ext uri="{BB962C8B-B14F-4D97-AF65-F5344CB8AC3E}">
        <p14:creationId xmlns:p14="http://schemas.microsoft.com/office/powerpoint/2010/main" val="34467569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Quote – Blue">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89834265-B4D7-4504-9C1C-C962DD96E4D9}"/>
              </a:ext>
            </a:extLst>
          </p:cNvPr>
          <p:cNvSpPr/>
          <p:nvPr userDrawn="1"/>
        </p:nvSpPr>
        <p:spPr>
          <a:xfrm rot="2700000">
            <a:off x="1157787" y="-4494882"/>
            <a:ext cx="7499811" cy="13471355"/>
          </a:xfrm>
          <a:custGeom>
            <a:avLst/>
            <a:gdLst>
              <a:gd name="connsiteX0" fmla="*/ 0 w 7499811"/>
              <a:gd name="connsiteY0" fmla="*/ 7314868 h 13467847"/>
              <a:gd name="connsiteX1" fmla="*/ 7314868 w 7499811"/>
              <a:gd name="connsiteY1" fmla="*/ 0 h 13467847"/>
              <a:gd name="connsiteX2" fmla="*/ 7499811 w 7499811"/>
              <a:gd name="connsiteY2" fmla="*/ 184942 h 13467847"/>
              <a:gd name="connsiteX3" fmla="*/ 7499811 w 7499811"/>
              <a:gd name="connsiteY3" fmla="*/ 9513150 h 13467847"/>
              <a:gd name="connsiteX4" fmla="*/ 3545114 w 7499811"/>
              <a:gd name="connsiteY4" fmla="*/ 13467847 h 13467847"/>
              <a:gd name="connsiteX5" fmla="*/ 0 w 7499811"/>
              <a:gd name="connsiteY5" fmla="*/ 9922733 h 1346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99811" h="13467847">
                <a:moveTo>
                  <a:pt x="0" y="7314868"/>
                </a:moveTo>
                <a:lnTo>
                  <a:pt x="7314868" y="0"/>
                </a:lnTo>
                <a:lnTo>
                  <a:pt x="7499811" y="184942"/>
                </a:lnTo>
                <a:lnTo>
                  <a:pt x="7499811" y="9513150"/>
                </a:lnTo>
                <a:lnTo>
                  <a:pt x="3545114" y="13467847"/>
                </a:lnTo>
                <a:lnTo>
                  <a:pt x="0" y="9922733"/>
                </a:lnTo>
                <a:close/>
              </a:path>
            </a:pathLst>
          </a:custGeom>
          <a:gradFill>
            <a:gsLst>
              <a:gs pos="24000">
                <a:schemeClr val="accent3"/>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4" name="Freeform: Shape 23">
            <a:extLst>
              <a:ext uri="{FF2B5EF4-FFF2-40B4-BE49-F238E27FC236}">
                <a16:creationId xmlns:a16="http://schemas.microsoft.com/office/drawing/2014/main" id="{12F29CAF-76E7-4387-BEA8-66F482EB65A2}"/>
              </a:ext>
            </a:extLst>
          </p:cNvPr>
          <p:cNvSpPr/>
          <p:nvPr userDrawn="1"/>
        </p:nvSpPr>
        <p:spPr>
          <a:xfrm rot="2700000">
            <a:off x="7034683" y="-170262"/>
            <a:ext cx="1042026" cy="8666196"/>
          </a:xfrm>
          <a:custGeom>
            <a:avLst/>
            <a:gdLst>
              <a:gd name="connsiteX0" fmla="*/ 0 w 1042026"/>
              <a:gd name="connsiteY0" fmla="*/ 0 h 8663939"/>
              <a:gd name="connsiteX1" fmla="*/ 1042026 w 1042026"/>
              <a:gd name="connsiteY1" fmla="*/ 0 h 8663939"/>
              <a:gd name="connsiteX2" fmla="*/ 1042026 w 1042026"/>
              <a:gd name="connsiteY2" fmla="*/ 7621913 h 8663939"/>
              <a:gd name="connsiteX3" fmla="*/ 0 w 1042026"/>
              <a:gd name="connsiteY3" fmla="*/ 8663939 h 8663939"/>
            </a:gdLst>
            <a:ahLst/>
            <a:cxnLst>
              <a:cxn ang="0">
                <a:pos x="connsiteX0" y="connsiteY0"/>
              </a:cxn>
              <a:cxn ang="0">
                <a:pos x="connsiteX1" y="connsiteY1"/>
              </a:cxn>
              <a:cxn ang="0">
                <a:pos x="connsiteX2" y="connsiteY2"/>
              </a:cxn>
              <a:cxn ang="0">
                <a:pos x="connsiteX3" y="connsiteY3"/>
              </a:cxn>
            </a:cxnLst>
            <a:rect l="l" t="t" r="r" b="b"/>
            <a:pathLst>
              <a:path w="1042026" h="8663939">
                <a:moveTo>
                  <a:pt x="0" y="0"/>
                </a:moveTo>
                <a:lnTo>
                  <a:pt x="1042026" y="0"/>
                </a:lnTo>
                <a:lnTo>
                  <a:pt x="1042026" y="7621913"/>
                </a:lnTo>
                <a:lnTo>
                  <a:pt x="0" y="8663939"/>
                </a:lnTo>
                <a:close/>
              </a:path>
            </a:pathLst>
          </a:custGeom>
          <a:gradFill>
            <a:gsLst>
              <a:gs pos="24000">
                <a:schemeClr val="accent3"/>
              </a:gs>
              <a:gs pos="80511">
                <a:schemeClr val="bg1">
                  <a:alpha val="76000"/>
                </a:schemeClr>
              </a:gs>
              <a:gs pos="100000">
                <a:schemeClr val="bg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TextBox 19">
            <a:extLst>
              <a:ext uri="{FF2B5EF4-FFF2-40B4-BE49-F238E27FC236}">
                <a16:creationId xmlns:a16="http://schemas.microsoft.com/office/drawing/2014/main" id="{A48347C3-DAFD-4322-8B75-FAADCB97A100}"/>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25" name="Group 24">
            <a:extLst>
              <a:ext uri="{FF2B5EF4-FFF2-40B4-BE49-F238E27FC236}">
                <a16:creationId xmlns:a16="http://schemas.microsoft.com/office/drawing/2014/main" id="{BA840448-0A4C-4F83-A1CE-7B630AF6D91D}"/>
              </a:ext>
            </a:extLst>
          </p:cNvPr>
          <p:cNvGrpSpPr/>
          <p:nvPr userDrawn="1"/>
        </p:nvGrpSpPr>
        <p:grpSpPr>
          <a:xfrm>
            <a:off x="608172" y="6445106"/>
            <a:ext cx="1184706" cy="186690"/>
            <a:chOff x="863272" y="6563918"/>
            <a:chExt cx="861082" cy="135727"/>
          </a:xfrm>
          <a:solidFill>
            <a:schemeClr val="bg1"/>
          </a:solidFill>
        </p:grpSpPr>
        <p:sp>
          <p:nvSpPr>
            <p:cNvPr id="26" name="Freeform 6">
              <a:extLst>
                <a:ext uri="{FF2B5EF4-FFF2-40B4-BE49-F238E27FC236}">
                  <a16:creationId xmlns:a16="http://schemas.microsoft.com/office/drawing/2014/main" id="{33BBD7F2-6BDB-40F5-BE43-2E5C642F40BB}"/>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7" name="Freeform 7">
              <a:extLst>
                <a:ext uri="{FF2B5EF4-FFF2-40B4-BE49-F238E27FC236}">
                  <a16:creationId xmlns:a16="http://schemas.microsoft.com/office/drawing/2014/main" id="{1898F8B4-B178-4326-B6D0-C409F52A5D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8" name="Freeform 8">
              <a:extLst>
                <a:ext uri="{FF2B5EF4-FFF2-40B4-BE49-F238E27FC236}">
                  <a16:creationId xmlns:a16="http://schemas.microsoft.com/office/drawing/2014/main" id="{04FAC758-8579-4948-8E17-F881282AF529}"/>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9" name="Freeform 9">
              <a:extLst>
                <a:ext uri="{FF2B5EF4-FFF2-40B4-BE49-F238E27FC236}">
                  <a16:creationId xmlns:a16="http://schemas.microsoft.com/office/drawing/2014/main" id="{9BC37D6E-0610-40BC-A869-ED4C24F40DA3}"/>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0" name="Freeform 10">
              <a:extLst>
                <a:ext uri="{FF2B5EF4-FFF2-40B4-BE49-F238E27FC236}">
                  <a16:creationId xmlns:a16="http://schemas.microsoft.com/office/drawing/2014/main" id="{0AD2EDE2-8C04-4779-942A-CD003561998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1" name="Freeform 11">
              <a:extLst>
                <a:ext uri="{FF2B5EF4-FFF2-40B4-BE49-F238E27FC236}">
                  <a16:creationId xmlns:a16="http://schemas.microsoft.com/office/drawing/2014/main" id="{B9B95322-EB86-42B6-BCDB-3C38F71CEDFE}"/>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2" name="Freeform 12">
              <a:extLst>
                <a:ext uri="{FF2B5EF4-FFF2-40B4-BE49-F238E27FC236}">
                  <a16:creationId xmlns:a16="http://schemas.microsoft.com/office/drawing/2014/main" id="{20532F85-7A34-4927-9486-A847F29CF7DC}"/>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3" name="TextBox 32">
            <a:extLst>
              <a:ext uri="{FF2B5EF4-FFF2-40B4-BE49-F238E27FC236}">
                <a16:creationId xmlns:a16="http://schemas.microsoft.com/office/drawing/2014/main" id="{10DCB4EB-8A9B-485D-A968-34B397B482C3}"/>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p:sp>
        <p:nvSpPr>
          <p:cNvPr id="41" name="Picture Placeholder 184">
            <a:extLst>
              <a:ext uri="{FF2B5EF4-FFF2-40B4-BE49-F238E27FC236}">
                <a16:creationId xmlns:a16="http://schemas.microsoft.com/office/drawing/2014/main" id="{997DC603-F304-4357-BF7F-19215EB70C59}"/>
              </a:ext>
            </a:extLst>
          </p:cNvPr>
          <p:cNvSpPr>
            <a:spLocks noGrp="1"/>
          </p:cNvSpPr>
          <p:nvPr>
            <p:ph type="pic" sz="quarter" idx="14" hasCustomPrompt="1"/>
          </p:nvPr>
        </p:nvSpPr>
        <p:spPr>
          <a:xfrm>
            <a:off x="8525373" y="4619335"/>
            <a:ext cx="2740739" cy="1371600"/>
          </a:xfrm>
          <a:noFill/>
        </p:spPr>
        <p:txBody>
          <a:bodyPr anchor="ctr"/>
          <a:lstStyle>
            <a:lvl1pPr algn="ctr">
              <a:defRPr sz="2399" b="1">
                <a:solidFill>
                  <a:srgbClr val="F8981D"/>
                </a:solidFill>
              </a:defRPr>
            </a:lvl1pPr>
          </a:lstStyle>
          <a:p>
            <a:r>
              <a:rPr lang="en-US"/>
              <a:t>Click to insert logo or delete box if not needed</a:t>
            </a:r>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9027" y="1600200"/>
            <a:ext cx="5414659" cy="3200400"/>
          </a:xfrm>
        </p:spPr>
        <p:txBody>
          <a:bodyPr anchor="b"/>
          <a:lstStyle>
            <a:lvl1pPr marL="169866" indent="-169866">
              <a:buClrTx/>
              <a:buSzPct val="100000"/>
              <a:buFont typeface="Metropolis" panose="00000500000000000000" pitchFamily="2" charset="0"/>
              <a:buChar char="“"/>
              <a:defRPr sz="2801">
                <a:solidFill>
                  <a:schemeClr val="bg1"/>
                </a:solidFill>
              </a:defRPr>
            </a:lvl1pPr>
            <a:lvl2pPr marL="457207" indent="-184153">
              <a:buClrTx/>
              <a:buFont typeface="Metropolis" panose="00000500000000000000" pitchFamily="2" charset="0"/>
              <a:buChar char="“"/>
              <a:defRPr>
                <a:solidFill>
                  <a:schemeClr val="bg1"/>
                </a:solidFill>
              </a:defRPr>
            </a:lvl2pPr>
            <a:lvl3pPr marL="744550" indent="-169866">
              <a:buClrTx/>
              <a:buFont typeface="Metropolis" panose="00000500000000000000" pitchFamily="2" charset="0"/>
              <a:buChar char="“"/>
              <a:defRPr>
                <a:solidFill>
                  <a:schemeClr val="bg1"/>
                </a:solidFill>
              </a:defRPr>
            </a:lvl3pPr>
            <a:lvl4pPr marL="969979" indent="-166690">
              <a:buClrTx/>
              <a:buFont typeface="Metropolis" panose="00000500000000000000" pitchFamily="2" charset="0"/>
              <a:buChar char="“"/>
              <a:defRPr>
                <a:solidFill>
                  <a:schemeClr val="bg1"/>
                </a:solidFill>
              </a:defRPr>
            </a:lvl4pPr>
            <a:lvl5pPr marL="1143020" indent="-138115">
              <a:buClrTx/>
              <a:buFont typeface="Metropolis" panose="00000500000000000000" pitchFamily="2" charset="0"/>
              <a:buChar char="“"/>
              <a:defRPr>
                <a:solidFill>
                  <a:schemeClr val="bg1"/>
                </a:solidFill>
              </a:defRPr>
            </a:lvl5pPr>
          </a:lstStyle>
          <a:p>
            <a:pPr lvl="0"/>
            <a:r>
              <a:rPr lang="en-US"/>
              <a:t>Click to add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809" y="5065776"/>
            <a:ext cx="4582337" cy="274320"/>
          </a:xfrm>
        </p:spPr>
        <p:txBody>
          <a:bodyPr/>
          <a:lstStyle>
            <a:lvl1pPr>
              <a:defRPr sz="1800">
                <a:solidFill>
                  <a:schemeClr val="bg1"/>
                </a:solidFill>
              </a:defRPr>
            </a:lvl1pPr>
          </a:lstStyle>
          <a:p>
            <a:pPr lvl="0"/>
            <a:r>
              <a:rPr lang="en-US"/>
              <a:t>Source Name</a:t>
            </a:r>
          </a:p>
        </p:txBody>
      </p:sp>
    </p:spTree>
    <p:extLst>
      <p:ext uri="{BB962C8B-B14F-4D97-AF65-F5344CB8AC3E}">
        <p14:creationId xmlns:p14="http://schemas.microsoft.com/office/powerpoint/2010/main" val="1900315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Quote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6AB501C1-9DF6-44B6-A147-29CFF5E96E50}"/>
              </a:ext>
            </a:extLst>
          </p:cNvPr>
          <p:cNvSpPr/>
          <p:nvPr userDrawn="1"/>
        </p:nvSpPr>
        <p:spPr>
          <a:xfrm rot="2700000">
            <a:off x="970105" y="-4050628"/>
            <a:ext cx="6293364" cy="12458062"/>
          </a:xfrm>
          <a:custGeom>
            <a:avLst/>
            <a:gdLst>
              <a:gd name="connsiteX0" fmla="*/ 0 w 6293364"/>
              <a:gd name="connsiteY0" fmla="*/ 6293364 h 12454818"/>
              <a:gd name="connsiteX1" fmla="*/ 6293364 w 6293364"/>
              <a:gd name="connsiteY1" fmla="*/ 0 h 12454818"/>
              <a:gd name="connsiteX2" fmla="*/ 6293364 w 6293364"/>
              <a:gd name="connsiteY2" fmla="*/ 9715045 h 12454818"/>
              <a:gd name="connsiteX3" fmla="*/ 3553591 w 6293364"/>
              <a:gd name="connsiteY3" fmla="*/ 12454818 h 12454818"/>
              <a:gd name="connsiteX4" fmla="*/ 0 w 6293364"/>
              <a:gd name="connsiteY4" fmla="*/ 8901227 h 1245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3364" h="12454818">
                <a:moveTo>
                  <a:pt x="0" y="6293364"/>
                </a:moveTo>
                <a:lnTo>
                  <a:pt x="6293364" y="0"/>
                </a:lnTo>
                <a:lnTo>
                  <a:pt x="6293364" y="9715045"/>
                </a:lnTo>
                <a:lnTo>
                  <a:pt x="3553591" y="12454818"/>
                </a:lnTo>
                <a:lnTo>
                  <a:pt x="0" y="8901227"/>
                </a:lnTo>
                <a:close/>
              </a:path>
            </a:pathLst>
          </a:custGeom>
          <a:gradFill>
            <a:gsLst>
              <a:gs pos="24000">
                <a:schemeClr val="accent4">
                  <a:alpha val="46000"/>
                </a:schemeClr>
              </a:gs>
              <a:gs pos="79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TextBox 19">
            <a:extLst>
              <a:ext uri="{FF2B5EF4-FFF2-40B4-BE49-F238E27FC236}">
                <a16:creationId xmlns:a16="http://schemas.microsoft.com/office/drawing/2014/main" id="{A48347C3-DAFD-4322-8B75-FAADCB97A100}"/>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25" name="Group 24">
            <a:extLst>
              <a:ext uri="{FF2B5EF4-FFF2-40B4-BE49-F238E27FC236}">
                <a16:creationId xmlns:a16="http://schemas.microsoft.com/office/drawing/2014/main" id="{BA840448-0A4C-4F83-A1CE-7B630AF6D91D}"/>
              </a:ext>
            </a:extLst>
          </p:cNvPr>
          <p:cNvGrpSpPr/>
          <p:nvPr userDrawn="1"/>
        </p:nvGrpSpPr>
        <p:grpSpPr>
          <a:xfrm>
            <a:off x="608172" y="6445106"/>
            <a:ext cx="1184706" cy="186690"/>
            <a:chOff x="863272" y="6563918"/>
            <a:chExt cx="861082" cy="135727"/>
          </a:xfrm>
          <a:solidFill>
            <a:schemeClr val="bg1"/>
          </a:solidFill>
        </p:grpSpPr>
        <p:sp>
          <p:nvSpPr>
            <p:cNvPr id="26" name="Freeform 6">
              <a:extLst>
                <a:ext uri="{FF2B5EF4-FFF2-40B4-BE49-F238E27FC236}">
                  <a16:creationId xmlns:a16="http://schemas.microsoft.com/office/drawing/2014/main" id="{33BBD7F2-6BDB-40F5-BE43-2E5C642F40BB}"/>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7" name="Freeform 7">
              <a:extLst>
                <a:ext uri="{FF2B5EF4-FFF2-40B4-BE49-F238E27FC236}">
                  <a16:creationId xmlns:a16="http://schemas.microsoft.com/office/drawing/2014/main" id="{1898F8B4-B178-4326-B6D0-C409F52A5D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8" name="Freeform 8">
              <a:extLst>
                <a:ext uri="{FF2B5EF4-FFF2-40B4-BE49-F238E27FC236}">
                  <a16:creationId xmlns:a16="http://schemas.microsoft.com/office/drawing/2014/main" id="{04FAC758-8579-4948-8E17-F881282AF529}"/>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9" name="Freeform 9">
              <a:extLst>
                <a:ext uri="{FF2B5EF4-FFF2-40B4-BE49-F238E27FC236}">
                  <a16:creationId xmlns:a16="http://schemas.microsoft.com/office/drawing/2014/main" id="{9BC37D6E-0610-40BC-A869-ED4C24F40DA3}"/>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0" name="Freeform 10">
              <a:extLst>
                <a:ext uri="{FF2B5EF4-FFF2-40B4-BE49-F238E27FC236}">
                  <a16:creationId xmlns:a16="http://schemas.microsoft.com/office/drawing/2014/main" id="{0AD2EDE2-8C04-4779-942A-CD003561998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1" name="Freeform 11">
              <a:extLst>
                <a:ext uri="{FF2B5EF4-FFF2-40B4-BE49-F238E27FC236}">
                  <a16:creationId xmlns:a16="http://schemas.microsoft.com/office/drawing/2014/main" id="{B9B95322-EB86-42B6-BCDB-3C38F71CEDFE}"/>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2" name="Freeform 12">
              <a:extLst>
                <a:ext uri="{FF2B5EF4-FFF2-40B4-BE49-F238E27FC236}">
                  <a16:creationId xmlns:a16="http://schemas.microsoft.com/office/drawing/2014/main" id="{20532F85-7A34-4927-9486-A847F29CF7DC}"/>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3" name="TextBox 32">
            <a:extLst>
              <a:ext uri="{FF2B5EF4-FFF2-40B4-BE49-F238E27FC236}">
                <a16:creationId xmlns:a16="http://schemas.microsoft.com/office/drawing/2014/main" id="{10DCB4EB-8A9B-485D-A968-34B397B482C3}"/>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9027" y="1600200"/>
            <a:ext cx="5414659" cy="3200400"/>
          </a:xfrm>
        </p:spPr>
        <p:txBody>
          <a:bodyPr anchor="b"/>
          <a:lstStyle>
            <a:lvl1pPr marL="169866" indent="-169866">
              <a:buClrTx/>
              <a:buSzPct val="100000"/>
              <a:buFont typeface="Metropolis" panose="00000500000000000000" pitchFamily="2" charset="0"/>
              <a:buChar char="“"/>
              <a:defRPr sz="2801">
                <a:solidFill>
                  <a:schemeClr val="bg1"/>
                </a:solidFill>
              </a:defRPr>
            </a:lvl1pPr>
            <a:lvl2pPr marL="457207" indent="-184153">
              <a:buClrTx/>
              <a:buFont typeface="Metropolis" panose="00000500000000000000" pitchFamily="2" charset="0"/>
              <a:buChar char="“"/>
              <a:defRPr>
                <a:solidFill>
                  <a:schemeClr val="bg1"/>
                </a:solidFill>
              </a:defRPr>
            </a:lvl2pPr>
            <a:lvl3pPr marL="744550" indent="-169866">
              <a:buClrTx/>
              <a:buFont typeface="Metropolis" panose="00000500000000000000" pitchFamily="2" charset="0"/>
              <a:buChar char="“"/>
              <a:defRPr>
                <a:solidFill>
                  <a:schemeClr val="bg1"/>
                </a:solidFill>
              </a:defRPr>
            </a:lvl3pPr>
            <a:lvl4pPr marL="969979" indent="-166690">
              <a:buClrTx/>
              <a:buFont typeface="Metropolis" panose="00000500000000000000" pitchFamily="2" charset="0"/>
              <a:buChar char="“"/>
              <a:defRPr>
                <a:solidFill>
                  <a:schemeClr val="bg1"/>
                </a:solidFill>
              </a:defRPr>
            </a:lvl4pPr>
            <a:lvl5pPr marL="1143020" indent="-138115">
              <a:buClrTx/>
              <a:buFont typeface="Metropolis" panose="00000500000000000000" pitchFamily="2" charset="0"/>
              <a:buChar char="“"/>
              <a:defRPr>
                <a:solidFill>
                  <a:schemeClr val="bg1"/>
                </a:solidFill>
              </a:defRPr>
            </a:lvl5pPr>
          </a:lstStyle>
          <a:p>
            <a:pPr lvl="0"/>
            <a:r>
              <a:rPr lang="en-US"/>
              <a:t>Click to add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809" y="5065776"/>
            <a:ext cx="4582337" cy="274320"/>
          </a:xfrm>
        </p:spPr>
        <p:txBody>
          <a:bodyPr/>
          <a:lstStyle>
            <a:lvl1pPr>
              <a:defRPr sz="1800">
                <a:solidFill>
                  <a:schemeClr val="bg1"/>
                </a:solidFill>
              </a:defRPr>
            </a:lvl1pPr>
          </a:lstStyle>
          <a:p>
            <a:pPr lvl="0"/>
            <a:r>
              <a:rPr lang="en-US"/>
              <a:t>Source Name</a:t>
            </a:r>
          </a:p>
        </p:txBody>
      </p:sp>
    </p:spTree>
    <p:extLst>
      <p:ext uri="{BB962C8B-B14F-4D97-AF65-F5344CB8AC3E}">
        <p14:creationId xmlns:p14="http://schemas.microsoft.com/office/powerpoint/2010/main" val="24334039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Quote with Photo – Purp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6AB501C1-9DF6-44B6-A147-29CFF5E96E50}"/>
              </a:ext>
            </a:extLst>
          </p:cNvPr>
          <p:cNvSpPr/>
          <p:nvPr userDrawn="1"/>
        </p:nvSpPr>
        <p:spPr>
          <a:xfrm rot="2700000">
            <a:off x="970105" y="-4050628"/>
            <a:ext cx="6293364" cy="12458062"/>
          </a:xfrm>
          <a:custGeom>
            <a:avLst/>
            <a:gdLst>
              <a:gd name="connsiteX0" fmla="*/ 0 w 6293364"/>
              <a:gd name="connsiteY0" fmla="*/ 6293364 h 12454818"/>
              <a:gd name="connsiteX1" fmla="*/ 6293364 w 6293364"/>
              <a:gd name="connsiteY1" fmla="*/ 0 h 12454818"/>
              <a:gd name="connsiteX2" fmla="*/ 6293364 w 6293364"/>
              <a:gd name="connsiteY2" fmla="*/ 9715045 h 12454818"/>
              <a:gd name="connsiteX3" fmla="*/ 3553591 w 6293364"/>
              <a:gd name="connsiteY3" fmla="*/ 12454818 h 12454818"/>
              <a:gd name="connsiteX4" fmla="*/ 0 w 6293364"/>
              <a:gd name="connsiteY4" fmla="*/ 8901227 h 1245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3364" h="12454818">
                <a:moveTo>
                  <a:pt x="0" y="6293364"/>
                </a:moveTo>
                <a:lnTo>
                  <a:pt x="6293364" y="0"/>
                </a:lnTo>
                <a:lnTo>
                  <a:pt x="6293364" y="9715045"/>
                </a:lnTo>
                <a:lnTo>
                  <a:pt x="3553591" y="12454818"/>
                </a:lnTo>
                <a:lnTo>
                  <a:pt x="0" y="8901227"/>
                </a:lnTo>
                <a:close/>
              </a:path>
            </a:pathLst>
          </a:custGeom>
          <a:gradFill>
            <a:gsLst>
              <a:gs pos="0">
                <a:srgbClr val="7F35AB">
                  <a:alpha val="27000"/>
                </a:srgbClr>
              </a:gs>
              <a:gs pos="82000">
                <a:srgbClr val="26408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TextBox 19">
            <a:extLst>
              <a:ext uri="{FF2B5EF4-FFF2-40B4-BE49-F238E27FC236}">
                <a16:creationId xmlns:a16="http://schemas.microsoft.com/office/drawing/2014/main" id="{A48347C3-DAFD-4322-8B75-FAADCB97A100}"/>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25" name="Group 24">
            <a:extLst>
              <a:ext uri="{FF2B5EF4-FFF2-40B4-BE49-F238E27FC236}">
                <a16:creationId xmlns:a16="http://schemas.microsoft.com/office/drawing/2014/main" id="{BA840448-0A4C-4F83-A1CE-7B630AF6D91D}"/>
              </a:ext>
            </a:extLst>
          </p:cNvPr>
          <p:cNvGrpSpPr/>
          <p:nvPr userDrawn="1"/>
        </p:nvGrpSpPr>
        <p:grpSpPr>
          <a:xfrm>
            <a:off x="608172" y="6445106"/>
            <a:ext cx="1184706" cy="186690"/>
            <a:chOff x="863272" y="6563918"/>
            <a:chExt cx="861082" cy="135727"/>
          </a:xfrm>
          <a:solidFill>
            <a:schemeClr val="bg1"/>
          </a:solidFill>
        </p:grpSpPr>
        <p:sp>
          <p:nvSpPr>
            <p:cNvPr id="26" name="Freeform 6">
              <a:extLst>
                <a:ext uri="{FF2B5EF4-FFF2-40B4-BE49-F238E27FC236}">
                  <a16:creationId xmlns:a16="http://schemas.microsoft.com/office/drawing/2014/main" id="{33BBD7F2-6BDB-40F5-BE43-2E5C642F40BB}"/>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7" name="Freeform 7">
              <a:extLst>
                <a:ext uri="{FF2B5EF4-FFF2-40B4-BE49-F238E27FC236}">
                  <a16:creationId xmlns:a16="http://schemas.microsoft.com/office/drawing/2014/main" id="{1898F8B4-B178-4326-B6D0-C409F52A5D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8" name="Freeform 8">
              <a:extLst>
                <a:ext uri="{FF2B5EF4-FFF2-40B4-BE49-F238E27FC236}">
                  <a16:creationId xmlns:a16="http://schemas.microsoft.com/office/drawing/2014/main" id="{04FAC758-8579-4948-8E17-F881282AF529}"/>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9" name="Freeform 9">
              <a:extLst>
                <a:ext uri="{FF2B5EF4-FFF2-40B4-BE49-F238E27FC236}">
                  <a16:creationId xmlns:a16="http://schemas.microsoft.com/office/drawing/2014/main" id="{9BC37D6E-0610-40BC-A869-ED4C24F40DA3}"/>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0" name="Freeform 10">
              <a:extLst>
                <a:ext uri="{FF2B5EF4-FFF2-40B4-BE49-F238E27FC236}">
                  <a16:creationId xmlns:a16="http://schemas.microsoft.com/office/drawing/2014/main" id="{0AD2EDE2-8C04-4779-942A-CD003561998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1" name="Freeform 11">
              <a:extLst>
                <a:ext uri="{FF2B5EF4-FFF2-40B4-BE49-F238E27FC236}">
                  <a16:creationId xmlns:a16="http://schemas.microsoft.com/office/drawing/2014/main" id="{B9B95322-EB86-42B6-BCDB-3C38F71CEDFE}"/>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2" name="Freeform 12">
              <a:extLst>
                <a:ext uri="{FF2B5EF4-FFF2-40B4-BE49-F238E27FC236}">
                  <a16:creationId xmlns:a16="http://schemas.microsoft.com/office/drawing/2014/main" id="{20532F85-7A34-4927-9486-A847F29CF7DC}"/>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3" name="TextBox 32">
            <a:extLst>
              <a:ext uri="{FF2B5EF4-FFF2-40B4-BE49-F238E27FC236}">
                <a16:creationId xmlns:a16="http://schemas.microsoft.com/office/drawing/2014/main" id="{10DCB4EB-8A9B-485D-A968-34B397B482C3}"/>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9027" y="1600200"/>
            <a:ext cx="5414659" cy="3200400"/>
          </a:xfrm>
        </p:spPr>
        <p:txBody>
          <a:bodyPr anchor="b"/>
          <a:lstStyle>
            <a:lvl1pPr marL="169866" indent="-169866">
              <a:buClrTx/>
              <a:buSzPct val="100000"/>
              <a:buFont typeface="Metropolis" panose="00000500000000000000" pitchFamily="2" charset="0"/>
              <a:buChar char="“"/>
              <a:defRPr sz="2801">
                <a:solidFill>
                  <a:schemeClr val="bg1"/>
                </a:solidFill>
              </a:defRPr>
            </a:lvl1pPr>
            <a:lvl2pPr marL="457207" indent="-184153">
              <a:buClrTx/>
              <a:buFont typeface="Metropolis" panose="00000500000000000000" pitchFamily="2" charset="0"/>
              <a:buChar char="“"/>
              <a:defRPr>
                <a:solidFill>
                  <a:schemeClr val="bg1"/>
                </a:solidFill>
              </a:defRPr>
            </a:lvl2pPr>
            <a:lvl3pPr marL="744550" indent="-169866">
              <a:buClrTx/>
              <a:buFont typeface="Metropolis" panose="00000500000000000000" pitchFamily="2" charset="0"/>
              <a:buChar char="“"/>
              <a:defRPr>
                <a:solidFill>
                  <a:schemeClr val="bg1"/>
                </a:solidFill>
              </a:defRPr>
            </a:lvl3pPr>
            <a:lvl4pPr marL="969979" indent="-166690">
              <a:buClrTx/>
              <a:buFont typeface="Metropolis" panose="00000500000000000000" pitchFamily="2" charset="0"/>
              <a:buChar char="“"/>
              <a:defRPr>
                <a:solidFill>
                  <a:schemeClr val="bg1"/>
                </a:solidFill>
              </a:defRPr>
            </a:lvl4pPr>
            <a:lvl5pPr marL="1143020" indent="-138115">
              <a:buClrTx/>
              <a:buFont typeface="Metropolis" panose="00000500000000000000" pitchFamily="2" charset="0"/>
              <a:buChar char="“"/>
              <a:defRPr>
                <a:solidFill>
                  <a:schemeClr val="bg1"/>
                </a:solidFill>
              </a:defRPr>
            </a:lvl5pPr>
          </a:lstStyle>
          <a:p>
            <a:pPr lvl="0"/>
            <a:r>
              <a:rPr lang="en-US"/>
              <a:t>Click to add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809" y="5065776"/>
            <a:ext cx="4582337" cy="274320"/>
          </a:xfrm>
        </p:spPr>
        <p:txBody>
          <a:bodyPr/>
          <a:lstStyle>
            <a:lvl1pPr>
              <a:defRPr sz="1800">
                <a:solidFill>
                  <a:schemeClr val="bg1"/>
                </a:solidFill>
              </a:defRPr>
            </a:lvl1pPr>
          </a:lstStyle>
          <a:p>
            <a:pPr lvl="0"/>
            <a:r>
              <a:rPr lang="en-US"/>
              <a:t>Source Name</a:t>
            </a:r>
          </a:p>
        </p:txBody>
      </p:sp>
    </p:spTree>
    <p:extLst>
      <p:ext uri="{BB962C8B-B14F-4D97-AF65-F5344CB8AC3E}">
        <p14:creationId xmlns:p14="http://schemas.microsoft.com/office/powerpoint/2010/main" val="20268081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Quote with Phot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6AB501C1-9DF6-44B6-A147-29CFF5E96E50}"/>
              </a:ext>
            </a:extLst>
          </p:cNvPr>
          <p:cNvSpPr/>
          <p:nvPr userDrawn="1"/>
        </p:nvSpPr>
        <p:spPr>
          <a:xfrm rot="2700000">
            <a:off x="970105" y="-4050628"/>
            <a:ext cx="6293364" cy="12458062"/>
          </a:xfrm>
          <a:custGeom>
            <a:avLst/>
            <a:gdLst>
              <a:gd name="connsiteX0" fmla="*/ 0 w 6293364"/>
              <a:gd name="connsiteY0" fmla="*/ 6293364 h 12454818"/>
              <a:gd name="connsiteX1" fmla="*/ 6293364 w 6293364"/>
              <a:gd name="connsiteY1" fmla="*/ 0 h 12454818"/>
              <a:gd name="connsiteX2" fmla="*/ 6293364 w 6293364"/>
              <a:gd name="connsiteY2" fmla="*/ 9715045 h 12454818"/>
              <a:gd name="connsiteX3" fmla="*/ 3553591 w 6293364"/>
              <a:gd name="connsiteY3" fmla="*/ 12454818 h 12454818"/>
              <a:gd name="connsiteX4" fmla="*/ 0 w 6293364"/>
              <a:gd name="connsiteY4" fmla="*/ 8901227 h 1245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3364" h="12454818">
                <a:moveTo>
                  <a:pt x="0" y="6293364"/>
                </a:moveTo>
                <a:lnTo>
                  <a:pt x="6293364" y="0"/>
                </a:lnTo>
                <a:lnTo>
                  <a:pt x="6293364" y="9715045"/>
                </a:lnTo>
                <a:lnTo>
                  <a:pt x="3553591" y="12454818"/>
                </a:lnTo>
                <a:lnTo>
                  <a:pt x="0" y="8901227"/>
                </a:lnTo>
                <a:close/>
              </a:path>
            </a:pathLst>
          </a:custGeom>
          <a:gradFill>
            <a:gsLst>
              <a:gs pos="24000">
                <a:schemeClr val="accent3">
                  <a:alpha val="40000"/>
                </a:schemeClr>
              </a:gs>
              <a:gs pos="82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TextBox 19">
            <a:extLst>
              <a:ext uri="{FF2B5EF4-FFF2-40B4-BE49-F238E27FC236}">
                <a16:creationId xmlns:a16="http://schemas.microsoft.com/office/drawing/2014/main" id="{A48347C3-DAFD-4322-8B75-FAADCB97A100}"/>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25" name="Group 24">
            <a:extLst>
              <a:ext uri="{FF2B5EF4-FFF2-40B4-BE49-F238E27FC236}">
                <a16:creationId xmlns:a16="http://schemas.microsoft.com/office/drawing/2014/main" id="{BA840448-0A4C-4F83-A1CE-7B630AF6D91D}"/>
              </a:ext>
            </a:extLst>
          </p:cNvPr>
          <p:cNvGrpSpPr/>
          <p:nvPr userDrawn="1"/>
        </p:nvGrpSpPr>
        <p:grpSpPr>
          <a:xfrm>
            <a:off x="608172" y="6445106"/>
            <a:ext cx="1184706" cy="186690"/>
            <a:chOff x="863272" y="6563918"/>
            <a:chExt cx="861082" cy="135727"/>
          </a:xfrm>
          <a:solidFill>
            <a:schemeClr val="bg1"/>
          </a:solidFill>
        </p:grpSpPr>
        <p:sp>
          <p:nvSpPr>
            <p:cNvPr id="26" name="Freeform 6">
              <a:extLst>
                <a:ext uri="{FF2B5EF4-FFF2-40B4-BE49-F238E27FC236}">
                  <a16:creationId xmlns:a16="http://schemas.microsoft.com/office/drawing/2014/main" id="{33BBD7F2-6BDB-40F5-BE43-2E5C642F40BB}"/>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7" name="Freeform 7">
              <a:extLst>
                <a:ext uri="{FF2B5EF4-FFF2-40B4-BE49-F238E27FC236}">
                  <a16:creationId xmlns:a16="http://schemas.microsoft.com/office/drawing/2014/main" id="{1898F8B4-B178-4326-B6D0-C409F52A5D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8" name="Freeform 8">
              <a:extLst>
                <a:ext uri="{FF2B5EF4-FFF2-40B4-BE49-F238E27FC236}">
                  <a16:creationId xmlns:a16="http://schemas.microsoft.com/office/drawing/2014/main" id="{04FAC758-8579-4948-8E17-F881282AF529}"/>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9" name="Freeform 9">
              <a:extLst>
                <a:ext uri="{FF2B5EF4-FFF2-40B4-BE49-F238E27FC236}">
                  <a16:creationId xmlns:a16="http://schemas.microsoft.com/office/drawing/2014/main" id="{9BC37D6E-0610-40BC-A869-ED4C24F40DA3}"/>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0" name="Freeform 10">
              <a:extLst>
                <a:ext uri="{FF2B5EF4-FFF2-40B4-BE49-F238E27FC236}">
                  <a16:creationId xmlns:a16="http://schemas.microsoft.com/office/drawing/2014/main" id="{0AD2EDE2-8C04-4779-942A-CD003561998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1" name="Freeform 11">
              <a:extLst>
                <a:ext uri="{FF2B5EF4-FFF2-40B4-BE49-F238E27FC236}">
                  <a16:creationId xmlns:a16="http://schemas.microsoft.com/office/drawing/2014/main" id="{B9B95322-EB86-42B6-BCDB-3C38F71CEDFE}"/>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2" name="Freeform 12">
              <a:extLst>
                <a:ext uri="{FF2B5EF4-FFF2-40B4-BE49-F238E27FC236}">
                  <a16:creationId xmlns:a16="http://schemas.microsoft.com/office/drawing/2014/main" id="{20532F85-7A34-4927-9486-A847F29CF7DC}"/>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3" name="TextBox 32">
            <a:extLst>
              <a:ext uri="{FF2B5EF4-FFF2-40B4-BE49-F238E27FC236}">
                <a16:creationId xmlns:a16="http://schemas.microsoft.com/office/drawing/2014/main" id="{10DCB4EB-8A9B-485D-A968-34B397B482C3}"/>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9027" y="1600200"/>
            <a:ext cx="5414659" cy="3200400"/>
          </a:xfrm>
        </p:spPr>
        <p:txBody>
          <a:bodyPr anchor="b"/>
          <a:lstStyle>
            <a:lvl1pPr marL="169866" indent="-169866">
              <a:buClrTx/>
              <a:buSzPct val="100000"/>
              <a:buFont typeface="Metropolis" panose="00000500000000000000" pitchFamily="2" charset="0"/>
              <a:buChar char="“"/>
              <a:defRPr sz="2801">
                <a:solidFill>
                  <a:schemeClr val="bg1"/>
                </a:solidFill>
              </a:defRPr>
            </a:lvl1pPr>
            <a:lvl2pPr marL="457207" indent="-184153">
              <a:buClrTx/>
              <a:buFont typeface="Metropolis" panose="00000500000000000000" pitchFamily="2" charset="0"/>
              <a:buChar char="“"/>
              <a:defRPr>
                <a:solidFill>
                  <a:schemeClr val="bg1"/>
                </a:solidFill>
              </a:defRPr>
            </a:lvl2pPr>
            <a:lvl3pPr marL="744550" indent="-169866">
              <a:buClrTx/>
              <a:buFont typeface="Metropolis" panose="00000500000000000000" pitchFamily="2" charset="0"/>
              <a:buChar char="“"/>
              <a:defRPr>
                <a:solidFill>
                  <a:schemeClr val="bg1"/>
                </a:solidFill>
              </a:defRPr>
            </a:lvl3pPr>
            <a:lvl4pPr marL="969979" indent="-166690">
              <a:buClrTx/>
              <a:buFont typeface="Metropolis" panose="00000500000000000000" pitchFamily="2" charset="0"/>
              <a:buChar char="“"/>
              <a:defRPr>
                <a:solidFill>
                  <a:schemeClr val="bg1"/>
                </a:solidFill>
              </a:defRPr>
            </a:lvl4pPr>
            <a:lvl5pPr marL="1143020" indent="-138115">
              <a:buClrTx/>
              <a:buFont typeface="Metropolis" panose="00000500000000000000" pitchFamily="2" charset="0"/>
              <a:buChar char="“"/>
              <a:defRPr>
                <a:solidFill>
                  <a:schemeClr val="bg1"/>
                </a:solidFill>
              </a:defRPr>
            </a:lvl5pPr>
          </a:lstStyle>
          <a:p>
            <a:pPr lvl="0"/>
            <a:r>
              <a:rPr lang="en-US"/>
              <a:t>Click to add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809" y="5065776"/>
            <a:ext cx="4582337" cy="274320"/>
          </a:xfrm>
        </p:spPr>
        <p:txBody>
          <a:bodyPr/>
          <a:lstStyle>
            <a:lvl1pPr>
              <a:defRPr sz="1800">
                <a:solidFill>
                  <a:schemeClr val="bg1"/>
                </a:solidFill>
              </a:defRPr>
            </a:lvl1pPr>
          </a:lstStyle>
          <a:p>
            <a:pPr lvl="0"/>
            <a:r>
              <a:rPr lang="en-US"/>
              <a:t>Source Name</a:t>
            </a:r>
          </a:p>
        </p:txBody>
      </p:sp>
    </p:spTree>
    <p:extLst>
      <p:ext uri="{BB962C8B-B14F-4D97-AF65-F5344CB8AC3E}">
        <p14:creationId xmlns:p14="http://schemas.microsoft.com/office/powerpoint/2010/main" val="18058086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Quote with Photo –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6AB501C1-9DF6-44B6-A147-29CFF5E96E50}"/>
              </a:ext>
            </a:extLst>
          </p:cNvPr>
          <p:cNvSpPr/>
          <p:nvPr userDrawn="1"/>
        </p:nvSpPr>
        <p:spPr>
          <a:xfrm rot="2700000">
            <a:off x="970105" y="-4050628"/>
            <a:ext cx="6293364" cy="12458062"/>
          </a:xfrm>
          <a:custGeom>
            <a:avLst/>
            <a:gdLst>
              <a:gd name="connsiteX0" fmla="*/ 0 w 6293364"/>
              <a:gd name="connsiteY0" fmla="*/ 6293364 h 12454818"/>
              <a:gd name="connsiteX1" fmla="*/ 6293364 w 6293364"/>
              <a:gd name="connsiteY1" fmla="*/ 0 h 12454818"/>
              <a:gd name="connsiteX2" fmla="*/ 6293364 w 6293364"/>
              <a:gd name="connsiteY2" fmla="*/ 9715045 h 12454818"/>
              <a:gd name="connsiteX3" fmla="*/ 3553591 w 6293364"/>
              <a:gd name="connsiteY3" fmla="*/ 12454818 h 12454818"/>
              <a:gd name="connsiteX4" fmla="*/ 0 w 6293364"/>
              <a:gd name="connsiteY4" fmla="*/ 8901227 h 1245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3364" h="12454818">
                <a:moveTo>
                  <a:pt x="0" y="6293364"/>
                </a:moveTo>
                <a:lnTo>
                  <a:pt x="6293364" y="0"/>
                </a:lnTo>
                <a:lnTo>
                  <a:pt x="6293364" y="9715045"/>
                </a:lnTo>
                <a:lnTo>
                  <a:pt x="3553591" y="12454818"/>
                </a:lnTo>
                <a:lnTo>
                  <a:pt x="0" y="8901227"/>
                </a:lnTo>
                <a:close/>
              </a:path>
            </a:pathLst>
          </a:custGeom>
          <a:gradFill>
            <a:gsLst>
              <a:gs pos="18000">
                <a:schemeClr val="bg1">
                  <a:alpha val="25000"/>
                </a:schemeClr>
              </a:gs>
              <a:gs pos="46000">
                <a:srgbClr val="FFFFFF">
                  <a:alpha val="64000"/>
                </a:srgbClr>
              </a:gs>
              <a:gs pos="77000">
                <a:schemeClr val="bg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TextBox 19">
            <a:extLst>
              <a:ext uri="{FF2B5EF4-FFF2-40B4-BE49-F238E27FC236}">
                <a16:creationId xmlns:a16="http://schemas.microsoft.com/office/drawing/2014/main" id="{A48347C3-DAFD-4322-8B75-FAADCB97A100}"/>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sz="1800">
              <a:solidFill>
                <a:schemeClr val="tx1"/>
              </a:solidFill>
              <a:latin typeface="+mj-lt"/>
            </a:endParaRPr>
          </a:p>
        </p:txBody>
      </p:sp>
      <p:grpSp>
        <p:nvGrpSpPr>
          <p:cNvPr id="25" name="Group 24">
            <a:extLst>
              <a:ext uri="{FF2B5EF4-FFF2-40B4-BE49-F238E27FC236}">
                <a16:creationId xmlns:a16="http://schemas.microsoft.com/office/drawing/2014/main" id="{BA840448-0A4C-4F83-A1CE-7B630AF6D91D}"/>
              </a:ext>
            </a:extLst>
          </p:cNvPr>
          <p:cNvGrpSpPr/>
          <p:nvPr userDrawn="1"/>
        </p:nvGrpSpPr>
        <p:grpSpPr>
          <a:xfrm>
            <a:off x="608172" y="6445106"/>
            <a:ext cx="1184706" cy="186690"/>
            <a:chOff x="863272" y="6563918"/>
            <a:chExt cx="861082" cy="135727"/>
          </a:xfrm>
          <a:solidFill>
            <a:schemeClr val="tx1"/>
          </a:solidFill>
        </p:grpSpPr>
        <p:sp>
          <p:nvSpPr>
            <p:cNvPr id="26" name="Freeform 6">
              <a:extLst>
                <a:ext uri="{FF2B5EF4-FFF2-40B4-BE49-F238E27FC236}">
                  <a16:creationId xmlns:a16="http://schemas.microsoft.com/office/drawing/2014/main" id="{33BBD7F2-6BDB-40F5-BE43-2E5C642F40BB}"/>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7" name="Freeform 7">
              <a:extLst>
                <a:ext uri="{FF2B5EF4-FFF2-40B4-BE49-F238E27FC236}">
                  <a16:creationId xmlns:a16="http://schemas.microsoft.com/office/drawing/2014/main" id="{1898F8B4-B178-4326-B6D0-C409F52A5D7E}"/>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8" name="Freeform 8">
              <a:extLst>
                <a:ext uri="{FF2B5EF4-FFF2-40B4-BE49-F238E27FC236}">
                  <a16:creationId xmlns:a16="http://schemas.microsoft.com/office/drawing/2014/main" id="{04FAC758-8579-4948-8E17-F881282AF529}"/>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9" name="Freeform 9">
              <a:extLst>
                <a:ext uri="{FF2B5EF4-FFF2-40B4-BE49-F238E27FC236}">
                  <a16:creationId xmlns:a16="http://schemas.microsoft.com/office/drawing/2014/main" id="{9BC37D6E-0610-40BC-A869-ED4C24F40DA3}"/>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0" name="Freeform 10">
              <a:extLst>
                <a:ext uri="{FF2B5EF4-FFF2-40B4-BE49-F238E27FC236}">
                  <a16:creationId xmlns:a16="http://schemas.microsoft.com/office/drawing/2014/main" id="{0AD2EDE2-8C04-4779-942A-CD003561998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1" name="Freeform 11">
              <a:extLst>
                <a:ext uri="{FF2B5EF4-FFF2-40B4-BE49-F238E27FC236}">
                  <a16:creationId xmlns:a16="http://schemas.microsoft.com/office/drawing/2014/main" id="{B9B95322-EB86-42B6-BCDB-3C38F71CEDFE}"/>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32" name="Freeform 12">
              <a:extLst>
                <a:ext uri="{FF2B5EF4-FFF2-40B4-BE49-F238E27FC236}">
                  <a16:creationId xmlns:a16="http://schemas.microsoft.com/office/drawing/2014/main" id="{20532F85-7A34-4927-9486-A847F29CF7DC}"/>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33" name="TextBox 32">
            <a:extLst>
              <a:ext uri="{FF2B5EF4-FFF2-40B4-BE49-F238E27FC236}">
                <a16:creationId xmlns:a16="http://schemas.microsoft.com/office/drawing/2014/main" id="{10DCB4EB-8A9B-485D-A968-34B397B482C3}"/>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tx1"/>
                </a:solidFill>
                <a:latin typeface="+mj-lt"/>
                <a:ea typeface="Verdana" panose="020B0604030504040204" pitchFamily="34" charset="0"/>
                <a:cs typeface="Verdana" panose="020B0604030504040204" pitchFamily="34" charset="0"/>
              </a:rPr>
              <a:t>Confidential   </a:t>
            </a:r>
            <a:r>
              <a:rPr lang="en-US" sz="800">
                <a:solidFill>
                  <a:schemeClr val="tx1"/>
                </a:solidFill>
                <a:latin typeface="+mj-lt"/>
                <a:ea typeface="Verdana" panose="020B0604030504040204" pitchFamily="34" charset="0"/>
                <a:cs typeface="Arial" panose="020B0604020202020204" pitchFamily="34" charset="0"/>
              </a:rPr>
              <a:t>│</a:t>
            </a:r>
            <a:r>
              <a:rPr lang="en-US" sz="800">
                <a:solidFill>
                  <a:schemeClr val="tx1"/>
                </a:solidFill>
                <a:latin typeface="+mj-lt"/>
                <a:ea typeface="Verdana" panose="020B0604030504040204" pitchFamily="34" charset="0"/>
                <a:cs typeface="Verdana" panose="020B0604030504040204" pitchFamily="34" charset="0"/>
              </a:rPr>
              <a:t>  ©2019 VMware, Inc.</a:t>
            </a:r>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9027" y="1600200"/>
            <a:ext cx="5414659" cy="3200400"/>
          </a:xfrm>
        </p:spPr>
        <p:txBody>
          <a:bodyPr anchor="b"/>
          <a:lstStyle>
            <a:lvl1pPr marL="169866" indent="-169866">
              <a:buClrTx/>
              <a:buSzPct val="100000"/>
              <a:buFont typeface="Metropolis" panose="00000500000000000000" pitchFamily="2" charset="0"/>
              <a:buChar char="“"/>
              <a:defRPr sz="2801">
                <a:solidFill>
                  <a:schemeClr val="tx2"/>
                </a:solidFill>
              </a:defRPr>
            </a:lvl1pPr>
            <a:lvl2pPr marL="457207" indent="-184153">
              <a:buClrTx/>
              <a:buFont typeface="Metropolis" panose="00000500000000000000" pitchFamily="2" charset="0"/>
              <a:buChar char="“"/>
              <a:defRPr>
                <a:solidFill>
                  <a:schemeClr val="bg1"/>
                </a:solidFill>
              </a:defRPr>
            </a:lvl2pPr>
            <a:lvl3pPr marL="744550" indent="-169866">
              <a:buClrTx/>
              <a:buFont typeface="Metropolis" panose="00000500000000000000" pitchFamily="2" charset="0"/>
              <a:buChar char="“"/>
              <a:defRPr>
                <a:solidFill>
                  <a:schemeClr val="bg1"/>
                </a:solidFill>
              </a:defRPr>
            </a:lvl3pPr>
            <a:lvl4pPr marL="969979" indent="-166690">
              <a:buClrTx/>
              <a:buFont typeface="Metropolis" panose="00000500000000000000" pitchFamily="2" charset="0"/>
              <a:buChar char="“"/>
              <a:defRPr>
                <a:solidFill>
                  <a:schemeClr val="bg1"/>
                </a:solidFill>
              </a:defRPr>
            </a:lvl4pPr>
            <a:lvl5pPr marL="1143020" indent="-138115">
              <a:buClrTx/>
              <a:buFont typeface="Metropolis" panose="00000500000000000000" pitchFamily="2" charset="0"/>
              <a:buChar char="“"/>
              <a:defRPr>
                <a:solidFill>
                  <a:schemeClr val="bg1"/>
                </a:solidFill>
              </a:defRPr>
            </a:lvl5pPr>
          </a:lstStyle>
          <a:p>
            <a:pPr lvl="0"/>
            <a:r>
              <a:rPr lang="en-US"/>
              <a:t>Click to add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809" y="5065776"/>
            <a:ext cx="4582337" cy="274320"/>
          </a:xfrm>
        </p:spPr>
        <p:txBody>
          <a:bodyPr/>
          <a:lstStyle>
            <a:lvl1pPr>
              <a:defRPr sz="1800">
                <a:solidFill>
                  <a:schemeClr val="accent4"/>
                </a:solidFill>
              </a:defRPr>
            </a:lvl1pPr>
          </a:lstStyle>
          <a:p>
            <a:pPr lvl="0"/>
            <a:r>
              <a:rPr lang="en-US"/>
              <a:t>Source Name</a:t>
            </a:r>
          </a:p>
        </p:txBody>
      </p:sp>
    </p:spTree>
    <p:extLst>
      <p:ext uri="{BB962C8B-B14F-4D97-AF65-F5344CB8AC3E}">
        <p14:creationId xmlns:p14="http://schemas.microsoft.com/office/powerpoint/2010/main" val="30771613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666" y="1600201"/>
            <a:ext cx="10975658" cy="4572000"/>
          </a:xfrm>
        </p:spPr>
        <p:txBody>
          <a:bodyPr/>
          <a:lstStyle>
            <a:lvl1pPr>
              <a:spcBef>
                <a:spcPts val="1500"/>
              </a:spcBef>
              <a:defRPr/>
            </a:lvl1pPr>
            <a:lvl2pPr>
              <a:spcBef>
                <a:spcPts val="300"/>
              </a:spcBef>
              <a:defRPr/>
            </a:lvl2pPr>
            <a:lvl5pPr>
              <a:defRPr/>
            </a:lvl5pPr>
            <a:lvl6pPr>
              <a:defRPr/>
            </a:lvl6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TextBox 8">
            <a:extLst>
              <a:ext uri="{FF2B5EF4-FFF2-40B4-BE49-F238E27FC236}">
                <a16:creationId xmlns:a16="http://schemas.microsoft.com/office/drawing/2014/main" id="{427E3E8B-0F66-4996-9785-6E9531D89A5A}"/>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3023" y="811831"/>
            <a:ext cx="10990809"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lvl1pPr>
          </a:lstStyle>
          <a:p>
            <a:r>
              <a:rPr lang="en-US"/>
              <a:t>Click to Add One Line Title</a:t>
            </a:r>
          </a:p>
        </p:txBody>
      </p:sp>
    </p:spTree>
    <p:extLst>
      <p:ext uri="{BB962C8B-B14F-4D97-AF65-F5344CB8AC3E}">
        <p14:creationId xmlns:p14="http://schemas.microsoft.com/office/powerpoint/2010/main" val="1617854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950B906-C5A3-4658-B24C-B2B533310D26}"/>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lvl1pPr>
          </a:lstStyle>
          <a:p>
            <a:r>
              <a:rPr lang="en-US"/>
              <a:t>Click to Add One Line Title</a:t>
            </a:r>
          </a:p>
        </p:txBody>
      </p:sp>
    </p:spTree>
    <p:extLst>
      <p:ext uri="{BB962C8B-B14F-4D97-AF65-F5344CB8AC3E}">
        <p14:creationId xmlns:p14="http://schemas.microsoft.com/office/powerpoint/2010/main" val="1536272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Content Balance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6A9629E-98B5-43F5-8323-C894B734208A}"/>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lvl1pPr>
          </a:lstStyle>
          <a:p>
            <a:r>
              <a:rPr lang="en-US"/>
              <a:t>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1" y="1600200"/>
            <a:ext cx="5895128" cy="4572000"/>
          </a:xfrm>
        </p:spPr>
        <p:txBody>
          <a:bodyPr lIns="594360"/>
          <a:lstStyle>
            <a:lvl1pPr>
              <a:defRPr sz="1800"/>
            </a:lvl1pPr>
            <a:lvl2pPr>
              <a:defRPr sz="1600"/>
            </a:lvl2pPr>
            <a:lvl3pPr>
              <a:defRPr sz="1400"/>
            </a:lvl3pPr>
            <a:lvl4pPr>
              <a:defRPr sz="1200"/>
            </a:lvl4pPr>
            <a:lvl5pPr>
              <a:defRPr sz="1200"/>
            </a:lvl5pPr>
            <a:lvl6pPr>
              <a:defRPr sz="1800"/>
            </a:lvl6pPr>
            <a:lvl7pPr>
              <a:defRPr sz="1400"/>
            </a:lvl7pPr>
            <a:lvl8pPr>
              <a:defRPr sz="1200"/>
            </a:lvl8pPr>
            <a:lvl9pPr>
              <a:defRPr sz="18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5"/>
            <a:endParaRPr lang="en-US"/>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2934" y="1600200"/>
            <a:ext cx="5869066" cy="4572000"/>
          </a:xfrm>
        </p:spPr>
        <p:txBody>
          <a:bodyPr lIns="0" rIns="594360"/>
          <a:lstStyle>
            <a:lvl1pPr>
              <a:defRPr sz="1800"/>
            </a:lvl1pPr>
            <a:lvl2pPr>
              <a:defRPr sz="1600"/>
            </a:lvl2pPr>
            <a:lvl3pPr>
              <a:defRPr sz="1400"/>
            </a:lvl3pPr>
            <a:lvl4pPr>
              <a:defRPr sz="1200"/>
            </a:lvl4pPr>
            <a:lvl5pPr>
              <a:defRPr sz="1200"/>
            </a:lvl5pPr>
            <a:lvl6pPr>
              <a:defRPr sz="1800"/>
            </a:lvl6pPr>
            <a:lvl7pPr>
              <a:defRPr sz="1400"/>
            </a:lvl7pPr>
            <a:lvl8pPr>
              <a:defRPr sz="1200"/>
            </a:lvl8pPr>
            <a:lvl9pPr>
              <a:defRPr sz="18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 Eighth level</a:t>
            </a:r>
          </a:p>
          <a:p>
            <a:pPr lvl="8"/>
            <a:r>
              <a:rPr lang="en-US"/>
              <a:t>Ninth level</a:t>
            </a:r>
          </a:p>
        </p:txBody>
      </p:sp>
    </p:spTree>
    <p:extLst>
      <p:ext uri="{BB962C8B-B14F-4D97-AF65-F5344CB8AC3E}">
        <p14:creationId xmlns:p14="http://schemas.microsoft.com/office/powerpoint/2010/main" val="3707637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Content Balanced – Color">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bwMode="ltGray">
          <a:xfrm>
            <a:off x="1" y="1600201"/>
            <a:ext cx="5895128" cy="4572000"/>
          </a:xfrm>
          <a:solidFill>
            <a:schemeClr val="accent4"/>
          </a:solidFill>
        </p:spPr>
        <p:txBody>
          <a:bodyPr vert="horz" lIns="594360" tIns="457200" rIns="457200" bIns="457200" rtlCol="0">
            <a:noAutofit/>
          </a:bodyPr>
          <a:lstStyle>
            <a:lvl1pPr>
              <a:spcBef>
                <a:spcPts val="1200"/>
              </a:spcBef>
              <a:defRPr lang="en-US" sz="1800" dirty="0">
                <a:solidFill>
                  <a:schemeClr val="bg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 Seventh level</a:t>
            </a:r>
          </a:p>
          <a:p>
            <a:pPr lvl="7"/>
            <a:r>
              <a:rPr lang="en-US"/>
              <a:t>Eighth level</a:t>
            </a:r>
          </a:p>
          <a:p>
            <a:pPr lvl="8"/>
            <a:r>
              <a:rPr lang="en-US"/>
              <a:t>Ninth level</a:t>
            </a:r>
          </a:p>
        </p:txBody>
      </p:sp>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5029" y="1600201"/>
            <a:ext cx="5866973" cy="4572000"/>
          </a:xfrm>
          <a:solidFill>
            <a:schemeClr val="accent1"/>
          </a:solidFill>
        </p:spPr>
        <p:txBody>
          <a:bodyPr lIns="457200" tIns="457200" rIns="594360"/>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4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TextBox 9">
            <a:extLst>
              <a:ext uri="{FF2B5EF4-FFF2-40B4-BE49-F238E27FC236}">
                <a16:creationId xmlns:a16="http://schemas.microsoft.com/office/drawing/2014/main" id="{B6A9629E-98B5-43F5-8323-C894B734208A}"/>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lvl1pPr>
          </a:lstStyle>
          <a:p>
            <a:r>
              <a:rPr lang="en-US"/>
              <a:t>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Tree>
    <p:extLst>
      <p:ext uri="{BB962C8B-B14F-4D97-AF65-F5344CB8AC3E}">
        <p14:creationId xmlns:p14="http://schemas.microsoft.com/office/powerpoint/2010/main" val="799283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bwMode="gray">
          <a:xfrm>
            <a:off x="1" y="1600201"/>
            <a:ext cx="5867888" cy="4572000"/>
          </a:xfrm>
          <a:solidFill>
            <a:schemeClr val="bg2"/>
          </a:solidFill>
        </p:spPr>
        <p:txBody>
          <a:bodyPr lIns="594360" tIns="1371600" rIns="548640"/>
          <a:lstStyle>
            <a:lvl1pPr>
              <a:spcBef>
                <a:spcPts val="2399"/>
              </a:spcBef>
              <a:defRPr sz="1800"/>
            </a:lvl1pPr>
            <a:lvl2pPr>
              <a:defRPr sz="1600"/>
            </a:lvl2pPr>
            <a:lvl3pPr>
              <a:defRPr sz="1400"/>
            </a:lvl3pPr>
            <a:lvl4pPr>
              <a:defRPr sz="1200"/>
            </a:lvl4pPr>
            <a:lvl5pPr>
              <a:defRPr sz="1200"/>
            </a:lvl5pPr>
            <a:lvl6pPr>
              <a:defRPr sz="1800"/>
            </a:lvl6pPr>
            <a:lvl7pPr>
              <a:defRPr sz="1400"/>
            </a:lvl7pPr>
            <a:lvl8pPr>
              <a:defRPr sz="1200"/>
            </a:lvl8pPr>
            <a:lvl9pPr>
              <a:defRPr sz="18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gray">
          <a:xfrm>
            <a:off x="6325029" y="1600201"/>
            <a:ext cx="5866973" cy="4572000"/>
          </a:xfrm>
          <a:solidFill>
            <a:schemeClr val="bg2"/>
          </a:solidFill>
        </p:spPr>
        <p:txBody>
          <a:bodyPr lIns="548640" tIns="1371600" rIns="548640"/>
          <a:lstStyle>
            <a:lvl1pPr>
              <a:spcBef>
                <a:spcPts val="2399"/>
              </a:spcBef>
              <a:defRPr sz="1800"/>
            </a:lvl1pPr>
            <a:lvl2pPr>
              <a:defRPr sz="1600"/>
            </a:lvl2pPr>
            <a:lvl3pPr>
              <a:defRPr sz="1400"/>
            </a:lvl3pPr>
            <a:lvl4pPr>
              <a:defRPr sz="1200"/>
            </a:lvl4pPr>
            <a:lvl5pPr>
              <a:defRPr sz="1200"/>
            </a:lvl5pPr>
            <a:lvl6pPr>
              <a:defRPr sz="1800"/>
            </a:lvl6pPr>
            <a:lvl7pPr>
              <a:defRPr sz="1400"/>
            </a:lvl7pPr>
            <a:lvl8pPr>
              <a:defRPr sz="1200"/>
            </a:lvl8pPr>
            <a:lvl9pPr>
              <a:defRPr sz="18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 Seventh level</a:t>
            </a:r>
          </a:p>
          <a:p>
            <a:pPr lvl="7"/>
            <a:r>
              <a:rPr lang="en-US"/>
              <a:t> Eighth level</a:t>
            </a:r>
          </a:p>
          <a:p>
            <a:pPr lvl="8"/>
            <a:r>
              <a:rPr lang="en-US"/>
              <a:t>Ninth level</a:t>
            </a:r>
          </a:p>
        </p:txBody>
      </p:sp>
      <p:sp>
        <p:nvSpPr>
          <p:cNvPr id="5" name="Text Placeholder 4">
            <a:extLst>
              <a:ext uri="{FF2B5EF4-FFF2-40B4-BE49-F238E27FC236}">
                <a16:creationId xmlns:a16="http://schemas.microsoft.com/office/drawing/2014/main" id="{C8337636-71A7-4831-B382-F842B3A29490}"/>
              </a:ext>
            </a:extLst>
          </p:cNvPr>
          <p:cNvSpPr>
            <a:spLocks noGrp="1"/>
          </p:cNvSpPr>
          <p:nvPr>
            <p:ph type="body" sz="quarter" idx="17" hasCustomPrompt="1"/>
          </p:nvPr>
        </p:nvSpPr>
        <p:spPr bwMode="gray">
          <a:xfrm>
            <a:off x="2" y="1806125"/>
            <a:ext cx="5638681" cy="911225"/>
          </a:xfrm>
          <a:solidFill>
            <a:schemeClr val="accent4"/>
          </a:solidFill>
        </p:spPr>
        <p:txBody>
          <a:bodyPr vert="horz" lIns="594360" tIns="91440" rIns="457200" bIns="91440" rtlCol="0" anchor="ctr">
            <a:noAutofit/>
          </a:bodyPr>
          <a:lstStyle>
            <a:lvl1pPr>
              <a:defRPr lang="en-US" sz="2000">
                <a:solidFill>
                  <a:schemeClr val="bg1"/>
                </a:solidFill>
              </a:defRPr>
            </a:lvl1pPr>
          </a:lstStyle>
          <a:p>
            <a:pPr lvl="0"/>
            <a:r>
              <a:rPr lang="en-US"/>
              <a:t>Click to add header </a:t>
            </a:r>
          </a:p>
        </p:txBody>
      </p:sp>
      <p:sp>
        <p:nvSpPr>
          <p:cNvPr id="21" name="Text Placeholder 4">
            <a:extLst>
              <a:ext uri="{FF2B5EF4-FFF2-40B4-BE49-F238E27FC236}">
                <a16:creationId xmlns:a16="http://schemas.microsoft.com/office/drawing/2014/main" id="{78A74DE7-78E3-4ECA-9661-D73FBD37E480}"/>
              </a:ext>
            </a:extLst>
          </p:cNvPr>
          <p:cNvSpPr>
            <a:spLocks noGrp="1"/>
          </p:cNvSpPr>
          <p:nvPr>
            <p:ph type="body" sz="quarter" idx="18" hasCustomPrompt="1"/>
          </p:nvPr>
        </p:nvSpPr>
        <p:spPr bwMode="gray">
          <a:xfrm>
            <a:off x="6553320" y="1806125"/>
            <a:ext cx="5638680" cy="911225"/>
          </a:xfrm>
          <a:solidFill>
            <a:schemeClr val="accent1"/>
          </a:solidFill>
        </p:spPr>
        <p:txBody>
          <a:bodyPr vert="horz" lIns="338328" tIns="91440" rIns="612648" bIns="91440" rtlCol="0" anchor="ctr">
            <a:noAutofit/>
          </a:bodyPr>
          <a:lstStyle>
            <a:lvl1pPr>
              <a:defRPr lang="en-US" sz="2000">
                <a:solidFill>
                  <a:schemeClr val="bg1"/>
                </a:solidFill>
              </a:defRPr>
            </a:lvl1pPr>
          </a:lstStyle>
          <a:p>
            <a:pPr lvl="0"/>
            <a:r>
              <a:rPr lang="en-US"/>
              <a:t>Click to add header</a:t>
            </a:r>
          </a:p>
        </p:txBody>
      </p:sp>
      <p:sp>
        <p:nvSpPr>
          <p:cNvPr id="12" name="TextBox 11">
            <a:extLst>
              <a:ext uri="{FF2B5EF4-FFF2-40B4-BE49-F238E27FC236}">
                <a16:creationId xmlns:a16="http://schemas.microsoft.com/office/drawing/2014/main" id="{192176E5-FE3D-4EA5-BF24-8ABF8BFBF668}"/>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lvl1pPr>
          </a:lstStyle>
          <a:p>
            <a:r>
              <a:rPr lang="en-US"/>
              <a:t>Click to Add One Line Title</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Tree>
    <p:extLst>
      <p:ext uri="{BB962C8B-B14F-4D97-AF65-F5344CB8AC3E}">
        <p14:creationId xmlns:p14="http://schemas.microsoft.com/office/powerpoint/2010/main" val="2882380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wo Content Dynamic – Left">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9E4CD6E-324F-4BEC-884B-D217C07BF39E}"/>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lvl1pPr>
          </a:lstStyle>
          <a:p>
            <a:r>
              <a:rPr lang="en-US"/>
              <a:t>Click to Add One Line Title</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2086" y="1600200"/>
            <a:ext cx="8231744" cy="4572000"/>
          </a:xfrm>
        </p:spPr>
        <p:txBody>
          <a:bodyPr/>
          <a:lstStyle>
            <a:lvl1pPr>
              <a:defRPr/>
            </a:lvl1pPr>
          </a:lstStyle>
          <a:p>
            <a:pPr lvl="0"/>
            <a:r>
              <a:rPr lang="en-US"/>
              <a:t>Click to add text </a:t>
            </a:r>
          </a:p>
          <a:p>
            <a:pPr lvl="1"/>
            <a:r>
              <a:rPr lang="en-US"/>
              <a:t>Second level</a:t>
            </a:r>
          </a:p>
          <a:p>
            <a:pPr lvl="2"/>
            <a:r>
              <a:rPr lang="en-US"/>
              <a:t>Third level</a:t>
            </a:r>
          </a:p>
          <a:p>
            <a:pPr lvl="3"/>
            <a:r>
              <a:rPr lang="en-US"/>
              <a:t>Fourth level</a:t>
            </a:r>
          </a:p>
          <a:p>
            <a:pPr lvl="4"/>
            <a:r>
              <a:rPr lang="en-US"/>
              <a:t>Fifth level</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add subtitle</a:t>
            </a: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1" y="1600200"/>
            <a:ext cx="2894767" cy="4572000"/>
          </a:xfrm>
          <a:solidFill>
            <a:schemeClr val="accent2"/>
          </a:solidFill>
        </p:spPr>
        <p:txBody>
          <a:bodyPr lIns="594360" tIns="457200" rIns="457200" bIns="457200"/>
          <a:lstStyle>
            <a:lvl1pPr>
              <a:defRPr sz="1600">
                <a:solidFill>
                  <a:schemeClr val="bg1"/>
                </a:solidFill>
              </a:defRPr>
            </a:lvl1pPr>
            <a:lvl2pPr marL="171453" indent="-171453">
              <a:buClr>
                <a:schemeClr val="bg1"/>
              </a:buClr>
              <a:defRPr sz="1400">
                <a:solidFill>
                  <a:schemeClr val="bg1"/>
                </a:solidFill>
              </a:defRPr>
            </a:lvl2pPr>
            <a:lvl3pPr marL="342906" indent="-171453">
              <a:buClr>
                <a:schemeClr val="bg1"/>
              </a:buClr>
              <a:defRPr sz="1200">
                <a:solidFill>
                  <a:schemeClr val="bg1"/>
                </a:solidFill>
              </a:defRPr>
            </a:lvl3pPr>
            <a:lvl4pPr marL="514358" indent="-171453">
              <a:buClr>
                <a:schemeClr val="bg1"/>
              </a:buClr>
              <a:defRPr sz="1100">
                <a:solidFill>
                  <a:schemeClr val="bg1"/>
                </a:solidFill>
              </a:defRPr>
            </a:lvl4pPr>
            <a:lvl5pPr marL="742962" indent="-171453">
              <a:buClr>
                <a:schemeClr val="bg1"/>
              </a:buClr>
              <a:defRPr sz="1100">
                <a:solidFill>
                  <a:schemeClr val="bg1"/>
                </a:solidFill>
              </a:defRPr>
            </a:lvl5pPr>
            <a:lvl6pPr>
              <a:buClr>
                <a:schemeClr val="bg1"/>
              </a:buClr>
              <a:defRPr sz="1800">
                <a:solidFill>
                  <a:schemeClr val="bg1"/>
                </a:solidFill>
              </a:defRPr>
            </a:lvl6pPr>
            <a:lvl7pPr>
              <a:buClr>
                <a:schemeClr val="bg1"/>
              </a:buClr>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60595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wo Content Dynamic – Righ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460DEEA-0331-45ED-8943-6F9E74884092}"/>
              </a:ext>
            </a:extLst>
          </p:cNvPr>
          <p:cNvSpPr>
            <a:spLocks noGrp="1"/>
          </p:cNvSpPr>
          <p:nvPr>
            <p:ph sz="quarter" idx="19" hasCustomPrompt="1"/>
          </p:nvPr>
        </p:nvSpPr>
        <p:spPr>
          <a:xfrm>
            <a:off x="608170" y="1600200"/>
            <a:ext cx="8231744" cy="4572000"/>
          </a:xfrm>
        </p:spPr>
        <p:txBody>
          <a:bodyPr/>
          <a:lstStyle>
            <a:lvl1pPr>
              <a:defRPr/>
            </a:lvl1pPr>
            <a:lvl5pPr>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0" name="TextBox 9">
            <a:extLst>
              <a:ext uri="{FF2B5EF4-FFF2-40B4-BE49-F238E27FC236}">
                <a16:creationId xmlns:a16="http://schemas.microsoft.com/office/drawing/2014/main" id="{CDE1D12F-78DF-4A32-BDDB-1E22FB9CA5D0}"/>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lvl1pPr>
          </a:lstStyle>
          <a:p>
            <a:r>
              <a:rPr lang="en-US"/>
              <a:t>Click to Add One Line Title</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
        <p:nvSpPr>
          <p:cNvPr id="5" name="Text Placeholder 4">
            <a:extLst>
              <a:ext uri="{FF2B5EF4-FFF2-40B4-BE49-F238E27FC236}">
                <a16:creationId xmlns:a16="http://schemas.microsoft.com/office/drawing/2014/main" id="{8197ED16-D162-4BF7-B635-2F70E10855A0}"/>
              </a:ext>
            </a:extLst>
          </p:cNvPr>
          <p:cNvSpPr>
            <a:spLocks noGrp="1"/>
          </p:cNvSpPr>
          <p:nvPr>
            <p:ph type="body" sz="quarter" idx="20" hasCustomPrompt="1"/>
          </p:nvPr>
        </p:nvSpPr>
        <p:spPr>
          <a:xfrm>
            <a:off x="9297236" y="1600200"/>
            <a:ext cx="2894765" cy="4572000"/>
          </a:xfrm>
          <a:solidFill>
            <a:schemeClr val="accent1"/>
          </a:solidFill>
        </p:spPr>
        <p:txBody>
          <a:bodyPr lIns="457200" tIns="457200" rIns="594360" bIns="457200"/>
          <a:lstStyle>
            <a:lvl1pPr>
              <a:defRPr sz="1600">
                <a:solidFill>
                  <a:schemeClr val="bg1"/>
                </a:solidFill>
              </a:defRPr>
            </a:lvl1pPr>
            <a:lvl2pPr marL="171453" indent="-171453">
              <a:buClr>
                <a:schemeClr val="bg1"/>
              </a:buClr>
              <a:defRPr sz="1400">
                <a:solidFill>
                  <a:schemeClr val="bg1"/>
                </a:solidFill>
              </a:defRPr>
            </a:lvl2pPr>
            <a:lvl3pPr marL="342906" indent="-171453">
              <a:buClr>
                <a:schemeClr val="bg1"/>
              </a:buClr>
              <a:defRPr sz="1200">
                <a:solidFill>
                  <a:schemeClr val="bg1"/>
                </a:solidFill>
              </a:defRPr>
            </a:lvl3pPr>
            <a:lvl4pPr marL="514358" indent="-171453">
              <a:buClr>
                <a:schemeClr val="bg1"/>
              </a:buClr>
              <a:defRPr sz="1100">
                <a:solidFill>
                  <a:schemeClr val="bg1"/>
                </a:solidFill>
              </a:defRPr>
            </a:lvl4pPr>
            <a:lvl5pPr marL="685811" indent="-171453">
              <a:buClr>
                <a:schemeClr val="bg1"/>
              </a:buClr>
              <a:defRPr sz="1100">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 Eight level</a:t>
            </a:r>
          </a:p>
          <a:p>
            <a:pPr lvl="8"/>
            <a:r>
              <a:rPr lang="en-US"/>
              <a:t>Ninth level</a:t>
            </a:r>
          </a:p>
        </p:txBody>
      </p:sp>
    </p:spTree>
    <p:extLst>
      <p:ext uri="{BB962C8B-B14F-4D97-AF65-F5344CB8AC3E}">
        <p14:creationId xmlns:p14="http://schemas.microsoft.com/office/powerpoint/2010/main" val="1547564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hree-Content">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D034FA3F-D529-4D8B-B6EC-A8341FCAF67E}"/>
              </a:ext>
            </a:extLst>
          </p:cNvPr>
          <p:cNvSpPr>
            <a:spLocks noGrp="1"/>
          </p:cNvSpPr>
          <p:nvPr userDrawn="1">
            <p:ph sz="quarter" idx="14" hasCustomPrompt="1"/>
          </p:nvPr>
        </p:nvSpPr>
        <p:spPr bwMode="gray">
          <a:xfrm>
            <a:off x="616666" y="2515154"/>
            <a:ext cx="3347802" cy="3657600"/>
          </a:xfrm>
          <a:solidFill>
            <a:schemeClr val="bg2"/>
          </a:solidFill>
        </p:spPr>
        <p:txBody>
          <a:bodyPr lIns="182880" tIns="274320" rIns="182880"/>
          <a:lstStyle>
            <a:lvl1pPr algn="l">
              <a:spcBef>
                <a:spcPts val="1200"/>
              </a:spcBef>
              <a:defRPr sz="1600"/>
            </a:lvl1pPr>
            <a:lvl2pPr>
              <a:defRPr sz="1400"/>
            </a:lvl2pPr>
            <a:lvl3pPr>
              <a:defRPr sz="1400"/>
            </a:lvl3pPr>
            <a:lvl4pPr>
              <a:defRPr sz="1200"/>
            </a:lvl4pPr>
            <a:lvl5pPr>
              <a:defRPr sz="1200"/>
            </a:lvl5pPr>
            <a:lvl6pPr>
              <a:defRPr sz="1600"/>
            </a:lvl6pPr>
            <a:lvl7pPr>
              <a:defRPr sz="1200"/>
            </a:lvl7pPr>
            <a:lvl8pPr>
              <a:defRPr sz="1100"/>
            </a:lvl8pPr>
            <a:lvl9pPr>
              <a:defRPr sz="1600"/>
            </a:lvl9pPr>
          </a:lstStyle>
          <a:p>
            <a:pPr lvl="0"/>
            <a:r>
              <a:rPr lang="en-US"/>
              <a:t>Click to add text</a:t>
            </a:r>
          </a:p>
          <a:p>
            <a:pPr lvl="1"/>
            <a:r>
              <a:rPr lang="en-US"/>
              <a:t>Level two</a:t>
            </a:r>
          </a:p>
          <a:p>
            <a:pPr lvl="2"/>
            <a:r>
              <a:rPr lang="en-US"/>
              <a:t>Level three</a:t>
            </a:r>
          </a:p>
          <a:p>
            <a:pPr lvl="3"/>
            <a:r>
              <a:rPr lang="en-US"/>
              <a:t>Level four</a:t>
            </a:r>
          </a:p>
          <a:p>
            <a:pPr lvl="4"/>
            <a:r>
              <a:rPr lang="en-US"/>
              <a:t>Level Five</a:t>
            </a:r>
          </a:p>
          <a:p>
            <a:pPr lvl="5"/>
            <a:r>
              <a:rPr lang="en-US"/>
              <a:t>Level Six</a:t>
            </a:r>
          </a:p>
          <a:p>
            <a:pPr lvl="6"/>
            <a:r>
              <a:rPr lang="en-US"/>
              <a:t> Level Seven</a:t>
            </a:r>
          </a:p>
          <a:p>
            <a:pPr lvl="7"/>
            <a:r>
              <a:rPr lang="en-US"/>
              <a:t>Level eight</a:t>
            </a:r>
          </a:p>
          <a:p>
            <a:pPr lvl="8"/>
            <a:r>
              <a:rPr lang="en-US"/>
              <a:t>Level Nine</a:t>
            </a:r>
          </a:p>
          <a:p>
            <a:pPr lvl="1"/>
            <a:endParaRPr lang="en-US"/>
          </a:p>
        </p:txBody>
      </p:sp>
      <p:sp>
        <p:nvSpPr>
          <p:cNvPr id="72" name="Content Placeholder 17">
            <a:extLst>
              <a:ext uri="{FF2B5EF4-FFF2-40B4-BE49-F238E27FC236}">
                <a16:creationId xmlns:a16="http://schemas.microsoft.com/office/drawing/2014/main" id="{A0456ED3-FDC5-4E29-B939-E35EA08477CA}"/>
              </a:ext>
            </a:extLst>
          </p:cNvPr>
          <p:cNvSpPr>
            <a:spLocks noGrp="1"/>
          </p:cNvSpPr>
          <p:nvPr userDrawn="1">
            <p:ph sz="quarter" idx="16" hasCustomPrompt="1"/>
          </p:nvPr>
        </p:nvSpPr>
        <p:spPr bwMode="gray">
          <a:xfrm>
            <a:off x="4420829" y="2515154"/>
            <a:ext cx="3350345" cy="3657600"/>
          </a:xfrm>
          <a:solidFill>
            <a:schemeClr val="bg2"/>
          </a:solidFill>
        </p:spPr>
        <p:txBody>
          <a:bodyPr lIns="182880" tIns="274320" rIns="182880"/>
          <a:lstStyle>
            <a:lvl1pPr algn="l">
              <a:spcBef>
                <a:spcPts val="1200"/>
              </a:spcBef>
              <a:defRPr sz="1600"/>
            </a:lvl1pPr>
            <a:lvl2pPr>
              <a:defRPr sz="1400"/>
            </a:lvl2pPr>
            <a:lvl3pPr>
              <a:defRPr sz="1400"/>
            </a:lvl3pPr>
            <a:lvl4pPr>
              <a:defRPr sz="1200"/>
            </a:lvl4pPr>
            <a:lvl5pPr>
              <a:defRPr sz="1200"/>
            </a:lvl5pPr>
            <a:lvl6pPr>
              <a:defRPr sz="1600"/>
            </a:lvl6pPr>
            <a:lvl7pPr>
              <a:defRPr sz="1200"/>
            </a:lvl7pPr>
            <a:lvl8pPr>
              <a:defRPr sz="1100"/>
            </a:lvl8pPr>
            <a:lvl9pPr>
              <a:defRPr sz="1600"/>
            </a:lvl9pPr>
          </a:lstStyle>
          <a:p>
            <a:pPr lvl="0"/>
            <a:r>
              <a:rPr lang="en-US"/>
              <a:t>Click to add text</a:t>
            </a:r>
          </a:p>
          <a:p>
            <a:pPr lvl="1"/>
            <a:r>
              <a:rPr lang="en-US"/>
              <a:t>Level two</a:t>
            </a:r>
          </a:p>
          <a:p>
            <a:pPr lvl="2"/>
            <a:r>
              <a:rPr lang="en-US"/>
              <a:t>Level three</a:t>
            </a:r>
          </a:p>
          <a:p>
            <a:pPr lvl="3"/>
            <a:r>
              <a:rPr lang="en-US"/>
              <a:t>Level four</a:t>
            </a:r>
          </a:p>
          <a:p>
            <a:pPr lvl="4"/>
            <a:r>
              <a:rPr lang="en-US"/>
              <a:t>Level Five</a:t>
            </a:r>
          </a:p>
          <a:p>
            <a:pPr lvl="5"/>
            <a:r>
              <a:rPr lang="en-US"/>
              <a:t>Level Six</a:t>
            </a:r>
          </a:p>
          <a:p>
            <a:pPr lvl="6"/>
            <a:r>
              <a:rPr lang="en-US"/>
              <a:t> Level Seven </a:t>
            </a:r>
          </a:p>
          <a:p>
            <a:pPr lvl="7"/>
            <a:r>
              <a:rPr lang="en-US"/>
              <a:t>Level Eight</a:t>
            </a:r>
          </a:p>
          <a:p>
            <a:pPr lvl="8"/>
            <a:r>
              <a:rPr lang="en-US"/>
              <a:t>Level Nine</a:t>
            </a:r>
          </a:p>
          <a:p>
            <a:pPr lvl="3"/>
            <a:endParaRPr lang="en-US"/>
          </a:p>
          <a:p>
            <a:pPr lvl="1"/>
            <a:endParaRPr lang="en-US"/>
          </a:p>
        </p:txBody>
      </p:sp>
      <p:sp>
        <p:nvSpPr>
          <p:cNvPr id="73" name="Content Placeholder 17">
            <a:extLst>
              <a:ext uri="{FF2B5EF4-FFF2-40B4-BE49-F238E27FC236}">
                <a16:creationId xmlns:a16="http://schemas.microsoft.com/office/drawing/2014/main" id="{9C016467-4262-4DAA-9B43-A02E57530676}"/>
              </a:ext>
            </a:extLst>
          </p:cNvPr>
          <p:cNvSpPr>
            <a:spLocks noGrp="1"/>
          </p:cNvSpPr>
          <p:nvPr userDrawn="1">
            <p:ph sz="quarter" idx="17" hasCustomPrompt="1"/>
          </p:nvPr>
        </p:nvSpPr>
        <p:spPr bwMode="gray">
          <a:xfrm>
            <a:off x="8238506" y="2515154"/>
            <a:ext cx="3347576" cy="3657600"/>
          </a:xfrm>
          <a:solidFill>
            <a:schemeClr val="bg2"/>
          </a:solidFill>
        </p:spPr>
        <p:txBody>
          <a:bodyPr lIns="182880" tIns="274320" rIns="182880"/>
          <a:lstStyle>
            <a:lvl1pPr algn="l">
              <a:spcBef>
                <a:spcPts val="1200"/>
              </a:spcBef>
              <a:defRPr sz="1600"/>
            </a:lvl1pPr>
            <a:lvl2pPr>
              <a:defRPr sz="1400"/>
            </a:lvl2pPr>
            <a:lvl3pPr>
              <a:defRPr sz="1400"/>
            </a:lvl3pPr>
            <a:lvl4pPr>
              <a:defRPr sz="1200"/>
            </a:lvl4pPr>
            <a:lvl5pPr>
              <a:defRPr sz="1200"/>
            </a:lvl5pPr>
            <a:lvl6pPr>
              <a:defRPr sz="1600"/>
            </a:lvl6pPr>
            <a:lvl7pPr>
              <a:defRPr sz="1200"/>
            </a:lvl7pPr>
            <a:lvl8pPr>
              <a:defRPr sz="1100"/>
            </a:lvl8pPr>
            <a:lvl9pPr>
              <a:defRPr sz="1600"/>
            </a:lvl9pPr>
          </a:lstStyle>
          <a:p>
            <a:pPr lvl="0"/>
            <a:r>
              <a:rPr lang="en-US"/>
              <a:t>Click to add text</a:t>
            </a:r>
          </a:p>
          <a:p>
            <a:pPr lvl="1"/>
            <a:r>
              <a:rPr lang="en-US"/>
              <a:t>Level two</a:t>
            </a:r>
          </a:p>
          <a:p>
            <a:pPr lvl="2"/>
            <a:r>
              <a:rPr lang="en-US"/>
              <a:t>Level three</a:t>
            </a:r>
          </a:p>
          <a:p>
            <a:pPr lvl="3"/>
            <a:r>
              <a:rPr lang="en-US"/>
              <a:t>Level four</a:t>
            </a:r>
          </a:p>
          <a:p>
            <a:pPr lvl="4"/>
            <a:r>
              <a:rPr lang="en-US"/>
              <a:t>Level five</a:t>
            </a:r>
          </a:p>
          <a:p>
            <a:pPr lvl="5"/>
            <a:r>
              <a:rPr lang="en-US"/>
              <a:t>Level Six</a:t>
            </a:r>
          </a:p>
          <a:p>
            <a:pPr lvl="6"/>
            <a:r>
              <a:rPr lang="en-US"/>
              <a:t>Level Seven</a:t>
            </a:r>
          </a:p>
          <a:p>
            <a:pPr lvl="7"/>
            <a:r>
              <a:rPr lang="en-US"/>
              <a:t>Level Eight</a:t>
            </a:r>
          </a:p>
          <a:p>
            <a:pPr lvl="8"/>
            <a:r>
              <a:rPr lang="en-US"/>
              <a:t>Level Nine</a:t>
            </a:r>
          </a:p>
          <a:p>
            <a:pPr lvl="1"/>
            <a:endParaRPr lang="en-US"/>
          </a:p>
        </p:txBody>
      </p:sp>
      <p:sp>
        <p:nvSpPr>
          <p:cNvPr id="818" name="TextBox 817">
            <a:extLst>
              <a:ext uri="{FF2B5EF4-FFF2-40B4-BE49-F238E27FC236}">
                <a16:creationId xmlns:a16="http://schemas.microsoft.com/office/drawing/2014/main" id="{0B7E1504-B128-423C-AA77-E7FED5DC3B79}"/>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lvl1pPr>
          </a:lstStyle>
          <a:p>
            <a:r>
              <a:rPr lang="en-US"/>
              <a:t>Click to Add One Line Title</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
        <p:nvSpPr>
          <p:cNvPr id="4" name="Text Placeholder 3">
            <a:extLst>
              <a:ext uri="{FF2B5EF4-FFF2-40B4-BE49-F238E27FC236}">
                <a16:creationId xmlns:a16="http://schemas.microsoft.com/office/drawing/2014/main" id="{59392189-2D4C-4618-9072-F26EE557FD02}"/>
              </a:ext>
            </a:extLst>
          </p:cNvPr>
          <p:cNvSpPr>
            <a:spLocks noGrp="1"/>
          </p:cNvSpPr>
          <p:nvPr>
            <p:ph type="body" sz="quarter" idx="21" hasCustomPrompt="1"/>
          </p:nvPr>
        </p:nvSpPr>
        <p:spPr>
          <a:xfrm>
            <a:off x="616664" y="1600200"/>
            <a:ext cx="3347576" cy="914400"/>
          </a:xfrm>
          <a:solidFill>
            <a:schemeClr val="accent4"/>
          </a:solidFill>
        </p:spPr>
        <p:txBody>
          <a:bodyPr lIns="182880" tIns="91440" rIns="182880" bIns="91440" anchor="ctr"/>
          <a:lstStyle>
            <a:lvl1pPr>
              <a:defRPr sz="1800">
                <a:solidFill>
                  <a:schemeClr val="bg1"/>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16" name="Text Placeholder 3">
            <a:extLst>
              <a:ext uri="{FF2B5EF4-FFF2-40B4-BE49-F238E27FC236}">
                <a16:creationId xmlns:a16="http://schemas.microsoft.com/office/drawing/2014/main" id="{665955AB-F417-4DCB-8CC3-98BAC90A9AFB}"/>
              </a:ext>
            </a:extLst>
          </p:cNvPr>
          <p:cNvSpPr>
            <a:spLocks noGrp="1"/>
          </p:cNvSpPr>
          <p:nvPr>
            <p:ph type="body" sz="quarter" idx="22" hasCustomPrompt="1"/>
          </p:nvPr>
        </p:nvSpPr>
        <p:spPr>
          <a:xfrm>
            <a:off x="4420827" y="1600200"/>
            <a:ext cx="3347576" cy="914400"/>
          </a:xfrm>
          <a:solidFill>
            <a:schemeClr val="accent1"/>
          </a:solidFill>
        </p:spPr>
        <p:txBody>
          <a:bodyPr lIns="182880" tIns="91440" rIns="182880" bIns="91440" anchor="ctr"/>
          <a:lstStyle>
            <a:lvl1pPr>
              <a:defRPr sz="1800">
                <a:solidFill>
                  <a:schemeClr val="bg1"/>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17" name="Text Placeholder 3">
            <a:extLst>
              <a:ext uri="{FF2B5EF4-FFF2-40B4-BE49-F238E27FC236}">
                <a16:creationId xmlns:a16="http://schemas.microsoft.com/office/drawing/2014/main" id="{7AFB5407-642C-468A-81DB-F0C5C485F6F7}"/>
              </a:ext>
            </a:extLst>
          </p:cNvPr>
          <p:cNvSpPr>
            <a:spLocks noGrp="1"/>
          </p:cNvSpPr>
          <p:nvPr>
            <p:ph type="body" sz="quarter" idx="23" hasCustomPrompt="1"/>
          </p:nvPr>
        </p:nvSpPr>
        <p:spPr>
          <a:xfrm>
            <a:off x="8238506" y="1600200"/>
            <a:ext cx="3347576" cy="914400"/>
          </a:xfrm>
          <a:solidFill>
            <a:schemeClr val="accent2"/>
          </a:solidFill>
        </p:spPr>
        <p:txBody>
          <a:bodyPr lIns="182880" tIns="91440" rIns="182880" bIns="91440" anchor="ctr"/>
          <a:lstStyle>
            <a:lvl1pPr>
              <a:defRPr sz="1800">
                <a:solidFill>
                  <a:schemeClr val="bg1"/>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Tree>
    <p:extLst>
      <p:ext uri="{BB962C8B-B14F-4D97-AF65-F5344CB8AC3E}">
        <p14:creationId xmlns:p14="http://schemas.microsoft.com/office/powerpoint/2010/main" val="209340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agram with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0CD733-93DE-4793-929B-26E6DBA7592D}"/>
              </a:ext>
            </a:extLst>
          </p:cNvPr>
          <p:cNvSpPr/>
          <p:nvPr userDrawn="1"/>
        </p:nvSpPr>
        <p:spPr bwMode="ltGray">
          <a:xfrm>
            <a:off x="2" y="1600202"/>
            <a:ext cx="7925276" cy="45709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1">
              <a:solidFill>
                <a:schemeClr val="accent2"/>
              </a:solidFill>
            </a:endParaRPr>
          </a:p>
        </p:txBody>
      </p:sp>
      <p:cxnSp>
        <p:nvCxnSpPr>
          <p:cNvPr id="73" name="Straight Connector 72">
            <a:extLst>
              <a:ext uri="{FF2B5EF4-FFF2-40B4-BE49-F238E27FC236}">
                <a16:creationId xmlns:a16="http://schemas.microsoft.com/office/drawing/2014/main" id="{D8C8783A-257B-4A50-95A0-6C7B8E51707B}"/>
              </a:ext>
            </a:extLst>
          </p:cNvPr>
          <p:cNvCxnSpPr>
            <a:cxnSpLocks/>
          </p:cNvCxnSpPr>
          <p:nvPr userDrawn="1"/>
        </p:nvCxnSpPr>
        <p:spPr>
          <a:xfrm>
            <a:off x="8382597" y="1608668"/>
            <a:ext cx="3809404" cy="0"/>
          </a:xfrm>
          <a:prstGeom prst="line">
            <a:avLst/>
          </a:prstGeom>
          <a:ln w="25400">
            <a:solidFill>
              <a:schemeClr val="accent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17EA1E-A574-444B-9004-45836D98DAD0}"/>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lvl1pPr>
          </a:lstStyle>
          <a:p>
            <a:r>
              <a:rPr lang="en-US"/>
              <a:t>Click to Add One Line Title</a:t>
            </a: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2597" y="1600200"/>
            <a:ext cx="3809404" cy="4572000"/>
          </a:xfrm>
        </p:spPr>
        <p:txBody>
          <a:bodyPr tIns="457200" rIns="594360" bIns="457200"/>
          <a:lstStyle>
            <a:lvl1pPr>
              <a:defRPr sz="1800"/>
            </a:lvl1pPr>
            <a:lvl2pPr>
              <a:defRPr sz="1600"/>
            </a:lvl2pPr>
            <a:lvl3pPr>
              <a:defRPr sz="1400"/>
            </a:lvl3pPr>
            <a:lvl4pPr>
              <a:defRPr sz="1200"/>
            </a:lvl4pPr>
            <a:lvl5pPr>
              <a:defRPr sz="1200"/>
            </a:lvl5pPr>
            <a:lvl6pPr>
              <a:defRPr sz="1800"/>
            </a:lvl6pPr>
            <a:lvl7pPr>
              <a:defRPr sz="1400"/>
            </a:lvl7pPr>
            <a:lvl8pPr>
              <a:defRPr sz="1200"/>
            </a:lvl8pPr>
            <a:lvl9pPr>
              <a:defRPr sz="18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 Seventh level</a:t>
            </a:r>
          </a:p>
          <a:p>
            <a:pPr lvl="7"/>
            <a:r>
              <a:rPr lang="en-US"/>
              <a:t> Eighth level</a:t>
            </a:r>
          </a:p>
          <a:p>
            <a:pPr lvl="8"/>
            <a:r>
              <a:rPr lang="en-US"/>
              <a:t>Ninth level</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Tree>
    <p:extLst>
      <p:ext uri="{BB962C8B-B14F-4D97-AF65-F5344CB8AC3E}">
        <p14:creationId xmlns:p14="http://schemas.microsoft.com/office/powerpoint/2010/main" val="1579532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Outcome / Benefi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81008" y="4347904"/>
            <a:ext cx="3202823" cy="1600200"/>
          </a:xfrm>
        </p:spPr>
        <p:txBody>
          <a:bodyPr/>
          <a:lstStyle>
            <a:lvl1pPr>
              <a:defRPr sz="1600"/>
            </a:lvl1pPr>
            <a:lvl2pPr>
              <a:defRPr sz="1400"/>
            </a:lvl2pPr>
            <a:lvl3pPr>
              <a:defRPr sz="1400"/>
            </a:lvl3pPr>
          </a:lstStyle>
          <a:p>
            <a:pPr lvl="0"/>
            <a:r>
              <a:rPr lang="en-US"/>
              <a:t>Click to add text</a:t>
            </a:r>
          </a:p>
          <a:p>
            <a:pPr lvl="1"/>
            <a:r>
              <a:rPr lang="en-US"/>
              <a:t>Second level</a:t>
            </a:r>
          </a:p>
          <a:p>
            <a:pPr lvl="2"/>
            <a:r>
              <a:rPr lang="en-US"/>
              <a:t>Third level</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81008" y="2063048"/>
            <a:ext cx="3202823" cy="1600200"/>
          </a:xfrm>
        </p:spPr>
        <p:txBody>
          <a:bodyPr/>
          <a:lstStyle>
            <a:lvl1pPr>
              <a:defRPr sz="1600"/>
            </a:lvl1pPr>
            <a:lvl2pPr>
              <a:defRPr sz="1400"/>
            </a:lvl2pPr>
            <a:lvl3pPr>
              <a:defRPr sz="1400"/>
            </a:lvl3pPr>
          </a:lstStyle>
          <a:p>
            <a:pPr lvl="0"/>
            <a:r>
              <a:rPr lang="en-US"/>
              <a:t>Click to add text</a:t>
            </a:r>
          </a:p>
          <a:p>
            <a:pPr lvl="1"/>
            <a:r>
              <a:rPr lang="en-US"/>
              <a:t>Second level</a:t>
            </a:r>
          </a:p>
          <a:p>
            <a:pPr lvl="2"/>
            <a:r>
              <a:rPr lang="en-US"/>
              <a:t>Third level</a:t>
            </a:r>
          </a:p>
        </p:txBody>
      </p: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2596" y="1699688"/>
            <a:ext cx="2007123" cy="298450"/>
          </a:xfrm>
        </p:spPr>
        <p:txBody>
          <a:bodyPr anchor="b"/>
          <a:lstStyle>
            <a:lvl1pPr>
              <a:defRPr sz="1600">
                <a:solidFill>
                  <a:schemeClr val="accent1"/>
                </a:solidFill>
              </a:defRPr>
            </a:lvl1pPr>
            <a:lvl5pPr>
              <a:defRPr/>
            </a:lvl5pPr>
          </a:lstStyle>
          <a:p>
            <a:pPr lvl="0"/>
            <a:r>
              <a:rPr lang="en-US"/>
              <a:t>Outcome</a:t>
            </a:r>
          </a:p>
        </p:txBody>
      </p:sp>
      <p:cxnSp>
        <p:nvCxnSpPr>
          <p:cNvPr id="75" name="Straight Connector 74">
            <a:extLst>
              <a:ext uri="{FF2B5EF4-FFF2-40B4-BE49-F238E27FC236}">
                <a16:creationId xmlns:a16="http://schemas.microsoft.com/office/drawing/2014/main" id="{F789B473-DDE6-4450-A111-3761F341AAE3}"/>
              </a:ext>
            </a:extLst>
          </p:cNvPr>
          <p:cNvCxnSpPr>
            <a:cxnSpLocks/>
          </p:cNvCxnSpPr>
          <p:nvPr userDrawn="1"/>
        </p:nvCxnSpPr>
        <p:spPr>
          <a:xfrm>
            <a:off x="8382597" y="3872441"/>
            <a:ext cx="3809404"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2596" y="3972469"/>
            <a:ext cx="2007123" cy="298450"/>
          </a:xfrm>
        </p:spPr>
        <p:txBody>
          <a:bodyPr anchor="b"/>
          <a:lstStyle>
            <a:lvl1pPr>
              <a:defRPr sz="1600">
                <a:solidFill>
                  <a:schemeClr val="accent4"/>
                </a:solidFill>
              </a:defRPr>
            </a:lvl1pPr>
            <a:lvl5pPr>
              <a:defRPr/>
            </a:lvl5pPr>
          </a:lstStyle>
          <a:p>
            <a:pPr lvl="0"/>
            <a:r>
              <a:rPr lang="en-US"/>
              <a:t>Benefit</a:t>
            </a:r>
          </a:p>
        </p:txBody>
      </p:sp>
      <p:sp>
        <p:nvSpPr>
          <p:cNvPr id="14" name="TextBox 13">
            <a:extLst>
              <a:ext uri="{FF2B5EF4-FFF2-40B4-BE49-F238E27FC236}">
                <a16:creationId xmlns:a16="http://schemas.microsoft.com/office/drawing/2014/main" id="{DF992B4C-D72B-4160-80E2-5EE05E2DDD3F}"/>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lvl1pPr>
          </a:lstStyle>
          <a:p>
            <a:r>
              <a:rPr lang="en-US"/>
              <a:t>Click to Add One Line Title</a:t>
            </a:r>
          </a:p>
        </p:txBody>
      </p:sp>
      <p:sp>
        <p:nvSpPr>
          <p:cNvPr id="18" name="Rectangle 17">
            <a:extLst>
              <a:ext uri="{FF2B5EF4-FFF2-40B4-BE49-F238E27FC236}">
                <a16:creationId xmlns:a16="http://schemas.microsoft.com/office/drawing/2014/main" id="{92EE86E2-0F2F-484B-8170-3AEBA1DDEB2D}"/>
              </a:ext>
            </a:extLst>
          </p:cNvPr>
          <p:cNvSpPr/>
          <p:nvPr userDrawn="1"/>
        </p:nvSpPr>
        <p:spPr bwMode="ltGray">
          <a:xfrm>
            <a:off x="2" y="1600204"/>
            <a:ext cx="7925276" cy="457094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1">
              <a:solidFill>
                <a:schemeClr val="accent2"/>
              </a:solidFill>
            </a:endParaRPr>
          </a:p>
        </p:txBody>
      </p:sp>
      <p:cxnSp>
        <p:nvCxnSpPr>
          <p:cNvPr id="138" name="Straight Connector 137">
            <a:extLst>
              <a:ext uri="{FF2B5EF4-FFF2-40B4-BE49-F238E27FC236}">
                <a16:creationId xmlns:a16="http://schemas.microsoft.com/office/drawing/2014/main" id="{56D4D92B-574E-4F63-A5BA-8F7282B54C27}"/>
              </a:ext>
            </a:extLst>
          </p:cNvPr>
          <p:cNvCxnSpPr>
            <a:cxnSpLocks/>
          </p:cNvCxnSpPr>
          <p:nvPr userDrawn="1"/>
        </p:nvCxnSpPr>
        <p:spPr>
          <a:xfrm>
            <a:off x="8382597" y="1608668"/>
            <a:ext cx="3809404" cy="0"/>
          </a:xfrm>
          <a:prstGeom prst="line">
            <a:avLst/>
          </a:prstGeom>
          <a:ln w="25400">
            <a:solidFill>
              <a:schemeClr val="accent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Tree>
    <p:extLst>
      <p:ext uri="{BB962C8B-B14F-4D97-AF65-F5344CB8AC3E}">
        <p14:creationId xmlns:p14="http://schemas.microsoft.com/office/powerpoint/2010/main" val="306159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ustomer Success">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09367CD-64CE-4B7B-91B1-53B17F8F693D}"/>
              </a:ext>
            </a:extLst>
          </p:cNvPr>
          <p:cNvSpPr/>
          <p:nvPr userDrawn="1"/>
        </p:nvSpPr>
        <p:spPr bwMode="ltGray">
          <a:xfrm>
            <a:off x="2" y="1600204"/>
            <a:ext cx="7925276" cy="457094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00000"/>
              </a:lnSpc>
              <a:spcBef>
                <a:spcPts val="0"/>
              </a:spcBef>
            </a:pPr>
            <a:endParaRPr lang="en-US" sz="2801">
              <a:solidFill>
                <a:schemeClr val="accent2"/>
              </a:solidFill>
            </a:endParaRPr>
          </a:p>
        </p:txBody>
      </p:sp>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a:xfrm>
            <a:off x="611804" y="2409555"/>
            <a:ext cx="3202683" cy="934931"/>
          </a:xfrm>
          <a:noFill/>
        </p:spPr>
        <p:txBody>
          <a:bodyPr vert="horz" lIns="0" tIns="0" rIns="0" bIns="457200" rtlCol="0">
            <a:noAutofit/>
          </a:bodyPr>
          <a:lstStyle>
            <a:lvl1pPr>
              <a:lnSpc>
                <a:spcPct val="100000"/>
              </a:lnSpc>
              <a:spcBef>
                <a:spcPts val="0"/>
              </a:spcBef>
              <a:defRPr lang="en-US" sz="1050" dirty="0">
                <a:solidFill>
                  <a:schemeClr val="tx2"/>
                </a:solidFill>
              </a:defRPr>
            </a:lvl1pPr>
            <a:lvl2pPr marL="114302" indent="-114302">
              <a:lnSpc>
                <a:spcPct val="100000"/>
              </a:lnSpc>
              <a:spcBef>
                <a:spcPts val="0"/>
              </a:spcBef>
              <a:defRPr lang="en-US" sz="1000" dirty="0">
                <a:solidFill>
                  <a:schemeClr val="tx2"/>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613254" y="2079840"/>
            <a:ext cx="2007123" cy="227454"/>
          </a:xfrm>
        </p:spPr>
        <p:txBody>
          <a:bodyPr anchor="b"/>
          <a:lstStyle>
            <a:lvl1pPr>
              <a:lnSpc>
                <a:spcPct val="100000"/>
              </a:lnSpc>
              <a:spcBef>
                <a:spcPts val="0"/>
              </a:spcBef>
              <a:defRPr sz="1600">
                <a:solidFill>
                  <a:schemeClr val="accent1"/>
                </a:solidFill>
              </a:defRPr>
            </a:lvl1pPr>
            <a:lvl5pPr>
              <a:defRPr/>
            </a:lvl5pPr>
          </a:lstStyle>
          <a:p>
            <a:pPr lvl="0"/>
            <a:r>
              <a:rPr lang="en-US"/>
              <a:t>About</a:t>
            </a:r>
          </a:p>
        </p:txBody>
      </p:sp>
      <p:sp>
        <p:nvSpPr>
          <p:cNvPr id="74" name="Content Placeholder 17">
            <a:extLst>
              <a:ext uri="{FF2B5EF4-FFF2-40B4-BE49-F238E27FC236}">
                <a16:creationId xmlns:a16="http://schemas.microsoft.com/office/drawing/2014/main" id="{F00013B6-2241-400E-9E61-946C485F8D5E}"/>
              </a:ext>
            </a:extLst>
          </p:cNvPr>
          <p:cNvSpPr>
            <a:spLocks noGrp="1"/>
          </p:cNvSpPr>
          <p:nvPr>
            <p:ph sz="quarter" idx="18" hasCustomPrompt="1"/>
          </p:nvPr>
        </p:nvSpPr>
        <p:spPr>
          <a:xfrm>
            <a:off x="611804" y="3952605"/>
            <a:ext cx="3202683" cy="847996"/>
          </a:xfrm>
          <a:noFill/>
        </p:spPr>
        <p:txBody>
          <a:bodyPr vert="horz" lIns="0" tIns="0" rIns="0" bIns="457200" rtlCol="0">
            <a:noAutofit/>
          </a:bodyPr>
          <a:lstStyle>
            <a:lvl1pPr>
              <a:lnSpc>
                <a:spcPct val="100000"/>
              </a:lnSpc>
              <a:spcBef>
                <a:spcPts val="0"/>
              </a:spcBef>
              <a:defRPr lang="en-US" sz="1050" dirty="0">
                <a:solidFill>
                  <a:schemeClr val="tx2"/>
                </a:solidFill>
              </a:defRPr>
            </a:lvl1pPr>
            <a:lvl2pPr marL="114302" indent="-114302">
              <a:lnSpc>
                <a:spcPct val="100000"/>
              </a:lnSpc>
              <a:spcBef>
                <a:spcPts val="0"/>
              </a:spcBef>
              <a:defRPr lang="en-US" sz="1000" dirty="0">
                <a:solidFill>
                  <a:schemeClr val="tx2"/>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73" name="Straight Connector 72">
            <a:extLst>
              <a:ext uri="{FF2B5EF4-FFF2-40B4-BE49-F238E27FC236}">
                <a16:creationId xmlns:a16="http://schemas.microsoft.com/office/drawing/2014/main" id="{D8C8783A-257B-4A50-95A0-6C7B8E51707B}"/>
              </a:ext>
            </a:extLst>
          </p:cNvPr>
          <p:cNvCxnSpPr>
            <a:cxnSpLocks/>
          </p:cNvCxnSpPr>
          <p:nvPr userDrawn="1"/>
        </p:nvCxnSpPr>
        <p:spPr>
          <a:xfrm>
            <a:off x="609759" y="1964843"/>
            <a:ext cx="3199645" cy="0"/>
          </a:xfrm>
          <a:prstGeom prst="line">
            <a:avLst/>
          </a:prstGeom>
          <a:ln w="25400">
            <a:solidFill>
              <a:schemeClr val="accent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789B473-DDE6-4450-A111-3761F341AAE3}"/>
              </a:ext>
            </a:extLst>
          </p:cNvPr>
          <p:cNvCxnSpPr>
            <a:cxnSpLocks/>
          </p:cNvCxnSpPr>
          <p:nvPr userDrawn="1"/>
        </p:nvCxnSpPr>
        <p:spPr>
          <a:xfrm>
            <a:off x="609759" y="3547676"/>
            <a:ext cx="3199645"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userDrawn="1">
            <p:ph type="body" sz="quarter" idx="19" hasCustomPrompt="1"/>
          </p:nvPr>
        </p:nvSpPr>
        <p:spPr>
          <a:xfrm>
            <a:off x="613254" y="3634037"/>
            <a:ext cx="2007123" cy="227454"/>
          </a:xfrm>
        </p:spPr>
        <p:txBody>
          <a:bodyPr anchor="b"/>
          <a:lstStyle>
            <a:lvl1pPr>
              <a:lnSpc>
                <a:spcPct val="100000"/>
              </a:lnSpc>
              <a:spcBef>
                <a:spcPts val="0"/>
              </a:spcBef>
              <a:defRPr sz="1600">
                <a:solidFill>
                  <a:schemeClr val="accent2"/>
                </a:solidFill>
              </a:defRPr>
            </a:lvl1pPr>
            <a:lvl5pPr>
              <a:defRPr/>
            </a:lvl5pPr>
          </a:lstStyle>
          <a:p>
            <a:pPr lvl="0"/>
            <a:r>
              <a:rPr lang="en-US"/>
              <a:t>Challenges</a:t>
            </a:r>
          </a:p>
        </p:txBody>
      </p:sp>
      <p:sp>
        <p:nvSpPr>
          <p:cNvPr id="14" name="TextBox 13">
            <a:extLst>
              <a:ext uri="{FF2B5EF4-FFF2-40B4-BE49-F238E27FC236}">
                <a16:creationId xmlns:a16="http://schemas.microsoft.com/office/drawing/2014/main" id="{DF992B4C-D72B-4160-80E2-5EE05E2DDD3F}"/>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100000"/>
              </a:lnSpc>
              <a:spcBef>
                <a:spcPts val="0"/>
              </a:spcBef>
            </a:pPr>
            <a:fld id="{7A51DB15-7364-4F0B-A3A0-1309F8830053}" type="slidenum">
              <a:rPr lang="en-US" sz="800" smtClean="0">
                <a:latin typeface="+mj-lt"/>
              </a:rPr>
              <a:pPr algn="r">
                <a:lnSpc>
                  <a:spcPct val="100000"/>
                </a:lnSpc>
                <a:spcBef>
                  <a:spcPts val="0"/>
                </a:spcBef>
              </a:pPr>
              <a:t>‹#›</a:t>
            </a:fld>
            <a:endParaRPr lang="en-US" sz="1800">
              <a:latin typeface="+mj-lt"/>
            </a:endParaRPr>
          </a:p>
        </p:txBody>
      </p:sp>
      <p:sp>
        <p:nvSpPr>
          <p:cNvPr id="87" name="Content Placeholder 17">
            <a:extLst>
              <a:ext uri="{FF2B5EF4-FFF2-40B4-BE49-F238E27FC236}">
                <a16:creationId xmlns:a16="http://schemas.microsoft.com/office/drawing/2014/main" id="{CB3B18B9-1B70-4F2B-86D9-C5183A845D12}"/>
              </a:ext>
            </a:extLst>
          </p:cNvPr>
          <p:cNvSpPr>
            <a:spLocks noGrp="1"/>
          </p:cNvSpPr>
          <p:nvPr>
            <p:ph sz="quarter" idx="20" hasCustomPrompt="1"/>
          </p:nvPr>
        </p:nvSpPr>
        <p:spPr>
          <a:xfrm>
            <a:off x="4270358" y="2409555"/>
            <a:ext cx="3202683" cy="934931"/>
          </a:xfrm>
          <a:noFill/>
        </p:spPr>
        <p:txBody>
          <a:bodyPr vert="horz" lIns="0" tIns="0" rIns="0" bIns="457200" rtlCol="0">
            <a:noAutofit/>
          </a:bodyPr>
          <a:lstStyle>
            <a:lvl1pPr>
              <a:lnSpc>
                <a:spcPct val="100000"/>
              </a:lnSpc>
              <a:spcBef>
                <a:spcPts val="0"/>
              </a:spcBef>
              <a:defRPr lang="en-US" sz="1050" dirty="0">
                <a:solidFill>
                  <a:schemeClr val="tx2"/>
                </a:solidFill>
              </a:defRPr>
            </a:lvl1pPr>
            <a:lvl2pPr marL="114302" indent="-114302">
              <a:lnSpc>
                <a:spcPct val="100000"/>
              </a:lnSpc>
              <a:spcBef>
                <a:spcPts val="0"/>
              </a:spcBef>
              <a:defRPr lang="en-US" sz="1000" dirty="0">
                <a:solidFill>
                  <a:schemeClr val="tx2"/>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sp>
        <p:nvSpPr>
          <p:cNvPr id="88" name="Text Placeholder 6">
            <a:extLst>
              <a:ext uri="{FF2B5EF4-FFF2-40B4-BE49-F238E27FC236}">
                <a16:creationId xmlns:a16="http://schemas.microsoft.com/office/drawing/2014/main" id="{45C2837B-EA55-4186-A2EA-1E7FB5B122D2}"/>
              </a:ext>
            </a:extLst>
          </p:cNvPr>
          <p:cNvSpPr>
            <a:spLocks noGrp="1"/>
          </p:cNvSpPr>
          <p:nvPr>
            <p:ph type="body" sz="quarter" idx="21" hasCustomPrompt="1"/>
          </p:nvPr>
        </p:nvSpPr>
        <p:spPr>
          <a:xfrm>
            <a:off x="4271805" y="2079840"/>
            <a:ext cx="2007123" cy="227454"/>
          </a:xfrm>
        </p:spPr>
        <p:txBody>
          <a:bodyPr anchor="b"/>
          <a:lstStyle>
            <a:lvl1pPr>
              <a:lnSpc>
                <a:spcPct val="100000"/>
              </a:lnSpc>
              <a:spcBef>
                <a:spcPts val="0"/>
              </a:spcBef>
              <a:buNone/>
              <a:defRPr sz="1600">
                <a:solidFill>
                  <a:schemeClr val="accent4"/>
                </a:solidFill>
              </a:defRPr>
            </a:lvl1pPr>
            <a:lvl5pPr>
              <a:defRPr/>
            </a:lvl5pPr>
          </a:lstStyle>
          <a:p>
            <a:pPr lvl="0"/>
            <a:r>
              <a:rPr lang="en-US"/>
              <a:t>Solution</a:t>
            </a:r>
          </a:p>
        </p:txBody>
      </p:sp>
      <p:sp>
        <p:nvSpPr>
          <p:cNvPr id="89" name="Content Placeholder 17">
            <a:extLst>
              <a:ext uri="{FF2B5EF4-FFF2-40B4-BE49-F238E27FC236}">
                <a16:creationId xmlns:a16="http://schemas.microsoft.com/office/drawing/2014/main" id="{00A3A11C-EA43-4ACC-83B9-C4C7C1080E3C}"/>
              </a:ext>
            </a:extLst>
          </p:cNvPr>
          <p:cNvSpPr>
            <a:spLocks noGrp="1"/>
          </p:cNvSpPr>
          <p:nvPr>
            <p:ph sz="quarter" idx="22" hasCustomPrompt="1"/>
          </p:nvPr>
        </p:nvSpPr>
        <p:spPr>
          <a:xfrm>
            <a:off x="4270358" y="3952605"/>
            <a:ext cx="3202683" cy="847996"/>
          </a:xfrm>
          <a:noFill/>
        </p:spPr>
        <p:txBody>
          <a:bodyPr vert="horz" lIns="0" tIns="0" rIns="0" bIns="457200" rtlCol="0">
            <a:noAutofit/>
          </a:bodyPr>
          <a:lstStyle>
            <a:lvl1pPr>
              <a:lnSpc>
                <a:spcPct val="100000"/>
              </a:lnSpc>
              <a:spcBef>
                <a:spcPts val="0"/>
              </a:spcBef>
              <a:defRPr lang="en-US" sz="1050" dirty="0">
                <a:solidFill>
                  <a:schemeClr val="tx2"/>
                </a:solidFill>
              </a:defRPr>
            </a:lvl1pPr>
            <a:lvl2pPr marL="114302" indent="-114302">
              <a:lnSpc>
                <a:spcPct val="100000"/>
              </a:lnSpc>
              <a:spcBef>
                <a:spcPts val="0"/>
              </a:spcBef>
              <a:defRPr lang="en-US" sz="1000" dirty="0">
                <a:solidFill>
                  <a:schemeClr val="tx2"/>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90" name="Straight Connector 89">
            <a:extLst>
              <a:ext uri="{FF2B5EF4-FFF2-40B4-BE49-F238E27FC236}">
                <a16:creationId xmlns:a16="http://schemas.microsoft.com/office/drawing/2014/main" id="{EAAB5B3C-AE89-4605-BB4B-0C07DE733C40}"/>
              </a:ext>
            </a:extLst>
          </p:cNvPr>
          <p:cNvCxnSpPr>
            <a:cxnSpLocks/>
          </p:cNvCxnSpPr>
          <p:nvPr userDrawn="1"/>
        </p:nvCxnSpPr>
        <p:spPr>
          <a:xfrm>
            <a:off x="4268313" y="1964843"/>
            <a:ext cx="3199645"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709593A-BC10-40A3-842E-346F6E0EE30C}"/>
              </a:ext>
            </a:extLst>
          </p:cNvPr>
          <p:cNvCxnSpPr>
            <a:cxnSpLocks/>
          </p:cNvCxnSpPr>
          <p:nvPr userDrawn="1"/>
        </p:nvCxnSpPr>
        <p:spPr>
          <a:xfrm>
            <a:off x="4268313" y="3547676"/>
            <a:ext cx="3199645" cy="0"/>
          </a:xfrm>
          <a:prstGeom prst="line">
            <a:avLst/>
          </a:prstGeom>
          <a:ln w="25400">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2" name="Text Placeholder 6">
            <a:extLst>
              <a:ext uri="{FF2B5EF4-FFF2-40B4-BE49-F238E27FC236}">
                <a16:creationId xmlns:a16="http://schemas.microsoft.com/office/drawing/2014/main" id="{48CE9E08-388B-4458-B1F4-453A8413D639}"/>
              </a:ext>
            </a:extLst>
          </p:cNvPr>
          <p:cNvSpPr>
            <a:spLocks noGrp="1"/>
          </p:cNvSpPr>
          <p:nvPr>
            <p:ph type="body" sz="quarter" idx="23" hasCustomPrompt="1"/>
          </p:nvPr>
        </p:nvSpPr>
        <p:spPr>
          <a:xfrm>
            <a:off x="4271805" y="3634037"/>
            <a:ext cx="2007123" cy="227454"/>
          </a:xfrm>
        </p:spPr>
        <p:txBody>
          <a:bodyPr anchor="b"/>
          <a:lstStyle>
            <a:lvl1pPr>
              <a:lnSpc>
                <a:spcPct val="100000"/>
              </a:lnSpc>
              <a:spcBef>
                <a:spcPts val="0"/>
              </a:spcBef>
              <a:defRPr sz="1600">
                <a:solidFill>
                  <a:schemeClr val="accent6"/>
                </a:solidFill>
              </a:defRPr>
            </a:lvl1pPr>
            <a:lvl5pPr>
              <a:defRPr/>
            </a:lvl5pPr>
          </a:lstStyle>
          <a:p>
            <a:pPr lvl="0"/>
            <a:r>
              <a:rPr lang="en-US"/>
              <a:t>Impact</a:t>
            </a:r>
          </a:p>
        </p:txBody>
      </p:sp>
      <p:sp>
        <p:nvSpPr>
          <p:cNvPr id="6" name="Picture Placeholder 5">
            <a:extLst>
              <a:ext uri="{FF2B5EF4-FFF2-40B4-BE49-F238E27FC236}">
                <a16:creationId xmlns:a16="http://schemas.microsoft.com/office/drawing/2014/main" id="{4D909953-1B24-4C7D-A173-A53DF3FC7EC3}"/>
              </a:ext>
            </a:extLst>
          </p:cNvPr>
          <p:cNvSpPr>
            <a:spLocks noGrp="1"/>
          </p:cNvSpPr>
          <p:nvPr>
            <p:ph type="pic" sz="quarter" idx="24"/>
          </p:nvPr>
        </p:nvSpPr>
        <p:spPr>
          <a:xfrm>
            <a:off x="8384183" y="2971800"/>
            <a:ext cx="3194883" cy="1828800"/>
          </a:xfrm>
        </p:spPr>
        <p:txBody>
          <a:bodyPr/>
          <a:lstStyle>
            <a:lvl1pPr>
              <a:lnSpc>
                <a:spcPct val="100000"/>
              </a:lnSpc>
              <a:spcBef>
                <a:spcPts val="0"/>
              </a:spcBef>
              <a:defRPr/>
            </a:lvl1pPr>
          </a:lstStyle>
          <a:p>
            <a:r>
              <a:rPr lang="en-US"/>
              <a:t>Click icon to add picture</a:t>
            </a:r>
          </a:p>
        </p:txBody>
      </p:sp>
      <p:sp>
        <p:nvSpPr>
          <p:cNvPr id="9" name="Picture Placeholder 8">
            <a:extLst>
              <a:ext uri="{FF2B5EF4-FFF2-40B4-BE49-F238E27FC236}">
                <a16:creationId xmlns:a16="http://schemas.microsoft.com/office/drawing/2014/main" id="{D0ED48B1-3A1C-41E2-BEC6-E8E6B54A07B0}"/>
              </a:ext>
            </a:extLst>
          </p:cNvPr>
          <p:cNvSpPr>
            <a:spLocks noGrp="1"/>
          </p:cNvSpPr>
          <p:nvPr>
            <p:ph type="pic" sz="quarter" idx="25" hasCustomPrompt="1"/>
          </p:nvPr>
        </p:nvSpPr>
        <p:spPr>
          <a:xfrm>
            <a:off x="9076514" y="1600203"/>
            <a:ext cx="1841980" cy="660399"/>
          </a:xfrm>
        </p:spPr>
        <p:txBody>
          <a:bodyPr anchor="ctr"/>
          <a:lstStyle>
            <a:lvl1pPr algn="ctr">
              <a:lnSpc>
                <a:spcPct val="100000"/>
              </a:lnSpc>
              <a:spcBef>
                <a:spcPts val="0"/>
              </a:spcBef>
              <a:defRPr/>
            </a:lvl1pPr>
          </a:lstStyle>
          <a:p>
            <a:r>
              <a:rPr lang="en-US"/>
              <a:t>Insert Logo here</a:t>
            </a:r>
          </a:p>
        </p:txBody>
      </p:sp>
      <p:sp>
        <p:nvSpPr>
          <p:cNvPr id="11" name="Text Placeholder 10">
            <a:extLst>
              <a:ext uri="{FF2B5EF4-FFF2-40B4-BE49-F238E27FC236}">
                <a16:creationId xmlns:a16="http://schemas.microsoft.com/office/drawing/2014/main" id="{D0A78DDD-5F83-4940-98A7-CF6D7FB81405}"/>
              </a:ext>
            </a:extLst>
          </p:cNvPr>
          <p:cNvSpPr>
            <a:spLocks noGrp="1"/>
          </p:cNvSpPr>
          <p:nvPr>
            <p:ph type="body" sz="quarter" idx="26" hasCustomPrompt="1"/>
          </p:nvPr>
        </p:nvSpPr>
        <p:spPr>
          <a:xfrm>
            <a:off x="8384184" y="5022217"/>
            <a:ext cx="3201234" cy="1153795"/>
          </a:xfrm>
        </p:spPr>
        <p:txBody>
          <a:bodyPr/>
          <a:lstStyle>
            <a:lvl1pPr algn="ctr">
              <a:lnSpc>
                <a:spcPct val="100000"/>
              </a:lnSpc>
              <a:spcBef>
                <a:spcPts val="0"/>
              </a:spcBef>
              <a:defRPr sz="1400"/>
            </a:lvl1pPr>
            <a:lvl2pPr marL="0" indent="0" algn="ctr">
              <a:lnSpc>
                <a:spcPct val="100000"/>
              </a:lnSpc>
              <a:spcBef>
                <a:spcPts val="0"/>
              </a:spcBef>
              <a:buFont typeface="Open Sans" panose="020B0606030504020204" pitchFamily="34" charset="0"/>
              <a:buChar char="​"/>
              <a:defRPr sz="1200">
                <a:solidFill>
                  <a:schemeClr val="accent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93" name="Text Placeholder 10">
            <a:extLst>
              <a:ext uri="{FF2B5EF4-FFF2-40B4-BE49-F238E27FC236}">
                <a16:creationId xmlns:a16="http://schemas.microsoft.com/office/drawing/2014/main" id="{356F2006-5264-4FEB-8EBA-8BA6A55D19B4}"/>
              </a:ext>
            </a:extLst>
          </p:cNvPr>
          <p:cNvSpPr>
            <a:spLocks noGrp="1"/>
          </p:cNvSpPr>
          <p:nvPr>
            <p:ph type="body" sz="quarter" idx="27" hasCustomPrompt="1"/>
          </p:nvPr>
        </p:nvSpPr>
        <p:spPr>
          <a:xfrm>
            <a:off x="8377833" y="2347933"/>
            <a:ext cx="3207585" cy="241300"/>
          </a:xfrm>
        </p:spPr>
        <p:txBody>
          <a:bodyPr anchor="ctr"/>
          <a:lstStyle>
            <a:lvl1pPr algn="ctr">
              <a:lnSpc>
                <a:spcPct val="100000"/>
              </a:lnSpc>
              <a:spcBef>
                <a:spcPts val="0"/>
              </a:spcBef>
              <a:defRPr sz="1200"/>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12" name="Rectangle 11">
            <a:extLst>
              <a:ext uri="{FF2B5EF4-FFF2-40B4-BE49-F238E27FC236}">
                <a16:creationId xmlns:a16="http://schemas.microsoft.com/office/drawing/2014/main" id="{8AF7F59A-4C67-4F41-A6E0-906850EDF3F1}"/>
              </a:ext>
            </a:extLst>
          </p:cNvPr>
          <p:cNvSpPr/>
          <p:nvPr userDrawn="1"/>
        </p:nvSpPr>
        <p:spPr>
          <a:xfrm>
            <a:off x="608899" y="4978402"/>
            <a:ext cx="3205588" cy="879645"/>
          </a:xfrm>
          <a:prstGeom prst="rect">
            <a:avLst/>
          </a:prstGeom>
          <a:gradFill>
            <a:gsLst>
              <a:gs pos="0">
                <a:schemeClr val="accent4"/>
              </a:gs>
              <a:gs pos="98000">
                <a:schemeClr val="accent4"/>
              </a:gs>
            </a:gsLst>
            <a:lin ang="5400000" scaled="1"/>
          </a:gradFill>
        </p:spPr>
        <p:txBody>
          <a:bodyPr vert="horz" lIns="594360" tIns="457200" rIns="457200" bIns="457200" rtlCol="0">
            <a:noAutofit/>
          </a:bodyPr>
          <a:lstStyle/>
          <a:p>
            <a:pPr lvl="0" indent="0">
              <a:lnSpc>
                <a:spcPct val="100000"/>
              </a:lnSpc>
              <a:spcBef>
                <a:spcPts val="0"/>
              </a:spcBef>
              <a:buClr>
                <a:schemeClr val="tx1">
                  <a:lumMod val="60000"/>
                  <a:lumOff val="40000"/>
                </a:schemeClr>
              </a:buClr>
              <a:buSzPct val="90000"/>
              <a:buFont typeface="Arial" panose="020B0604020202020204" pitchFamily="34" charset="0"/>
              <a:buChar char="​"/>
            </a:pPr>
            <a:endParaRPr lang="en-US" sz="1800">
              <a:solidFill>
                <a:schemeClr val="bg1"/>
              </a:solidFill>
            </a:endParaRPr>
          </a:p>
        </p:txBody>
      </p:sp>
      <p:sp>
        <p:nvSpPr>
          <p:cNvPr id="152" name="Rectangle 151">
            <a:extLst>
              <a:ext uri="{FF2B5EF4-FFF2-40B4-BE49-F238E27FC236}">
                <a16:creationId xmlns:a16="http://schemas.microsoft.com/office/drawing/2014/main" id="{85779326-D874-4DC4-BA73-C7157B414B05}"/>
              </a:ext>
            </a:extLst>
          </p:cNvPr>
          <p:cNvSpPr/>
          <p:nvPr userDrawn="1"/>
        </p:nvSpPr>
        <p:spPr>
          <a:xfrm>
            <a:off x="4268311" y="4978400"/>
            <a:ext cx="3204728" cy="878840"/>
          </a:xfrm>
          <a:prstGeom prst="rect">
            <a:avLst/>
          </a:prstGeom>
          <a:solidFill>
            <a:schemeClr val="accent1"/>
          </a:solidFill>
        </p:spPr>
        <p:txBody>
          <a:bodyPr vert="horz" lIns="457200" tIns="457200" rIns="594360" bIns="0" rtlCol="0">
            <a:noAutofit/>
          </a:bodyPr>
          <a:lstStyle/>
          <a:p>
            <a:pPr lvl="0" indent="0">
              <a:lnSpc>
                <a:spcPct val="100000"/>
              </a:lnSpc>
              <a:spcBef>
                <a:spcPts val="0"/>
              </a:spcBef>
              <a:buClr>
                <a:schemeClr val="tx1">
                  <a:lumMod val="60000"/>
                  <a:lumOff val="40000"/>
                </a:schemeClr>
              </a:buClr>
              <a:buSzPct val="90000"/>
              <a:buFont typeface="Arial" panose="020B0604020202020204" pitchFamily="34" charset="0"/>
              <a:buChar char="​"/>
            </a:pPr>
            <a:endParaRPr lang="en-US" sz="1800">
              <a:solidFill>
                <a:schemeClr val="bg1"/>
              </a:solidFill>
            </a:endParaRPr>
          </a:p>
        </p:txBody>
      </p:sp>
      <p:sp>
        <p:nvSpPr>
          <p:cNvPr id="2" name="Title 1">
            <a:extLst>
              <a:ext uri="{FF2B5EF4-FFF2-40B4-BE49-F238E27FC236}">
                <a16:creationId xmlns:a16="http://schemas.microsoft.com/office/drawing/2014/main" id="{10FD359B-DBB1-4A58-B3A5-88DBD360EFA4}"/>
              </a:ext>
            </a:extLst>
          </p:cNvPr>
          <p:cNvSpPr>
            <a:spLocks noGrp="1"/>
          </p:cNvSpPr>
          <p:nvPr>
            <p:ph type="title" hasCustomPrompt="1"/>
          </p:nvPr>
        </p:nvSpPr>
        <p:spPr/>
        <p:txBody>
          <a:bodyPr/>
          <a:lstStyle>
            <a:lvl1pPr>
              <a:defRPr/>
            </a:lvl1pPr>
          </a:lstStyle>
          <a:p>
            <a:r>
              <a:rPr lang="en-US"/>
              <a:t>Company Name</a:t>
            </a:r>
          </a:p>
        </p:txBody>
      </p:sp>
      <p:sp>
        <p:nvSpPr>
          <p:cNvPr id="27" name="Subtitle 2">
            <a:extLst>
              <a:ext uri="{FF2B5EF4-FFF2-40B4-BE49-F238E27FC236}">
                <a16:creationId xmlns:a16="http://schemas.microsoft.com/office/drawing/2014/main" id="{9A29AA74-2865-4B6A-BD11-7A351A336A6C}"/>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
        <p:nvSpPr>
          <p:cNvPr id="29" name="Text Placeholder 10">
            <a:extLst>
              <a:ext uri="{FF2B5EF4-FFF2-40B4-BE49-F238E27FC236}">
                <a16:creationId xmlns:a16="http://schemas.microsoft.com/office/drawing/2014/main" id="{09C7727F-F570-4AF1-856D-98544836237D}"/>
              </a:ext>
            </a:extLst>
          </p:cNvPr>
          <p:cNvSpPr>
            <a:spLocks noGrp="1"/>
          </p:cNvSpPr>
          <p:nvPr>
            <p:ph type="body" sz="quarter" idx="28" hasCustomPrompt="1"/>
          </p:nvPr>
        </p:nvSpPr>
        <p:spPr>
          <a:xfrm>
            <a:off x="8377833" y="2647290"/>
            <a:ext cx="3207585" cy="241300"/>
          </a:xfrm>
        </p:spPr>
        <p:txBody>
          <a:bodyPr anchor="ctr"/>
          <a:lstStyle>
            <a:lvl1pPr algn="ctr">
              <a:lnSpc>
                <a:spcPct val="100000"/>
              </a:lnSpc>
              <a:spcBef>
                <a:spcPts val="0"/>
              </a:spcBef>
              <a:defRPr sz="1200"/>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30" name="Text Placeholder 6">
            <a:extLst>
              <a:ext uri="{FF2B5EF4-FFF2-40B4-BE49-F238E27FC236}">
                <a16:creationId xmlns:a16="http://schemas.microsoft.com/office/drawing/2014/main" id="{F13DC67D-58A2-45BD-A728-B6ECDD8B5A5B}"/>
              </a:ext>
            </a:extLst>
          </p:cNvPr>
          <p:cNvSpPr>
            <a:spLocks noGrp="1"/>
          </p:cNvSpPr>
          <p:nvPr>
            <p:ph type="body" sz="quarter" idx="29" hasCustomPrompt="1"/>
          </p:nvPr>
        </p:nvSpPr>
        <p:spPr>
          <a:xfrm>
            <a:off x="613254" y="4978400"/>
            <a:ext cx="3201234" cy="227454"/>
          </a:xfrm>
        </p:spPr>
        <p:txBody>
          <a:bodyPr anchor="b"/>
          <a:lstStyle>
            <a:lvl1pPr algn="ctr">
              <a:lnSpc>
                <a:spcPct val="100000"/>
              </a:lnSpc>
              <a:spcBef>
                <a:spcPts val="0"/>
              </a:spcBef>
              <a:defRPr sz="1000">
                <a:solidFill>
                  <a:schemeClr val="bg1"/>
                </a:solidFill>
              </a:defRPr>
            </a:lvl1pPr>
            <a:lvl5pPr>
              <a:defRPr/>
            </a:lvl5pPr>
          </a:lstStyle>
          <a:p>
            <a:pPr lvl="0"/>
            <a:r>
              <a:rPr lang="en-US"/>
              <a:t>Products</a:t>
            </a:r>
          </a:p>
        </p:txBody>
      </p:sp>
      <p:sp>
        <p:nvSpPr>
          <p:cNvPr id="31" name="Text Placeholder 6">
            <a:extLst>
              <a:ext uri="{FF2B5EF4-FFF2-40B4-BE49-F238E27FC236}">
                <a16:creationId xmlns:a16="http://schemas.microsoft.com/office/drawing/2014/main" id="{53D9F0A4-74F4-4BA6-AD21-4791EF0A203A}"/>
              </a:ext>
            </a:extLst>
          </p:cNvPr>
          <p:cNvSpPr>
            <a:spLocks noGrp="1"/>
          </p:cNvSpPr>
          <p:nvPr>
            <p:ph type="body" sz="quarter" idx="30" hasCustomPrompt="1"/>
          </p:nvPr>
        </p:nvSpPr>
        <p:spPr>
          <a:xfrm>
            <a:off x="4275108" y="4978400"/>
            <a:ext cx="3201234" cy="227454"/>
          </a:xfrm>
        </p:spPr>
        <p:txBody>
          <a:bodyPr anchor="b"/>
          <a:lstStyle>
            <a:lvl1pPr algn="ctr">
              <a:lnSpc>
                <a:spcPct val="100000"/>
              </a:lnSpc>
              <a:spcBef>
                <a:spcPts val="0"/>
              </a:spcBef>
              <a:defRPr sz="1000">
                <a:solidFill>
                  <a:schemeClr val="bg1"/>
                </a:solidFill>
              </a:defRPr>
            </a:lvl1pPr>
            <a:lvl5pPr>
              <a:defRPr/>
            </a:lvl5pPr>
          </a:lstStyle>
          <a:p>
            <a:pPr lvl="0"/>
            <a:r>
              <a:rPr lang="en-US"/>
              <a:t>Strategic Priorities</a:t>
            </a:r>
          </a:p>
        </p:txBody>
      </p:sp>
    </p:spTree>
    <p:extLst>
      <p:ext uri="{BB962C8B-B14F-4D97-AF65-F5344CB8AC3E}">
        <p14:creationId xmlns:p14="http://schemas.microsoft.com/office/powerpoint/2010/main" val="1848238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Full-Bleed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F5379A2-B049-4A1C-A18D-79A1F237E82B}"/>
              </a:ext>
            </a:extLst>
          </p:cNvPr>
          <p:cNvSpPr txBox="1"/>
          <p:nvPr userDrawn="1"/>
        </p:nvSpPr>
        <p:spPr bwMode="white">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bg1"/>
                </a:solidFill>
                <a:latin typeface="+mj-lt"/>
              </a:rPr>
              <a:pPr algn="r">
                <a:lnSpc>
                  <a:spcPct val="90000"/>
                </a:lnSpc>
              </a:pPr>
              <a:t>‹#›</a:t>
            </a:fld>
            <a:endParaRPr lang="en-US" sz="1800">
              <a:solidFill>
                <a:schemeClr val="bg1"/>
              </a:solidFill>
              <a:latin typeface="+mj-lt"/>
            </a:endParaRPr>
          </a:p>
        </p:txBody>
      </p:sp>
      <p:pic>
        <p:nvPicPr>
          <p:cNvPr id="14" name="Graphic 13">
            <a:extLst>
              <a:ext uri="{FF2B5EF4-FFF2-40B4-BE49-F238E27FC236}">
                <a16:creationId xmlns:a16="http://schemas.microsoft.com/office/drawing/2014/main" id="{82963ABA-B135-4D13-8059-831B7A9446D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 y="6766563"/>
            <a:ext cx="12192000" cy="95225"/>
          </a:xfrm>
          <a:prstGeom prst="rect">
            <a:avLst/>
          </a:prstGeom>
        </p:spPr>
      </p:pic>
      <p:grpSp>
        <p:nvGrpSpPr>
          <p:cNvPr id="15" name="Group 14">
            <a:extLst>
              <a:ext uri="{FF2B5EF4-FFF2-40B4-BE49-F238E27FC236}">
                <a16:creationId xmlns:a16="http://schemas.microsoft.com/office/drawing/2014/main" id="{EEA9A53D-C1B8-4AC0-AF50-F242E124EF75}"/>
              </a:ext>
            </a:extLst>
          </p:cNvPr>
          <p:cNvGrpSpPr/>
          <p:nvPr userDrawn="1"/>
        </p:nvGrpSpPr>
        <p:grpSpPr>
          <a:xfrm>
            <a:off x="608172" y="6445106"/>
            <a:ext cx="1184706" cy="186690"/>
            <a:chOff x="863272" y="6563918"/>
            <a:chExt cx="861082" cy="135727"/>
          </a:xfrm>
          <a:solidFill>
            <a:schemeClr val="bg1"/>
          </a:solidFill>
        </p:grpSpPr>
        <p:sp>
          <p:nvSpPr>
            <p:cNvPr id="16" name="Freeform 6">
              <a:extLst>
                <a:ext uri="{FF2B5EF4-FFF2-40B4-BE49-F238E27FC236}">
                  <a16:creationId xmlns:a16="http://schemas.microsoft.com/office/drawing/2014/main" id="{A5945F4E-578F-4EE5-B98E-A75643A79F39}"/>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17" name="Freeform 7">
              <a:extLst>
                <a:ext uri="{FF2B5EF4-FFF2-40B4-BE49-F238E27FC236}">
                  <a16:creationId xmlns:a16="http://schemas.microsoft.com/office/drawing/2014/main" id="{19DCDB05-0E28-45DE-9267-3E480A230004}"/>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18" name="Freeform 8">
              <a:extLst>
                <a:ext uri="{FF2B5EF4-FFF2-40B4-BE49-F238E27FC236}">
                  <a16:creationId xmlns:a16="http://schemas.microsoft.com/office/drawing/2014/main" id="{9C693093-F44C-4AF7-8565-38BF0EC750AE}"/>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19" name="Freeform 9">
              <a:extLst>
                <a:ext uri="{FF2B5EF4-FFF2-40B4-BE49-F238E27FC236}">
                  <a16:creationId xmlns:a16="http://schemas.microsoft.com/office/drawing/2014/main" id="{83C36CFC-0A28-4E5C-BEAB-B63CE60700F8}"/>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0" name="Freeform 10">
              <a:extLst>
                <a:ext uri="{FF2B5EF4-FFF2-40B4-BE49-F238E27FC236}">
                  <a16:creationId xmlns:a16="http://schemas.microsoft.com/office/drawing/2014/main" id="{45A3F9BB-BAC6-4065-B81D-9F3DF81635DC}"/>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1" name="Freeform 11">
              <a:extLst>
                <a:ext uri="{FF2B5EF4-FFF2-40B4-BE49-F238E27FC236}">
                  <a16:creationId xmlns:a16="http://schemas.microsoft.com/office/drawing/2014/main" id="{2C0EF4D9-E299-4B39-8F2A-BD56CEC524BF}"/>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sp>
          <p:nvSpPr>
            <p:cNvPr id="22" name="Freeform 12">
              <a:extLst>
                <a:ext uri="{FF2B5EF4-FFF2-40B4-BE49-F238E27FC236}">
                  <a16:creationId xmlns:a16="http://schemas.microsoft.com/office/drawing/2014/main" id="{51F9A586-3983-444B-A345-4A891295D746}"/>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tx2"/>
                </a:solidFill>
              </a:endParaRPr>
            </a:p>
          </p:txBody>
        </p:sp>
      </p:grpSp>
      <p:sp>
        <p:nvSpPr>
          <p:cNvPr id="23" name="TextBox 22">
            <a:extLst>
              <a:ext uri="{FF2B5EF4-FFF2-40B4-BE49-F238E27FC236}">
                <a16:creationId xmlns:a16="http://schemas.microsoft.com/office/drawing/2014/main" id="{0566660B-2EAC-47CE-944F-D039B1DF2E0F}"/>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a:solidFill>
                  <a:schemeClr val="bg1"/>
                </a:solidFill>
                <a:latin typeface="+mj-lt"/>
                <a:ea typeface="Verdana" panose="020B0604030504040204" pitchFamily="34" charset="0"/>
                <a:cs typeface="Verdana" panose="020B0604030504040204" pitchFamily="34" charset="0"/>
              </a:rPr>
              <a:t>Confidential   </a:t>
            </a:r>
            <a:r>
              <a:rPr lang="en-US" sz="800">
                <a:solidFill>
                  <a:schemeClr val="bg1"/>
                </a:solidFill>
                <a:latin typeface="+mj-lt"/>
                <a:ea typeface="Verdana" panose="020B0604030504040204" pitchFamily="34" charset="0"/>
                <a:cs typeface="Arial" panose="020B0604020202020204" pitchFamily="34" charset="0"/>
              </a:rPr>
              <a:t>│</a:t>
            </a:r>
            <a:r>
              <a:rPr lang="en-US" sz="800">
                <a:solidFill>
                  <a:schemeClr val="bg1"/>
                </a:solidFill>
                <a:latin typeface="+mj-lt"/>
                <a:ea typeface="Verdana" panose="020B0604030504040204" pitchFamily="34" charset="0"/>
                <a:cs typeface="Verdana" panose="020B0604030504040204" pitchFamily="34" charset="0"/>
              </a:rPr>
              <a:t>  ©2019 VMware, Inc.</a:t>
            </a:r>
          </a:p>
        </p:txBody>
      </p:sp>
    </p:spTree>
    <p:extLst>
      <p:ext uri="{BB962C8B-B14F-4D97-AF65-F5344CB8AC3E}">
        <p14:creationId xmlns:p14="http://schemas.microsoft.com/office/powerpoint/2010/main" val="38157719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hree Icon ">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B1C210DC-5DBB-4F0D-875F-CD8AAAB938CE}"/>
              </a:ext>
            </a:extLst>
          </p:cNvPr>
          <p:cNvSpPr/>
          <p:nvPr userDrawn="1"/>
        </p:nvSpPr>
        <p:spPr bwMode="gray">
          <a:xfrm>
            <a:off x="1982394" y="2055432"/>
            <a:ext cx="1829436" cy="1828959"/>
          </a:xfrm>
          <a:prstGeom prst="ellipse">
            <a:avLst/>
          </a:prstGeom>
          <a:solidFill>
            <a:schemeClr val="accent4"/>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chemeClr val="accent4"/>
              </a:solidFill>
            </a:endParaRPr>
          </a:p>
        </p:txBody>
      </p:sp>
      <p:sp>
        <p:nvSpPr>
          <p:cNvPr id="22" name="Oval 21">
            <a:extLst>
              <a:ext uri="{FF2B5EF4-FFF2-40B4-BE49-F238E27FC236}">
                <a16:creationId xmlns:a16="http://schemas.microsoft.com/office/drawing/2014/main" id="{446F04B0-7860-407F-85B7-42E38FAFE34B}"/>
              </a:ext>
            </a:extLst>
          </p:cNvPr>
          <p:cNvSpPr/>
          <p:nvPr userDrawn="1"/>
        </p:nvSpPr>
        <p:spPr bwMode="gray">
          <a:xfrm>
            <a:off x="8391487" y="2055432"/>
            <a:ext cx="1829436" cy="1828959"/>
          </a:xfrm>
          <a:prstGeom prst="ellipse">
            <a:avLst/>
          </a:prstGeom>
          <a:solidFill>
            <a:schemeClr val="accent2"/>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3" name="Oval 22">
            <a:extLst>
              <a:ext uri="{FF2B5EF4-FFF2-40B4-BE49-F238E27FC236}">
                <a16:creationId xmlns:a16="http://schemas.microsoft.com/office/drawing/2014/main" id="{6FECF9D0-D7A8-43DD-B38D-E1090C0B322F}"/>
              </a:ext>
            </a:extLst>
          </p:cNvPr>
          <p:cNvSpPr/>
          <p:nvPr userDrawn="1"/>
        </p:nvSpPr>
        <p:spPr bwMode="gray">
          <a:xfrm>
            <a:off x="5186276" y="2055432"/>
            <a:ext cx="1829436" cy="1828959"/>
          </a:xfrm>
          <a:prstGeom prst="ellipse">
            <a:avLst/>
          </a:prstGeom>
          <a:solidFill>
            <a:schemeClr val="accent1"/>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78" name="TextBox 77">
            <a:extLst>
              <a:ext uri="{FF2B5EF4-FFF2-40B4-BE49-F238E27FC236}">
                <a16:creationId xmlns:a16="http://schemas.microsoft.com/office/drawing/2014/main" id="{AD23688F-2550-4740-B5D6-C78F74FDE08D}"/>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lvl1pPr>
          </a:lstStyle>
          <a:p>
            <a:r>
              <a:rPr lang="en-US"/>
              <a:t>Click to Add One Line Title</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6303" y="4267940"/>
            <a:ext cx="2745503" cy="1458912"/>
          </a:xfrm>
        </p:spPr>
        <p:txBody>
          <a:bodyPr/>
          <a:lstStyle>
            <a:lvl1pPr algn="ctr">
              <a:lnSpc>
                <a:spcPct val="100000"/>
              </a:lnSpc>
              <a:spcBef>
                <a:spcPts val="600"/>
              </a:spcBef>
              <a:defRPr sz="2399">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Click to add text</a:t>
            </a:r>
          </a:p>
          <a:p>
            <a:pPr lvl="1"/>
            <a:r>
              <a:rPr lang="en-US"/>
              <a:t>Second level</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2455" y="4267940"/>
            <a:ext cx="2745503" cy="1458912"/>
          </a:xfrm>
        </p:spPr>
        <p:txBody>
          <a:bodyPr/>
          <a:lstStyle>
            <a:lvl1pPr algn="ctr">
              <a:lnSpc>
                <a:spcPct val="100000"/>
              </a:lnSpc>
              <a:spcBef>
                <a:spcPts val="600"/>
              </a:spcBef>
              <a:defRPr sz="2399">
                <a:solidFill>
                  <a:schemeClr val="accent1"/>
                </a:solidFill>
              </a:defRPr>
            </a:lvl1pPr>
            <a:lvl2pPr marL="0" indent="0" algn="ctr">
              <a:lnSpc>
                <a:spcPct val="100000"/>
              </a:lnSpc>
              <a:spcBef>
                <a:spcPts val="600"/>
              </a:spcBef>
              <a:buFont typeface="Open Sans" panose="020B0606030504020204" pitchFamily="34" charset="0"/>
              <a:buChar char="​"/>
              <a:defRPr/>
            </a:lvl2pPr>
          </a:lstStyle>
          <a:p>
            <a:pPr lvl="0"/>
            <a:r>
              <a:rPr lang="en-US"/>
              <a:t>Click to add text</a:t>
            </a:r>
          </a:p>
          <a:p>
            <a:pPr lvl="1"/>
            <a:r>
              <a:rPr lang="en-US"/>
              <a:t>Second level</a:t>
            </a: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5278" y="4267940"/>
            <a:ext cx="2745503" cy="1458912"/>
          </a:xfrm>
        </p:spPr>
        <p:txBody>
          <a:bodyPr/>
          <a:lstStyle>
            <a:lvl1pPr algn="ctr">
              <a:lnSpc>
                <a:spcPct val="100000"/>
              </a:lnSpc>
              <a:spcBef>
                <a:spcPts val="600"/>
              </a:spcBef>
              <a:defRPr sz="2399">
                <a:solidFill>
                  <a:schemeClr val="accent2"/>
                </a:solidFill>
              </a:defRPr>
            </a:lvl1pPr>
            <a:lvl2pPr marL="0" indent="0" algn="ctr">
              <a:lnSpc>
                <a:spcPct val="100000"/>
              </a:lnSpc>
              <a:spcBef>
                <a:spcPts val="600"/>
              </a:spcBef>
              <a:buFont typeface="Open Sans" panose="020B0606030504020204" pitchFamily="34" charset="0"/>
              <a:buChar char="​"/>
              <a:defRPr>
                <a:solidFill>
                  <a:schemeClr val="tx2"/>
                </a:solidFill>
              </a:defRPr>
            </a:lvl2pPr>
          </a:lstStyle>
          <a:p>
            <a:pPr lvl="0"/>
            <a:r>
              <a:rPr lang="en-US"/>
              <a:t>Click to add text</a:t>
            </a:r>
          </a:p>
          <a:p>
            <a:pPr lvl="1"/>
            <a:r>
              <a:rPr lang="en-US"/>
              <a:t>Second level</a:t>
            </a:r>
          </a:p>
        </p:txBody>
      </p:sp>
    </p:spTree>
    <p:extLst>
      <p:ext uri="{BB962C8B-B14F-4D97-AF65-F5344CB8AC3E}">
        <p14:creationId xmlns:p14="http://schemas.microsoft.com/office/powerpoint/2010/main" val="386143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our Icon ">
    <p:spTree>
      <p:nvGrpSpPr>
        <p:cNvPr id="1" name=""/>
        <p:cNvGrpSpPr/>
        <p:nvPr/>
      </p:nvGrpSpPr>
      <p:grpSpPr>
        <a:xfrm>
          <a:off x="0" y="0"/>
          <a:ext cx="0" cy="0"/>
          <a:chOff x="0" y="0"/>
          <a:chExt cx="0" cy="0"/>
        </a:xfrm>
      </p:grpSpPr>
      <p:sp>
        <p:nvSpPr>
          <p:cNvPr id="84" name="Oval 83">
            <a:extLst>
              <a:ext uri="{FF2B5EF4-FFF2-40B4-BE49-F238E27FC236}">
                <a16:creationId xmlns:a16="http://schemas.microsoft.com/office/drawing/2014/main" id="{085441A7-EBA5-4ABB-8D29-CE4338F0F9B5}"/>
              </a:ext>
            </a:extLst>
          </p:cNvPr>
          <p:cNvSpPr/>
          <p:nvPr userDrawn="1"/>
        </p:nvSpPr>
        <p:spPr bwMode="gray">
          <a:xfrm>
            <a:off x="1066028" y="2060875"/>
            <a:ext cx="1829436" cy="1828959"/>
          </a:xfrm>
          <a:prstGeom prst="ellipse">
            <a:avLst/>
          </a:prstGeom>
          <a:solidFill>
            <a:schemeClr val="accent4"/>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chemeClr val="accent4"/>
              </a:solidFill>
            </a:endParaRPr>
          </a:p>
        </p:txBody>
      </p:sp>
      <p:sp>
        <p:nvSpPr>
          <p:cNvPr id="85" name="Oval 84">
            <a:extLst>
              <a:ext uri="{FF2B5EF4-FFF2-40B4-BE49-F238E27FC236}">
                <a16:creationId xmlns:a16="http://schemas.microsoft.com/office/drawing/2014/main" id="{3019BB56-AE7C-42CA-A8FF-432F4F176B8B}"/>
              </a:ext>
            </a:extLst>
          </p:cNvPr>
          <p:cNvSpPr/>
          <p:nvPr userDrawn="1"/>
        </p:nvSpPr>
        <p:spPr bwMode="gray">
          <a:xfrm>
            <a:off x="9304555" y="2060875"/>
            <a:ext cx="1829436" cy="1828959"/>
          </a:xfrm>
          <a:prstGeom prst="ellipse">
            <a:avLst/>
          </a:prstGeom>
          <a:solidFill>
            <a:schemeClr val="accent2"/>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86" name="Oval 85">
            <a:extLst>
              <a:ext uri="{FF2B5EF4-FFF2-40B4-BE49-F238E27FC236}">
                <a16:creationId xmlns:a16="http://schemas.microsoft.com/office/drawing/2014/main" id="{5670C03F-6336-45E3-A9F4-0CD130D80D1B}"/>
              </a:ext>
            </a:extLst>
          </p:cNvPr>
          <p:cNvSpPr/>
          <p:nvPr userDrawn="1"/>
        </p:nvSpPr>
        <p:spPr bwMode="gray">
          <a:xfrm>
            <a:off x="6563810" y="2060875"/>
            <a:ext cx="1829436" cy="1828959"/>
          </a:xfrm>
          <a:prstGeom prst="ellipse">
            <a:avLst/>
          </a:prstGeom>
          <a:solidFill>
            <a:schemeClr val="accent1"/>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800"/>
          </a:p>
        </p:txBody>
      </p:sp>
      <p:sp>
        <p:nvSpPr>
          <p:cNvPr id="87" name="Oval 86">
            <a:extLst>
              <a:ext uri="{FF2B5EF4-FFF2-40B4-BE49-F238E27FC236}">
                <a16:creationId xmlns:a16="http://schemas.microsoft.com/office/drawing/2014/main" id="{45D908EF-1F96-4808-A8DB-F55AB9E8E436}"/>
              </a:ext>
            </a:extLst>
          </p:cNvPr>
          <p:cNvSpPr/>
          <p:nvPr userDrawn="1"/>
        </p:nvSpPr>
        <p:spPr bwMode="gray">
          <a:xfrm>
            <a:off x="3807925" y="2060875"/>
            <a:ext cx="1829436" cy="1828959"/>
          </a:xfrm>
          <a:prstGeom prst="ellipse">
            <a:avLst/>
          </a:prstGeom>
          <a:solidFill>
            <a:schemeClr val="accent3"/>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800"/>
          </a:p>
        </p:txBody>
      </p:sp>
      <p:sp>
        <p:nvSpPr>
          <p:cNvPr id="88" name="TextBox 87">
            <a:extLst>
              <a:ext uri="{FF2B5EF4-FFF2-40B4-BE49-F238E27FC236}">
                <a16:creationId xmlns:a16="http://schemas.microsoft.com/office/drawing/2014/main" id="{0AAF357F-A1D5-401D-94D2-9C67E6AEDA09}"/>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lvl1pPr>
          </a:lstStyle>
          <a:p>
            <a:r>
              <a:rPr lang="en-US"/>
              <a:t>Click to Add One Line Title</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893" y="4269508"/>
            <a:ext cx="2286596" cy="1458912"/>
          </a:xfrm>
        </p:spPr>
        <p:txBody>
          <a:bodyPr/>
          <a:lstStyle>
            <a:lvl1pPr algn="ctr">
              <a:lnSpc>
                <a:spcPct val="100000"/>
              </a:lnSpc>
              <a:spcBef>
                <a:spcPts val="600"/>
              </a:spcBef>
              <a:defRPr sz="2399">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Click to add text</a:t>
            </a:r>
          </a:p>
          <a:p>
            <a:pPr lvl="1"/>
            <a:r>
              <a:rPr lang="en-US"/>
              <a:t>Second level</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80746" y="4269508"/>
            <a:ext cx="2286596" cy="1458912"/>
          </a:xfrm>
        </p:spPr>
        <p:txBody>
          <a:bodyPr/>
          <a:lstStyle>
            <a:lvl1pPr algn="ctr">
              <a:lnSpc>
                <a:spcPct val="100000"/>
              </a:lnSpc>
              <a:spcBef>
                <a:spcPts val="600"/>
              </a:spcBef>
              <a:defRPr sz="2399">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Click to add text</a:t>
            </a:r>
          </a:p>
          <a:p>
            <a:pPr lvl="1"/>
            <a:r>
              <a:rPr lang="en-US"/>
              <a:t>Second level</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4661" y="4269508"/>
            <a:ext cx="2286596" cy="1458912"/>
          </a:xfrm>
        </p:spPr>
        <p:txBody>
          <a:bodyPr/>
          <a:lstStyle>
            <a:lvl1pPr algn="ctr">
              <a:lnSpc>
                <a:spcPct val="100000"/>
              </a:lnSpc>
              <a:spcBef>
                <a:spcPts val="600"/>
              </a:spcBef>
              <a:defRPr sz="2399">
                <a:solidFill>
                  <a:schemeClr val="accent1"/>
                </a:solidFill>
              </a:defRPr>
            </a:lvl1pPr>
            <a:lvl2pPr marL="0" indent="0" algn="ctr">
              <a:lnSpc>
                <a:spcPct val="100000"/>
              </a:lnSpc>
              <a:spcBef>
                <a:spcPts val="600"/>
              </a:spcBef>
              <a:buFont typeface="Open Sans" panose="020B0606030504020204" pitchFamily="34" charset="0"/>
              <a:buChar char="​"/>
              <a:defRPr/>
            </a:lvl2pPr>
          </a:lstStyle>
          <a:p>
            <a:pPr lvl="0"/>
            <a:r>
              <a:rPr lang="en-US"/>
              <a:t>Click to add text</a:t>
            </a:r>
          </a:p>
          <a:p>
            <a:pPr lvl="1"/>
            <a:r>
              <a:rPr lang="en-US"/>
              <a:t>Second level</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8575" y="4269508"/>
            <a:ext cx="2286596" cy="1458912"/>
          </a:xfrm>
        </p:spPr>
        <p:txBody>
          <a:bodyPr/>
          <a:lstStyle>
            <a:lvl1pPr algn="ctr">
              <a:lnSpc>
                <a:spcPct val="100000"/>
              </a:lnSpc>
              <a:spcBef>
                <a:spcPts val="600"/>
              </a:spcBef>
              <a:defRPr sz="2399">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Click to add text</a:t>
            </a:r>
          </a:p>
          <a:p>
            <a:pPr lvl="1"/>
            <a:r>
              <a:rPr lang="en-US"/>
              <a:t>Second level</a:t>
            </a:r>
          </a:p>
        </p:txBody>
      </p:sp>
    </p:spTree>
    <p:extLst>
      <p:ext uri="{BB962C8B-B14F-4D97-AF65-F5344CB8AC3E}">
        <p14:creationId xmlns:p14="http://schemas.microsoft.com/office/powerpoint/2010/main" val="689002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Five Icon ">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A1FDF9D3-5B68-4A75-97BF-2C5113CFAA66}"/>
              </a:ext>
            </a:extLst>
          </p:cNvPr>
          <p:cNvSpPr/>
          <p:nvPr userDrawn="1"/>
        </p:nvSpPr>
        <p:spPr bwMode="gray">
          <a:xfrm>
            <a:off x="609959" y="2064666"/>
            <a:ext cx="1829436" cy="1828959"/>
          </a:xfrm>
          <a:prstGeom prst="ellipse">
            <a:avLst/>
          </a:prstGeom>
          <a:solidFill>
            <a:schemeClr val="accent4"/>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chemeClr val="accent4"/>
              </a:solidFill>
            </a:endParaRPr>
          </a:p>
        </p:txBody>
      </p:sp>
      <p:sp>
        <p:nvSpPr>
          <p:cNvPr id="23" name="Oval 22">
            <a:extLst>
              <a:ext uri="{FF2B5EF4-FFF2-40B4-BE49-F238E27FC236}">
                <a16:creationId xmlns:a16="http://schemas.microsoft.com/office/drawing/2014/main" id="{7EAB1992-E472-4489-8A4E-A8FE45DE10CF}"/>
              </a:ext>
            </a:extLst>
          </p:cNvPr>
          <p:cNvSpPr/>
          <p:nvPr userDrawn="1"/>
        </p:nvSpPr>
        <p:spPr bwMode="gray">
          <a:xfrm>
            <a:off x="9747012" y="2064666"/>
            <a:ext cx="1829436" cy="1828959"/>
          </a:xfrm>
          <a:prstGeom prst="ellipse">
            <a:avLst/>
          </a:prstGeom>
          <a:solidFill>
            <a:schemeClr val="accent5"/>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4" name="Oval 23">
            <a:extLst>
              <a:ext uri="{FF2B5EF4-FFF2-40B4-BE49-F238E27FC236}">
                <a16:creationId xmlns:a16="http://schemas.microsoft.com/office/drawing/2014/main" id="{C551C90A-573F-4E4A-9359-5C7B0F546BF9}"/>
              </a:ext>
            </a:extLst>
          </p:cNvPr>
          <p:cNvSpPr/>
          <p:nvPr userDrawn="1"/>
        </p:nvSpPr>
        <p:spPr bwMode="gray">
          <a:xfrm>
            <a:off x="5202735" y="2064666"/>
            <a:ext cx="1829436" cy="1828959"/>
          </a:xfrm>
          <a:prstGeom prst="ellipse">
            <a:avLst/>
          </a:prstGeom>
          <a:solidFill>
            <a:schemeClr val="accent1"/>
          </a:solidFill>
          <a:ln>
            <a:noFill/>
          </a:ln>
          <a:effectLst/>
        </p:spPr>
        <p:txBody>
          <a:bodyPr vert="horz" wrap="square" lIns="0" tIns="0" rIns="0" bIns="0" numCol="1" anchor="ctr" anchorCtr="0" compatLnSpc="1">
            <a:prstTxWarp prst="textNoShape">
              <a:avLst/>
            </a:prstTxWarp>
          </a:bodyPr>
          <a:lstStyle/>
          <a:p>
            <a:pPr lvl="0" algn="ctr"/>
            <a:endParaRPr lang="en-US" sz="1800">
              <a:solidFill>
                <a:schemeClr val="bg1"/>
              </a:solidFill>
            </a:endParaRPr>
          </a:p>
        </p:txBody>
      </p:sp>
      <p:sp>
        <p:nvSpPr>
          <p:cNvPr id="25" name="Oval 24">
            <a:extLst>
              <a:ext uri="{FF2B5EF4-FFF2-40B4-BE49-F238E27FC236}">
                <a16:creationId xmlns:a16="http://schemas.microsoft.com/office/drawing/2014/main" id="{AF79E162-3D8F-4829-A4AD-02A03597B11A}"/>
              </a:ext>
            </a:extLst>
          </p:cNvPr>
          <p:cNvSpPr/>
          <p:nvPr userDrawn="1"/>
        </p:nvSpPr>
        <p:spPr bwMode="gray">
          <a:xfrm>
            <a:off x="2893206" y="2064666"/>
            <a:ext cx="1829436" cy="1828959"/>
          </a:xfrm>
          <a:prstGeom prst="ellipse">
            <a:avLst/>
          </a:prstGeom>
          <a:solidFill>
            <a:schemeClr val="accent3"/>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800"/>
          </a:p>
        </p:txBody>
      </p:sp>
      <p:sp>
        <p:nvSpPr>
          <p:cNvPr id="93" name="Oval 92">
            <a:extLst>
              <a:ext uri="{FF2B5EF4-FFF2-40B4-BE49-F238E27FC236}">
                <a16:creationId xmlns:a16="http://schemas.microsoft.com/office/drawing/2014/main" id="{026B9B36-08E7-4664-970C-13123F24C793}"/>
              </a:ext>
            </a:extLst>
          </p:cNvPr>
          <p:cNvSpPr/>
          <p:nvPr userDrawn="1"/>
        </p:nvSpPr>
        <p:spPr bwMode="gray">
          <a:xfrm>
            <a:off x="7466866" y="2064666"/>
            <a:ext cx="1829436" cy="1828959"/>
          </a:xfrm>
          <a:prstGeom prst="ellipse">
            <a:avLst/>
          </a:prstGeom>
          <a:solidFill>
            <a:schemeClr val="accent2"/>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800">
              <a:solidFill>
                <a:schemeClr val="lt1"/>
              </a:solidFill>
            </a:endParaRPr>
          </a:p>
        </p:txBody>
      </p:sp>
      <p:sp>
        <p:nvSpPr>
          <p:cNvPr id="94" name="TextBox 93">
            <a:extLst>
              <a:ext uri="{FF2B5EF4-FFF2-40B4-BE49-F238E27FC236}">
                <a16:creationId xmlns:a16="http://schemas.microsoft.com/office/drawing/2014/main" id="{0E19ACAF-9401-49DF-ACFF-2BA2129506AB}"/>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lvl1pPr>
          </a:lstStyle>
          <a:p>
            <a:r>
              <a:rPr lang="en-US"/>
              <a:t>Click to Add One Line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3023" y="811831"/>
            <a:ext cx="10965543" cy="247743"/>
          </a:xfrm>
        </p:spPr>
        <p:txBody>
          <a:bodyPr/>
          <a:lstStyle>
            <a:lvl1pPr marL="0" indent="0" algn="l">
              <a:lnSpc>
                <a:spcPct val="100000"/>
              </a:lnSpc>
              <a:spcBef>
                <a:spcPts val="0"/>
              </a:spcBef>
              <a:buNone/>
              <a:defRPr sz="2000">
                <a:solidFill>
                  <a:schemeClr val="accent4"/>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Click to add subtitle</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1010" y="4282873"/>
            <a:ext cx="1829276"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lvl2pPr>
          </a:lstStyle>
          <a:p>
            <a:pPr lvl="0"/>
            <a:r>
              <a:rPr lang="en-US"/>
              <a:t>Click to add text</a:t>
            </a:r>
          </a:p>
          <a:p>
            <a:pPr lvl="1"/>
            <a:r>
              <a:rPr lang="en-US"/>
              <a:t>Second level</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2894767" y="4282873"/>
            <a:ext cx="1829276" cy="1458912"/>
          </a:xfrm>
        </p:spPr>
        <p:txBody>
          <a:bodyPr/>
          <a:lstStyle>
            <a:lvl1pPr algn="ctr">
              <a:lnSpc>
                <a:spcPct val="100000"/>
              </a:lnSpc>
              <a:spcBef>
                <a:spcPts val="600"/>
              </a:spcBef>
              <a:defRPr sz="2000">
                <a:solidFill>
                  <a:schemeClr val="accent3"/>
                </a:solidFill>
              </a:defRPr>
            </a:lvl1pPr>
            <a:lvl2pPr marL="0" indent="0" algn="ctr">
              <a:lnSpc>
                <a:spcPct val="100000"/>
              </a:lnSpc>
              <a:spcBef>
                <a:spcPts val="600"/>
              </a:spcBef>
              <a:buFont typeface="Open Sans" panose="020B0606030504020204" pitchFamily="34" charset="0"/>
              <a:buChar char="​"/>
              <a:defRPr sz="1600"/>
            </a:lvl2pPr>
          </a:lstStyle>
          <a:p>
            <a:pPr lvl="0"/>
            <a:r>
              <a:rPr lang="en-US"/>
              <a:t>Click to add text</a:t>
            </a:r>
          </a:p>
          <a:p>
            <a:pPr lvl="1"/>
            <a:r>
              <a:rPr lang="en-US"/>
              <a:t>Second level</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5186445" y="4282873"/>
            <a:ext cx="1829276" cy="1458912"/>
          </a:xfrm>
        </p:spPr>
        <p:txBody>
          <a:bodyPr/>
          <a:lstStyle>
            <a:lvl1pPr algn="ctr">
              <a:lnSpc>
                <a:spcPct val="100000"/>
              </a:lnSpc>
              <a:spcBef>
                <a:spcPts val="600"/>
              </a:spcBef>
              <a:defRPr sz="2000">
                <a:solidFill>
                  <a:schemeClr val="accent1"/>
                </a:solidFill>
              </a:defRPr>
            </a:lvl1pPr>
            <a:lvl2pPr marL="0" indent="0" algn="ctr">
              <a:lnSpc>
                <a:spcPct val="100000"/>
              </a:lnSpc>
              <a:spcBef>
                <a:spcPts val="600"/>
              </a:spcBef>
              <a:buFont typeface="Open Sans" panose="020B0606030504020204" pitchFamily="34" charset="0"/>
              <a:buChar char="​"/>
              <a:defRPr sz="1600"/>
            </a:lvl2pPr>
          </a:lstStyle>
          <a:p>
            <a:pPr lvl="0"/>
            <a:r>
              <a:rPr lang="en-US"/>
              <a:t>Click to add text</a:t>
            </a:r>
          </a:p>
          <a:p>
            <a:pPr lvl="1"/>
            <a:r>
              <a:rPr lang="en-US"/>
              <a:t>Second level</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1947" y="4282873"/>
            <a:ext cx="1829276" cy="1458912"/>
          </a:xfrm>
        </p:spPr>
        <p:txBody>
          <a:bodyPr/>
          <a:lstStyle>
            <a:lvl1pPr algn="ctr">
              <a:lnSpc>
                <a:spcPct val="100000"/>
              </a:lnSpc>
              <a:spcBef>
                <a:spcPts val="600"/>
              </a:spcBef>
              <a:defRPr sz="2000">
                <a:solidFill>
                  <a:schemeClr val="accent2"/>
                </a:solidFill>
              </a:defRPr>
            </a:lvl1pPr>
            <a:lvl2pPr marL="0" indent="0" algn="ctr">
              <a:lnSpc>
                <a:spcPct val="100000"/>
              </a:lnSpc>
              <a:spcBef>
                <a:spcPts val="600"/>
              </a:spcBef>
              <a:buFont typeface="Open Sans" panose="020B0606030504020204" pitchFamily="34" charset="0"/>
              <a:buChar char="​"/>
              <a:defRPr sz="1600"/>
            </a:lvl2pPr>
          </a:lstStyle>
          <a:p>
            <a:pPr lvl="0"/>
            <a:r>
              <a:rPr lang="en-US"/>
              <a:t>Click to add text</a:t>
            </a:r>
          </a:p>
          <a:p>
            <a:pPr lvl="1"/>
            <a:r>
              <a:rPr lang="en-US"/>
              <a:t>Second level</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4554" y="4282873"/>
            <a:ext cx="1829276" cy="1458912"/>
          </a:xfrm>
        </p:spPr>
        <p:txBody>
          <a:bodyPr/>
          <a:lstStyle>
            <a:lvl1pPr algn="ctr">
              <a:lnSpc>
                <a:spcPct val="100000"/>
              </a:lnSpc>
              <a:spcBef>
                <a:spcPts val="600"/>
              </a:spcBef>
              <a:defRPr sz="2000">
                <a:solidFill>
                  <a:schemeClr val="accent5"/>
                </a:solidFill>
              </a:defRPr>
            </a:lvl1pPr>
            <a:lvl2pPr marL="0" indent="0" algn="ctr">
              <a:lnSpc>
                <a:spcPct val="100000"/>
              </a:lnSpc>
              <a:spcBef>
                <a:spcPts val="600"/>
              </a:spcBef>
              <a:buFont typeface="Open Sans" panose="020B0606030504020204" pitchFamily="34" charset="0"/>
              <a:buChar char="​"/>
              <a:defRPr sz="1600"/>
            </a:lvl2pPr>
          </a:lstStyle>
          <a:p>
            <a:pPr lvl="0"/>
            <a:r>
              <a:rPr lang="en-US"/>
              <a:t>Click to add text</a:t>
            </a:r>
          </a:p>
          <a:p>
            <a:pPr lvl="1"/>
            <a:r>
              <a:rPr lang="en-US"/>
              <a:t>Second level</a:t>
            </a:r>
          </a:p>
        </p:txBody>
      </p:sp>
    </p:spTree>
    <p:extLst>
      <p:ext uri="{BB962C8B-B14F-4D97-AF65-F5344CB8AC3E}">
        <p14:creationId xmlns:p14="http://schemas.microsoft.com/office/powerpoint/2010/main" val="568587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Big Statement">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3FC38F94-115E-4DBE-80BB-680CB172F9FB}"/>
              </a:ext>
            </a:extLst>
          </p:cNvPr>
          <p:cNvSpPr/>
          <p:nvPr userDrawn="1"/>
        </p:nvSpPr>
        <p:spPr>
          <a:xfrm rot="2700000">
            <a:off x="811897" y="-3658611"/>
            <a:ext cx="9864449" cy="13471649"/>
          </a:xfrm>
          <a:custGeom>
            <a:avLst/>
            <a:gdLst>
              <a:gd name="connsiteX0" fmla="*/ 0 w 9864449"/>
              <a:gd name="connsiteY0" fmla="*/ 7314461 h 13468141"/>
              <a:gd name="connsiteX1" fmla="*/ 7314462 w 9864449"/>
              <a:gd name="connsiteY1" fmla="*/ 0 h 13468141"/>
              <a:gd name="connsiteX2" fmla="*/ 9864449 w 9864449"/>
              <a:gd name="connsiteY2" fmla="*/ 2549987 h 13468141"/>
              <a:gd name="connsiteX3" fmla="*/ 9864449 w 9864449"/>
              <a:gd name="connsiteY3" fmla="*/ 7148688 h 13468141"/>
              <a:gd name="connsiteX4" fmla="*/ 3544996 w 9864449"/>
              <a:gd name="connsiteY4" fmla="*/ 13468141 h 13468141"/>
              <a:gd name="connsiteX5" fmla="*/ 0 w 9864449"/>
              <a:gd name="connsiteY5" fmla="*/ 9923145 h 1346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64449" h="13468141">
                <a:moveTo>
                  <a:pt x="0" y="7314461"/>
                </a:moveTo>
                <a:lnTo>
                  <a:pt x="7314462" y="0"/>
                </a:lnTo>
                <a:lnTo>
                  <a:pt x="9864449" y="2549987"/>
                </a:lnTo>
                <a:lnTo>
                  <a:pt x="9864449" y="7148688"/>
                </a:lnTo>
                <a:lnTo>
                  <a:pt x="3544996" y="13468141"/>
                </a:lnTo>
                <a:lnTo>
                  <a:pt x="0" y="9923145"/>
                </a:lnTo>
                <a:close/>
              </a:path>
            </a:pathLst>
          </a:custGeom>
          <a:gradFill>
            <a:gsLst>
              <a:gs pos="0">
                <a:schemeClr val="bg1">
                  <a:alpha val="76000"/>
                </a:schemeClr>
              </a:gs>
              <a:gs pos="89000">
                <a:schemeClr val="tx1">
                  <a:lumMod val="16000"/>
                  <a:lumOff val="84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863" name="Text Placeholder 862">
            <a:extLst>
              <a:ext uri="{FF2B5EF4-FFF2-40B4-BE49-F238E27FC236}">
                <a16:creationId xmlns:a16="http://schemas.microsoft.com/office/drawing/2014/main" id="{806A8161-3A3C-4E8C-98F0-AD01607CDAEE}"/>
              </a:ext>
            </a:extLst>
          </p:cNvPr>
          <p:cNvSpPr>
            <a:spLocks noGrp="1"/>
          </p:cNvSpPr>
          <p:nvPr>
            <p:ph type="body" sz="quarter" idx="12" hasCustomPrompt="1"/>
          </p:nvPr>
        </p:nvSpPr>
        <p:spPr>
          <a:xfrm>
            <a:off x="608172" y="2057403"/>
            <a:ext cx="5945146" cy="2285999"/>
          </a:xfrm>
        </p:spPr>
        <p:txBody>
          <a:bodyPr anchor="ctr"/>
          <a:lstStyle>
            <a:lvl1pPr>
              <a:lnSpc>
                <a:spcPct val="100000"/>
              </a:lnSpc>
              <a:spcBef>
                <a:spcPts val="0"/>
              </a:spcBef>
              <a:defRPr sz="3600"/>
            </a:lvl1pPr>
            <a:lvl2pPr marL="273054" indent="0">
              <a:buNone/>
              <a:defRPr/>
            </a:lvl2pPr>
          </a:lstStyle>
          <a:p>
            <a:pPr lvl="0"/>
            <a:r>
              <a:rPr lang="en-US"/>
              <a:t>Click to add text</a:t>
            </a:r>
          </a:p>
        </p:txBody>
      </p:sp>
      <p:sp>
        <p:nvSpPr>
          <p:cNvPr id="1512" name="TextBox 1511">
            <a:extLst>
              <a:ext uri="{FF2B5EF4-FFF2-40B4-BE49-F238E27FC236}">
                <a16:creationId xmlns:a16="http://schemas.microsoft.com/office/drawing/2014/main" id="{6C78DB77-69E8-414D-8309-EC1F1C8DCA8E}"/>
              </a:ext>
            </a:extLst>
          </p:cNvPr>
          <p:cNvSpPr txBox="1"/>
          <p:nvPr/>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grpSp>
        <p:nvGrpSpPr>
          <p:cNvPr id="16" name="Group 15">
            <a:extLst>
              <a:ext uri="{FF2B5EF4-FFF2-40B4-BE49-F238E27FC236}">
                <a16:creationId xmlns:a16="http://schemas.microsoft.com/office/drawing/2014/main" id="{BDA08A2D-0A8A-41FD-AA58-0A072FFF329F}"/>
              </a:ext>
            </a:extLst>
          </p:cNvPr>
          <p:cNvGrpSpPr/>
          <p:nvPr userDrawn="1"/>
        </p:nvGrpSpPr>
        <p:grpSpPr>
          <a:xfrm>
            <a:off x="608172" y="6445106"/>
            <a:ext cx="1184706" cy="186690"/>
            <a:chOff x="863272" y="6563918"/>
            <a:chExt cx="861082" cy="135727"/>
          </a:xfrm>
          <a:solidFill>
            <a:schemeClr val="bg1"/>
          </a:solidFill>
        </p:grpSpPr>
        <p:sp>
          <p:nvSpPr>
            <p:cNvPr id="18" name="Freeform 6">
              <a:extLst>
                <a:ext uri="{FF2B5EF4-FFF2-40B4-BE49-F238E27FC236}">
                  <a16:creationId xmlns:a16="http://schemas.microsoft.com/office/drawing/2014/main" id="{3596DD11-914A-4FCB-BD5A-B452681B61C0}"/>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9" name="Freeform 7">
              <a:extLst>
                <a:ext uri="{FF2B5EF4-FFF2-40B4-BE49-F238E27FC236}">
                  <a16:creationId xmlns:a16="http://schemas.microsoft.com/office/drawing/2014/main" id="{522938A5-2D76-46C8-B7C1-3F77D5812E8D}"/>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8">
              <a:extLst>
                <a:ext uri="{FF2B5EF4-FFF2-40B4-BE49-F238E27FC236}">
                  <a16:creationId xmlns:a16="http://schemas.microsoft.com/office/drawing/2014/main" id="{D6EDDC02-7874-477D-8151-D0B193E894D7}"/>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9">
              <a:extLst>
                <a:ext uri="{FF2B5EF4-FFF2-40B4-BE49-F238E27FC236}">
                  <a16:creationId xmlns:a16="http://schemas.microsoft.com/office/drawing/2014/main" id="{11497605-B9F0-499D-9BAD-CAD4DF264DDF}"/>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10">
              <a:extLst>
                <a:ext uri="{FF2B5EF4-FFF2-40B4-BE49-F238E27FC236}">
                  <a16:creationId xmlns:a16="http://schemas.microsoft.com/office/drawing/2014/main" id="{87A173DB-972A-49CD-B107-F84916A5F7E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1">
              <a:extLst>
                <a:ext uri="{FF2B5EF4-FFF2-40B4-BE49-F238E27FC236}">
                  <a16:creationId xmlns:a16="http://schemas.microsoft.com/office/drawing/2014/main" id="{AA7E256D-662E-4F46-945F-75B84B1B314D}"/>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5" name="Freeform 12">
              <a:extLst>
                <a:ext uri="{FF2B5EF4-FFF2-40B4-BE49-F238E27FC236}">
                  <a16:creationId xmlns:a16="http://schemas.microsoft.com/office/drawing/2014/main" id="{745AE183-7E5A-47CA-8BC0-5071F1977EE1}"/>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6" name="TextBox 25">
            <a:extLst>
              <a:ext uri="{FF2B5EF4-FFF2-40B4-BE49-F238E27FC236}">
                <a16:creationId xmlns:a16="http://schemas.microsoft.com/office/drawing/2014/main" id="{9C494915-7365-4D9B-82B2-73349D47E724}"/>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
        <p:nvSpPr>
          <p:cNvPr id="27" name="Freeform: Shape 26">
            <a:extLst>
              <a:ext uri="{FF2B5EF4-FFF2-40B4-BE49-F238E27FC236}">
                <a16:creationId xmlns:a16="http://schemas.microsoft.com/office/drawing/2014/main" id="{C5E11EA0-C34E-47CC-A1C4-C041612819E2}"/>
              </a:ext>
            </a:extLst>
          </p:cNvPr>
          <p:cNvSpPr/>
          <p:nvPr userDrawn="1"/>
        </p:nvSpPr>
        <p:spPr>
          <a:xfrm rot="2700000">
            <a:off x="9039732" y="3334354"/>
            <a:ext cx="970552" cy="4541320"/>
          </a:xfrm>
          <a:custGeom>
            <a:avLst/>
            <a:gdLst>
              <a:gd name="connsiteX0" fmla="*/ 1 w 970552"/>
              <a:gd name="connsiteY0" fmla="*/ 970551 h 4540137"/>
              <a:gd name="connsiteX1" fmla="*/ 970552 w 970552"/>
              <a:gd name="connsiteY1" fmla="*/ 0 h 4540137"/>
              <a:gd name="connsiteX2" fmla="*/ 970552 w 970552"/>
              <a:gd name="connsiteY2" fmla="*/ 3569585 h 4540137"/>
              <a:gd name="connsiteX3" fmla="*/ 0 w 970552"/>
              <a:gd name="connsiteY3" fmla="*/ 4540137 h 4540137"/>
            </a:gdLst>
            <a:ahLst/>
            <a:cxnLst>
              <a:cxn ang="0">
                <a:pos x="connsiteX0" y="connsiteY0"/>
              </a:cxn>
              <a:cxn ang="0">
                <a:pos x="connsiteX1" y="connsiteY1"/>
              </a:cxn>
              <a:cxn ang="0">
                <a:pos x="connsiteX2" y="connsiteY2"/>
              </a:cxn>
              <a:cxn ang="0">
                <a:pos x="connsiteX3" y="connsiteY3"/>
              </a:cxn>
            </a:cxnLst>
            <a:rect l="l" t="t" r="r" b="b"/>
            <a:pathLst>
              <a:path w="970552" h="4540137">
                <a:moveTo>
                  <a:pt x="1" y="970551"/>
                </a:moveTo>
                <a:lnTo>
                  <a:pt x="970552" y="0"/>
                </a:lnTo>
                <a:lnTo>
                  <a:pt x="970552" y="3569585"/>
                </a:lnTo>
                <a:lnTo>
                  <a:pt x="0" y="4540137"/>
                </a:lnTo>
                <a:close/>
              </a:path>
            </a:pathLst>
          </a:custGeom>
          <a:gradFill>
            <a:gsLst>
              <a:gs pos="24000">
                <a:schemeClr val="accent4"/>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Tree>
    <p:extLst>
      <p:ext uri="{BB962C8B-B14F-4D97-AF65-F5344CB8AC3E}">
        <p14:creationId xmlns:p14="http://schemas.microsoft.com/office/powerpoint/2010/main" val="1458982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Big Statement – Purple">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4AA04BF1-028D-4BDA-A4B7-2EF92A074224}"/>
              </a:ext>
            </a:extLst>
          </p:cNvPr>
          <p:cNvSpPr/>
          <p:nvPr userDrawn="1"/>
        </p:nvSpPr>
        <p:spPr>
          <a:xfrm rot="2700000">
            <a:off x="811897" y="-3658611"/>
            <a:ext cx="9864449" cy="13471649"/>
          </a:xfrm>
          <a:custGeom>
            <a:avLst/>
            <a:gdLst>
              <a:gd name="connsiteX0" fmla="*/ 0 w 9864449"/>
              <a:gd name="connsiteY0" fmla="*/ 7314461 h 13468141"/>
              <a:gd name="connsiteX1" fmla="*/ 7314462 w 9864449"/>
              <a:gd name="connsiteY1" fmla="*/ 0 h 13468141"/>
              <a:gd name="connsiteX2" fmla="*/ 9864449 w 9864449"/>
              <a:gd name="connsiteY2" fmla="*/ 2549987 h 13468141"/>
              <a:gd name="connsiteX3" fmla="*/ 9864449 w 9864449"/>
              <a:gd name="connsiteY3" fmla="*/ 7148688 h 13468141"/>
              <a:gd name="connsiteX4" fmla="*/ 3544996 w 9864449"/>
              <a:gd name="connsiteY4" fmla="*/ 13468141 h 13468141"/>
              <a:gd name="connsiteX5" fmla="*/ 0 w 9864449"/>
              <a:gd name="connsiteY5" fmla="*/ 9923145 h 1346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64449" h="13468141">
                <a:moveTo>
                  <a:pt x="0" y="7314461"/>
                </a:moveTo>
                <a:lnTo>
                  <a:pt x="7314462" y="0"/>
                </a:lnTo>
                <a:lnTo>
                  <a:pt x="9864449" y="2549987"/>
                </a:lnTo>
                <a:lnTo>
                  <a:pt x="9864449" y="7148688"/>
                </a:lnTo>
                <a:lnTo>
                  <a:pt x="3544996" y="13468141"/>
                </a:lnTo>
                <a:lnTo>
                  <a:pt x="0" y="9923145"/>
                </a:lnTo>
                <a:close/>
              </a:path>
            </a:pathLst>
          </a:custGeom>
          <a:gradFill>
            <a:gsLst>
              <a:gs pos="0">
                <a:schemeClr val="bg1">
                  <a:alpha val="76000"/>
                </a:schemeClr>
              </a:gs>
              <a:gs pos="89000">
                <a:schemeClr val="tx1">
                  <a:lumMod val="16000"/>
                  <a:lumOff val="84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Freeform: Shape 19">
            <a:extLst>
              <a:ext uri="{FF2B5EF4-FFF2-40B4-BE49-F238E27FC236}">
                <a16:creationId xmlns:a16="http://schemas.microsoft.com/office/drawing/2014/main" id="{473426A1-35AB-43B6-9A41-2142ACF3ACC4}"/>
              </a:ext>
            </a:extLst>
          </p:cNvPr>
          <p:cNvSpPr/>
          <p:nvPr userDrawn="1"/>
        </p:nvSpPr>
        <p:spPr>
          <a:xfrm rot="2700000">
            <a:off x="9039732" y="3334354"/>
            <a:ext cx="970552" cy="4541320"/>
          </a:xfrm>
          <a:custGeom>
            <a:avLst/>
            <a:gdLst>
              <a:gd name="connsiteX0" fmla="*/ 1 w 970552"/>
              <a:gd name="connsiteY0" fmla="*/ 970551 h 4540137"/>
              <a:gd name="connsiteX1" fmla="*/ 970552 w 970552"/>
              <a:gd name="connsiteY1" fmla="*/ 0 h 4540137"/>
              <a:gd name="connsiteX2" fmla="*/ 970552 w 970552"/>
              <a:gd name="connsiteY2" fmla="*/ 3569585 h 4540137"/>
              <a:gd name="connsiteX3" fmla="*/ 0 w 970552"/>
              <a:gd name="connsiteY3" fmla="*/ 4540137 h 4540137"/>
            </a:gdLst>
            <a:ahLst/>
            <a:cxnLst>
              <a:cxn ang="0">
                <a:pos x="connsiteX0" y="connsiteY0"/>
              </a:cxn>
              <a:cxn ang="0">
                <a:pos x="connsiteX1" y="connsiteY1"/>
              </a:cxn>
              <a:cxn ang="0">
                <a:pos x="connsiteX2" y="connsiteY2"/>
              </a:cxn>
              <a:cxn ang="0">
                <a:pos x="connsiteX3" y="connsiteY3"/>
              </a:cxn>
            </a:cxnLst>
            <a:rect l="l" t="t" r="r" b="b"/>
            <a:pathLst>
              <a:path w="970552" h="4540137">
                <a:moveTo>
                  <a:pt x="1" y="970551"/>
                </a:moveTo>
                <a:lnTo>
                  <a:pt x="970552" y="0"/>
                </a:lnTo>
                <a:lnTo>
                  <a:pt x="970552" y="3569585"/>
                </a:lnTo>
                <a:lnTo>
                  <a:pt x="0" y="4540137"/>
                </a:lnTo>
                <a:close/>
              </a:path>
            </a:pathLst>
          </a:custGeom>
          <a:gradFill>
            <a:gsLst>
              <a:gs pos="24000">
                <a:srgbClr val="7F35AB"/>
              </a:gs>
              <a:gs pos="87000">
                <a:srgbClr val="26408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863" name="Text Placeholder 862">
            <a:extLst>
              <a:ext uri="{FF2B5EF4-FFF2-40B4-BE49-F238E27FC236}">
                <a16:creationId xmlns:a16="http://schemas.microsoft.com/office/drawing/2014/main" id="{806A8161-3A3C-4E8C-98F0-AD01607CDAEE}"/>
              </a:ext>
            </a:extLst>
          </p:cNvPr>
          <p:cNvSpPr>
            <a:spLocks noGrp="1"/>
          </p:cNvSpPr>
          <p:nvPr>
            <p:ph type="body" sz="quarter" idx="12" hasCustomPrompt="1"/>
          </p:nvPr>
        </p:nvSpPr>
        <p:spPr>
          <a:xfrm>
            <a:off x="608172" y="2057403"/>
            <a:ext cx="5945146" cy="2285999"/>
          </a:xfrm>
        </p:spPr>
        <p:txBody>
          <a:bodyPr anchor="ctr"/>
          <a:lstStyle>
            <a:lvl1pPr>
              <a:lnSpc>
                <a:spcPct val="100000"/>
              </a:lnSpc>
              <a:spcBef>
                <a:spcPts val="0"/>
              </a:spcBef>
              <a:defRPr sz="3600"/>
            </a:lvl1pPr>
            <a:lvl2pPr marL="273054" indent="0">
              <a:buNone/>
              <a:defRPr/>
            </a:lvl2pPr>
          </a:lstStyle>
          <a:p>
            <a:pPr lvl="0"/>
            <a:r>
              <a:rPr lang="en-US"/>
              <a:t>Click to add text</a:t>
            </a:r>
          </a:p>
        </p:txBody>
      </p:sp>
      <p:sp>
        <p:nvSpPr>
          <p:cNvPr id="1512" name="TextBox 1511">
            <a:extLst>
              <a:ext uri="{FF2B5EF4-FFF2-40B4-BE49-F238E27FC236}">
                <a16:creationId xmlns:a16="http://schemas.microsoft.com/office/drawing/2014/main" id="{6C78DB77-69E8-414D-8309-EC1F1C8DCA8E}"/>
              </a:ext>
            </a:extLst>
          </p:cNvPr>
          <p:cNvSpPr txBox="1"/>
          <p:nvPr/>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grpSp>
        <p:nvGrpSpPr>
          <p:cNvPr id="16" name="Group 15">
            <a:extLst>
              <a:ext uri="{FF2B5EF4-FFF2-40B4-BE49-F238E27FC236}">
                <a16:creationId xmlns:a16="http://schemas.microsoft.com/office/drawing/2014/main" id="{BDA08A2D-0A8A-41FD-AA58-0A072FFF329F}"/>
              </a:ext>
            </a:extLst>
          </p:cNvPr>
          <p:cNvGrpSpPr/>
          <p:nvPr userDrawn="1"/>
        </p:nvGrpSpPr>
        <p:grpSpPr>
          <a:xfrm>
            <a:off x="608172" y="6445106"/>
            <a:ext cx="1184706" cy="186690"/>
            <a:chOff x="863272" y="6563918"/>
            <a:chExt cx="861082" cy="135727"/>
          </a:xfrm>
          <a:solidFill>
            <a:schemeClr val="bg1"/>
          </a:solidFill>
        </p:grpSpPr>
        <p:sp>
          <p:nvSpPr>
            <p:cNvPr id="18" name="Freeform 6">
              <a:extLst>
                <a:ext uri="{FF2B5EF4-FFF2-40B4-BE49-F238E27FC236}">
                  <a16:creationId xmlns:a16="http://schemas.microsoft.com/office/drawing/2014/main" id="{3596DD11-914A-4FCB-BD5A-B452681B61C0}"/>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9" name="Freeform 7">
              <a:extLst>
                <a:ext uri="{FF2B5EF4-FFF2-40B4-BE49-F238E27FC236}">
                  <a16:creationId xmlns:a16="http://schemas.microsoft.com/office/drawing/2014/main" id="{522938A5-2D76-46C8-B7C1-3F77D5812E8D}"/>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8">
              <a:extLst>
                <a:ext uri="{FF2B5EF4-FFF2-40B4-BE49-F238E27FC236}">
                  <a16:creationId xmlns:a16="http://schemas.microsoft.com/office/drawing/2014/main" id="{D6EDDC02-7874-477D-8151-D0B193E894D7}"/>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9">
              <a:extLst>
                <a:ext uri="{FF2B5EF4-FFF2-40B4-BE49-F238E27FC236}">
                  <a16:creationId xmlns:a16="http://schemas.microsoft.com/office/drawing/2014/main" id="{11497605-B9F0-499D-9BAD-CAD4DF264DDF}"/>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10">
              <a:extLst>
                <a:ext uri="{FF2B5EF4-FFF2-40B4-BE49-F238E27FC236}">
                  <a16:creationId xmlns:a16="http://schemas.microsoft.com/office/drawing/2014/main" id="{87A173DB-972A-49CD-B107-F84916A5F7E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1">
              <a:extLst>
                <a:ext uri="{FF2B5EF4-FFF2-40B4-BE49-F238E27FC236}">
                  <a16:creationId xmlns:a16="http://schemas.microsoft.com/office/drawing/2014/main" id="{AA7E256D-662E-4F46-945F-75B84B1B314D}"/>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5" name="Freeform 12">
              <a:extLst>
                <a:ext uri="{FF2B5EF4-FFF2-40B4-BE49-F238E27FC236}">
                  <a16:creationId xmlns:a16="http://schemas.microsoft.com/office/drawing/2014/main" id="{745AE183-7E5A-47CA-8BC0-5071F1977EE1}"/>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6" name="TextBox 25">
            <a:extLst>
              <a:ext uri="{FF2B5EF4-FFF2-40B4-BE49-F238E27FC236}">
                <a16:creationId xmlns:a16="http://schemas.microsoft.com/office/drawing/2014/main" id="{9C494915-7365-4D9B-82B2-73349D47E724}"/>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Tree>
    <p:extLst>
      <p:ext uri="{BB962C8B-B14F-4D97-AF65-F5344CB8AC3E}">
        <p14:creationId xmlns:p14="http://schemas.microsoft.com/office/powerpoint/2010/main" val="28255177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Big Statement – Blue">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19A14F3E-8802-40CC-94BC-F7A8969E93E3}"/>
              </a:ext>
            </a:extLst>
          </p:cNvPr>
          <p:cNvSpPr/>
          <p:nvPr userDrawn="1"/>
        </p:nvSpPr>
        <p:spPr>
          <a:xfrm rot="2700000">
            <a:off x="811897" y="-3658611"/>
            <a:ext cx="9864449" cy="13471649"/>
          </a:xfrm>
          <a:custGeom>
            <a:avLst/>
            <a:gdLst>
              <a:gd name="connsiteX0" fmla="*/ 0 w 9864449"/>
              <a:gd name="connsiteY0" fmla="*/ 7314461 h 13468141"/>
              <a:gd name="connsiteX1" fmla="*/ 7314462 w 9864449"/>
              <a:gd name="connsiteY1" fmla="*/ 0 h 13468141"/>
              <a:gd name="connsiteX2" fmla="*/ 9864449 w 9864449"/>
              <a:gd name="connsiteY2" fmla="*/ 2549987 h 13468141"/>
              <a:gd name="connsiteX3" fmla="*/ 9864449 w 9864449"/>
              <a:gd name="connsiteY3" fmla="*/ 7148688 h 13468141"/>
              <a:gd name="connsiteX4" fmla="*/ 3544996 w 9864449"/>
              <a:gd name="connsiteY4" fmla="*/ 13468141 h 13468141"/>
              <a:gd name="connsiteX5" fmla="*/ 0 w 9864449"/>
              <a:gd name="connsiteY5" fmla="*/ 9923145 h 1346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64449" h="13468141">
                <a:moveTo>
                  <a:pt x="0" y="7314461"/>
                </a:moveTo>
                <a:lnTo>
                  <a:pt x="7314462" y="0"/>
                </a:lnTo>
                <a:lnTo>
                  <a:pt x="9864449" y="2549987"/>
                </a:lnTo>
                <a:lnTo>
                  <a:pt x="9864449" y="7148688"/>
                </a:lnTo>
                <a:lnTo>
                  <a:pt x="3544996" y="13468141"/>
                </a:lnTo>
                <a:lnTo>
                  <a:pt x="0" y="9923145"/>
                </a:lnTo>
                <a:close/>
              </a:path>
            </a:pathLst>
          </a:custGeom>
          <a:gradFill>
            <a:gsLst>
              <a:gs pos="0">
                <a:schemeClr val="bg1">
                  <a:alpha val="76000"/>
                </a:schemeClr>
              </a:gs>
              <a:gs pos="89000">
                <a:schemeClr val="tx1">
                  <a:lumMod val="16000"/>
                  <a:lumOff val="84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Freeform: Shape 19">
            <a:extLst>
              <a:ext uri="{FF2B5EF4-FFF2-40B4-BE49-F238E27FC236}">
                <a16:creationId xmlns:a16="http://schemas.microsoft.com/office/drawing/2014/main" id="{0CD52C01-87CF-4DAA-AF73-217E439433CA}"/>
              </a:ext>
            </a:extLst>
          </p:cNvPr>
          <p:cNvSpPr/>
          <p:nvPr userDrawn="1"/>
        </p:nvSpPr>
        <p:spPr>
          <a:xfrm rot="2700000">
            <a:off x="9039732" y="3334354"/>
            <a:ext cx="970552" cy="4541320"/>
          </a:xfrm>
          <a:custGeom>
            <a:avLst/>
            <a:gdLst>
              <a:gd name="connsiteX0" fmla="*/ 1 w 970552"/>
              <a:gd name="connsiteY0" fmla="*/ 970551 h 4540137"/>
              <a:gd name="connsiteX1" fmla="*/ 970552 w 970552"/>
              <a:gd name="connsiteY1" fmla="*/ 0 h 4540137"/>
              <a:gd name="connsiteX2" fmla="*/ 970552 w 970552"/>
              <a:gd name="connsiteY2" fmla="*/ 3569585 h 4540137"/>
              <a:gd name="connsiteX3" fmla="*/ 0 w 970552"/>
              <a:gd name="connsiteY3" fmla="*/ 4540137 h 4540137"/>
            </a:gdLst>
            <a:ahLst/>
            <a:cxnLst>
              <a:cxn ang="0">
                <a:pos x="connsiteX0" y="connsiteY0"/>
              </a:cxn>
              <a:cxn ang="0">
                <a:pos x="connsiteX1" y="connsiteY1"/>
              </a:cxn>
              <a:cxn ang="0">
                <a:pos x="connsiteX2" y="connsiteY2"/>
              </a:cxn>
              <a:cxn ang="0">
                <a:pos x="connsiteX3" y="connsiteY3"/>
              </a:cxn>
            </a:cxnLst>
            <a:rect l="l" t="t" r="r" b="b"/>
            <a:pathLst>
              <a:path w="970552" h="4540137">
                <a:moveTo>
                  <a:pt x="1" y="970551"/>
                </a:moveTo>
                <a:lnTo>
                  <a:pt x="970552" y="0"/>
                </a:lnTo>
                <a:lnTo>
                  <a:pt x="970552" y="3569585"/>
                </a:lnTo>
                <a:lnTo>
                  <a:pt x="0" y="4540137"/>
                </a:lnTo>
                <a:close/>
              </a:path>
            </a:pathLst>
          </a:custGeom>
          <a:gradFill>
            <a:gsLst>
              <a:gs pos="24000">
                <a:schemeClr val="accent3"/>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863" name="Text Placeholder 862">
            <a:extLst>
              <a:ext uri="{FF2B5EF4-FFF2-40B4-BE49-F238E27FC236}">
                <a16:creationId xmlns:a16="http://schemas.microsoft.com/office/drawing/2014/main" id="{806A8161-3A3C-4E8C-98F0-AD01607CDAEE}"/>
              </a:ext>
            </a:extLst>
          </p:cNvPr>
          <p:cNvSpPr>
            <a:spLocks noGrp="1"/>
          </p:cNvSpPr>
          <p:nvPr>
            <p:ph type="body" sz="quarter" idx="12" hasCustomPrompt="1"/>
          </p:nvPr>
        </p:nvSpPr>
        <p:spPr>
          <a:xfrm>
            <a:off x="608172" y="2057403"/>
            <a:ext cx="5945146" cy="2285999"/>
          </a:xfrm>
        </p:spPr>
        <p:txBody>
          <a:bodyPr anchor="ctr"/>
          <a:lstStyle>
            <a:lvl1pPr>
              <a:lnSpc>
                <a:spcPct val="100000"/>
              </a:lnSpc>
              <a:spcBef>
                <a:spcPts val="0"/>
              </a:spcBef>
              <a:defRPr sz="3600"/>
            </a:lvl1pPr>
            <a:lvl2pPr marL="273054" indent="0">
              <a:buNone/>
              <a:defRPr/>
            </a:lvl2pPr>
          </a:lstStyle>
          <a:p>
            <a:pPr lvl="0"/>
            <a:r>
              <a:rPr lang="en-US"/>
              <a:t>Click to add text</a:t>
            </a:r>
          </a:p>
        </p:txBody>
      </p:sp>
      <p:sp>
        <p:nvSpPr>
          <p:cNvPr id="1512" name="TextBox 1511">
            <a:extLst>
              <a:ext uri="{FF2B5EF4-FFF2-40B4-BE49-F238E27FC236}">
                <a16:creationId xmlns:a16="http://schemas.microsoft.com/office/drawing/2014/main" id="{6C78DB77-69E8-414D-8309-EC1F1C8DCA8E}"/>
              </a:ext>
            </a:extLst>
          </p:cNvPr>
          <p:cNvSpPr txBox="1"/>
          <p:nvPr/>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grpSp>
        <p:nvGrpSpPr>
          <p:cNvPr id="16" name="Group 15">
            <a:extLst>
              <a:ext uri="{FF2B5EF4-FFF2-40B4-BE49-F238E27FC236}">
                <a16:creationId xmlns:a16="http://schemas.microsoft.com/office/drawing/2014/main" id="{BDA08A2D-0A8A-41FD-AA58-0A072FFF329F}"/>
              </a:ext>
            </a:extLst>
          </p:cNvPr>
          <p:cNvGrpSpPr/>
          <p:nvPr userDrawn="1"/>
        </p:nvGrpSpPr>
        <p:grpSpPr>
          <a:xfrm>
            <a:off x="608172" y="6445106"/>
            <a:ext cx="1184706" cy="186690"/>
            <a:chOff x="863272" y="6563918"/>
            <a:chExt cx="861082" cy="135727"/>
          </a:xfrm>
          <a:solidFill>
            <a:schemeClr val="bg1"/>
          </a:solidFill>
        </p:grpSpPr>
        <p:sp>
          <p:nvSpPr>
            <p:cNvPr id="18" name="Freeform 6">
              <a:extLst>
                <a:ext uri="{FF2B5EF4-FFF2-40B4-BE49-F238E27FC236}">
                  <a16:creationId xmlns:a16="http://schemas.microsoft.com/office/drawing/2014/main" id="{3596DD11-914A-4FCB-BD5A-B452681B61C0}"/>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9" name="Freeform 7">
              <a:extLst>
                <a:ext uri="{FF2B5EF4-FFF2-40B4-BE49-F238E27FC236}">
                  <a16:creationId xmlns:a16="http://schemas.microsoft.com/office/drawing/2014/main" id="{522938A5-2D76-46C8-B7C1-3F77D5812E8D}"/>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8">
              <a:extLst>
                <a:ext uri="{FF2B5EF4-FFF2-40B4-BE49-F238E27FC236}">
                  <a16:creationId xmlns:a16="http://schemas.microsoft.com/office/drawing/2014/main" id="{D6EDDC02-7874-477D-8151-D0B193E894D7}"/>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9">
              <a:extLst>
                <a:ext uri="{FF2B5EF4-FFF2-40B4-BE49-F238E27FC236}">
                  <a16:creationId xmlns:a16="http://schemas.microsoft.com/office/drawing/2014/main" id="{11497605-B9F0-499D-9BAD-CAD4DF264DDF}"/>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10">
              <a:extLst>
                <a:ext uri="{FF2B5EF4-FFF2-40B4-BE49-F238E27FC236}">
                  <a16:creationId xmlns:a16="http://schemas.microsoft.com/office/drawing/2014/main" id="{87A173DB-972A-49CD-B107-F84916A5F7E1}"/>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1">
              <a:extLst>
                <a:ext uri="{FF2B5EF4-FFF2-40B4-BE49-F238E27FC236}">
                  <a16:creationId xmlns:a16="http://schemas.microsoft.com/office/drawing/2014/main" id="{AA7E256D-662E-4F46-945F-75B84B1B314D}"/>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5" name="Freeform 12">
              <a:extLst>
                <a:ext uri="{FF2B5EF4-FFF2-40B4-BE49-F238E27FC236}">
                  <a16:creationId xmlns:a16="http://schemas.microsoft.com/office/drawing/2014/main" id="{745AE183-7E5A-47CA-8BC0-5071F1977EE1}"/>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6" name="TextBox 25">
            <a:extLst>
              <a:ext uri="{FF2B5EF4-FFF2-40B4-BE49-F238E27FC236}">
                <a16:creationId xmlns:a16="http://schemas.microsoft.com/office/drawing/2014/main" id="{9C494915-7365-4D9B-82B2-73349D47E724}"/>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Tree>
    <p:extLst>
      <p:ext uri="{BB962C8B-B14F-4D97-AF65-F5344CB8AC3E}">
        <p14:creationId xmlns:p14="http://schemas.microsoft.com/office/powerpoint/2010/main" val="8218862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ig Statement with Icon">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B95FD2E6-B8EA-4366-97C4-6A53370F84D0}"/>
              </a:ext>
            </a:extLst>
          </p:cNvPr>
          <p:cNvSpPr/>
          <p:nvPr userDrawn="1"/>
        </p:nvSpPr>
        <p:spPr>
          <a:xfrm>
            <a:off x="5381122" y="-52904"/>
            <a:ext cx="6811740" cy="6821367"/>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1">
                  <a:alpha val="76000"/>
                </a:schemeClr>
              </a:gs>
              <a:gs pos="89000">
                <a:schemeClr val="tx1">
                  <a:lumMod val="16000"/>
                  <a:lumOff val="84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774" name="TextBox 773">
            <a:extLst>
              <a:ext uri="{FF2B5EF4-FFF2-40B4-BE49-F238E27FC236}">
                <a16:creationId xmlns:a16="http://schemas.microsoft.com/office/drawing/2014/main" id="{BC2C04F8-C4D0-4DA4-8689-3A3303F0660F}"/>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2147" name="Oval 2146">
            <a:extLst>
              <a:ext uri="{FF2B5EF4-FFF2-40B4-BE49-F238E27FC236}">
                <a16:creationId xmlns:a16="http://schemas.microsoft.com/office/drawing/2014/main" id="{FDDA58E5-A99B-48C0-A6B7-6BAE32E46F62}"/>
              </a:ext>
            </a:extLst>
          </p:cNvPr>
          <p:cNvSpPr/>
          <p:nvPr userDrawn="1"/>
        </p:nvSpPr>
        <p:spPr bwMode="gray">
          <a:xfrm>
            <a:off x="7275710" y="1515193"/>
            <a:ext cx="3736885" cy="3735912"/>
          </a:xfrm>
          <a:prstGeom prst="ellipse">
            <a:avLst/>
          </a:prstGeom>
          <a:solidFill>
            <a:schemeClr val="accent1"/>
          </a:solidFill>
          <a:ln w="7620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6" lvl="0" algn="ctr">
              <a:spcAft>
                <a:spcPts val="800"/>
              </a:spcAft>
            </a:pPr>
            <a:endParaRPr lang="en-US" sz="1400" kern="0"/>
          </a:p>
        </p:txBody>
      </p:sp>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172" y="2514603"/>
            <a:ext cx="5487273" cy="1828799"/>
          </a:xfrm>
        </p:spPr>
        <p:txBody>
          <a:bodyPr anchor="ctr"/>
          <a:lstStyle>
            <a:lvl1pPr>
              <a:lnSpc>
                <a:spcPct val="100000"/>
              </a:lnSpc>
              <a:spcBef>
                <a:spcPts val="0"/>
              </a:spcBef>
              <a:defRPr sz="3600"/>
            </a:lvl1pPr>
            <a:lvl2pPr marL="273054" indent="0">
              <a:buNone/>
              <a:defRPr/>
            </a:lvl2pPr>
          </a:lstStyle>
          <a:p>
            <a:pPr lvl="0"/>
            <a:r>
              <a:rPr lang="en-US"/>
              <a:t>Click to add text</a:t>
            </a:r>
          </a:p>
        </p:txBody>
      </p:sp>
    </p:spTree>
    <p:extLst>
      <p:ext uri="{BB962C8B-B14F-4D97-AF65-F5344CB8AC3E}">
        <p14:creationId xmlns:p14="http://schemas.microsoft.com/office/powerpoint/2010/main" val="1064390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ig Statement with Icon – Green">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04AD3C8-5B0F-4AB1-B568-AA55FF64194A}"/>
              </a:ext>
            </a:extLst>
          </p:cNvPr>
          <p:cNvSpPr/>
          <p:nvPr userDrawn="1"/>
        </p:nvSpPr>
        <p:spPr>
          <a:xfrm>
            <a:off x="5381122" y="-52904"/>
            <a:ext cx="6811740" cy="6821367"/>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1">
                  <a:alpha val="76000"/>
                </a:schemeClr>
              </a:gs>
              <a:gs pos="89000">
                <a:schemeClr val="tx1">
                  <a:lumMod val="16000"/>
                  <a:lumOff val="84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774" name="TextBox 773">
            <a:extLst>
              <a:ext uri="{FF2B5EF4-FFF2-40B4-BE49-F238E27FC236}">
                <a16:creationId xmlns:a16="http://schemas.microsoft.com/office/drawing/2014/main" id="{BC2C04F8-C4D0-4DA4-8689-3A3303F0660F}"/>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2147" name="Oval 2146">
            <a:extLst>
              <a:ext uri="{FF2B5EF4-FFF2-40B4-BE49-F238E27FC236}">
                <a16:creationId xmlns:a16="http://schemas.microsoft.com/office/drawing/2014/main" id="{FDDA58E5-A99B-48C0-A6B7-6BAE32E46F62}"/>
              </a:ext>
            </a:extLst>
          </p:cNvPr>
          <p:cNvSpPr/>
          <p:nvPr userDrawn="1"/>
        </p:nvSpPr>
        <p:spPr bwMode="gray">
          <a:xfrm rot="10800000">
            <a:off x="7275710" y="1515193"/>
            <a:ext cx="3736885" cy="3735912"/>
          </a:xfrm>
          <a:prstGeom prst="ellipse">
            <a:avLst/>
          </a:prstGeom>
          <a:solidFill>
            <a:schemeClr val="accent4"/>
          </a:solidFill>
          <a:ln w="7620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6" lvl="0" algn="ctr">
              <a:spcAft>
                <a:spcPts val="800"/>
              </a:spcAft>
            </a:pPr>
            <a:endParaRPr lang="en-US" sz="1400" kern="0"/>
          </a:p>
        </p:txBody>
      </p:sp>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172" y="2514603"/>
            <a:ext cx="5487273" cy="1828799"/>
          </a:xfrm>
        </p:spPr>
        <p:txBody>
          <a:bodyPr anchor="ctr"/>
          <a:lstStyle>
            <a:lvl1pPr>
              <a:lnSpc>
                <a:spcPct val="100000"/>
              </a:lnSpc>
              <a:spcBef>
                <a:spcPts val="0"/>
              </a:spcBef>
              <a:defRPr sz="3600"/>
            </a:lvl1pPr>
            <a:lvl2pPr marL="273054" indent="0">
              <a:buNone/>
              <a:defRPr/>
            </a:lvl2pPr>
          </a:lstStyle>
          <a:p>
            <a:pPr lvl="0"/>
            <a:r>
              <a:rPr lang="en-US"/>
              <a:t>Click to add text</a:t>
            </a:r>
          </a:p>
        </p:txBody>
      </p:sp>
    </p:spTree>
    <p:extLst>
      <p:ext uri="{BB962C8B-B14F-4D97-AF65-F5344CB8AC3E}">
        <p14:creationId xmlns:p14="http://schemas.microsoft.com/office/powerpoint/2010/main" val="337173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ig Statement with Icon – Purple">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8E49745E-959E-424E-B5AD-B75ACA32BFE8}"/>
              </a:ext>
            </a:extLst>
          </p:cNvPr>
          <p:cNvSpPr/>
          <p:nvPr userDrawn="1"/>
        </p:nvSpPr>
        <p:spPr>
          <a:xfrm>
            <a:off x="5381122" y="-52904"/>
            <a:ext cx="6811740" cy="6821367"/>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1">
                  <a:alpha val="76000"/>
                </a:schemeClr>
              </a:gs>
              <a:gs pos="89000">
                <a:schemeClr val="tx1">
                  <a:lumMod val="16000"/>
                  <a:lumOff val="84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774" name="TextBox 773">
            <a:extLst>
              <a:ext uri="{FF2B5EF4-FFF2-40B4-BE49-F238E27FC236}">
                <a16:creationId xmlns:a16="http://schemas.microsoft.com/office/drawing/2014/main" id="{BC2C04F8-C4D0-4DA4-8689-3A3303F0660F}"/>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
        <p:nvSpPr>
          <p:cNvPr id="2147" name="Oval 2146">
            <a:extLst>
              <a:ext uri="{FF2B5EF4-FFF2-40B4-BE49-F238E27FC236}">
                <a16:creationId xmlns:a16="http://schemas.microsoft.com/office/drawing/2014/main" id="{FDDA58E5-A99B-48C0-A6B7-6BAE32E46F62}"/>
              </a:ext>
            </a:extLst>
          </p:cNvPr>
          <p:cNvSpPr/>
          <p:nvPr userDrawn="1"/>
        </p:nvSpPr>
        <p:spPr bwMode="gray">
          <a:xfrm>
            <a:off x="7275710" y="1515193"/>
            <a:ext cx="3736885" cy="3735912"/>
          </a:xfrm>
          <a:prstGeom prst="ellipse">
            <a:avLst/>
          </a:prstGeom>
          <a:solidFill>
            <a:schemeClr val="accent5"/>
          </a:solidFill>
          <a:ln w="7620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6" lvl="0" algn="ctr">
              <a:spcAft>
                <a:spcPts val="800"/>
              </a:spcAft>
            </a:pPr>
            <a:endParaRPr lang="en-US" sz="1400" kern="0"/>
          </a:p>
        </p:txBody>
      </p:sp>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172" y="2514603"/>
            <a:ext cx="5487273" cy="1828799"/>
          </a:xfrm>
        </p:spPr>
        <p:txBody>
          <a:bodyPr anchor="ctr"/>
          <a:lstStyle>
            <a:lvl1pPr>
              <a:lnSpc>
                <a:spcPct val="100000"/>
              </a:lnSpc>
              <a:spcBef>
                <a:spcPts val="0"/>
              </a:spcBef>
              <a:defRPr sz="3600"/>
            </a:lvl1pPr>
            <a:lvl2pPr marL="273054" indent="0">
              <a:buNone/>
              <a:defRPr/>
            </a:lvl2pPr>
          </a:lstStyle>
          <a:p>
            <a:pPr lvl="0"/>
            <a:r>
              <a:rPr lang="en-US"/>
              <a:t>Click to add text</a:t>
            </a:r>
          </a:p>
        </p:txBody>
      </p:sp>
    </p:spTree>
    <p:extLst>
      <p:ext uri="{BB962C8B-B14F-4D97-AF65-F5344CB8AC3E}">
        <p14:creationId xmlns:p14="http://schemas.microsoft.com/office/powerpoint/2010/main" val="84378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ig Statement with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7457" y="0"/>
            <a:ext cx="5404545" cy="6764798"/>
          </a:xfrm>
        </p:spPr>
        <p:txBody>
          <a:bodyPr lIns="640080" tIns="0" rIns="640080" anchor="ctr"/>
          <a:lstStyle>
            <a:lvl1pPr algn="ctr">
              <a:defRPr/>
            </a:lvl1pPr>
          </a:lstStyle>
          <a:p>
            <a:r>
              <a:rPr lang="en-US"/>
              <a:t>Click on the icon to insert a picture from your computer</a:t>
            </a:r>
          </a:p>
        </p:txBody>
      </p:sp>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172" y="2514603"/>
            <a:ext cx="5487273" cy="1828799"/>
          </a:xfrm>
        </p:spPr>
        <p:txBody>
          <a:bodyPr anchor="ctr"/>
          <a:lstStyle>
            <a:lvl1pPr>
              <a:lnSpc>
                <a:spcPct val="100000"/>
              </a:lnSpc>
              <a:spcBef>
                <a:spcPts val="0"/>
              </a:spcBef>
              <a:defRPr sz="3600"/>
            </a:lvl1pPr>
            <a:lvl2pPr marL="273054" indent="0">
              <a:buNone/>
              <a:defRPr/>
            </a:lvl2pPr>
          </a:lstStyle>
          <a:p>
            <a:pPr lvl="0"/>
            <a:r>
              <a:rPr lang="en-US"/>
              <a:t>Click to add text</a:t>
            </a:r>
          </a:p>
        </p:txBody>
      </p:sp>
      <p:sp>
        <p:nvSpPr>
          <p:cNvPr id="21" name="TextBox 20">
            <a:extLst>
              <a:ext uri="{FF2B5EF4-FFF2-40B4-BE49-F238E27FC236}">
                <a16:creationId xmlns:a16="http://schemas.microsoft.com/office/drawing/2014/main" id="{EA6E1A1B-7C56-4DE3-BC90-B387C7F3E670}"/>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Tree>
    <p:extLst>
      <p:ext uri="{BB962C8B-B14F-4D97-AF65-F5344CB8AC3E}">
        <p14:creationId xmlns:p14="http://schemas.microsoft.com/office/powerpoint/2010/main" val="518418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ig Statistic">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0F1D41E-848B-4178-A0D2-2A18C6921400}"/>
              </a:ext>
            </a:extLst>
          </p:cNvPr>
          <p:cNvSpPr/>
          <p:nvPr userDrawn="1"/>
        </p:nvSpPr>
        <p:spPr bwMode="hidden">
          <a:xfrm>
            <a:off x="0" y="0"/>
            <a:ext cx="12191997" cy="43322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7" name="Oval 6">
            <a:extLst>
              <a:ext uri="{FF2B5EF4-FFF2-40B4-BE49-F238E27FC236}">
                <a16:creationId xmlns:a16="http://schemas.microsoft.com/office/drawing/2014/main" id="{F1ED419A-30D8-44AB-9256-156B54D449CD}"/>
              </a:ext>
            </a:extLst>
          </p:cNvPr>
          <p:cNvSpPr/>
          <p:nvPr userDrawn="1"/>
        </p:nvSpPr>
        <p:spPr bwMode="white">
          <a:xfrm>
            <a:off x="672703" y="722997"/>
            <a:ext cx="4471564"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5" name="Text Placeholder 14">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7588" y="2514602"/>
            <a:ext cx="5028923" cy="1371601"/>
          </a:xfrm>
        </p:spPr>
        <p:txBody>
          <a:bodyPr anchor="ctr"/>
          <a:lstStyle>
            <a:lvl1pPr>
              <a:spcBef>
                <a:spcPts val="0"/>
              </a:spcBef>
              <a:defRPr sz="3600">
                <a:solidFill>
                  <a:schemeClr val="tx2"/>
                </a:solidFill>
              </a:defRPr>
            </a:lvl1pPr>
          </a:lstStyle>
          <a:p>
            <a:pPr lvl="0"/>
            <a:r>
              <a:rPr lang="en-US"/>
              <a:t>Click to add text</a:t>
            </a:r>
          </a:p>
        </p:txBody>
      </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a:xfrm>
            <a:off x="662846" y="722997"/>
            <a:ext cx="4481423" cy="4480256"/>
          </a:xfrm>
        </p:spPr>
        <p:txBody>
          <a:bodyPr anchor="ctr"/>
          <a:lstStyle>
            <a:lvl1pPr algn="ctr">
              <a:defRPr/>
            </a:lvl1pPr>
          </a:lstStyle>
          <a:p>
            <a:r>
              <a:rPr lang="en-US"/>
              <a:t>Click to insert a </a:t>
            </a:r>
            <a:br>
              <a:rPr lang="en-US"/>
            </a:br>
            <a:r>
              <a:rPr lang="en-US"/>
              <a:t>Doughnut chart</a:t>
            </a:r>
          </a:p>
        </p:txBody>
      </p:sp>
      <p:sp>
        <p:nvSpPr>
          <p:cNvPr id="13" name="Text Placeholder 12">
            <a:extLst>
              <a:ext uri="{FF2B5EF4-FFF2-40B4-BE49-F238E27FC236}">
                <a16:creationId xmlns:a16="http://schemas.microsoft.com/office/drawing/2014/main" id="{8C4F4198-4BE0-4282-8B86-20DED598DC17}"/>
              </a:ext>
            </a:extLst>
          </p:cNvPr>
          <p:cNvSpPr>
            <a:spLocks noGrp="1"/>
          </p:cNvSpPr>
          <p:nvPr>
            <p:ph type="body" sz="quarter" idx="18"/>
          </p:nvPr>
        </p:nvSpPr>
        <p:spPr>
          <a:xfrm>
            <a:off x="608489" y="5507147"/>
            <a:ext cx="1371421" cy="423862"/>
          </a:xfrm>
        </p:spPr>
        <p:txBody>
          <a:bodyPr/>
          <a:lstStyle>
            <a:lvl1pPr algn="l">
              <a:defRPr sz="1200">
                <a:solidFill>
                  <a:schemeClr val="accent4"/>
                </a:solidFill>
              </a:defRPr>
            </a:lvl1pPr>
          </a:lstStyle>
          <a:p>
            <a:pPr lvl="0"/>
            <a:r>
              <a:rPr lang="en-US"/>
              <a:t>Edit Master text styles</a:t>
            </a:r>
          </a:p>
        </p:txBody>
      </p:sp>
      <p:sp>
        <p:nvSpPr>
          <p:cNvPr id="70" name="Text Placeholder 12">
            <a:extLst>
              <a:ext uri="{FF2B5EF4-FFF2-40B4-BE49-F238E27FC236}">
                <a16:creationId xmlns:a16="http://schemas.microsoft.com/office/drawing/2014/main" id="{4B5F4E67-F2E8-4777-B495-668C321DCBAF}"/>
              </a:ext>
            </a:extLst>
          </p:cNvPr>
          <p:cNvSpPr>
            <a:spLocks noGrp="1"/>
          </p:cNvSpPr>
          <p:nvPr>
            <p:ph type="body" sz="quarter" idx="19"/>
          </p:nvPr>
        </p:nvSpPr>
        <p:spPr>
          <a:xfrm>
            <a:off x="2437051" y="5507147"/>
            <a:ext cx="1371421" cy="423862"/>
          </a:xfrm>
        </p:spPr>
        <p:txBody>
          <a:bodyPr/>
          <a:lstStyle>
            <a:lvl1pPr algn="l">
              <a:defRPr sz="1200">
                <a:solidFill>
                  <a:schemeClr val="accent6"/>
                </a:solidFill>
              </a:defRPr>
            </a:lvl1pPr>
          </a:lstStyle>
          <a:p>
            <a:pPr lvl="0"/>
            <a:r>
              <a:rPr lang="en-US"/>
              <a:t>Edit Master text styles</a:t>
            </a:r>
          </a:p>
        </p:txBody>
      </p:sp>
      <p:sp>
        <p:nvSpPr>
          <p:cNvPr id="71" name="Text Placeholder 12">
            <a:extLst>
              <a:ext uri="{FF2B5EF4-FFF2-40B4-BE49-F238E27FC236}">
                <a16:creationId xmlns:a16="http://schemas.microsoft.com/office/drawing/2014/main" id="{704846F3-64ED-4181-8AEC-68B9734DA96D}"/>
              </a:ext>
            </a:extLst>
          </p:cNvPr>
          <p:cNvSpPr>
            <a:spLocks noGrp="1"/>
          </p:cNvSpPr>
          <p:nvPr>
            <p:ph type="body" sz="quarter" idx="20"/>
          </p:nvPr>
        </p:nvSpPr>
        <p:spPr>
          <a:xfrm>
            <a:off x="4262213" y="5507147"/>
            <a:ext cx="1371421" cy="423862"/>
          </a:xfrm>
        </p:spPr>
        <p:txBody>
          <a:bodyPr/>
          <a:lstStyle>
            <a:lvl1pPr algn="l">
              <a:defRPr sz="1200">
                <a:solidFill>
                  <a:schemeClr val="accent3"/>
                </a:solidFill>
              </a:defRPr>
            </a:lvl1pPr>
          </a:lstStyle>
          <a:p>
            <a:pPr lvl="0"/>
            <a:r>
              <a:rPr lang="en-US"/>
              <a:t>Edit Master text styles</a:t>
            </a:r>
          </a:p>
        </p:txBody>
      </p:sp>
      <p:sp>
        <p:nvSpPr>
          <p:cNvPr id="72" name="Text Placeholder 12">
            <a:extLst>
              <a:ext uri="{FF2B5EF4-FFF2-40B4-BE49-F238E27FC236}">
                <a16:creationId xmlns:a16="http://schemas.microsoft.com/office/drawing/2014/main" id="{DD17F439-D919-44B7-889F-96A1DAF172D4}"/>
              </a:ext>
            </a:extLst>
          </p:cNvPr>
          <p:cNvSpPr>
            <a:spLocks noGrp="1"/>
          </p:cNvSpPr>
          <p:nvPr>
            <p:ph type="body" sz="quarter" idx="21"/>
          </p:nvPr>
        </p:nvSpPr>
        <p:spPr>
          <a:xfrm>
            <a:off x="6089695" y="5507147"/>
            <a:ext cx="1371421" cy="423862"/>
          </a:xfrm>
        </p:spPr>
        <p:txBody>
          <a:bodyPr/>
          <a:lstStyle>
            <a:lvl1pPr algn="l">
              <a:defRPr sz="1200">
                <a:solidFill>
                  <a:schemeClr val="accent1"/>
                </a:solidFill>
              </a:defRPr>
            </a:lvl1pPr>
          </a:lstStyle>
          <a:p>
            <a:pPr lvl="0"/>
            <a:r>
              <a:rPr lang="en-US"/>
              <a:t>Edit Master text styles</a:t>
            </a:r>
          </a:p>
        </p:txBody>
      </p:sp>
      <p:sp>
        <p:nvSpPr>
          <p:cNvPr id="73" name="Text Placeholder 12">
            <a:extLst>
              <a:ext uri="{FF2B5EF4-FFF2-40B4-BE49-F238E27FC236}">
                <a16:creationId xmlns:a16="http://schemas.microsoft.com/office/drawing/2014/main" id="{0DA74846-CC03-44FE-9AE5-4975E808F8A0}"/>
              </a:ext>
            </a:extLst>
          </p:cNvPr>
          <p:cNvSpPr>
            <a:spLocks noGrp="1"/>
          </p:cNvSpPr>
          <p:nvPr>
            <p:ph type="body" sz="quarter" idx="22"/>
          </p:nvPr>
        </p:nvSpPr>
        <p:spPr>
          <a:xfrm>
            <a:off x="7922735" y="5507147"/>
            <a:ext cx="1371421" cy="423862"/>
          </a:xfrm>
        </p:spPr>
        <p:txBody>
          <a:bodyPr/>
          <a:lstStyle>
            <a:lvl1pPr algn="l">
              <a:defRPr sz="1200">
                <a:solidFill>
                  <a:schemeClr val="accent2"/>
                </a:solidFill>
              </a:defRPr>
            </a:lvl1pPr>
          </a:lstStyle>
          <a:p>
            <a:pPr lvl="0"/>
            <a:r>
              <a:rPr lang="en-US"/>
              <a:t>Edit Master text styles</a:t>
            </a:r>
          </a:p>
        </p:txBody>
      </p:sp>
      <p:sp>
        <p:nvSpPr>
          <p:cNvPr id="74" name="Text Placeholder 12">
            <a:extLst>
              <a:ext uri="{FF2B5EF4-FFF2-40B4-BE49-F238E27FC236}">
                <a16:creationId xmlns:a16="http://schemas.microsoft.com/office/drawing/2014/main" id="{EB51A67B-FBDC-4AB8-B81A-6B6B96D04F4E}"/>
              </a:ext>
            </a:extLst>
          </p:cNvPr>
          <p:cNvSpPr>
            <a:spLocks noGrp="1"/>
          </p:cNvSpPr>
          <p:nvPr>
            <p:ph type="body" sz="quarter" idx="23"/>
          </p:nvPr>
        </p:nvSpPr>
        <p:spPr>
          <a:xfrm>
            <a:off x="9752568" y="5507147"/>
            <a:ext cx="1371421" cy="423862"/>
          </a:xfrm>
        </p:spPr>
        <p:txBody>
          <a:bodyPr/>
          <a:lstStyle>
            <a:lvl1pPr algn="l">
              <a:defRPr sz="1200">
                <a:solidFill>
                  <a:schemeClr val="accent5"/>
                </a:solidFill>
              </a:defRPr>
            </a:lvl1pPr>
          </a:lstStyle>
          <a:p>
            <a:pPr lvl="0"/>
            <a:r>
              <a:rPr lang="en-US"/>
              <a:t>Edit Master text styles</a:t>
            </a:r>
          </a:p>
        </p:txBody>
      </p:sp>
      <p:sp>
        <p:nvSpPr>
          <p:cNvPr id="75" name="TextBox 74">
            <a:extLst>
              <a:ext uri="{FF2B5EF4-FFF2-40B4-BE49-F238E27FC236}">
                <a16:creationId xmlns:a16="http://schemas.microsoft.com/office/drawing/2014/main" id="{6C03ACE7-B591-43FD-A636-47D01F482F04}"/>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Tree>
    <p:extLst>
      <p:ext uri="{BB962C8B-B14F-4D97-AF65-F5344CB8AC3E}">
        <p14:creationId xmlns:p14="http://schemas.microsoft.com/office/powerpoint/2010/main" val="4127433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5025D71-18A5-4A22-8386-917E1B08C46A}"/>
              </a:ext>
            </a:extLst>
          </p:cNvPr>
          <p:cNvSpPr txBox="1"/>
          <p:nvPr userDrawn="1"/>
        </p:nvSpPr>
        <p:spPr>
          <a:xfrm>
            <a:off x="11493934" y="6388102"/>
            <a:ext cx="438104"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sz="1800">
              <a:latin typeface="+mj-lt"/>
            </a:endParaRPr>
          </a:p>
        </p:txBody>
      </p:sp>
    </p:spTree>
    <p:extLst>
      <p:ext uri="{BB962C8B-B14F-4D97-AF65-F5344CB8AC3E}">
        <p14:creationId xmlns:p14="http://schemas.microsoft.com/office/powerpoint/2010/main" val="3097855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A88A8ACB-CBE3-4DC0-BBE3-C6829C462CD7}"/>
              </a:ext>
            </a:extLst>
          </p:cNvPr>
          <p:cNvSpPr/>
          <p:nvPr userDrawn="1"/>
        </p:nvSpPr>
        <p:spPr>
          <a:xfrm rot="2700000">
            <a:off x="500610" y="-2251805"/>
            <a:ext cx="2891746" cy="8397980"/>
          </a:xfrm>
          <a:custGeom>
            <a:avLst/>
            <a:gdLst>
              <a:gd name="connsiteX0" fmla="*/ 0 w 2891746"/>
              <a:gd name="connsiteY0" fmla="*/ 2890035 h 8395793"/>
              <a:gd name="connsiteX1" fmla="*/ 1390389 w 2891746"/>
              <a:gd name="connsiteY1" fmla="*/ 1499646 h 8395793"/>
              <a:gd name="connsiteX2" fmla="*/ 1390389 w 2891746"/>
              <a:gd name="connsiteY2" fmla="*/ 1499646 h 8395793"/>
              <a:gd name="connsiteX3" fmla="*/ 2890036 w 2891746"/>
              <a:gd name="connsiteY3" fmla="*/ 0 h 8395793"/>
              <a:gd name="connsiteX4" fmla="*/ 2890036 w 2891746"/>
              <a:gd name="connsiteY4" fmla="*/ 8322767 h 8395793"/>
              <a:gd name="connsiteX5" fmla="*/ 2891746 w 2891746"/>
              <a:gd name="connsiteY5" fmla="*/ 8340727 h 8395793"/>
              <a:gd name="connsiteX6" fmla="*/ 2891741 w 2891746"/>
              <a:gd name="connsiteY6" fmla="*/ 8395793 h 8395793"/>
              <a:gd name="connsiteX7" fmla="*/ 2546313 w 2891746"/>
              <a:gd name="connsiteY7" fmla="*/ 8050365 h 8395793"/>
              <a:gd name="connsiteX8" fmla="*/ 2546315 w 2891746"/>
              <a:gd name="connsiteY8" fmla="*/ 8050364 h 8395793"/>
              <a:gd name="connsiteX9" fmla="*/ 0 w 2891746"/>
              <a:gd name="connsiteY9" fmla="*/ 5504049 h 8395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91746" h="8395793">
                <a:moveTo>
                  <a:pt x="0" y="2890035"/>
                </a:moveTo>
                <a:lnTo>
                  <a:pt x="1390389" y="1499646"/>
                </a:lnTo>
                <a:lnTo>
                  <a:pt x="1390389" y="1499646"/>
                </a:lnTo>
                <a:lnTo>
                  <a:pt x="2890036" y="0"/>
                </a:lnTo>
                <a:lnTo>
                  <a:pt x="2890036" y="8322767"/>
                </a:lnTo>
                <a:lnTo>
                  <a:pt x="2891746" y="8340727"/>
                </a:lnTo>
                <a:lnTo>
                  <a:pt x="2891741" y="8395793"/>
                </a:lnTo>
                <a:lnTo>
                  <a:pt x="2546313" y="8050365"/>
                </a:lnTo>
                <a:lnTo>
                  <a:pt x="2546315" y="8050364"/>
                </a:lnTo>
                <a:lnTo>
                  <a:pt x="0" y="5504049"/>
                </a:lnTo>
                <a:close/>
              </a:path>
            </a:pathLst>
          </a:custGeom>
          <a:gradFill>
            <a:gsLst>
              <a:gs pos="24000">
                <a:schemeClr val="accent4"/>
              </a:gs>
              <a:gs pos="100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14" name="Group 13">
            <a:extLst>
              <a:ext uri="{FF2B5EF4-FFF2-40B4-BE49-F238E27FC236}">
                <a16:creationId xmlns:a16="http://schemas.microsoft.com/office/drawing/2014/main" id="{B5B87096-C8D7-45D0-8DCC-218276F547CC}"/>
              </a:ext>
            </a:extLst>
          </p:cNvPr>
          <p:cNvGrpSpPr/>
          <p:nvPr userDrawn="1"/>
        </p:nvGrpSpPr>
        <p:grpSpPr>
          <a:xfrm>
            <a:off x="608172" y="6445106"/>
            <a:ext cx="1184706" cy="186690"/>
            <a:chOff x="863272" y="6563918"/>
            <a:chExt cx="861082" cy="135727"/>
          </a:xfrm>
          <a:solidFill>
            <a:schemeClr val="tx1"/>
          </a:solidFill>
        </p:grpSpPr>
        <p:sp>
          <p:nvSpPr>
            <p:cNvPr id="16" name="Freeform 6">
              <a:extLst>
                <a:ext uri="{FF2B5EF4-FFF2-40B4-BE49-F238E27FC236}">
                  <a16:creationId xmlns:a16="http://schemas.microsoft.com/office/drawing/2014/main" id="{FAC0FC71-A82A-4369-B44E-4E8FF53CA13C}"/>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7" name="Freeform 7">
              <a:extLst>
                <a:ext uri="{FF2B5EF4-FFF2-40B4-BE49-F238E27FC236}">
                  <a16:creationId xmlns:a16="http://schemas.microsoft.com/office/drawing/2014/main" id="{0D84D398-3251-432F-8986-05570D3BB867}"/>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9" name="Freeform 8">
              <a:extLst>
                <a:ext uri="{FF2B5EF4-FFF2-40B4-BE49-F238E27FC236}">
                  <a16:creationId xmlns:a16="http://schemas.microsoft.com/office/drawing/2014/main" id="{07096BFD-803A-42D4-BA19-C683E35B0D07}"/>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0" name="Freeform 9">
              <a:extLst>
                <a:ext uri="{FF2B5EF4-FFF2-40B4-BE49-F238E27FC236}">
                  <a16:creationId xmlns:a16="http://schemas.microsoft.com/office/drawing/2014/main" id="{089E6840-6882-4279-A152-16C7CCB9BE34}"/>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10">
              <a:extLst>
                <a:ext uri="{FF2B5EF4-FFF2-40B4-BE49-F238E27FC236}">
                  <a16:creationId xmlns:a16="http://schemas.microsoft.com/office/drawing/2014/main" id="{021DF59C-D6C9-4EC0-90A3-7752F6B7220B}"/>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1">
              <a:extLst>
                <a:ext uri="{FF2B5EF4-FFF2-40B4-BE49-F238E27FC236}">
                  <a16:creationId xmlns:a16="http://schemas.microsoft.com/office/drawing/2014/main" id="{E4C478B3-2ECE-440E-A04E-B8C84D0416EF}"/>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5" name="Freeform 12">
              <a:extLst>
                <a:ext uri="{FF2B5EF4-FFF2-40B4-BE49-F238E27FC236}">
                  <a16:creationId xmlns:a16="http://schemas.microsoft.com/office/drawing/2014/main" id="{2190CFD5-6EEA-46D1-AE5E-D69C2E08F3D5}"/>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6" name="TextBox 25">
            <a:extLst>
              <a:ext uri="{FF2B5EF4-FFF2-40B4-BE49-F238E27FC236}">
                <a16:creationId xmlns:a16="http://schemas.microsoft.com/office/drawing/2014/main" id="{D479A9FB-8CEE-475F-BF22-3B0B11EB4E81}"/>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
        <p:nvSpPr>
          <p:cNvPr id="4" name="TextBox 3">
            <a:extLst>
              <a:ext uri="{FF2B5EF4-FFF2-40B4-BE49-F238E27FC236}">
                <a16:creationId xmlns:a16="http://schemas.microsoft.com/office/drawing/2014/main" id="{E52F598B-F734-42BE-8CB8-5E3FDDD7ED52}"/>
              </a:ext>
            </a:extLst>
          </p:cNvPr>
          <p:cNvSpPr txBox="1"/>
          <p:nvPr userDrawn="1"/>
        </p:nvSpPr>
        <p:spPr>
          <a:xfrm>
            <a:off x="7124768" y="4133700"/>
            <a:ext cx="3586491" cy="692497"/>
          </a:xfrm>
          <a:prstGeom prst="rect">
            <a:avLst/>
          </a:prstGeom>
        </p:spPr>
        <p:txBody>
          <a:bodyPr wrap="square" lIns="0" tIns="0" rIns="0" bIns="0" rtlCol="0">
            <a:spAutoFit/>
          </a:bodyPr>
          <a:lstStyle/>
          <a:p>
            <a:pPr algn="r" defTabSz="914415" rtl="0" eaLnBrk="1" latinLnBrk="0" hangingPunct="1">
              <a:lnSpc>
                <a:spcPct val="90000"/>
              </a:lnSpc>
              <a:spcBef>
                <a:spcPct val="0"/>
              </a:spcBef>
              <a:spcAft>
                <a:spcPts val="600"/>
              </a:spcAft>
              <a:buNone/>
            </a:pPr>
            <a:r>
              <a:rPr lang="en-US" sz="5000" b="0" kern="1200" cap="none" baseline="0">
                <a:solidFill>
                  <a:schemeClr val="accent2"/>
                </a:solidFill>
                <a:latin typeface="+mj-lt"/>
                <a:ea typeface="+mj-ea"/>
                <a:cs typeface="+mj-cs"/>
              </a:rPr>
              <a:t>Thank You</a:t>
            </a:r>
          </a:p>
        </p:txBody>
      </p:sp>
      <p:sp>
        <p:nvSpPr>
          <p:cNvPr id="28" name="Freeform: Shape 27">
            <a:extLst>
              <a:ext uri="{FF2B5EF4-FFF2-40B4-BE49-F238E27FC236}">
                <a16:creationId xmlns:a16="http://schemas.microsoft.com/office/drawing/2014/main" id="{5B8D218C-9E1A-4E8B-A343-F3F3A628E78E}"/>
              </a:ext>
            </a:extLst>
          </p:cNvPr>
          <p:cNvSpPr/>
          <p:nvPr userDrawn="1"/>
        </p:nvSpPr>
        <p:spPr>
          <a:xfrm rot="18900000">
            <a:off x="-1253763" y="2913755"/>
            <a:ext cx="6374445" cy="905566"/>
          </a:xfrm>
          <a:custGeom>
            <a:avLst/>
            <a:gdLst>
              <a:gd name="connsiteX0" fmla="*/ 6372785 w 6372785"/>
              <a:gd name="connsiteY0" fmla="*/ 0 h 905566"/>
              <a:gd name="connsiteX1" fmla="*/ 6372785 w 6372785"/>
              <a:gd name="connsiteY1" fmla="*/ 905566 h 905566"/>
              <a:gd name="connsiteX2" fmla="*/ 0 w 6372785"/>
              <a:gd name="connsiteY2" fmla="*/ 905566 h 905566"/>
              <a:gd name="connsiteX3" fmla="*/ 905566 w 6372785"/>
              <a:gd name="connsiteY3" fmla="*/ 0 h 905566"/>
            </a:gdLst>
            <a:ahLst/>
            <a:cxnLst>
              <a:cxn ang="0">
                <a:pos x="connsiteX0" y="connsiteY0"/>
              </a:cxn>
              <a:cxn ang="0">
                <a:pos x="connsiteX1" y="connsiteY1"/>
              </a:cxn>
              <a:cxn ang="0">
                <a:pos x="connsiteX2" y="connsiteY2"/>
              </a:cxn>
              <a:cxn ang="0">
                <a:pos x="connsiteX3" y="connsiteY3"/>
              </a:cxn>
            </a:cxnLst>
            <a:rect l="l" t="t" r="r" b="b"/>
            <a:pathLst>
              <a:path w="6372785" h="905566">
                <a:moveTo>
                  <a:pt x="6372785" y="0"/>
                </a:moveTo>
                <a:lnTo>
                  <a:pt x="6372785" y="905566"/>
                </a:lnTo>
                <a:lnTo>
                  <a:pt x="0" y="905566"/>
                </a:lnTo>
                <a:lnTo>
                  <a:pt x="905566" y="0"/>
                </a:lnTo>
                <a:close/>
              </a:path>
            </a:pathLst>
          </a:custGeom>
          <a:gradFill>
            <a:gsLst>
              <a:gs pos="94000">
                <a:schemeClr val="bg1"/>
              </a:gs>
              <a:gs pos="16000">
                <a:schemeClr val="accent4"/>
              </a:gs>
              <a:gs pos="76000">
                <a:schemeClr val="bg1">
                  <a:alpha val="91000"/>
                </a:schemeClr>
              </a:gs>
            </a:gsLst>
            <a:lin ang="78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Tree>
    <p:extLst>
      <p:ext uri="{BB962C8B-B14F-4D97-AF65-F5344CB8AC3E}">
        <p14:creationId xmlns:p14="http://schemas.microsoft.com/office/powerpoint/2010/main" val="11205688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Purple">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71CD93A-658C-4473-839D-9C0B5E8F5F7C}"/>
              </a:ext>
            </a:extLst>
          </p:cNvPr>
          <p:cNvGrpSpPr/>
          <p:nvPr userDrawn="1"/>
        </p:nvGrpSpPr>
        <p:grpSpPr>
          <a:xfrm>
            <a:off x="608172" y="6445106"/>
            <a:ext cx="1184706" cy="186690"/>
            <a:chOff x="863272" y="6563918"/>
            <a:chExt cx="861082" cy="135727"/>
          </a:xfrm>
          <a:solidFill>
            <a:schemeClr val="bg1"/>
          </a:solidFill>
        </p:grpSpPr>
        <p:sp>
          <p:nvSpPr>
            <p:cNvPr id="16" name="Freeform 6">
              <a:extLst>
                <a:ext uri="{FF2B5EF4-FFF2-40B4-BE49-F238E27FC236}">
                  <a16:creationId xmlns:a16="http://schemas.microsoft.com/office/drawing/2014/main" id="{CDFBF2D3-5C06-47C4-A81C-0305B322C541}"/>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7" name="Freeform 7">
              <a:extLst>
                <a:ext uri="{FF2B5EF4-FFF2-40B4-BE49-F238E27FC236}">
                  <a16:creationId xmlns:a16="http://schemas.microsoft.com/office/drawing/2014/main" id="{464D7FA4-CABA-4E4E-ACCA-68953799CF52}"/>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9" name="Freeform 8">
              <a:extLst>
                <a:ext uri="{FF2B5EF4-FFF2-40B4-BE49-F238E27FC236}">
                  <a16:creationId xmlns:a16="http://schemas.microsoft.com/office/drawing/2014/main" id="{4EB1261E-CBF9-4479-A018-76C0F24D3B0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9">
              <a:extLst>
                <a:ext uri="{FF2B5EF4-FFF2-40B4-BE49-F238E27FC236}">
                  <a16:creationId xmlns:a16="http://schemas.microsoft.com/office/drawing/2014/main" id="{8C4A243B-FBF5-4C04-8CD0-8E1C4721D991}"/>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10">
              <a:extLst>
                <a:ext uri="{FF2B5EF4-FFF2-40B4-BE49-F238E27FC236}">
                  <a16:creationId xmlns:a16="http://schemas.microsoft.com/office/drawing/2014/main" id="{F67E765D-8E8B-44F9-BE70-63FC0512FD2D}"/>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11">
              <a:extLst>
                <a:ext uri="{FF2B5EF4-FFF2-40B4-BE49-F238E27FC236}">
                  <a16:creationId xmlns:a16="http://schemas.microsoft.com/office/drawing/2014/main" id="{1B4614B4-F94A-4053-B179-EC5C3F70A9E7}"/>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2">
              <a:extLst>
                <a:ext uri="{FF2B5EF4-FFF2-40B4-BE49-F238E27FC236}">
                  <a16:creationId xmlns:a16="http://schemas.microsoft.com/office/drawing/2014/main" id="{E157F005-56AC-4E75-8AA5-582D0D69E231}"/>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5" name="TextBox 24">
            <a:extLst>
              <a:ext uri="{FF2B5EF4-FFF2-40B4-BE49-F238E27FC236}">
                <a16:creationId xmlns:a16="http://schemas.microsoft.com/office/drawing/2014/main" id="{9473A8DE-DD1F-43EE-8FA2-4C689A038BA5}"/>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
        <p:nvSpPr>
          <p:cNvPr id="18" name="TextBox 17">
            <a:extLst>
              <a:ext uri="{FF2B5EF4-FFF2-40B4-BE49-F238E27FC236}">
                <a16:creationId xmlns:a16="http://schemas.microsoft.com/office/drawing/2014/main" id="{C1594E1E-E234-471D-B539-F75E8CC06D07}"/>
              </a:ext>
            </a:extLst>
          </p:cNvPr>
          <p:cNvSpPr txBox="1"/>
          <p:nvPr userDrawn="1"/>
        </p:nvSpPr>
        <p:spPr>
          <a:xfrm>
            <a:off x="7124768" y="4133700"/>
            <a:ext cx="3586491" cy="692497"/>
          </a:xfrm>
          <a:prstGeom prst="rect">
            <a:avLst/>
          </a:prstGeom>
        </p:spPr>
        <p:txBody>
          <a:bodyPr wrap="square" lIns="0" tIns="0" rIns="0" bIns="0" rtlCol="0">
            <a:spAutoFit/>
          </a:bodyPr>
          <a:lstStyle/>
          <a:p>
            <a:pPr algn="r" defTabSz="914415" rtl="0" eaLnBrk="1" latinLnBrk="0" hangingPunct="1">
              <a:lnSpc>
                <a:spcPct val="90000"/>
              </a:lnSpc>
              <a:spcBef>
                <a:spcPct val="0"/>
              </a:spcBef>
              <a:spcAft>
                <a:spcPts val="600"/>
              </a:spcAft>
              <a:buNone/>
            </a:pPr>
            <a:r>
              <a:rPr lang="en-US" sz="5000" b="0" kern="1200" cap="none" baseline="0">
                <a:solidFill>
                  <a:schemeClr val="accent2"/>
                </a:solidFill>
                <a:latin typeface="+mj-lt"/>
                <a:ea typeface="+mj-ea"/>
                <a:cs typeface="+mj-cs"/>
              </a:rPr>
              <a:t>Thank You</a:t>
            </a:r>
          </a:p>
        </p:txBody>
      </p:sp>
      <p:sp>
        <p:nvSpPr>
          <p:cNvPr id="15" name="Freeform: Shape 14">
            <a:extLst>
              <a:ext uri="{FF2B5EF4-FFF2-40B4-BE49-F238E27FC236}">
                <a16:creationId xmlns:a16="http://schemas.microsoft.com/office/drawing/2014/main" id="{4C67E5CD-C662-462D-9821-CBF45A809F13}"/>
              </a:ext>
            </a:extLst>
          </p:cNvPr>
          <p:cNvSpPr/>
          <p:nvPr userDrawn="1"/>
        </p:nvSpPr>
        <p:spPr>
          <a:xfrm rot="2700000">
            <a:off x="500610" y="-2251805"/>
            <a:ext cx="2891746" cy="8397980"/>
          </a:xfrm>
          <a:custGeom>
            <a:avLst/>
            <a:gdLst>
              <a:gd name="connsiteX0" fmla="*/ 0 w 2891746"/>
              <a:gd name="connsiteY0" fmla="*/ 2890035 h 8395793"/>
              <a:gd name="connsiteX1" fmla="*/ 1390389 w 2891746"/>
              <a:gd name="connsiteY1" fmla="*/ 1499646 h 8395793"/>
              <a:gd name="connsiteX2" fmla="*/ 1390389 w 2891746"/>
              <a:gd name="connsiteY2" fmla="*/ 1499646 h 8395793"/>
              <a:gd name="connsiteX3" fmla="*/ 2890036 w 2891746"/>
              <a:gd name="connsiteY3" fmla="*/ 0 h 8395793"/>
              <a:gd name="connsiteX4" fmla="*/ 2890036 w 2891746"/>
              <a:gd name="connsiteY4" fmla="*/ 8322767 h 8395793"/>
              <a:gd name="connsiteX5" fmla="*/ 2891746 w 2891746"/>
              <a:gd name="connsiteY5" fmla="*/ 8340727 h 8395793"/>
              <a:gd name="connsiteX6" fmla="*/ 2891741 w 2891746"/>
              <a:gd name="connsiteY6" fmla="*/ 8395793 h 8395793"/>
              <a:gd name="connsiteX7" fmla="*/ 2546313 w 2891746"/>
              <a:gd name="connsiteY7" fmla="*/ 8050365 h 8395793"/>
              <a:gd name="connsiteX8" fmla="*/ 2546315 w 2891746"/>
              <a:gd name="connsiteY8" fmla="*/ 8050364 h 8395793"/>
              <a:gd name="connsiteX9" fmla="*/ 0 w 2891746"/>
              <a:gd name="connsiteY9" fmla="*/ 5504049 h 8395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91746" h="8395793">
                <a:moveTo>
                  <a:pt x="0" y="2890035"/>
                </a:moveTo>
                <a:lnTo>
                  <a:pt x="1390389" y="1499646"/>
                </a:lnTo>
                <a:lnTo>
                  <a:pt x="1390389" y="1499646"/>
                </a:lnTo>
                <a:lnTo>
                  <a:pt x="2890036" y="0"/>
                </a:lnTo>
                <a:lnTo>
                  <a:pt x="2890036" y="8322767"/>
                </a:lnTo>
                <a:lnTo>
                  <a:pt x="2891746" y="8340727"/>
                </a:lnTo>
                <a:lnTo>
                  <a:pt x="2891741" y="8395793"/>
                </a:lnTo>
                <a:lnTo>
                  <a:pt x="2546313" y="8050365"/>
                </a:lnTo>
                <a:lnTo>
                  <a:pt x="2546315" y="8050364"/>
                </a:lnTo>
                <a:lnTo>
                  <a:pt x="0" y="5504049"/>
                </a:lnTo>
                <a:close/>
              </a:path>
            </a:pathLst>
          </a:custGeom>
          <a:gradFill>
            <a:gsLst>
              <a:gs pos="24000">
                <a:srgbClr val="7F35AB"/>
              </a:gs>
              <a:gs pos="87000">
                <a:srgbClr val="26408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0" name="Freeform: Shape 19">
            <a:extLst>
              <a:ext uri="{FF2B5EF4-FFF2-40B4-BE49-F238E27FC236}">
                <a16:creationId xmlns:a16="http://schemas.microsoft.com/office/drawing/2014/main" id="{DBDC7692-DF81-49A0-9672-BF8E1DB9B662}"/>
              </a:ext>
            </a:extLst>
          </p:cNvPr>
          <p:cNvSpPr/>
          <p:nvPr userDrawn="1"/>
        </p:nvSpPr>
        <p:spPr>
          <a:xfrm rot="18900000">
            <a:off x="-1253763" y="2913755"/>
            <a:ext cx="6374445" cy="905566"/>
          </a:xfrm>
          <a:custGeom>
            <a:avLst/>
            <a:gdLst>
              <a:gd name="connsiteX0" fmla="*/ 6372785 w 6372785"/>
              <a:gd name="connsiteY0" fmla="*/ 0 h 905566"/>
              <a:gd name="connsiteX1" fmla="*/ 6372785 w 6372785"/>
              <a:gd name="connsiteY1" fmla="*/ 905566 h 905566"/>
              <a:gd name="connsiteX2" fmla="*/ 0 w 6372785"/>
              <a:gd name="connsiteY2" fmla="*/ 905566 h 905566"/>
              <a:gd name="connsiteX3" fmla="*/ 905566 w 6372785"/>
              <a:gd name="connsiteY3" fmla="*/ 0 h 905566"/>
            </a:gdLst>
            <a:ahLst/>
            <a:cxnLst>
              <a:cxn ang="0">
                <a:pos x="connsiteX0" y="connsiteY0"/>
              </a:cxn>
              <a:cxn ang="0">
                <a:pos x="connsiteX1" y="connsiteY1"/>
              </a:cxn>
              <a:cxn ang="0">
                <a:pos x="connsiteX2" y="connsiteY2"/>
              </a:cxn>
              <a:cxn ang="0">
                <a:pos x="connsiteX3" y="connsiteY3"/>
              </a:cxn>
            </a:cxnLst>
            <a:rect l="l" t="t" r="r" b="b"/>
            <a:pathLst>
              <a:path w="6372785" h="905566">
                <a:moveTo>
                  <a:pt x="6372785" y="0"/>
                </a:moveTo>
                <a:lnTo>
                  <a:pt x="6372785" y="905566"/>
                </a:lnTo>
                <a:lnTo>
                  <a:pt x="0" y="905566"/>
                </a:lnTo>
                <a:lnTo>
                  <a:pt x="905566" y="0"/>
                </a:lnTo>
                <a:close/>
              </a:path>
            </a:pathLst>
          </a:custGeom>
          <a:gradFill>
            <a:gsLst>
              <a:gs pos="22000">
                <a:srgbClr val="7F35AB">
                  <a:alpha val="94000"/>
                </a:srgbClr>
              </a:gs>
              <a:gs pos="95000">
                <a:schemeClr val="bg1"/>
              </a:gs>
              <a:gs pos="77000">
                <a:schemeClr val="bg1">
                  <a:alpha val="79000"/>
                </a:schemeClr>
              </a:gs>
            </a:gsLst>
            <a:lin ang="8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Tree>
    <p:extLst>
      <p:ext uri="{BB962C8B-B14F-4D97-AF65-F5344CB8AC3E}">
        <p14:creationId xmlns:p14="http://schemas.microsoft.com/office/powerpoint/2010/main" val="17700018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Blue">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35B1C875-AD13-4256-9E56-D2FCF94B81E1}"/>
              </a:ext>
            </a:extLst>
          </p:cNvPr>
          <p:cNvGrpSpPr/>
          <p:nvPr userDrawn="1"/>
        </p:nvGrpSpPr>
        <p:grpSpPr>
          <a:xfrm>
            <a:off x="608172" y="6445106"/>
            <a:ext cx="1184706" cy="186690"/>
            <a:chOff x="863272" y="6563918"/>
            <a:chExt cx="861082" cy="135727"/>
          </a:xfrm>
          <a:solidFill>
            <a:schemeClr val="bg1"/>
          </a:solidFill>
        </p:grpSpPr>
        <p:sp>
          <p:nvSpPr>
            <p:cNvPr id="16" name="Freeform 6">
              <a:extLst>
                <a:ext uri="{FF2B5EF4-FFF2-40B4-BE49-F238E27FC236}">
                  <a16:creationId xmlns:a16="http://schemas.microsoft.com/office/drawing/2014/main" id="{E1B65455-CBDD-4B2B-8BB7-0D016422E285}"/>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7" name="Freeform 7">
              <a:extLst>
                <a:ext uri="{FF2B5EF4-FFF2-40B4-BE49-F238E27FC236}">
                  <a16:creationId xmlns:a16="http://schemas.microsoft.com/office/drawing/2014/main" id="{AF202269-FCD9-4D84-82E7-4E6E4F5B7EE5}"/>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19" name="Freeform 8">
              <a:extLst>
                <a:ext uri="{FF2B5EF4-FFF2-40B4-BE49-F238E27FC236}">
                  <a16:creationId xmlns:a16="http://schemas.microsoft.com/office/drawing/2014/main" id="{68585838-6A08-43B0-827A-D33942E82F3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1" name="Freeform 9">
              <a:extLst>
                <a:ext uri="{FF2B5EF4-FFF2-40B4-BE49-F238E27FC236}">
                  <a16:creationId xmlns:a16="http://schemas.microsoft.com/office/drawing/2014/main" id="{AAAE7B3A-0116-4C7F-85A1-4CDFE95B9B5A}"/>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2" name="Freeform 10">
              <a:extLst>
                <a:ext uri="{FF2B5EF4-FFF2-40B4-BE49-F238E27FC236}">
                  <a16:creationId xmlns:a16="http://schemas.microsoft.com/office/drawing/2014/main" id="{9CA84427-5217-43A1-9C71-25D9E1DFDD85}"/>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3" name="Freeform 11">
              <a:extLst>
                <a:ext uri="{FF2B5EF4-FFF2-40B4-BE49-F238E27FC236}">
                  <a16:creationId xmlns:a16="http://schemas.microsoft.com/office/drawing/2014/main" id="{A60ADC44-391E-4E50-A7BB-332F2C9E8B45}"/>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4" name="Freeform 12">
              <a:extLst>
                <a:ext uri="{FF2B5EF4-FFF2-40B4-BE49-F238E27FC236}">
                  <a16:creationId xmlns:a16="http://schemas.microsoft.com/office/drawing/2014/main" id="{1DA390D7-F8F5-442A-8A17-9A9EB73BF940}"/>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25" name="TextBox 24">
            <a:extLst>
              <a:ext uri="{FF2B5EF4-FFF2-40B4-BE49-F238E27FC236}">
                <a16:creationId xmlns:a16="http://schemas.microsoft.com/office/drawing/2014/main" id="{C31C01D4-7C61-4B0F-8304-87A15AD01262}"/>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
        <p:nvSpPr>
          <p:cNvPr id="18" name="TextBox 17">
            <a:extLst>
              <a:ext uri="{FF2B5EF4-FFF2-40B4-BE49-F238E27FC236}">
                <a16:creationId xmlns:a16="http://schemas.microsoft.com/office/drawing/2014/main" id="{539F709C-1996-44DB-8C47-9CBD9243BF4E}"/>
              </a:ext>
            </a:extLst>
          </p:cNvPr>
          <p:cNvSpPr txBox="1"/>
          <p:nvPr userDrawn="1"/>
        </p:nvSpPr>
        <p:spPr>
          <a:xfrm>
            <a:off x="7124768" y="4133700"/>
            <a:ext cx="3586491" cy="692497"/>
          </a:xfrm>
          <a:prstGeom prst="rect">
            <a:avLst/>
          </a:prstGeom>
        </p:spPr>
        <p:txBody>
          <a:bodyPr wrap="square" lIns="0" tIns="0" rIns="0" bIns="0" rtlCol="0">
            <a:spAutoFit/>
          </a:bodyPr>
          <a:lstStyle/>
          <a:p>
            <a:pPr algn="r" defTabSz="914415" rtl="0" eaLnBrk="1" latinLnBrk="0" hangingPunct="1">
              <a:lnSpc>
                <a:spcPct val="90000"/>
              </a:lnSpc>
              <a:spcBef>
                <a:spcPct val="0"/>
              </a:spcBef>
              <a:spcAft>
                <a:spcPts val="600"/>
              </a:spcAft>
              <a:buNone/>
            </a:pPr>
            <a:r>
              <a:rPr lang="en-US" sz="5000" b="0" kern="1200" cap="none" baseline="0">
                <a:solidFill>
                  <a:schemeClr val="accent2"/>
                </a:solidFill>
                <a:latin typeface="+mj-lt"/>
                <a:ea typeface="+mj-ea"/>
                <a:cs typeface="+mj-cs"/>
              </a:rPr>
              <a:t>Thank You</a:t>
            </a:r>
          </a:p>
        </p:txBody>
      </p:sp>
      <p:sp>
        <p:nvSpPr>
          <p:cNvPr id="26" name="Freeform: Shape 25">
            <a:extLst>
              <a:ext uri="{FF2B5EF4-FFF2-40B4-BE49-F238E27FC236}">
                <a16:creationId xmlns:a16="http://schemas.microsoft.com/office/drawing/2014/main" id="{811A168A-1363-4430-87C6-83E5143B39F6}"/>
              </a:ext>
            </a:extLst>
          </p:cNvPr>
          <p:cNvSpPr/>
          <p:nvPr userDrawn="1"/>
        </p:nvSpPr>
        <p:spPr>
          <a:xfrm rot="2700000">
            <a:off x="500610" y="-2251805"/>
            <a:ext cx="2891746" cy="8397980"/>
          </a:xfrm>
          <a:custGeom>
            <a:avLst/>
            <a:gdLst>
              <a:gd name="connsiteX0" fmla="*/ 0 w 2891746"/>
              <a:gd name="connsiteY0" fmla="*/ 2890035 h 8395793"/>
              <a:gd name="connsiteX1" fmla="*/ 1390389 w 2891746"/>
              <a:gd name="connsiteY1" fmla="*/ 1499646 h 8395793"/>
              <a:gd name="connsiteX2" fmla="*/ 1390389 w 2891746"/>
              <a:gd name="connsiteY2" fmla="*/ 1499646 h 8395793"/>
              <a:gd name="connsiteX3" fmla="*/ 2890036 w 2891746"/>
              <a:gd name="connsiteY3" fmla="*/ 0 h 8395793"/>
              <a:gd name="connsiteX4" fmla="*/ 2890036 w 2891746"/>
              <a:gd name="connsiteY4" fmla="*/ 8322767 h 8395793"/>
              <a:gd name="connsiteX5" fmla="*/ 2891746 w 2891746"/>
              <a:gd name="connsiteY5" fmla="*/ 8340727 h 8395793"/>
              <a:gd name="connsiteX6" fmla="*/ 2891741 w 2891746"/>
              <a:gd name="connsiteY6" fmla="*/ 8395793 h 8395793"/>
              <a:gd name="connsiteX7" fmla="*/ 2546313 w 2891746"/>
              <a:gd name="connsiteY7" fmla="*/ 8050365 h 8395793"/>
              <a:gd name="connsiteX8" fmla="*/ 2546315 w 2891746"/>
              <a:gd name="connsiteY8" fmla="*/ 8050364 h 8395793"/>
              <a:gd name="connsiteX9" fmla="*/ 0 w 2891746"/>
              <a:gd name="connsiteY9" fmla="*/ 5504049 h 8395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91746" h="8395793">
                <a:moveTo>
                  <a:pt x="0" y="2890035"/>
                </a:moveTo>
                <a:lnTo>
                  <a:pt x="1390389" y="1499646"/>
                </a:lnTo>
                <a:lnTo>
                  <a:pt x="1390389" y="1499646"/>
                </a:lnTo>
                <a:lnTo>
                  <a:pt x="2890036" y="0"/>
                </a:lnTo>
                <a:lnTo>
                  <a:pt x="2890036" y="8322767"/>
                </a:lnTo>
                <a:lnTo>
                  <a:pt x="2891746" y="8340727"/>
                </a:lnTo>
                <a:lnTo>
                  <a:pt x="2891741" y="8395793"/>
                </a:lnTo>
                <a:lnTo>
                  <a:pt x="2546313" y="8050365"/>
                </a:lnTo>
                <a:lnTo>
                  <a:pt x="2546315" y="8050364"/>
                </a:lnTo>
                <a:lnTo>
                  <a:pt x="0" y="5504049"/>
                </a:lnTo>
                <a:close/>
              </a:path>
            </a:pathLst>
          </a:custGeom>
          <a:gradFill>
            <a:gsLst>
              <a:gs pos="24000">
                <a:schemeClr val="accent3"/>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
        <p:nvSpPr>
          <p:cNvPr id="27" name="Freeform: Shape 26">
            <a:extLst>
              <a:ext uri="{FF2B5EF4-FFF2-40B4-BE49-F238E27FC236}">
                <a16:creationId xmlns:a16="http://schemas.microsoft.com/office/drawing/2014/main" id="{2C946B50-6B2C-4792-825B-BEFD24908723}"/>
              </a:ext>
            </a:extLst>
          </p:cNvPr>
          <p:cNvSpPr/>
          <p:nvPr userDrawn="1"/>
        </p:nvSpPr>
        <p:spPr>
          <a:xfrm rot="18900000">
            <a:off x="-1253763" y="2913755"/>
            <a:ext cx="6374445" cy="905566"/>
          </a:xfrm>
          <a:custGeom>
            <a:avLst/>
            <a:gdLst>
              <a:gd name="connsiteX0" fmla="*/ 6372785 w 6372785"/>
              <a:gd name="connsiteY0" fmla="*/ 0 h 905566"/>
              <a:gd name="connsiteX1" fmla="*/ 6372785 w 6372785"/>
              <a:gd name="connsiteY1" fmla="*/ 905566 h 905566"/>
              <a:gd name="connsiteX2" fmla="*/ 0 w 6372785"/>
              <a:gd name="connsiteY2" fmla="*/ 905566 h 905566"/>
              <a:gd name="connsiteX3" fmla="*/ 905566 w 6372785"/>
              <a:gd name="connsiteY3" fmla="*/ 0 h 905566"/>
            </a:gdLst>
            <a:ahLst/>
            <a:cxnLst>
              <a:cxn ang="0">
                <a:pos x="connsiteX0" y="connsiteY0"/>
              </a:cxn>
              <a:cxn ang="0">
                <a:pos x="connsiteX1" y="connsiteY1"/>
              </a:cxn>
              <a:cxn ang="0">
                <a:pos x="connsiteX2" y="connsiteY2"/>
              </a:cxn>
              <a:cxn ang="0">
                <a:pos x="connsiteX3" y="connsiteY3"/>
              </a:cxn>
            </a:cxnLst>
            <a:rect l="l" t="t" r="r" b="b"/>
            <a:pathLst>
              <a:path w="6372785" h="905566">
                <a:moveTo>
                  <a:pt x="6372785" y="0"/>
                </a:moveTo>
                <a:lnTo>
                  <a:pt x="6372785" y="905566"/>
                </a:lnTo>
                <a:lnTo>
                  <a:pt x="0" y="905566"/>
                </a:lnTo>
                <a:lnTo>
                  <a:pt x="905566" y="0"/>
                </a:lnTo>
                <a:close/>
              </a:path>
            </a:pathLst>
          </a:custGeom>
          <a:gradFill>
            <a:gsLst>
              <a:gs pos="24000">
                <a:schemeClr val="accent3"/>
              </a:gs>
              <a:gs pos="80511">
                <a:schemeClr val="bg1">
                  <a:alpha val="76000"/>
                </a:schemeClr>
              </a:gs>
              <a:gs pos="100000">
                <a:schemeClr val="bg1"/>
              </a:gs>
            </a:gsLst>
            <a:lin ang="8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a:solidFill>
                <a:schemeClr val="bg1"/>
              </a:solidFill>
            </a:endParaRPr>
          </a:p>
        </p:txBody>
      </p:sp>
    </p:spTree>
    <p:extLst>
      <p:ext uri="{BB962C8B-B14F-4D97-AF65-F5344CB8AC3E}">
        <p14:creationId xmlns:p14="http://schemas.microsoft.com/office/powerpoint/2010/main" val="16610174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Font Chec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A75217-7D87-4C71-8F80-833477FCB149}"/>
              </a:ext>
            </a:extLst>
          </p:cNvPr>
          <p:cNvSpPr/>
          <p:nvPr userDrawn="1"/>
        </p:nvSpPr>
        <p:spPr bwMode="hidden">
          <a:xfrm>
            <a:off x="1" y="0"/>
            <a:ext cx="12192000" cy="685800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8" name="Title 1">
            <a:extLst>
              <a:ext uri="{FF2B5EF4-FFF2-40B4-BE49-F238E27FC236}">
                <a16:creationId xmlns:a16="http://schemas.microsoft.com/office/drawing/2014/main" id="{549AC7DF-BFC1-4044-BB52-C9946AD8A327}"/>
              </a:ext>
            </a:extLst>
          </p:cNvPr>
          <p:cNvSpPr txBox="1">
            <a:spLocks/>
          </p:cNvSpPr>
          <p:nvPr userDrawn="1"/>
        </p:nvSpPr>
        <p:spPr>
          <a:xfrm>
            <a:off x="564716" y="366687"/>
            <a:ext cx="11003870" cy="706118"/>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0" kern="1200">
                <a:solidFill>
                  <a:schemeClr val="accent2"/>
                </a:solidFill>
                <a:latin typeface="+mj-lt"/>
                <a:ea typeface="+mj-ea"/>
                <a:cs typeface="+mj-cs"/>
              </a:defRPr>
            </a:lvl1pPr>
          </a:lstStyle>
          <a:p>
            <a:endParaRPr lang="en-US" sz="5000">
              <a:solidFill>
                <a:schemeClr val="bg1"/>
              </a:solidFill>
            </a:endParaRPr>
          </a:p>
        </p:txBody>
      </p:sp>
      <p:sp>
        <p:nvSpPr>
          <p:cNvPr id="13" name="TextBox 12">
            <a:extLst>
              <a:ext uri="{FF2B5EF4-FFF2-40B4-BE49-F238E27FC236}">
                <a16:creationId xmlns:a16="http://schemas.microsoft.com/office/drawing/2014/main" id="{13C12014-9EC5-4F8C-BD3D-B60E85EC9FFD}"/>
              </a:ext>
            </a:extLst>
          </p:cNvPr>
          <p:cNvSpPr txBox="1"/>
          <p:nvPr userDrawn="1"/>
        </p:nvSpPr>
        <p:spPr>
          <a:xfrm>
            <a:off x="621058" y="3906063"/>
            <a:ext cx="10965543" cy="2380795"/>
          </a:xfrm>
          <a:prstGeom prst="rect">
            <a:avLst/>
          </a:prstGeom>
          <a:noFill/>
        </p:spPr>
        <p:txBody>
          <a:bodyPr wrap="square" lIns="0" tIns="0" rIns="0" bIns="0" rtlCol="0">
            <a:noAutofit/>
          </a:bodyPr>
          <a:lstStyle/>
          <a:p>
            <a:pPr>
              <a:lnSpc>
                <a:spcPct val="130000"/>
              </a:lnSpc>
            </a:pPr>
            <a:r>
              <a:rPr lang="en-US" sz="1800">
                <a:solidFill>
                  <a:schemeClr val="bg1"/>
                </a:solidFill>
              </a:rPr>
              <a:t>If yes, you are good to go!</a:t>
            </a:r>
          </a:p>
          <a:p>
            <a:pPr>
              <a:lnSpc>
                <a:spcPct val="130000"/>
              </a:lnSpc>
            </a:pPr>
            <a:r>
              <a:rPr lang="en-US" sz="1800">
                <a:solidFill>
                  <a:schemeClr val="bg1"/>
                </a:solidFill>
              </a:rPr>
              <a:t>If the answer is no, you do not have the Metropolis font installed.</a:t>
            </a:r>
          </a:p>
          <a:p>
            <a:pPr>
              <a:lnSpc>
                <a:spcPct val="130000"/>
              </a:lnSpc>
            </a:pPr>
            <a:endParaRPr lang="en-US" sz="1800">
              <a:solidFill>
                <a:schemeClr val="bg1"/>
              </a:solidFill>
            </a:endParaRPr>
          </a:p>
          <a:p>
            <a:pPr marL="0" marR="0" lvl="0" indent="0" algn="l" defTabSz="914415" rtl="0" eaLnBrk="1" fontAlgn="auto" latinLnBrk="0" hangingPunct="1">
              <a:lnSpc>
                <a:spcPct val="130000"/>
              </a:lnSpc>
              <a:spcBef>
                <a:spcPts val="0"/>
              </a:spcBef>
              <a:spcAft>
                <a:spcPts val="0"/>
              </a:spcAft>
              <a:buClrTx/>
              <a:buSzTx/>
              <a:buFontTx/>
              <a:buNone/>
              <a:tabLst/>
              <a:defRPr/>
            </a:pPr>
            <a:r>
              <a:rPr lang="en-US" sz="1800">
                <a:solidFill>
                  <a:schemeClr val="bg1"/>
                </a:solidFill>
                <a:hlinkClick r:id="rId2">
                  <a:extLst>
                    <a:ext uri="{A12FA001-AC4F-418D-AE19-62706E023703}">
                      <ahyp:hlinkClr xmlns:ahyp="http://schemas.microsoft.com/office/drawing/2018/hyperlinkcolor" val="tx"/>
                    </a:ext>
                  </a:extLst>
                </a:hlinkClick>
              </a:rPr>
              <a:t>Click here</a:t>
            </a:r>
            <a:r>
              <a:rPr lang="en-US" sz="1800">
                <a:solidFill>
                  <a:schemeClr val="bg1"/>
                </a:solidFill>
              </a:rPr>
              <a:t> to download the font</a:t>
            </a:r>
            <a:r>
              <a:rPr lang="en-US" sz="1800" baseline="0">
                <a:solidFill>
                  <a:schemeClr val="bg1"/>
                </a:solidFill>
              </a:rPr>
              <a:t>.</a:t>
            </a:r>
          </a:p>
          <a:p>
            <a:pPr marL="400057" marR="0" lvl="0" indent="-227017" algn="l" defTabSz="914415" rtl="0" eaLnBrk="1" fontAlgn="auto" latinLnBrk="0" hangingPunct="1">
              <a:lnSpc>
                <a:spcPct val="130000"/>
              </a:lnSpc>
              <a:spcBef>
                <a:spcPts val="0"/>
              </a:spcBef>
              <a:spcAft>
                <a:spcPts val="0"/>
              </a:spcAft>
              <a:buClrTx/>
              <a:buSzTx/>
              <a:buFont typeface="Arial" charset="0"/>
              <a:buChar char="•"/>
              <a:tabLst/>
              <a:defRPr/>
            </a:pPr>
            <a:r>
              <a:rPr lang="en-US" sz="1800" strike="noStrike" baseline="0">
                <a:solidFill>
                  <a:schemeClr val="bg1"/>
                </a:solidFill>
              </a:rPr>
              <a:t>Log in with SSO and select the Brand Assets tab in Brand Central</a:t>
            </a:r>
          </a:p>
          <a:p>
            <a:pPr>
              <a:lnSpc>
                <a:spcPct val="130000"/>
              </a:lnSpc>
            </a:pPr>
            <a:r>
              <a:rPr lang="en-US" sz="1800">
                <a:solidFill>
                  <a:schemeClr val="bg1"/>
                </a:solidFill>
              </a:rPr>
              <a:t>Need more information on how to install fonts? </a:t>
            </a:r>
            <a:br>
              <a:rPr lang="en-US" sz="1800">
                <a:solidFill>
                  <a:schemeClr val="bg1"/>
                </a:solidFill>
              </a:rPr>
            </a:br>
            <a:r>
              <a:rPr lang="en-US" sz="1800">
                <a:solidFill>
                  <a:schemeClr val="bg1"/>
                </a:solidFill>
              </a:rPr>
              <a:t>Refer to the quick-start section in the template guidelines or contact Oasis.</a:t>
            </a:r>
          </a:p>
          <a:p>
            <a:pPr>
              <a:lnSpc>
                <a:spcPct val="130000"/>
              </a:lnSpc>
            </a:pPr>
            <a:r>
              <a:rPr lang="en-US" sz="1800">
                <a:solidFill>
                  <a:schemeClr val="bg1"/>
                </a:solidFill>
              </a:rPr>
              <a:t> </a:t>
            </a:r>
            <a:endParaRPr lang="en-US" sz="3201">
              <a:solidFill>
                <a:schemeClr val="bg1"/>
              </a:solidFill>
            </a:endParaRPr>
          </a:p>
        </p:txBody>
      </p:sp>
      <p:sp>
        <p:nvSpPr>
          <p:cNvPr id="44" name="Text Placeholder 43">
            <a:extLst>
              <a:ext uri="{FF2B5EF4-FFF2-40B4-BE49-F238E27FC236}">
                <a16:creationId xmlns:a16="http://schemas.microsoft.com/office/drawing/2014/main" id="{DDDC76C1-EE98-469A-A6AD-21148374D6C8}"/>
              </a:ext>
            </a:extLst>
          </p:cNvPr>
          <p:cNvSpPr>
            <a:spLocks noGrp="1"/>
          </p:cNvSpPr>
          <p:nvPr>
            <p:ph type="body" sz="quarter" idx="12" hasCustomPrompt="1"/>
          </p:nvPr>
        </p:nvSpPr>
        <p:spPr>
          <a:xfrm>
            <a:off x="598271" y="2908233"/>
            <a:ext cx="5356032" cy="895350"/>
          </a:xfrm>
        </p:spPr>
        <p:txBody>
          <a:bodyPr/>
          <a:lstStyle>
            <a:lvl1pPr>
              <a:defRPr sz="4900">
                <a:solidFill>
                  <a:schemeClr val="bg1"/>
                </a:solidFill>
              </a:defRPr>
            </a:lvl1pPr>
            <a:lvl2pPr>
              <a:defRPr sz="3600">
                <a:solidFill>
                  <a:schemeClr val="bg1"/>
                </a:solidFill>
              </a:defRPr>
            </a:lvl2pPr>
            <a:lvl3pPr>
              <a:defRPr sz="3201">
                <a:solidFill>
                  <a:schemeClr val="bg1"/>
                </a:solidFill>
              </a:defRPr>
            </a:lvl3pPr>
            <a:lvl4pPr>
              <a:defRPr sz="2801">
                <a:solidFill>
                  <a:schemeClr val="bg1"/>
                </a:solidFill>
              </a:defRPr>
            </a:lvl4pPr>
            <a:lvl5pPr>
              <a:defRPr sz="2801">
                <a:solidFill>
                  <a:schemeClr val="bg1"/>
                </a:solidFill>
              </a:defRPr>
            </a:lvl5pPr>
          </a:lstStyle>
          <a:p>
            <a:pPr lvl="0"/>
            <a:r>
              <a:rPr lang="en-US"/>
              <a:t>Metropolis</a:t>
            </a:r>
          </a:p>
        </p:txBody>
      </p:sp>
      <p:sp>
        <p:nvSpPr>
          <p:cNvPr id="9" name="Title 8">
            <a:extLst>
              <a:ext uri="{FF2B5EF4-FFF2-40B4-BE49-F238E27FC236}">
                <a16:creationId xmlns:a16="http://schemas.microsoft.com/office/drawing/2014/main" id="{029BE03A-21B0-4196-A033-4E90957BA156}"/>
              </a:ext>
            </a:extLst>
          </p:cNvPr>
          <p:cNvSpPr>
            <a:spLocks noGrp="1"/>
          </p:cNvSpPr>
          <p:nvPr>
            <p:ph type="title" hasCustomPrompt="1"/>
          </p:nvPr>
        </p:nvSpPr>
        <p:spPr/>
        <p:txBody>
          <a:bodyPr/>
          <a:lstStyle>
            <a:lvl1pPr>
              <a:defRPr>
                <a:solidFill>
                  <a:schemeClr val="bg1"/>
                </a:solidFill>
              </a:defRPr>
            </a:lvl1pPr>
          </a:lstStyle>
          <a:p>
            <a:r>
              <a:rPr lang="en-US" sz="2801">
                <a:solidFill>
                  <a:schemeClr val="bg1"/>
                </a:solidFill>
              </a:rPr>
              <a:t>Metropolis Font Check</a:t>
            </a:r>
          </a:p>
        </p:txBody>
      </p:sp>
      <p:sp>
        <p:nvSpPr>
          <p:cNvPr id="51" name="Subtitle 2">
            <a:extLst>
              <a:ext uri="{FF2B5EF4-FFF2-40B4-BE49-F238E27FC236}">
                <a16:creationId xmlns:a16="http://schemas.microsoft.com/office/drawing/2014/main" id="{CB049186-CC25-4BD3-8410-4DE62ED4B08B}"/>
              </a:ext>
            </a:extLst>
          </p:cNvPr>
          <p:cNvSpPr>
            <a:spLocks noGrp="1"/>
          </p:cNvSpPr>
          <p:nvPr>
            <p:ph type="subTitle" idx="10" hasCustomPrompt="1"/>
          </p:nvPr>
        </p:nvSpPr>
        <p:spPr>
          <a:xfrm>
            <a:off x="593023" y="838105"/>
            <a:ext cx="10965543" cy="247743"/>
          </a:xfrm>
        </p:spPr>
        <p:txBody>
          <a:bodyPr/>
          <a:lstStyle>
            <a:lvl1pPr marL="0" indent="0" algn="l">
              <a:buNone/>
              <a:defRPr sz="2000">
                <a:solidFill>
                  <a:schemeClr val="bg1"/>
                </a:solidFill>
                <a:latin typeface="+mn-lt"/>
              </a:defRPr>
            </a:lvl1pPr>
            <a:lvl2pPr marL="457207" indent="0" algn="ctr">
              <a:buNone/>
              <a:defRPr sz="2000"/>
            </a:lvl2pPr>
            <a:lvl3pPr marL="914415" indent="0" algn="ctr">
              <a:buNone/>
              <a:defRPr sz="1800"/>
            </a:lvl3pPr>
            <a:lvl4pPr marL="1371622" indent="0" algn="ctr">
              <a:buNone/>
              <a:defRPr sz="1600"/>
            </a:lvl4pPr>
            <a:lvl5pPr marL="1828831" indent="0" algn="ctr">
              <a:buNone/>
              <a:defRPr sz="1600"/>
            </a:lvl5pPr>
            <a:lvl6pPr marL="2286038" indent="0" algn="ctr">
              <a:buNone/>
              <a:defRPr sz="1600"/>
            </a:lvl6pPr>
            <a:lvl7pPr marL="2743246" indent="0" algn="ctr">
              <a:buNone/>
              <a:defRPr sz="1600"/>
            </a:lvl7pPr>
            <a:lvl8pPr marL="3200453" indent="0" algn="ctr">
              <a:buNone/>
              <a:defRPr sz="1600"/>
            </a:lvl8pPr>
            <a:lvl9pPr marL="3657661" indent="0" algn="ctr">
              <a:buNone/>
              <a:defRPr sz="1600"/>
            </a:lvl9pPr>
          </a:lstStyle>
          <a:p>
            <a:r>
              <a:rPr lang="en-US"/>
              <a:t>Is the Metropolis font installed on my computer?</a:t>
            </a:r>
          </a:p>
        </p:txBody>
      </p:sp>
      <p:sp>
        <p:nvSpPr>
          <p:cNvPr id="43" name="Rectangle 42">
            <a:extLst>
              <a:ext uri="{FF2B5EF4-FFF2-40B4-BE49-F238E27FC236}">
                <a16:creationId xmlns:a16="http://schemas.microsoft.com/office/drawing/2014/main" id="{51A92F24-FC82-4FA9-9362-801284731CC8}"/>
              </a:ext>
            </a:extLst>
          </p:cNvPr>
          <p:cNvSpPr/>
          <p:nvPr userDrawn="1"/>
        </p:nvSpPr>
        <p:spPr bwMode="gray">
          <a:xfrm>
            <a:off x="623526" y="1616678"/>
            <a:ext cx="4634944" cy="244100"/>
          </a:xfrm>
          <a:prstGeom prst="rect">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chemeClr val="bg1"/>
                </a:solidFill>
              </a:rPr>
              <a:t>Do the fonts in the words below match on your screen?</a:t>
            </a:r>
          </a:p>
        </p:txBody>
      </p:sp>
      <p:cxnSp>
        <p:nvCxnSpPr>
          <p:cNvPr id="45" name="Straight Connector 44">
            <a:extLst>
              <a:ext uri="{FF2B5EF4-FFF2-40B4-BE49-F238E27FC236}">
                <a16:creationId xmlns:a16="http://schemas.microsoft.com/office/drawing/2014/main" id="{B59E37DB-3217-4772-AE8E-E9673A139975}"/>
              </a:ext>
            </a:extLst>
          </p:cNvPr>
          <p:cNvCxnSpPr>
            <a:cxnSpLocks/>
          </p:cNvCxnSpPr>
          <p:nvPr userDrawn="1"/>
        </p:nvCxnSpPr>
        <p:spPr>
          <a:xfrm>
            <a:off x="623528" y="1860778"/>
            <a:ext cx="7301750" cy="0"/>
          </a:xfrm>
          <a:prstGeom prst="line">
            <a:avLst/>
          </a:prstGeom>
          <a:ln w="25400">
            <a:solidFill>
              <a:schemeClr val="bg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Text Placeholder 43">
            <a:extLst>
              <a:ext uri="{FF2B5EF4-FFF2-40B4-BE49-F238E27FC236}">
                <a16:creationId xmlns:a16="http://schemas.microsoft.com/office/drawing/2014/main" id="{6C28CB3F-7257-499E-B2F6-B9B1B38D820E}"/>
              </a:ext>
            </a:extLst>
          </p:cNvPr>
          <p:cNvSpPr>
            <a:spLocks noGrp="1"/>
          </p:cNvSpPr>
          <p:nvPr>
            <p:ph type="body" sz="quarter" idx="13" hasCustomPrompt="1"/>
          </p:nvPr>
        </p:nvSpPr>
        <p:spPr>
          <a:xfrm>
            <a:off x="5985243" y="2908233"/>
            <a:ext cx="5356032" cy="895350"/>
          </a:xfrm>
        </p:spPr>
        <p:txBody>
          <a:bodyPr/>
          <a:lstStyle>
            <a:lvl1pPr>
              <a:defRPr sz="4900">
                <a:solidFill>
                  <a:schemeClr val="bg1"/>
                </a:solidFill>
                <a:latin typeface="+mj-lt"/>
              </a:defRPr>
            </a:lvl1pPr>
            <a:lvl2pPr>
              <a:defRPr sz="3600">
                <a:solidFill>
                  <a:schemeClr val="bg1"/>
                </a:solidFill>
              </a:defRPr>
            </a:lvl2pPr>
            <a:lvl3pPr>
              <a:defRPr sz="3201">
                <a:solidFill>
                  <a:schemeClr val="bg1"/>
                </a:solidFill>
              </a:defRPr>
            </a:lvl3pPr>
            <a:lvl4pPr>
              <a:defRPr sz="2801">
                <a:solidFill>
                  <a:schemeClr val="bg1"/>
                </a:solidFill>
              </a:defRPr>
            </a:lvl4pPr>
            <a:lvl5pPr>
              <a:defRPr sz="2801">
                <a:solidFill>
                  <a:schemeClr val="bg1"/>
                </a:solidFill>
              </a:defRPr>
            </a:lvl5pPr>
          </a:lstStyle>
          <a:p>
            <a:pPr lvl="0"/>
            <a:r>
              <a:rPr lang="en-US"/>
              <a:t>Metropolis Light</a:t>
            </a:r>
          </a:p>
        </p:txBody>
      </p:sp>
      <p:grpSp>
        <p:nvGrpSpPr>
          <p:cNvPr id="72" name="Group 71">
            <a:extLst>
              <a:ext uri="{FF2B5EF4-FFF2-40B4-BE49-F238E27FC236}">
                <a16:creationId xmlns:a16="http://schemas.microsoft.com/office/drawing/2014/main" id="{365F6992-4889-4035-986F-E69979C7B028}"/>
              </a:ext>
            </a:extLst>
          </p:cNvPr>
          <p:cNvGrpSpPr/>
          <p:nvPr userDrawn="1"/>
        </p:nvGrpSpPr>
        <p:grpSpPr>
          <a:xfrm>
            <a:off x="6056501" y="2225997"/>
            <a:ext cx="4700685" cy="542276"/>
            <a:chOff x="6685343" y="2270804"/>
            <a:chExt cx="4699461" cy="542276"/>
          </a:xfrm>
          <a:solidFill>
            <a:schemeClr val="bg1"/>
          </a:solidFill>
        </p:grpSpPr>
        <p:sp>
          <p:nvSpPr>
            <p:cNvPr id="73" name="Freeform: Shape 72">
              <a:extLst>
                <a:ext uri="{FF2B5EF4-FFF2-40B4-BE49-F238E27FC236}">
                  <a16:creationId xmlns:a16="http://schemas.microsoft.com/office/drawing/2014/main" id="{157C5E2C-9A8F-469D-810E-FD271477DD05}"/>
                </a:ext>
              </a:extLst>
            </p:cNvPr>
            <p:cNvSpPr/>
            <p:nvPr/>
          </p:nvSpPr>
          <p:spPr>
            <a:xfrm>
              <a:off x="9320530" y="2270804"/>
              <a:ext cx="53167" cy="53167"/>
            </a:xfrm>
            <a:custGeom>
              <a:avLst/>
              <a:gdLst/>
              <a:ahLst/>
              <a:cxnLst/>
              <a:rect l="l" t="t" r="r" b="b"/>
              <a:pathLst>
                <a:path w="53167" h="53167">
                  <a:moveTo>
                    <a:pt x="26583" y="0"/>
                  </a:moveTo>
                  <a:cubicBezTo>
                    <a:pt x="34183" y="219"/>
                    <a:pt x="40467" y="2872"/>
                    <a:pt x="45439" y="7959"/>
                  </a:cubicBezTo>
                  <a:cubicBezTo>
                    <a:pt x="50411" y="13047"/>
                    <a:pt x="52987" y="19255"/>
                    <a:pt x="53167" y="26583"/>
                  </a:cubicBezTo>
                  <a:cubicBezTo>
                    <a:pt x="52987" y="34182"/>
                    <a:pt x="50411" y="40468"/>
                    <a:pt x="45439" y="45439"/>
                  </a:cubicBezTo>
                  <a:cubicBezTo>
                    <a:pt x="40467" y="50411"/>
                    <a:pt x="34183" y="52987"/>
                    <a:pt x="26583" y="53167"/>
                  </a:cubicBezTo>
                  <a:cubicBezTo>
                    <a:pt x="18985" y="52987"/>
                    <a:pt x="12699" y="50411"/>
                    <a:pt x="7727" y="45439"/>
                  </a:cubicBezTo>
                  <a:cubicBezTo>
                    <a:pt x="2756" y="40468"/>
                    <a:pt x="180" y="34182"/>
                    <a:pt x="0" y="26583"/>
                  </a:cubicBezTo>
                  <a:cubicBezTo>
                    <a:pt x="180" y="19255"/>
                    <a:pt x="2756" y="13047"/>
                    <a:pt x="7727" y="7959"/>
                  </a:cubicBezTo>
                  <a:cubicBezTo>
                    <a:pt x="12699" y="2872"/>
                    <a:pt x="18985" y="219"/>
                    <a:pt x="26583" y="0"/>
                  </a:cubicBez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74" name="Freeform: Shape 73">
              <a:extLst>
                <a:ext uri="{FF2B5EF4-FFF2-40B4-BE49-F238E27FC236}">
                  <a16:creationId xmlns:a16="http://schemas.microsoft.com/office/drawing/2014/main" id="{716D8268-B556-4A2E-A24F-2098FB05E4CA}"/>
                </a:ext>
              </a:extLst>
            </p:cNvPr>
            <p:cNvSpPr/>
            <p:nvPr/>
          </p:nvSpPr>
          <p:spPr>
            <a:xfrm>
              <a:off x="10320655" y="2270804"/>
              <a:ext cx="53167" cy="53167"/>
            </a:xfrm>
            <a:custGeom>
              <a:avLst/>
              <a:gdLst/>
              <a:ahLst/>
              <a:cxnLst/>
              <a:rect l="l" t="t" r="r" b="b"/>
              <a:pathLst>
                <a:path w="53167" h="53167">
                  <a:moveTo>
                    <a:pt x="26583" y="0"/>
                  </a:moveTo>
                  <a:cubicBezTo>
                    <a:pt x="34182" y="219"/>
                    <a:pt x="40468" y="2872"/>
                    <a:pt x="45439" y="7959"/>
                  </a:cubicBezTo>
                  <a:cubicBezTo>
                    <a:pt x="50411" y="13047"/>
                    <a:pt x="52986" y="19255"/>
                    <a:pt x="53167" y="26583"/>
                  </a:cubicBezTo>
                  <a:cubicBezTo>
                    <a:pt x="52986" y="34182"/>
                    <a:pt x="50411" y="40468"/>
                    <a:pt x="45439" y="45439"/>
                  </a:cubicBezTo>
                  <a:cubicBezTo>
                    <a:pt x="40468" y="50411"/>
                    <a:pt x="34182" y="52987"/>
                    <a:pt x="26583" y="53167"/>
                  </a:cubicBezTo>
                  <a:cubicBezTo>
                    <a:pt x="18984" y="52987"/>
                    <a:pt x="12699" y="50411"/>
                    <a:pt x="7727" y="45439"/>
                  </a:cubicBezTo>
                  <a:cubicBezTo>
                    <a:pt x="2756" y="40468"/>
                    <a:pt x="180" y="34182"/>
                    <a:pt x="0" y="26583"/>
                  </a:cubicBezTo>
                  <a:cubicBezTo>
                    <a:pt x="180" y="19255"/>
                    <a:pt x="2756" y="13047"/>
                    <a:pt x="7727" y="7959"/>
                  </a:cubicBezTo>
                  <a:cubicBezTo>
                    <a:pt x="12699" y="2872"/>
                    <a:pt x="18984" y="219"/>
                    <a:pt x="26583" y="0"/>
                  </a:cubicBez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75" name="Freeform: Shape 74">
              <a:extLst>
                <a:ext uri="{FF2B5EF4-FFF2-40B4-BE49-F238E27FC236}">
                  <a16:creationId xmlns:a16="http://schemas.microsoft.com/office/drawing/2014/main" id="{A54C27A0-5E49-4C0A-B9A5-777E28510D88}"/>
                </a:ext>
              </a:extLst>
            </p:cNvPr>
            <p:cNvSpPr/>
            <p:nvPr/>
          </p:nvSpPr>
          <p:spPr>
            <a:xfrm>
              <a:off x="9176178" y="2273899"/>
              <a:ext cx="38309" cy="432691"/>
            </a:xfrm>
            <a:custGeom>
              <a:avLst/>
              <a:gdLst/>
              <a:ahLst/>
              <a:cxnLst/>
              <a:rect l="l" t="t" r="r" b="b"/>
              <a:pathLst>
                <a:path w="38309" h="432691">
                  <a:moveTo>
                    <a:pt x="0" y="0"/>
                  </a:moveTo>
                  <a:lnTo>
                    <a:pt x="38309" y="0"/>
                  </a:lnTo>
                  <a:lnTo>
                    <a:pt x="38309" y="432691"/>
                  </a:lnTo>
                  <a:lnTo>
                    <a:pt x="0" y="432691"/>
                  </a:lnTo>
                  <a:lnTo>
                    <a:pt x="0" y="0"/>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76" name="Freeform: Shape 75">
              <a:extLst>
                <a:ext uri="{FF2B5EF4-FFF2-40B4-BE49-F238E27FC236}">
                  <a16:creationId xmlns:a16="http://schemas.microsoft.com/office/drawing/2014/main" id="{B6DC2D46-24E8-497A-AE7E-3F29CF07D0E0}"/>
                </a:ext>
              </a:extLst>
            </p:cNvPr>
            <p:cNvSpPr/>
            <p:nvPr/>
          </p:nvSpPr>
          <p:spPr>
            <a:xfrm>
              <a:off x="10871628" y="2273899"/>
              <a:ext cx="263051" cy="432691"/>
            </a:xfrm>
            <a:custGeom>
              <a:avLst/>
              <a:gdLst/>
              <a:ahLst/>
              <a:cxnLst/>
              <a:rect l="l" t="t" r="r" b="b"/>
              <a:pathLst>
                <a:path w="263051" h="432691">
                  <a:moveTo>
                    <a:pt x="0" y="0"/>
                  </a:moveTo>
                  <a:lnTo>
                    <a:pt x="38309" y="0"/>
                  </a:lnTo>
                  <a:lnTo>
                    <a:pt x="38309" y="164610"/>
                  </a:lnTo>
                  <a:cubicBezTo>
                    <a:pt x="47303" y="146708"/>
                    <a:pt x="61058" y="132407"/>
                    <a:pt x="79575" y="121706"/>
                  </a:cubicBezTo>
                  <a:cubicBezTo>
                    <a:pt x="98091" y="111006"/>
                    <a:pt x="119435" y="105521"/>
                    <a:pt x="143603" y="105252"/>
                  </a:cubicBezTo>
                  <a:cubicBezTo>
                    <a:pt x="179471" y="105803"/>
                    <a:pt x="208206" y="117063"/>
                    <a:pt x="229805" y="139033"/>
                  </a:cubicBezTo>
                  <a:cubicBezTo>
                    <a:pt x="251405" y="161002"/>
                    <a:pt x="262487" y="190372"/>
                    <a:pt x="263051" y="227142"/>
                  </a:cubicBezTo>
                  <a:lnTo>
                    <a:pt x="263051" y="432691"/>
                  </a:lnTo>
                  <a:lnTo>
                    <a:pt x="224743" y="432691"/>
                  </a:lnTo>
                  <a:lnTo>
                    <a:pt x="224743" y="232095"/>
                  </a:lnTo>
                  <a:cubicBezTo>
                    <a:pt x="224343" y="204441"/>
                    <a:pt x="216316" y="182359"/>
                    <a:pt x="200663" y="165849"/>
                  </a:cubicBezTo>
                  <a:cubicBezTo>
                    <a:pt x="185011" y="149339"/>
                    <a:pt x="164133" y="140877"/>
                    <a:pt x="138029" y="140464"/>
                  </a:cubicBezTo>
                  <a:cubicBezTo>
                    <a:pt x="109215" y="141019"/>
                    <a:pt x="85549" y="149506"/>
                    <a:pt x="67032" y="165926"/>
                  </a:cubicBezTo>
                  <a:cubicBezTo>
                    <a:pt x="48515" y="182346"/>
                    <a:pt x="38941" y="203370"/>
                    <a:pt x="38309" y="228999"/>
                  </a:cubicBezTo>
                  <a:lnTo>
                    <a:pt x="38309" y="432691"/>
                  </a:lnTo>
                  <a:lnTo>
                    <a:pt x="0" y="432691"/>
                  </a:lnTo>
                  <a:lnTo>
                    <a:pt x="0" y="0"/>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77" name="Freeform: Shape 76">
              <a:extLst>
                <a:ext uri="{FF2B5EF4-FFF2-40B4-BE49-F238E27FC236}">
                  <a16:creationId xmlns:a16="http://schemas.microsoft.com/office/drawing/2014/main" id="{0B6A4DE9-31A3-428E-B420-424F68D79E41}"/>
                </a:ext>
              </a:extLst>
            </p:cNvPr>
            <p:cNvSpPr/>
            <p:nvPr/>
          </p:nvSpPr>
          <p:spPr>
            <a:xfrm>
              <a:off x="6685343" y="2281329"/>
              <a:ext cx="403593" cy="425261"/>
            </a:xfrm>
            <a:custGeom>
              <a:avLst/>
              <a:gdLst/>
              <a:ahLst/>
              <a:cxnLst/>
              <a:rect l="l" t="t" r="r" b="b"/>
              <a:pathLst>
                <a:path w="403593" h="425261">
                  <a:moveTo>
                    <a:pt x="0" y="0"/>
                  </a:moveTo>
                  <a:lnTo>
                    <a:pt x="39547" y="0"/>
                  </a:lnTo>
                  <a:lnTo>
                    <a:pt x="201797" y="304554"/>
                  </a:lnTo>
                  <a:lnTo>
                    <a:pt x="364046" y="0"/>
                  </a:lnTo>
                  <a:lnTo>
                    <a:pt x="403593" y="0"/>
                  </a:lnTo>
                  <a:lnTo>
                    <a:pt x="403593" y="425261"/>
                  </a:lnTo>
                  <a:lnTo>
                    <a:pt x="364046" y="425261"/>
                  </a:lnTo>
                  <a:lnTo>
                    <a:pt x="364046" y="84186"/>
                  </a:lnTo>
                  <a:lnTo>
                    <a:pt x="201797" y="388740"/>
                  </a:lnTo>
                  <a:lnTo>
                    <a:pt x="39547" y="84186"/>
                  </a:lnTo>
                  <a:lnTo>
                    <a:pt x="39547" y="425261"/>
                  </a:lnTo>
                  <a:lnTo>
                    <a:pt x="0" y="425261"/>
                  </a:lnTo>
                  <a:lnTo>
                    <a:pt x="0" y="0"/>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78" name="Freeform: Shape 77">
              <a:extLst>
                <a:ext uri="{FF2B5EF4-FFF2-40B4-BE49-F238E27FC236}">
                  <a16:creationId xmlns:a16="http://schemas.microsoft.com/office/drawing/2014/main" id="{9221A60B-A1D2-4D5F-ADCD-2B3BF1989BD1}"/>
                </a:ext>
              </a:extLst>
            </p:cNvPr>
            <p:cNvSpPr/>
            <p:nvPr/>
          </p:nvSpPr>
          <p:spPr>
            <a:xfrm>
              <a:off x="9980992" y="2281329"/>
              <a:ext cx="276052" cy="425261"/>
            </a:xfrm>
            <a:custGeom>
              <a:avLst/>
              <a:gdLst/>
              <a:ahLst/>
              <a:cxnLst/>
              <a:rect l="l" t="t" r="r" b="b"/>
              <a:pathLst>
                <a:path w="276052" h="425261">
                  <a:moveTo>
                    <a:pt x="0" y="0"/>
                  </a:moveTo>
                  <a:lnTo>
                    <a:pt x="39547" y="0"/>
                  </a:lnTo>
                  <a:lnTo>
                    <a:pt x="39547" y="387572"/>
                  </a:lnTo>
                  <a:lnTo>
                    <a:pt x="276052" y="387572"/>
                  </a:lnTo>
                  <a:lnTo>
                    <a:pt x="276052" y="425261"/>
                  </a:lnTo>
                  <a:lnTo>
                    <a:pt x="0" y="425261"/>
                  </a:lnTo>
                  <a:lnTo>
                    <a:pt x="0" y="0"/>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79" name="Freeform: Shape 78">
              <a:extLst>
                <a:ext uri="{FF2B5EF4-FFF2-40B4-BE49-F238E27FC236}">
                  <a16:creationId xmlns:a16="http://schemas.microsoft.com/office/drawing/2014/main" id="{BB738972-CA48-44E6-B7DD-E4E8B81F3D9E}"/>
                </a:ext>
              </a:extLst>
            </p:cNvPr>
            <p:cNvSpPr/>
            <p:nvPr/>
          </p:nvSpPr>
          <p:spPr>
            <a:xfrm>
              <a:off x="7532020" y="2298664"/>
              <a:ext cx="185660" cy="415356"/>
            </a:xfrm>
            <a:custGeom>
              <a:avLst/>
              <a:gdLst/>
              <a:ahLst/>
              <a:cxnLst/>
              <a:rect l="l" t="t" r="r" b="b"/>
              <a:pathLst>
                <a:path w="185660" h="415356">
                  <a:moveTo>
                    <a:pt x="52006" y="0"/>
                  </a:moveTo>
                  <a:lnTo>
                    <a:pt x="90314" y="0"/>
                  </a:lnTo>
                  <a:lnTo>
                    <a:pt x="90314" y="87916"/>
                  </a:lnTo>
                  <a:lnTo>
                    <a:pt x="170801" y="87916"/>
                  </a:lnTo>
                  <a:lnTo>
                    <a:pt x="170801" y="123129"/>
                  </a:lnTo>
                  <a:lnTo>
                    <a:pt x="90314" y="123129"/>
                  </a:lnTo>
                  <a:lnTo>
                    <a:pt x="90314" y="333695"/>
                  </a:lnTo>
                  <a:cubicBezTo>
                    <a:pt x="90598" y="347552"/>
                    <a:pt x="94365" y="358699"/>
                    <a:pt x="101613" y="367138"/>
                  </a:cubicBezTo>
                  <a:cubicBezTo>
                    <a:pt x="108862" y="375576"/>
                    <a:pt x="117891" y="379911"/>
                    <a:pt x="128700" y="380143"/>
                  </a:cubicBezTo>
                  <a:cubicBezTo>
                    <a:pt x="136207" y="380079"/>
                    <a:pt x="143172" y="378814"/>
                    <a:pt x="149596" y="376350"/>
                  </a:cubicBezTo>
                  <a:cubicBezTo>
                    <a:pt x="156019" y="373886"/>
                    <a:pt x="161436" y="370608"/>
                    <a:pt x="165848" y="366518"/>
                  </a:cubicBezTo>
                  <a:lnTo>
                    <a:pt x="185660" y="394970"/>
                  </a:lnTo>
                  <a:cubicBezTo>
                    <a:pt x="177185" y="401495"/>
                    <a:pt x="167821" y="406514"/>
                    <a:pt x="157567" y="410028"/>
                  </a:cubicBezTo>
                  <a:cubicBezTo>
                    <a:pt x="147313" y="413541"/>
                    <a:pt x="136865" y="415317"/>
                    <a:pt x="126224" y="415356"/>
                  </a:cubicBezTo>
                  <a:cubicBezTo>
                    <a:pt x="104177" y="414934"/>
                    <a:pt x="86392" y="407284"/>
                    <a:pt x="72869" y="392407"/>
                  </a:cubicBezTo>
                  <a:cubicBezTo>
                    <a:pt x="59345" y="377530"/>
                    <a:pt x="52391" y="357959"/>
                    <a:pt x="52006" y="333695"/>
                  </a:cubicBezTo>
                  <a:lnTo>
                    <a:pt x="52006" y="123129"/>
                  </a:lnTo>
                  <a:lnTo>
                    <a:pt x="0" y="123129"/>
                  </a:lnTo>
                  <a:lnTo>
                    <a:pt x="0" y="87916"/>
                  </a:lnTo>
                  <a:lnTo>
                    <a:pt x="52006" y="87916"/>
                  </a:lnTo>
                  <a:lnTo>
                    <a:pt x="52006" y="0"/>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0" name="Freeform: Shape 79">
              <a:extLst>
                <a:ext uri="{FF2B5EF4-FFF2-40B4-BE49-F238E27FC236}">
                  <a16:creationId xmlns:a16="http://schemas.microsoft.com/office/drawing/2014/main" id="{8C0E3A6F-0249-4454-864B-04BF720A73B8}"/>
                </a:ext>
              </a:extLst>
            </p:cNvPr>
            <p:cNvSpPr/>
            <p:nvPr/>
          </p:nvSpPr>
          <p:spPr>
            <a:xfrm>
              <a:off x="11199144" y="2298664"/>
              <a:ext cx="185660" cy="415356"/>
            </a:xfrm>
            <a:custGeom>
              <a:avLst/>
              <a:gdLst/>
              <a:ahLst/>
              <a:cxnLst/>
              <a:rect l="l" t="t" r="r" b="b"/>
              <a:pathLst>
                <a:path w="185660" h="415356">
                  <a:moveTo>
                    <a:pt x="52006" y="0"/>
                  </a:moveTo>
                  <a:lnTo>
                    <a:pt x="90315" y="0"/>
                  </a:lnTo>
                  <a:lnTo>
                    <a:pt x="90315" y="87916"/>
                  </a:lnTo>
                  <a:lnTo>
                    <a:pt x="170802" y="87916"/>
                  </a:lnTo>
                  <a:lnTo>
                    <a:pt x="170802" y="123129"/>
                  </a:lnTo>
                  <a:lnTo>
                    <a:pt x="90315" y="123129"/>
                  </a:lnTo>
                  <a:lnTo>
                    <a:pt x="90315" y="333695"/>
                  </a:lnTo>
                  <a:cubicBezTo>
                    <a:pt x="90599" y="347552"/>
                    <a:pt x="94366" y="358699"/>
                    <a:pt x="101614" y="367138"/>
                  </a:cubicBezTo>
                  <a:cubicBezTo>
                    <a:pt x="108863" y="375576"/>
                    <a:pt x="117892" y="379911"/>
                    <a:pt x="128701" y="380143"/>
                  </a:cubicBezTo>
                  <a:cubicBezTo>
                    <a:pt x="136208" y="380079"/>
                    <a:pt x="143173" y="378814"/>
                    <a:pt x="149596" y="376350"/>
                  </a:cubicBezTo>
                  <a:cubicBezTo>
                    <a:pt x="156020" y="373886"/>
                    <a:pt x="161437" y="370608"/>
                    <a:pt x="165848" y="366518"/>
                  </a:cubicBezTo>
                  <a:lnTo>
                    <a:pt x="185660" y="394970"/>
                  </a:lnTo>
                  <a:cubicBezTo>
                    <a:pt x="177186" y="401495"/>
                    <a:pt x="167822" y="406514"/>
                    <a:pt x="157568" y="410028"/>
                  </a:cubicBezTo>
                  <a:cubicBezTo>
                    <a:pt x="147314" y="413541"/>
                    <a:pt x="136866" y="415317"/>
                    <a:pt x="126224" y="415356"/>
                  </a:cubicBezTo>
                  <a:cubicBezTo>
                    <a:pt x="104178" y="414934"/>
                    <a:pt x="86393" y="407284"/>
                    <a:pt x="72870" y="392407"/>
                  </a:cubicBezTo>
                  <a:cubicBezTo>
                    <a:pt x="59346" y="377530"/>
                    <a:pt x="52392" y="357959"/>
                    <a:pt x="52006" y="333695"/>
                  </a:cubicBezTo>
                  <a:lnTo>
                    <a:pt x="52006" y="123129"/>
                  </a:lnTo>
                  <a:lnTo>
                    <a:pt x="0" y="123129"/>
                  </a:lnTo>
                  <a:lnTo>
                    <a:pt x="0" y="87916"/>
                  </a:lnTo>
                  <a:lnTo>
                    <a:pt x="52006" y="87916"/>
                  </a:lnTo>
                  <a:lnTo>
                    <a:pt x="52006" y="0"/>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1" name="Freeform: Shape 80">
              <a:extLst>
                <a:ext uri="{FF2B5EF4-FFF2-40B4-BE49-F238E27FC236}">
                  <a16:creationId xmlns:a16="http://schemas.microsoft.com/office/drawing/2014/main" id="{4BD5D52F-83DC-4C29-BFF9-C29AC76D694C}"/>
                </a:ext>
              </a:extLst>
            </p:cNvPr>
            <p:cNvSpPr/>
            <p:nvPr/>
          </p:nvSpPr>
          <p:spPr>
            <a:xfrm>
              <a:off x="7184309" y="2379151"/>
              <a:ext cx="309486" cy="334869"/>
            </a:xfrm>
            <a:custGeom>
              <a:avLst/>
              <a:gdLst/>
              <a:ahLst/>
              <a:cxnLst/>
              <a:rect l="l" t="t" r="r" b="b"/>
              <a:pathLst>
                <a:path w="309486" h="334869">
                  <a:moveTo>
                    <a:pt x="157840" y="0"/>
                  </a:moveTo>
                  <a:cubicBezTo>
                    <a:pt x="205615" y="720"/>
                    <a:pt x="242734" y="17376"/>
                    <a:pt x="269197" y="49965"/>
                  </a:cubicBezTo>
                  <a:cubicBezTo>
                    <a:pt x="295660" y="82555"/>
                    <a:pt x="309089" y="126754"/>
                    <a:pt x="309486" y="182564"/>
                  </a:cubicBezTo>
                  <a:lnTo>
                    <a:pt x="38928" y="182564"/>
                  </a:lnTo>
                  <a:cubicBezTo>
                    <a:pt x="42863" y="216445"/>
                    <a:pt x="55740" y="244247"/>
                    <a:pt x="77559" y="265969"/>
                  </a:cubicBezTo>
                  <a:cubicBezTo>
                    <a:pt x="99377" y="287692"/>
                    <a:pt x="126963" y="298921"/>
                    <a:pt x="160317" y="299656"/>
                  </a:cubicBezTo>
                  <a:cubicBezTo>
                    <a:pt x="181013" y="299488"/>
                    <a:pt x="201090" y="295797"/>
                    <a:pt x="220547" y="288582"/>
                  </a:cubicBezTo>
                  <a:cubicBezTo>
                    <a:pt x="240005" y="281367"/>
                    <a:pt x="255436" y="271635"/>
                    <a:pt x="266842" y="259387"/>
                  </a:cubicBezTo>
                  <a:lnTo>
                    <a:pt x="290950" y="285407"/>
                  </a:lnTo>
                  <a:cubicBezTo>
                    <a:pt x="276534" y="300459"/>
                    <a:pt x="257271" y="312414"/>
                    <a:pt x="233160" y="321273"/>
                  </a:cubicBezTo>
                  <a:cubicBezTo>
                    <a:pt x="209050" y="330132"/>
                    <a:pt x="184975" y="334664"/>
                    <a:pt x="160937" y="334869"/>
                  </a:cubicBezTo>
                  <a:cubicBezTo>
                    <a:pt x="132043" y="334568"/>
                    <a:pt x="105473" y="327127"/>
                    <a:pt x="81227" y="312548"/>
                  </a:cubicBezTo>
                  <a:cubicBezTo>
                    <a:pt x="56980" y="297968"/>
                    <a:pt x="37482" y="278056"/>
                    <a:pt x="22732" y="252812"/>
                  </a:cubicBezTo>
                  <a:cubicBezTo>
                    <a:pt x="7982" y="227567"/>
                    <a:pt x="405" y="198797"/>
                    <a:pt x="0" y="166502"/>
                  </a:cubicBezTo>
                  <a:cubicBezTo>
                    <a:pt x="343" y="134622"/>
                    <a:pt x="7561" y="106198"/>
                    <a:pt x="21654" y="81230"/>
                  </a:cubicBezTo>
                  <a:cubicBezTo>
                    <a:pt x="35746" y="56262"/>
                    <a:pt x="54656" y="36557"/>
                    <a:pt x="78382" y="22115"/>
                  </a:cubicBezTo>
                  <a:cubicBezTo>
                    <a:pt x="102109" y="7673"/>
                    <a:pt x="128595" y="301"/>
                    <a:pt x="157840" y="0"/>
                  </a:cubicBezTo>
                  <a:close/>
                  <a:moveTo>
                    <a:pt x="159079" y="35212"/>
                  </a:moveTo>
                  <a:cubicBezTo>
                    <a:pt x="127505" y="35742"/>
                    <a:pt x="100848" y="46145"/>
                    <a:pt x="79107" y="66423"/>
                  </a:cubicBezTo>
                  <a:cubicBezTo>
                    <a:pt x="57366" y="86700"/>
                    <a:pt x="44179" y="113676"/>
                    <a:pt x="39547" y="147351"/>
                  </a:cubicBezTo>
                  <a:lnTo>
                    <a:pt x="271796" y="147351"/>
                  </a:lnTo>
                  <a:cubicBezTo>
                    <a:pt x="268881" y="114489"/>
                    <a:pt x="257836" y="87745"/>
                    <a:pt x="238663" y="67120"/>
                  </a:cubicBezTo>
                  <a:cubicBezTo>
                    <a:pt x="219489" y="46494"/>
                    <a:pt x="192961" y="35858"/>
                    <a:pt x="159079" y="35212"/>
                  </a:cubicBez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2" name="Freeform: Shape 81">
              <a:extLst>
                <a:ext uri="{FF2B5EF4-FFF2-40B4-BE49-F238E27FC236}">
                  <a16:creationId xmlns:a16="http://schemas.microsoft.com/office/drawing/2014/main" id="{8A50D27D-9134-4260-9625-A03ACB43BB75}"/>
                </a:ext>
              </a:extLst>
            </p:cNvPr>
            <p:cNvSpPr/>
            <p:nvPr/>
          </p:nvSpPr>
          <p:spPr>
            <a:xfrm>
              <a:off x="7784908" y="2379151"/>
              <a:ext cx="162134" cy="327439"/>
            </a:xfrm>
            <a:custGeom>
              <a:avLst/>
              <a:gdLst/>
              <a:ahLst/>
              <a:cxnLst/>
              <a:rect l="l" t="t" r="r" b="b"/>
              <a:pathLst>
                <a:path w="162134" h="327439">
                  <a:moveTo>
                    <a:pt x="162134" y="0"/>
                  </a:moveTo>
                  <a:lnTo>
                    <a:pt x="162134" y="35212"/>
                  </a:lnTo>
                  <a:cubicBezTo>
                    <a:pt x="125283" y="35792"/>
                    <a:pt x="95591" y="46396"/>
                    <a:pt x="73057" y="67025"/>
                  </a:cubicBezTo>
                  <a:cubicBezTo>
                    <a:pt x="50523" y="87655"/>
                    <a:pt x="38941" y="114831"/>
                    <a:pt x="38309" y="148556"/>
                  </a:cubicBezTo>
                  <a:lnTo>
                    <a:pt x="38309" y="327439"/>
                  </a:lnTo>
                  <a:lnTo>
                    <a:pt x="0" y="327439"/>
                  </a:lnTo>
                  <a:lnTo>
                    <a:pt x="0" y="7429"/>
                  </a:lnTo>
                  <a:lnTo>
                    <a:pt x="38309" y="7429"/>
                  </a:lnTo>
                  <a:lnTo>
                    <a:pt x="38309" y="74217"/>
                  </a:lnTo>
                  <a:cubicBezTo>
                    <a:pt x="47338" y="51898"/>
                    <a:pt x="62713" y="34035"/>
                    <a:pt x="84434" y="20628"/>
                  </a:cubicBezTo>
                  <a:cubicBezTo>
                    <a:pt x="106154" y="7222"/>
                    <a:pt x="132054" y="345"/>
                    <a:pt x="162134" y="0"/>
                  </a:cubicBez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3" name="Freeform: Shape 82">
              <a:extLst>
                <a:ext uri="{FF2B5EF4-FFF2-40B4-BE49-F238E27FC236}">
                  <a16:creationId xmlns:a16="http://schemas.microsoft.com/office/drawing/2014/main" id="{8AD9AAAC-AEE1-41E7-98D0-8AAAA66A65F2}"/>
                </a:ext>
              </a:extLst>
            </p:cNvPr>
            <p:cNvSpPr/>
            <p:nvPr/>
          </p:nvSpPr>
          <p:spPr>
            <a:xfrm>
              <a:off x="7992696" y="2379151"/>
              <a:ext cx="330536" cy="334869"/>
            </a:xfrm>
            <a:custGeom>
              <a:avLst/>
              <a:gdLst/>
              <a:ahLst/>
              <a:cxnLst/>
              <a:rect l="l" t="t" r="r" b="b"/>
              <a:pathLst>
                <a:path w="330536" h="334869">
                  <a:moveTo>
                    <a:pt x="165267" y="0"/>
                  </a:moveTo>
                  <a:cubicBezTo>
                    <a:pt x="195773" y="366"/>
                    <a:pt x="223451" y="8019"/>
                    <a:pt x="248301" y="22960"/>
                  </a:cubicBezTo>
                  <a:cubicBezTo>
                    <a:pt x="273151" y="37901"/>
                    <a:pt x="292978" y="57935"/>
                    <a:pt x="307782" y="83060"/>
                  </a:cubicBezTo>
                  <a:cubicBezTo>
                    <a:pt x="322585" y="108185"/>
                    <a:pt x="330170" y="136207"/>
                    <a:pt x="330536" y="167125"/>
                  </a:cubicBezTo>
                  <a:cubicBezTo>
                    <a:pt x="330170" y="198051"/>
                    <a:pt x="322585" y="226126"/>
                    <a:pt x="307782" y="251351"/>
                  </a:cubicBezTo>
                  <a:cubicBezTo>
                    <a:pt x="292978" y="276575"/>
                    <a:pt x="273151" y="296708"/>
                    <a:pt x="248301" y="311748"/>
                  </a:cubicBezTo>
                  <a:cubicBezTo>
                    <a:pt x="223451" y="326788"/>
                    <a:pt x="195773" y="334495"/>
                    <a:pt x="165267" y="334869"/>
                  </a:cubicBezTo>
                  <a:cubicBezTo>
                    <a:pt x="134762" y="334495"/>
                    <a:pt x="107084" y="326788"/>
                    <a:pt x="82234" y="311748"/>
                  </a:cubicBezTo>
                  <a:cubicBezTo>
                    <a:pt x="57384" y="296708"/>
                    <a:pt x="37557" y="276575"/>
                    <a:pt x="22754" y="251351"/>
                  </a:cubicBezTo>
                  <a:cubicBezTo>
                    <a:pt x="7951" y="226126"/>
                    <a:pt x="366" y="198051"/>
                    <a:pt x="0" y="167125"/>
                  </a:cubicBezTo>
                  <a:cubicBezTo>
                    <a:pt x="366" y="136207"/>
                    <a:pt x="7951" y="108185"/>
                    <a:pt x="22754" y="83060"/>
                  </a:cubicBezTo>
                  <a:cubicBezTo>
                    <a:pt x="37557" y="57935"/>
                    <a:pt x="57384" y="37901"/>
                    <a:pt x="82234" y="22960"/>
                  </a:cubicBezTo>
                  <a:cubicBezTo>
                    <a:pt x="107084" y="8019"/>
                    <a:pt x="134762" y="366"/>
                    <a:pt x="165267" y="0"/>
                  </a:cubicBezTo>
                  <a:close/>
                  <a:moveTo>
                    <a:pt x="165267" y="35212"/>
                  </a:moveTo>
                  <a:cubicBezTo>
                    <a:pt x="129954" y="36180"/>
                    <a:pt x="100407" y="49108"/>
                    <a:pt x="76628" y="73997"/>
                  </a:cubicBezTo>
                  <a:cubicBezTo>
                    <a:pt x="52849" y="98885"/>
                    <a:pt x="40489" y="129928"/>
                    <a:pt x="39547" y="167125"/>
                  </a:cubicBezTo>
                  <a:cubicBezTo>
                    <a:pt x="40489" y="204348"/>
                    <a:pt x="52849" y="235494"/>
                    <a:pt x="76628" y="260563"/>
                  </a:cubicBezTo>
                  <a:cubicBezTo>
                    <a:pt x="100407" y="285632"/>
                    <a:pt x="129954" y="298663"/>
                    <a:pt x="165267" y="299656"/>
                  </a:cubicBezTo>
                  <a:cubicBezTo>
                    <a:pt x="200581" y="298663"/>
                    <a:pt x="230128" y="285632"/>
                    <a:pt x="253907" y="260563"/>
                  </a:cubicBezTo>
                  <a:cubicBezTo>
                    <a:pt x="277686" y="235494"/>
                    <a:pt x="290047" y="204348"/>
                    <a:pt x="290989" y="167125"/>
                  </a:cubicBezTo>
                  <a:cubicBezTo>
                    <a:pt x="290047" y="129928"/>
                    <a:pt x="277686" y="98885"/>
                    <a:pt x="253907" y="73997"/>
                  </a:cubicBezTo>
                  <a:cubicBezTo>
                    <a:pt x="230128" y="49108"/>
                    <a:pt x="200581" y="36180"/>
                    <a:pt x="165267" y="35212"/>
                  </a:cubicBez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4" name="Freeform: Shape 83">
              <a:extLst>
                <a:ext uri="{FF2B5EF4-FFF2-40B4-BE49-F238E27FC236}">
                  <a16:creationId xmlns:a16="http://schemas.microsoft.com/office/drawing/2014/main" id="{05D99233-8B51-431E-B7AE-9CFD2F67C3E6}"/>
                </a:ext>
              </a:extLst>
            </p:cNvPr>
            <p:cNvSpPr/>
            <p:nvPr/>
          </p:nvSpPr>
          <p:spPr>
            <a:xfrm>
              <a:off x="8404653" y="2379151"/>
              <a:ext cx="303913" cy="433929"/>
            </a:xfrm>
            <a:custGeom>
              <a:avLst/>
              <a:gdLst/>
              <a:ahLst/>
              <a:cxnLst/>
              <a:rect l="l" t="t" r="r" b="b"/>
              <a:pathLst>
                <a:path w="303913" h="433929">
                  <a:moveTo>
                    <a:pt x="157842" y="0"/>
                  </a:moveTo>
                  <a:cubicBezTo>
                    <a:pt x="199966" y="1002"/>
                    <a:pt x="234608" y="16936"/>
                    <a:pt x="261767" y="47802"/>
                  </a:cubicBezTo>
                  <a:cubicBezTo>
                    <a:pt x="288926" y="78669"/>
                    <a:pt x="302975" y="118456"/>
                    <a:pt x="303913" y="167163"/>
                  </a:cubicBezTo>
                  <a:cubicBezTo>
                    <a:pt x="302975" y="216136"/>
                    <a:pt x="288926" y="256082"/>
                    <a:pt x="261767" y="287003"/>
                  </a:cubicBezTo>
                  <a:cubicBezTo>
                    <a:pt x="234608" y="317924"/>
                    <a:pt x="199966" y="333879"/>
                    <a:pt x="157842" y="334869"/>
                  </a:cubicBezTo>
                  <a:cubicBezTo>
                    <a:pt x="131378" y="334665"/>
                    <a:pt x="107972" y="328432"/>
                    <a:pt x="87624" y="316172"/>
                  </a:cubicBezTo>
                  <a:cubicBezTo>
                    <a:pt x="67276" y="303912"/>
                    <a:pt x="50837" y="286849"/>
                    <a:pt x="38308" y="264985"/>
                  </a:cubicBezTo>
                  <a:lnTo>
                    <a:pt x="38308" y="433929"/>
                  </a:lnTo>
                  <a:lnTo>
                    <a:pt x="0" y="433929"/>
                  </a:lnTo>
                  <a:lnTo>
                    <a:pt x="0" y="7429"/>
                  </a:lnTo>
                  <a:lnTo>
                    <a:pt x="38308" y="7429"/>
                  </a:lnTo>
                  <a:lnTo>
                    <a:pt x="38308" y="69894"/>
                  </a:lnTo>
                  <a:cubicBezTo>
                    <a:pt x="50837" y="48025"/>
                    <a:pt x="67276" y="30959"/>
                    <a:pt x="87624" y="18698"/>
                  </a:cubicBezTo>
                  <a:cubicBezTo>
                    <a:pt x="107972" y="6437"/>
                    <a:pt x="131378" y="204"/>
                    <a:pt x="157842" y="0"/>
                  </a:cubicBezTo>
                  <a:close/>
                  <a:moveTo>
                    <a:pt x="150410" y="35212"/>
                  </a:moveTo>
                  <a:cubicBezTo>
                    <a:pt x="117017" y="35870"/>
                    <a:pt x="90127" y="48179"/>
                    <a:pt x="69740" y="72139"/>
                  </a:cubicBezTo>
                  <a:cubicBezTo>
                    <a:pt x="49354" y="96098"/>
                    <a:pt x="38876" y="127760"/>
                    <a:pt x="38308" y="167125"/>
                  </a:cubicBezTo>
                  <a:cubicBezTo>
                    <a:pt x="38876" y="206515"/>
                    <a:pt x="49354" y="238281"/>
                    <a:pt x="69740" y="262421"/>
                  </a:cubicBezTo>
                  <a:cubicBezTo>
                    <a:pt x="90127" y="286561"/>
                    <a:pt x="117017" y="298972"/>
                    <a:pt x="150410" y="299656"/>
                  </a:cubicBezTo>
                  <a:cubicBezTo>
                    <a:pt x="183312" y="298856"/>
                    <a:pt x="210253" y="286212"/>
                    <a:pt x="231233" y="261724"/>
                  </a:cubicBezTo>
                  <a:cubicBezTo>
                    <a:pt x="252213" y="237235"/>
                    <a:pt x="263051" y="205703"/>
                    <a:pt x="263747" y="167125"/>
                  </a:cubicBezTo>
                  <a:cubicBezTo>
                    <a:pt x="263051" y="128573"/>
                    <a:pt x="252213" y="97143"/>
                    <a:pt x="231233" y="72836"/>
                  </a:cubicBezTo>
                  <a:cubicBezTo>
                    <a:pt x="210253" y="48528"/>
                    <a:pt x="183312" y="35987"/>
                    <a:pt x="150410" y="35212"/>
                  </a:cubicBez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5" name="Freeform: Shape 84">
              <a:extLst>
                <a:ext uri="{FF2B5EF4-FFF2-40B4-BE49-F238E27FC236}">
                  <a16:creationId xmlns:a16="http://schemas.microsoft.com/office/drawing/2014/main" id="{99B1F118-34ED-4FB8-A180-737A1399C241}"/>
                </a:ext>
              </a:extLst>
            </p:cNvPr>
            <p:cNvSpPr/>
            <p:nvPr/>
          </p:nvSpPr>
          <p:spPr>
            <a:xfrm>
              <a:off x="8764222" y="2379151"/>
              <a:ext cx="330535" cy="334869"/>
            </a:xfrm>
            <a:custGeom>
              <a:avLst/>
              <a:gdLst/>
              <a:ahLst/>
              <a:cxnLst/>
              <a:rect l="l" t="t" r="r" b="b"/>
              <a:pathLst>
                <a:path w="330535" h="334869">
                  <a:moveTo>
                    <a:pt x="165267" y="0"/>
                  </a:moveTo>
                  <a:cubicBezTo>
                    <a:pt x="195773" y="366"/>
                    <a:pt x="223451" y="8019"/>
                    <a:pt x="248301" y="22960"/>
                  </a:cubicBezTo>
                  <a:cubicBezTo>
                    <a:pt x="273151" y="37901"/>
                    <a:pt x="292978" y="57935"/>
                    <a:pt x="307781" y="83060"/>
                  </a:cubicBezTo>
                  <a:cubicBezTo>
                    <a:pt x="322585" y="108185"/>
                    <a:pt x="330169" y="136207"/>
                    <a:pt x="330535" y="167125"/>
                  </a:cubicBezTo>
                  <a:cubicBezTo>
                    <a:pt x="330169" y="198051"/>
                    <a:pt x="322585" y="226126"/>
                    <a:pt x="307781" y="251351"/>
                  </a:cubicBezTo>
                  <a:cubicBezTo>
                    <a:pt x="292978" y="276575"/>
                    <a:pt x="273151" y="296708"/>
                    <a:pt x="248301" y="311748"/>
                  </a:cubicBezTo>
                  <a:cubicBezTo>
                    <a:pt x="223451" y="326788"/>
                    <a:pt x="195773" y="334495"/>
                    <a:pt x="165267" y="334869"/>
                  </a:cubicBezTo>
                  <a:cubicBezTo>
                    <a:pt x="134761" y="334495"/>
                    <a:pt x="107083" y="326788"/>
                    <a:pt x="82234" y="311748"/>
                  </a:cubicBezTo>
                  <a:cubicBezTo>
                    <a:pt x="57383" y="296708"/>
                    <a:pt x="37557" y="276575"/>
                    <a:pt x="22754" y="251351"/>
                  </a:cubicBezTo>
                  <a:cubicBezTo>
                    <a:pt x="7951" y="226126"/>
                    <a:pt x="366" y="198051"/>
                    <a:pt x="0" y="167125"/>
                  </a:cubicBezTo>
                  <a:cubicBezTo>
                    <a:pt x="366" y="136207"/>
                    <a:pt x="7951" y="108185"/>
                    <a:pt x="22754" y="83060"/>
                  </a:cubicBezTo>
                  <a:cubicBezTo>
                    <a:pt x="37557" y="57935"/>
                    <a:pt x="57383" y="37901"/>
                    <a:pt x="82234" y="22960"/>
                  </a:cubicBezTo>
                  <a:cubicBezTo>
                    <a:pt x="107083" y="8019"/>
                    <a:pt x="134761" y="366"/>
                    <a:pt x="165267" y="0"/>
                  </a:cubicBezTo>
                  <a:close/>
                  <a:moveTo>
                    <a:pt x="165267" y="35212"/>
                  </a:moveTo>
                  <a:cubicBezTo>
                    <a:pt x="129954" y="36180"/>
                    <a:pt x="100407" y="49108"/>
                    <a:pt x="76628" y="73997"/>
                  </a:cubicBezTo>
                  <a:cubicBezTo>
                    <a:pt x="52849" y="98885"/>
                    <a:pt x="40489" y="129928"/>
                    <a:pt x="39547" y="167125"/>
                  </a:cubicBezTo>
                  <a:cubicBezTo>
                    <a:pt x="40489" y="204348"/>
                    <a:pt x="52849" y="235494"/>
                    <a:pt x="76628" y="260563"/>
                  </a:cubicBezTo>
                  <a:cubicBezTo>
                    <a:pt x="100407" y="285632"/>
                    <a:pt x="129954" y="298663"/>
                    <a:pt x="165267" y="299656"/>
                  </a:cubicBezTo>
                  <a:cubicBezTo>
                    <a:pt x="200581" y="298663"/>
                    <a:pt x="230128" y="285632"/>
                    <a:pt x="253907" y="260563"/>
                  </a:cubicBezTo>
                  <a:cubicBezTo>
                    <a:pt x="277686" y="235494"/>
                    <a:pt x="290047" y="204348"/>
                    <a:pt x="290989" y="167125"/>
                  </a:cubicBezTo>
                  <a:cubicBezTo>
                    <a:pt x="290047" y="129928"/>
                    <a:pt x="277686" y="98885"/>
                    <a:pt x="253907" y="73997"/>
                  </a:cubicBezTo>
                  <a:cubicBezTo>
                    <a:pt x="230128" y="49108"/>
                    <a:pt x="200581" y="36180"/>
                    <a:pt x="165267" y="35212"/>
                  </a:cubicBez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6" name="Freeform: Shape 85">
              <a:extLst>
                <a:ext uri="{FF2B5EF4-FFF2-40B4-BE49-F238E27FC236}">
                  <a16:creationId xmlns:a16="http://schemas.microsoft.com/office/drawing/2014/main" id="{99817CB1-DAD9-42CD-BEDA-3ADB122B8709}"/>
                </a:ext>
              </a:extLst>
            </p:cNvPr>
            <p:cNvSpPr/>
            <p:nvPr/>
          </p:nvSpPr>
          <p:spPr>
            <a:xfrm>
              <a:off x="9443830" y="2379151"/>
              <a:ext cx="247572" cy="334869"/>
            </a:xfrm>
            <a:custGeom>
              <a:avLst/>
              <a:gdLst/>
              <a:ahLst/>
              <a:cxnLst/>
              <a:rect l="l" t="t" r="r" b="b"/>
              <a:pathLst>
                <a:path w="247572" h="334869">
                  <a:moveTo>
                    <a:pt x="127498" y="0"/>
                  </a:moveTo>
                  <a:cubicBezTo>
                    <a:pt x="147218" y="103"/>
                    <a:pt x="166934" y="3295"/>
                    <a:pt x="186644" y="9575"/>
                  </a:cubicBezTo>
                  <a:cubicBezTo>
                    <a:pt x="206354" y="15856"/>
                    <a:pt x="224810" y="24609"/>
                    <a:pt x="242012" y="35833"/>
                  </a:cubicBezTo>
                  <a:lnTo>
                    <a:pt x="222857" y="65559"/>
                  </a:lnTo>
                  <a:cubicBezTo>
                    <a:pt x="206974" y="55624"/>
                    <a:pt x="190931" y="48089"/>
                    <a:pt x="174726" y="42954"/>
                  </a:cubicBezTo>
                  <a:cubicBezTo>
                    <a:pt x="158521" y="37819"/>
                    <a:pt x="142778" y="35238"/>
                    <a:pt x="127498" y="35212"/>
                  </a:cubicBezTo>
                  <a:cubicBezTo>
                    <a:pt x="107457" y="35367"/>
                    <a:pt x="90706" y="39857"/>
                    <a:pt x="77246" y="48683"/>
                  </a:cubicBezTo>
                  <a:cubicBezTo>
                    <a:pt x="63786" y="57508"/>
                    <a:pt x="56792" y="69739"/>
                    <a:pt x="56263" y="85377"/>
                  </a:cubicBezTo>
                  <a:cubicBezTo>
                    <a:pt x="56004" y="99440"/>
                    <a:pt x="62715" y="110949"/>
                    <a:pt x="76394" y="119903"/>
                  </a:cubicBezTo>
                  <a:cubicBezTo>
                    <a:pt x="90074" y="128857"/>
                    <a:pt x="112270" y="138198"/>
                    <a:pt x="142984" y="147927"/>
                  </a:cubicBezTo>
                  <a:cubicBezTo>
                    <a:pt x="173358" y="156519"/>
                    <a:pt x="198222" y="167667"/>
                    <a:pt x="217578" y="181369"/>
                  </a:cubicBezTo>
                  <a:cubicBezTo>
                    <a:pt x="236933" y="195071"/>
                    <a:pt x="246931" y="215508"/>
                    <a:pt x="247572" y="242680"/>
                  </a:cubicBezTo>
                  <a:cubicBezTo>
                    <a:pt x="246802" y="270365"/>
                    <a:pt x="235668" y="292542"/>
                    <a:pt x="214171" y="309212"/>
                  </a:cubicBezTo>
                  <a:cubicBezTo>
                    <a:pt x="192674" y="325881"/>
                    <a:pt x="165434" y="334434"/>
                    <a:pt x="132453" y="334869"/>
                  </a:cubicBezTo>
                  <a:cubicBezTo>
                    <a:pt x="109819" y="334780"/>
                    <a:pt x="86962" y="330634"/>
                    <a:pt x="63881" y="322433"/>
                  </a:cubicBezTo>
                  <a:cubicBezTo>
                    <a:pt x="40800" y="314231"/>
                    <a:pt x="19507" y="302510"/>
                    <a:pt x="0" y="287270"/>
                  </a:cubicBezTo>
                  <a:lnTo>
                    <a:pt x="21044" y="258782"/>
                  </a:lnTo>
                  <a:cubicBezTo>
                    <a:pt x="39390" y="272136"/>
                    <a:pt x="58025" y="282277"/>
                    <a:pt x="76948" y="289205"/>
                  </a:cubicBezTo>
                  <a:cubicBezTo>
                    <a:pt x="95870" y="296134"/>
                    <a:pt x="114372" y="299618"/>
                    <a:pt x="132453" y="299656"/>
                  </a:cubicBezTo>
                  <a:cubicBezTo>
                    <a:pt x="155166" y="299372"/>
                    <a:pt x="173543" y="294366"/>
                    <a:pt x="187584" y="284638"/>
                  </a:cubicBezTo>
                  <a:cubicBezTo>
                    <a:pt x="201624" y="274910"/>
                    <a:pt x="208851" y="262162"/>
                    <a:pt x="209264" y="246396"/>
                  </a:cubicBezTo>
                  <a:cubicBezTo>
                    <a:pt x="208942" y="229481"/>
                    <a:pt x="201224" y="216244"/>
                    <a:pt x="186112" y="206683"/>
                  </a:cubicBezTo>
                  <a:cubicBezTo>
                    <a:pt x="171000" y="197123"/>
                    <a:pt x="150430" y="188685"/>
                    <a:pt x="124401" y="181369"/>
                  </a:cubicBezTo>
                  <a:cubicBezTo>
                    <a:pt x="86371" y="170622"/>
                    <a:pt x="59031" y="158210"/>
                    <a:pt x="42382" y="144133"/>
                  </a:cubicBezTo>
                  <a:cubicBezTo>
                    <a:pt x="25733" y="130057"/>
                    <a:pt x="17590" y="111917"/>
                    <a:pt x="17954" y="89712"/>
                  </a:cubicBezTo>
                  <a:cubicBezTo>
                    <a:pt x="18686" y="62673"/>
                    <a:pt x="29278" y="41063"/>
                    <a:pt x="49729" y="24883"/>
                  </a:cubicBezTo>
                  <a:cubicBezTo>
                    <a:pt x="70181" y="8703"/>
                    <a:pt x="96104" y="409"/>
                    <a:pt x="127498" y="0"/>
                  </a:cubicBez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7" name="Freeform: Shape 86">
              <a:extLst>
                <a:ext uri="{FF2B5EF4-FFF2-40B4-BE49-F238E27FC236}">
                  <a16:creationId xmlns:a16="http://schemas.microsoft.com/office/drawing/2014/main" id="{8965CEB0-3B0E-4C5D-82CE-B28C6B20C2B1}"/>
                </a:ext>
              </a:extLst>
            </p:cNvPr>
            <p:cNvSpPr/>
            <p:nvPr/>
          </p:nvSpPr>
          <p:spPr>
            <a:xfrm>
              <a:off x="10449527" y="2379151"/>
              <a:ext cx="305770" cy="433929"/>
            </a:xfrm>
            <a:custGeom>
              <a:avLst/>
              <a:gdLst/>
              <a:ahLst/>
              <a:cxnLst/>
              <a:rect l="l" t="t" r="r" b="b"/>
              <a:pathLst>
                <a:path w="305770" h="433929">
                  <a:moveTo>
                    <a:pt x="144833" y="0"/>
                  </a:moveTo>
                  <a:cubicBezTo>
                    <a:pt x="172238" y="138"/>
                    <a:pt x="196392" y="6193"/>
                    <a:pt x="217295" y="18166"/>
                  </a:cubicBezTo>
                  <a:cubicBezTo>
                    <a:pt x="238197" y="30138"/>
                    <a:pt x="254920" y="47197"/>
                    <a:pt x="267462" y="69342"/>
                  </a:cubicBezTo>
                  <a:lnTo>
                    <a:pt x="267462" y="7429"/>
                  </a:lnTo>
                  <a:lnTo>
                    <a:pt x="305770" y="7429"/>
                  </a:lnTo>
                  <a:lnTo>
                    <a:pt x="305770" y="293411"/>
                  </a:lnTo>
                  <a:cubicBezTo>
                    <a:pt x="304987" y="335306"/>
                    <a:pt x="290628" y="369024"/>
                    <a:pt x="262693" y="394562"/>
                  </a:cubicBezTo>
                  <a:cubicBezTo>
                    <a:pt x="234759" y="420100"/>
                    <a:pt x="197950" y="433223"/>
                    <a:pt x="152265" y="433929"/>
                  </a:cubicBezTo>
                  <a:cubicBezTo>
                    <a:pt x="126743" y="433698"/>
                    <a:pt x="102539" y="429681"/>
                    <a:pt x="79653" y="421880"/>
                  </a:cubicBezTo>
                  <a:cubicBezTo>
                    <a:pt x="56767" y="414078"/>
                    <a:pt x="37837" y="403878"/>
                    <a:pt x="22863" y="391281"/>
                  </a:cubicBezTo>
                  <a:lnTo>
                    <a:pt x="40165" y="360299"/>
                  </a:lnTo>
                  <a:cubicBezTo>
                    <a:pt x="53533" y="372201"/>
                    <a:pt x="69687" y="381547"/>
                    <a:pt x="88629" y="388337"/>
                  </a:cubicBezTo>
                  <a:cubicBezTo>
                    <a:pt x="107569" y="395128"/>
                    <a:pt x="127130" y="398587"/>
                    <a:pt x="147310" y="398716"/>
                  </a:cubicBezTo>
                  <a:cubicBezTo>
                    <a:pt x="184561" y="398393"/>
                    <a:pt x="213799" y="388971"/>
                    <a:pt x="235023" y="370449"/>
                  </a:cubicBezTo>
                  <a:cubicBezTo>
                    <a:pt x="256249" y="351928"/>
                    <a:pt x="267062" y="326249"/>
                    <a:pt x="267462" y="293411"/>
                  </a:cubicBezTo>
                  <a:lnTo>
                    <a:pt x="267462" y="234017"/>
                  </a:lnTo>
                  <a:cubicBezTo>
                    <a:pt x="254843" y="256428"/>
                    <a:pt x="237965" y="273648"/>
                    <a:pt x="216830" y="285678"/>
                  </a:cubicBezTo>
                  <a:cubicBezTo>
                    <a:pt x="195696" y="297707"/>
                    <a:pt x="171696" y="303786"/>
                    <a:pt x="144833" y="303913"/>
                  </a:cubicBezTo>
                  <a:cubicBezTo>
                    <a:pt x="102761" y="303026"/>
                    <a:pt x="68325" y="288564"/>
                    <a:pt x="41527" y="260527"/>
                  </a:cubicBezTo>
                  <a:cubicBezTo>
                    <a:pt x="14729" y="232489"/>
                    <a:pt x="886" y="196196"/>
                    <a:pt x="0" y="151646"/>
                  </a:cubicBezTo>
                  <a:cubicBezTo>
                    <a:pt x="886" y="107393"/>
                    <a:pt x="14729" y="71281"/>
                    <a:pt x="41527" y="43308"/>
                  </a:cubicBezTo>
                  <a:cubicBezTo>
                    <a:pt x="68325" y="15335"/>
                    <a:pt x="102761" y="899"/>
                    <a:pt x="144833" y="0"/>
                  </a:cubicBezTo>
                  <a:close/>
                  <a:moveTo>
                    <a:pt x="152265" y="35212"/>
                  </a:moveTo>
                  <a:cubicBezTo>
                    <a:pt x="119685" y="35921"/>
                    <a:pt x="93028" y="47045"/>
                    <a:pt x="72294" y="68583"/>
                  </a:cubicBezTo>
                  <a:cubicBezTo>
                    <a:pt x="51559" y="90122"/>
                    <a:pt x="40849" y="117823"/>
                    <a:pt x="40165" y="151685"/>
                  </a:cubicBezTo>
                  <a:cubicBezTo>
                    <a:pt x="40849" y="185815"/>
                    <a:pt x="51559" y="213675"/>
                    <a:pt x="72294" y="235267"/>
                  </a:cubicBezTo>
                  <a:cubicBezTo>
                    <a:pt x="93028" y="256859"/>
                    <a:pt x="119685" y="268003"/>
                    <a:pt x="152265" y="268700"/>
                  </a:cubicBezTo>
                  <a:cubicBezTo>
                    <a:pt x="186057" y="268120"/>
                    <a:pt x="213540" y="257207"/>
                    <a:pt x="234714" y="235959"/>
                  </a:cubicBezTo>
                  <a:cubicBezTo>
                    <a:pt x="255888" y="214711"/>
                    <a:pt x="266804" y="186607"/>
                    <a:pt x="267462" y="151646"/>
                  </a:cubicBezTo>
                  <a:cubicBezTo>
                    <a:pt x="266804" y="116989"/>
                    <a:pt x="255888" y="89068"/>
                    <a:pt x="234714" y="67882"/>
                  </a:cubicBezTo>
                  <a:cubicBezTo>
                    <a:pt x="213540" y="46696"/>
                    <a:pt x="186057" y="35806"/>
                    <a:pt x="152265" y="35212"/>
                  </a:cubicBez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8" name="Freeform: Shape 87">
              <a:extLst>
                <a:ext uri="{FF2B5EF4-FFF2-40B4-BE49-F238E27FC236}">
                  <a16:creationId xmlns:a16="http://schemas.microsoft.com/office/drawing/2014/main" id="{2C78B23A-632F-4FF2-B1DB-D62779A331A5}"/>
                </a:ext>
              </a:extLst>
            </p:cNvPr>
            <p:cNvSpPr/>
            <p:nvPr/>
          </p:nvSpPr>
          <p:spPr>
            <a:xfrm>
              <a:off x="9327958" y="2386580"/>
              <a:ext cx="38308" cy="320010"/>
            </a:xfrm>
            <a:custGeom>
              <a:avLst/>
              <a:gdLst/>
              <a:ahLst/>
              <a:cxnLst/>
              <a:rect l="l" t="t" r="r" b="b"/>
              <a:pathLst>
                <a:path w="38308" h="320010">
                  <a:moveTo>
                    <a:pt x="0" y="0"/>
                  </a:moveTo>
                  <a:lnTo>
                    <a:pt x="38308" y="0"/>
                  </a:lnTo>
                  <a:lnTo>
                    <a:pt x="38308" y="320010"/>
                  </a:lnTo>
                  <a:lnTo>
                    <a:pt x="0" y="320010"/>
                  </a:lnTo>
                  <a:lnTo>
                    <a:pt x="0" y="0"/>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9" name="Freeform: Shape 88">
              <a:extLst>
                <a:ext uri="{FF2B5EF4-FFF2-40B4-BE49-F238E27FC236}">
                  <a16:creationId xmlns:a16="http://schemas.microsoft.com/office/drawing/2014/main" id="{624329D5-649B-4928-85CD-14362B04489C}"/>
                </a:ext>
              </a:extLst>
            </p:cNvPr>
            <p:cNvSpPr/>
            <p:nvPr/>
          </p:nvSpPr>
          <p:spPr>
            <a:xfrm>
              <a:off x="10328084" y="2386580"/>
              <a:ext cx="38309" cy="320010"/>
            </a:xfrm>
            <a:custGeom>
              <a:avLst/>
              <a:gdLst/>
              <a:ahLst/>
              <a:cxnLst/>
              <a:rect l="l" t="t" r="r" b="b"/>
              <a:pathLst>
                <a:path w="38309" h="320010">
                  <a:moveTo>
                    <a:pt x="0" y="0"/>
                  </a:moveTo>
                  <a:lnTo>
                    <a:pt x="38309" y="0"/>
                  </a:lnTo>
                  <a:lnTo>
                    <a:pt x="38309" y="320010"/>
                  </a:lnTo>
                  <a:lnTo>
                    <a:pt x="0" y="320010"/>
                  </a:lnTo>
                  <a:lnTo>
                    <a:pt x="0" y="0"/>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90" name="Group 89">
            <a:extLst>
              <a:ext uri="{FF2B5EF4-FFF2-40B4-BE49-F238E27FC236}">
                <a16:creationId xmlns:a16="http://schemas.microsoft.com/office/drawing/2014/main" id="{164E83D4-30F6-4C59-8FFA-AD2FC2966221}"/>
              </a:ext>
            </a:extLst>
          </p:cNvPr>
          <p:cNvGrpSpPr/>
          <p:nvPr userDrawn="1"/>
        </p:nvGrpSpPr>
        <p:grpSpPr>
          <a:xfrm>
            <a:off x="672634" y="2225997"/>
            <a:ext cx="3022640" cy="546070"/>
            <a:chOff x="2656324" y="2163854"/>
            <a:chExt cx="3021853" cy="546070"/>
          </a:xfrm>
        </p:grpSpPr>
        <p:sp>
          <p:nvSpPr>
            <p:cNvPr id="91" name="TextBox 90">
              <a:extLst>
                <a:ext uri="{FF2B5EF4-FFF2-40B4-BE49-F238E27FC236}">
                  <a16:creationId xmlns:a16="http://schemas.microsoft.com/office/drawing/2014/main" id="{F3051B0B-E539-41DA-BF1C-88B850B08AC1}"/>
                </a:ext>
              </a:extLst>
            </p:cNvPr>
            <p:cNvSpPr txBox="1">
              <a:spLocks/>
            </p:cNvSpPr>
            <p:nvPr/>
          </p:nvSpPr>
          <p:spPr>
            <a:xfrm>
              <a:off x="5302274" y="2163854"/>
              <a:ext cx="61293" cy="61294"/>
            </a:xfrm>
            <a:custGeom>
              <a:avLst/>
              <a:gdLst/>
              <a:ahLst/>
              <a:cxnLst/>
              <a:rect l="l" t="t" r="r" b="b"/>
              <a:pathLst>
                <a:path w="61293" h="61294">
                  <a:moveTo>
                    <a:pt x="30956" y="0"/>
                  </a:moveTo>
                  <a:cubicBezTo>
                    <a:pt x="39211" y="0"/>
                    <a:pt x="46331" y="2993"/>
                    <a:pt x="52316" y="8978"/>
                  </a:cubicBezTo>
                  <a:cubicBezTo>
                    <a:pt x="58301" y="14963"/>
                    <a:pt x="61293" y="22083"/>
                    <a:pt x="61293" y="30338"/>
                  </a:cubicBezTo>
                  <a:cubicBezTo>
                    <a:pt x="61293" y="38592"/>
                    <a:pt x="58301" y="45816"/>
                    <a:pt x="52316" y="52007"/>
                  </a:cubicBezTo>
                  <a:cubicBezTo>
                    <a:pt x="46331" y="58198"/>
                    <a:pt x="39211" y="61294"/>
                    <a:pt x="30956" y="61294"/>
                  </a:cubicBezTo>
                  <a:cubicBezTo>
                    <a:pt x="22288" y="61294"/>
                    <a:pt x="14962" y="58198"/>
                    <a:pt x="8977" y="52007"/>
                  </a:cubicBezTo>
                  <a:cubicBezTo>
                    <a:pt x="2992" y="45816"/>
                    <a:pt x="0" y="38592"/>
                    <a:pt x="0" y="30338"/>
                  </a:cubicBezTo>
                  <a:cubicBezTo>
                    <a:pt x="0" y="22083"/>
                    <a:pt x="2992" y="14963"/>
                    <a:pt x="8977" y="8978"/>
                  </a:cubicBezTo>
                  <a:cubicBezTo>
                    <a:pt x="14962" y="2993"/>
                    <a:pt x="22288" y="0"/>
                    <a:pt x="30956"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92" name="TextBox 91">
              <a:extLst>
                <a:ext uri="{FF2B5EF4-FFF2-40B4-BE49-F238E27FC236}">
                  <a16:creationId xmlns:a16="http://schemas.microsoft.com/office/drawing/2014/main" id="{E869A88A-B6ED-41AF-A29B-C30FFF486BB6}"/>
                </a:ext>
              </a:extLst>
            </p:cNvPr>
            <p:cNvSpPr txBox="1">
              <a:spLocks/>
            </p:cNvSpPr>
            <p:nvPr/>
          </p:nvSpPr>
          <p:spPr>
            <a:xfrm>
              <a:off x="5157303" y="2170665"/>
              <a:ext cx="46434" cy="432768"/>
            </a:xfrm>
            <a:custGeom>
              <a:avLst/>
              <a:gdLst/>
              <a:ahLst/>
              <a:cxnLst/>
              <a:rect l="l" t="t" r="r" b="b"/>
              <a:pathLst>
                <a:path w="46434" h="432768">
                  <a:moveTo>
                    <a:pt x="0" y="0"/>
                  </a:moveTo>
                  <a:lnTo>
                    <a:pt x="46434" y="0"/>
                  </a:lnTo>
                  <a:lnTo>
                    <a:pt x="46434" y="432768"/>
                  </a:lnTo>
                  <a:lnTo>
                    <a:pt x="0" y="432768"/>
                  </a:lnTo>
                  <a:lnTo>
                    <a:pt x="0"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93" name="TextBox 92">
              <a:extLst>
                <a:ext uri="{FF2B5EF4-FFF2-40B4-BE49-F238E27FC236}">
                  <a16:creationId xmlns:a16="http://schemas.microsoft.com/office/drawing/2014/main" id="{2801540C-5A6C-4A54-B0C6-6C0846EC4390}"/>
                </a:ext>
              </a:extLst>
            </p:cNvPr>
            <p:cNvSpPr txBox="1">
              <a:spLocks/>
            </p:cNvSpPr>
            <p:nvPr/>
          </p:nvSpPr>
          <p:spPr>
            <a:xfrm>
              <a:off x="2656324" y="2178095"/>
              <a:ext cx="412337" cy="425339"/>
            </a:xfrm>
            <a:custGeom>
              <a:avLst/>
              <a:gdLst/>
              <a:ahLst/>
              <a:cxnLst/>
              <a:rect l="l" t="t" r="r" b="b"/>
              <a:pathLst>
                <a:path w="412337" h="425339">
                  <a:moveTo>
                    <a:pt x="0" y="0"/>
                  </a:moveTo>
                  <a:lnTo>
                    <a:pt x="48291" y="0"/>
                  </a:lnTo>
                  <a:lnTo>
                    <a:pt x="206168" y="296561"/>
                  </a:lnTo>
                  <a:lnTo>
                    <a:pt x="364045" y="0"/>
                  </a:lnTo>
                  <a:lnTo>
                    <a:pt x="412337" y="0"/>
                  </a:lnTo>
                  <a:lnTo>
                    <a:pt x="412337" y="425339"/>
                  </a:lnTo>
                  <a:lnTo>
                    <a:pt x="364045" y="425339"/>
                  </a:lnTo>
                  <a:lnTo>
                    <a:pt x="364045" y="104013"/>
                  </a:lnTo>
                  <a:lnTo>
                    <a:pt x="206168" y="400574"/>
                  </a:lnTo>
                  <a:lnTo>
                    <a:pt x="48291" y="104013"/>
                  </a:lnTo>
                  <a:lnTo>
                    <a:pt x="48291" y="425339"/>
                  </a:lnTo>
                  <a:lnTo>
                    <a:pt x="0" y="425339"/>
                  </a:lnTo>
                  <a:lnTo>
                    <a:pt x="0"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94" name="TextBox 93">
              <a:extLst>
                <a:ext uri="{FF2B5EF4-FFF2-40B4-BE49-F238E27FC236}">
                  <a16:creationId xmlns:a16="http://schemas.microsoft.com/office/drawing/2014/main" id="{B91D5C56-2A21-48F7-9A01-6B21056777FC}"/>
                </a:ext>
              </a:extLst>
            </p:cNvPr>
            <p:cNvSpPr txBox="1">
              <a:spLocks/>
            </p:cNvSpPr>
            <p:nvPr/>
          </p:nvSpPr>
          <p:spPr>
            <a:xfrm>
              <a:off x="3506716" y="2195431"/>
              <a:ext cx="187595" cy="415433"/>
            </a:xfrm>
            <a:custGeom>
              <a:avLst/>
              <a:gdLst/>
              <a:ahLst/>
              <a:cxnLst/>
              <a:rect l="l" t="t" r="r" b="b"/>
              <a:pathLst>
                <a:path w="187595" h="415433">
                  <a:moveTo>
                    <a:pt x="50149" y="0"/>
                  </a:moveTo>
                  <a:lnTo>
                    <a:pt x="96583" y="0"/>
                  </a:lnTo>
                  <a:lnTo>
                    <a:pt x="96583" y="87916"/>
                  </a:lnTo>
                  <a:lnTo>
                    <a:pt x="175212" y="87916"/>
                  </a:lnTo>
                  <a:lnTo>
                    <a:pt x="175212" y="129397"/>
                  </a:lnTo>
                  <a:lnTo>
                    <a:pt x="96583" y="129397"/>
                  </a:lnTo>
                  <a:lnTo>
                    <a:pt x="96583" y="333708"/>
                  </a:lnTo>
                  <a:cubicBezTo>
                    <a:pt x="96583" y="345265"/>
                    <a:pt x="99988" y="354862"/>
                    <a:pt x="106799" y="362497"/>
                  </a:cubicBezTo>
                  <a:cubicBezTo>
                    <a:pt x="113609" y="370133"/>
                    <a:pt x="121761" y="373951"/>
                    <a:pt x="131254" y="373951"/>
                  </a:cubicBezTo>
                  <a:cubicBezTo>
                    <a:pt x="138271" y="373951"/>
                    <a:pt x="144669" y="372713"/>
                    <a:pt x="150447" y="370237"/>
                  </a:cubicBezTo>
                  <a:cubicBezTo>
                    <a:pt x="156226" y="367760"/>
                    <a:pt x="160972" y="364664"/>
                    <a:pt x="164687" y="360950"/>
                  </a:cubicBezTo>
                  <a:lnTo>
                    <a:pt x="187595" y="395002"/>
                  </a:lnTo>
                  <a:cubicBezTo>
                    <a:pt x="170259" y="408622"/>
                    <a:pt x="150447" y="415433"/>
                    <a:pt x="128158" y="415433"/>
                  </a:cubicBezTo>
                  <a:cubicBezTo>
                    <a:pt x="105457" y="415433"/>
                    <a:pt x="86780" y="407797"/>
                    <a:pt x="72128" y="392525"/>
                  </a:cubicBezTo>
                  <a:cubicBezTo>
                    <a:pt x="57475" y="377253"/>
                    <a:pt x="50149" y="357648"/>
                    <a:pt x="50149" y="333708"/>
                  </a:cubicBezTo>
                  <a:lnTo>
                    <a:pt x="50149" y="129397"/>
                  </a:lnTo>
                  <a:lnTo>
                    <a:pt x="0" y="129397"/>
                  </a:lnTo>
                  <a:lnTo>
                    <a:pt x="0" y="87916"/>
                  </a:lnTo>
                  <a:lnTo>
                    <a:pt x="50149" y="87916"/>
                  </a:lnTo>
                  <a:lnTo>
                    <a:pt x="50149"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95" name="TextBox 94">
              <a:extLst>
                <a:ext uri="{FF2B5EF4-FFF2-40B4-BE49-F238E27FC236}">
                  <a16:creationId xmlns:a16="http://schemas.microsoft.com/office/drawing/2014/main" id="{938751F7-5AB7-4F81-9DD2-C1AE3EE50FDD}"/>
                </a:ext>
              </a:extLst>
            </p:cNvPr>
            <p:cNvSpPr txBox="1">
              <a:spLocks/>
            </p:cNvSpPr>
            <p:nvPr/>
          </p:nvSpPr>
          <p:spPr>
            <a:xfrm>
              <a:off x="3159005" y="2275917"/>
              <a:ext cx="309563" cy="334947"/>
            </a:xfrm>
            <a:custGeom>
              <a:avLst/>
              <a:gdLst/>
              <a:ahLst/>
              <a:cxnLst/>
              <a:rect l="l" t="t" r="r" b="b"/>
              <a:pathLst>
                <a:path w="309563" h="334947">
                  <a:moveTo>
                    <a:pt x="157877" y="0"/>
                  </a:moveTo>
                  <a:cubicBezTo>
                    <a:pt x="205757" y="0"/>
                    <a:pt x="243007" y="16716"/>
                    <a:pt x="269629" y="50149"/>
                  </a:cubicBezTo>
                  <a:cubicBezTo>
                    <a:pt x="296252" y="83582"/>
                    <a:pt x="309563" y="128572"/>
                    <a:pt x="309563" y="185118"/>
                  </a:cubicBezTo>
                  <a:lnTo>
                    <a:pt x="47673" y="185118"/>
                  </a:lnTo>
                  <a:cubicBezTo>
                    <a:pt x="50975" y="216900"/>
                    <a:pt x="63048" y="242903"/>
                    <a:pt x="83892" y="263128"/>
                  </a:cubicBezTo>
                  <a:cubicBezTo>
                    <a:pt x="104736" y="283353"/>
                    <a:pt x="130636" y="293465"/>
                    <a:pt x="161592" y="293465"/>
                  </a:cubicBezTo>
                  <a:cubicBezTo>
                    <a:pt x="180579" y="293465"/>
                    <a:pt x="199669" y="289751"/>
                    <a:pt x="218861" y="282321"/>
                  </a:cubicBezTo>
                  <a:cubicBezTo>
                    <a:pt x="238054" y="274892"/>
                    <a:pt x="252604" y="265811"/>
                    <a:pt x="262509" y="255080"/>
                  </a:cubicBezTo>
                  <a:lnTo>
                    <a:pt x="290989" y="285417"/>
                  </a:lnTo>
                  <a:cubicBezTo>
                    <a:pt x="277368" y="300276"/>
                    <a:pt x="258279" y="312245"/>
                    <a:pt x="233720" y="321326"/>
                  </a:cubicBezTo>
                  <a:cubicBezTo>
                    <a:pt x="209162" y="330406"/>
                    <a:pt x="185326" y="334947"/>
                    <a:pt x="162211" y="334947"/>
                  </a:cubicBezTo>
                  <a:cubicBezTo>
                    <a:pt x="133732" y="334947"/>
                    <a:pt x="107109" y="327724"/>
                    <a:pt x="82344" y="313277"/>
                  </a:cubicBezTo>
                  <a:cubicBezTo>
                    <a:pt x="57579" y="298831"/>
                    <a:pt x="37664" y="278709"/>
                    <a:pt x="22599" y="252913"/>
                  </a:cubicBezTo>
                  <a:cubicBezTo>
                    <a:pt x="7533" y="227116"/>
                    <a:pt x="0" y="198326"/>
                    <a:pt x="0" y="166545"/>
                  </a:cubicBezTo>
                  <a:cubicBezTo>
                    <a:pt x="0" y="135588"/>
                    <a:pt x="7120" y="107315"/>
                    <a:pt x="21361" y="81725"/>
                  </a:cubicBezTo>
                  <a:cubicBezTo>
                    <a:pt x="35600" y="56134"/>
                    <a:pt x="54793" y="36116"/>
                    <a:pt x="78939" y="21669"/>
                  </a:cubicBezTo>
                  <a:cubicBezTo>
                    <a:pt x="103085" y="7223"/>
                    <a:pt x="129398" y="0"/>
                    <a:pt x="157877" y="0"/>
                  </a:cubicBezTo>
                  <a:close/>
                  <a:moveTo>
                    <a:pt x="159735" y="41481"/>
                  </a:moveTo>
                  <a:cubicBezTo>
                    <a:pt x="130842" y="41481"/>
                    <a:pt x="106077" y="50871"/>
                    <a:pt x="85440" y="69652"/>
                  </a:cubicBezTo>
                  <a:cubicBezTo>
                    <a:pt x="64802" y="88432"/>
                    <a:pt x="52420" y="113094"/>
                    <a:pt x="48292" y="143637"/>
                  </a:cubicBezTo>
                  <a:lnTo>
                    <a:pt x="263748" y="143637"/>
                  </a:lnTo>
                  <a:cubicBezTo>
                    <a:pt x="260446" y="113094"/>
                    <a:pt x="249921" y="88432"/>
                    <a:pt x="232172" y="69652"/>
                  </a:cubicBezTo>
                  <a:cubicBezTo>
                    <a:pt x="214424" y="50871"/>
                    <a:pt x="190278" y="41481"/>
                    <a:pt x="159735" y="41481"/>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96" name="TextBox 95">
              <a:extLst>
                <a:ext uri="{FF2B5EF4-FFF2-40B4-BE49-F238E27FC236}">
                  <a16:creationId xmlns:a16="http://schemas.microsoft.com/office/drawing/2014/main" id="{2977B035-ADE6-4A4C-86F9-E9355E9D8122}"/>
                </a:ext>
              </a:extLst>
            </p:cNvPr>
            <p:cNvSpPr txBox="1">
              <a:spLocks/>
            </p:cNvSpPr>
            <p:nvPr/>
          </p:nvSpPr>
          <p:spPr>
            <a:xfrm>
              <a:off x="3757128" y="2275917"/>
              <a:ext cx="170259" cy="327517"/>
            </a:xfrm>
            <a:custGeom>
              <a:avLst/>
              <a:gdLst/>
              <a:ahLst/>
              <a:cxnLst/>
              <a:rect l="l" t="t" r="r" b="b"/>
              <a:pathLst>
                <a:path w="170259" h="327517">
                  <a:moveTo>
                    <a:pt x="170259" y="0"/>
                  </a:moveTo>
                  <a:lnTo>
                    <a:pt x="170259" y="41481"/>
                  </a:lnTo>
                  <a:cubicBezTo>
                    <a:pt x="146320" y="41481"/>
                    <a:pt x="124960" y="46022"/>
                    <a:pt x="106180" y="55102"/>
                  </a:cubicBezTo>
                  <a:cubicBezTo>
                    <a:pt x="87400" y="64183"/>
                    <a:pt x="72747" y="76875"/>
                    <a:pt x="62222" y="93178"/>
                  </a:cubicBezTo>
                  <a:cubicBezTo>
                    <a:pt x="51697" y="109482"/>
                    <a:pt x="46434" y="127953"/>
                    <a:pt x="46434" y="148590"/>
                  </a:cubicBezTo>
                  <a:lnTo>
                    <a:pt x="46434" y="327517"/>
                  </a:lnTo>
                  <a:lnTo>
                    <a:pt x="0" y="327517"/>
                  </a:lnTo>
                  <a:lnTo>
                    <a:pt x="0" y="7430"/>
                  </a:lnTo>
                  <a:lnTo>
                    <a:pt x="46434" y="7430"/>
                  </a:lnTo>
                  <a:lnTo>
                    <a:pt x="46434" y="69961"/>
                  </a:lnTo>
                  <a:cubicBezTo>
                    <a:pt x="55927" y="48498"/>
                    <a:pt x="71612" y="31472"/>
                    <a:pt x="93488" y="18883"/>
                  </a:cubicBezTo>
                  <a:cubicBezTo>
                    <a:pt x="115364" y="6294"/>
                    <a:pt x="140954" y="0"/>
                    <a:pt x="170259"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97" name="TextBox 96">
              <a:extLst>
                <a:ext uri="{FF2B5EF4-FFF2-40B4-BE49-F238E27FC236}">
                  <a16:creationId xmlns:a16="http://schemas.microsoft.com/office/drawing/2014/main" id="{B5491C69-6B3D-4C4E-A712-AAE6470473FA}"/>
                </a:ext>
              </a:extLst>
            </p:cNvPr>
            <p:cNvSpPr txBox="1">
              <a:spLocks/>
            </p:cNvSpPr>
            <p:nvPr/>
          </p:nvSpPr>
          <p:spPr>
            <a:xfrm>
              <a:off x="3976917" y="2275917"/>
              <a:ext cx="329994" cy="334947"/>
            </a:xfrm>
            <a:custGeom>
              <a:avLst/>
              <a:gdLst/>
              <a:ahLst/>
              <a:cxnLst/>
              <a:rect l="l" t="t" r="r" b="b"/>
              <a:pathLst>
                <a:path w="329994" h="334947">
                  <a:moveTo>
                    <a:pt x="165307" y="0"/>
                  </a:moveTo>
                  <a:cubicBezTo>
                    <a:pt x="195025" y="0"/>
                    <a:pt x="222473" y="7533"/>
                    <a:pt x="247650" y="22598"/>
                  </a:cubicBezTo>
                  <a:cubicBezTo>
                    <a:pt x="272828" y="37663"/>
                    <a:pt x="292847" y="57991"/>
                    <a:pt x="307706" y="83582"/>
                  </a:cubicBezTo>
                  <a:cubicBezTo>
                    <a:pt x="322565" y="109172"/>
                    <a:pt x="329994" y="137033"/>
                    <a:pt x="329994" y="167164"/>
                  </a:cubicBezTo>
                  <a:cubicBezTo>
                    <a:pt x="329994" y="197295"/>
                    <a:pt x="322565" y="225258"/>
                    <a:pt x="307706" y="251055"/>
                  </a:cubicBezTo>
                  <a:cubicBezTo>
                    <a:pt x="292847" y="276852"/>
                    <a:pt x="272828" y="297283"/>
                    <a:pt x="247650" y="312349"/>
                  </a:cubicBezTo>
                  <a:cubicBezTo>
                    <a:pt x="222473" y="327414"/>
                    <a:pt x="195025" y="334947"/>
                    <a:pt x="165307" y="334947"/>
                  </a:cubicBezTo>
                  <a:cubicBezTo>
                    <a:pt x="135589" y="334947"/>
                    <a:pt x="108038" y="327414"/>
                    <a:pt x="82654" y="312349"/>
                  </a:cubicBezTo>
                  <a:cubicBezTo>
                    <a:pt x="57270" y="297283"/>
                    <a:pt x="37148" y="276852"/>
                    <a:pt x="22289" y="251055"/>
                  </a:cubicBezTo>
                  <a:cubicBezTo>
                    <a:pt x="7430" y="225258"/>
                    <a:pt x="0" y="197295"/>
                    <a:pt x="0" y="167164"/>
                  </a:cubicBezTo>
                  <a:cubicBezTo>
                    <a:pt x="0" y="137033"/>
                    <a:pt x="7430" y="109172"/>
                    <a:pt x="22289" y="83582"/>
                  </a:cubicBezTo>
                  <a:cubicBezTo>
                    <a:pt x="37148" y="57991"/>
                    <a:pt x="57270" y="37663"/>
                    <a:pt x="82654" y="22598"/>
                  </a:cubicBezTo>
                  <a:cubicBezTo>
                    <a:pt x="108038" y="7533"/>
                    <a:pt x="135589" y="0"/>
                    <a:pt x="165307" y="0"/>
                  </a:cubicBezTo>
                  <a:close/>
                  <a:moveTo>
                    <a:pt x="165307" y="41481"/>
                  </a:moveTo>
                  <a:cubicBezTo>
                    <a:pt x="144257" y="41481"/>
                    <a:pt x="124754" y="47157"/>
                    <a:pt x="106799" y="58507"/>
                  </a:cubicBezTo>
                  <a:cubicBezTo>
                    <a:pt x="88845" y="69858"/>
                    <a:pt x="74605" y="85130"/>
                    <a:pt x="64080" y="104323"/>
                  </a:cubicBezTo>
                  <a:cubicBezTo>
                    <a:pt x="53555" y="123515"/>
                    <a:pt x="48292" y="144463"/>
                    <a:pt x="48292" y="167164"/>
                  </a:cubicBezTo>
                  <a:cubicBezTo>
                    <a:pt x="48292" y="189865"/>
                    <a:pt x="53555" y="210915"/>
                    <a:pt x="64080" y="230314"/>
                  </a:cubicBezTo>
                  <a:cubicBezTo>
                    <a:pt x="74605" y="249714"/>
                    <a:pt x="88845" y="265089"/>
                    <a:pt x="106799" y="276439"/>
                  </a:cubicBezTo>
                  <a:cubicBezTo>
                    <a:pt x="124754" y="287790"/>
                    <a:pt x="144257" y="293465"/>
                    <a:pt x="165307" y="293465"/>
                  </a:cubicBezTo>
                  <a:cubicBezTo>
                    <a:pt x="186357" y="293465"/>
                    <a:pt x="205756" y="287790"/>
                    <a:pt x="223505" y="276439"/>
                  </a:cubicBezTo>
                  <a:cubicBezTo>
                    <a:pt x="241253" y="265089"/>
                    <a:pt x="255390" y="249714"/>
                    <a:pt x="265915" y="230314"/>
                  </a:cubicBezTo>
                  <a:cubicBezTo>
                    <a:pt x="276440" y="210915"/>
                    <a:pt x="281702" y="189865"/>
                    <a:pt x="281702" y="167164"/>
                  </a:cubicBezTo>
                  <a:cubicBezTo>
                    <a:pt x="281702" y="144463"/>
                    <a:pt x="276440" y="123515"/>
                    <a:pt x="265915" y="104323"/>
                  </a:cubicBezTo>
                  <a:cubicBezTo>
                    <a:pt x="255390" y="85130"/>
                    <a:pt x="241253" y="69858"/>
                    <a:pt x="223505" y="58507"/>
                  </a:cubicBezTo>
                  <a:cubicBezTo>
                    <a:pt x="205756" y="47157"/>
                    <a:pt x="186357" y="41481"/>
                    <a:pt x="165307" y="41481"/>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98" name="TextBox 97">
              <a:extLst>
                <a:ext uri="{FF2B5EF4-FFF2-40B4-BE49-F238E27FC236}">
                  <a16:creationId xmlns:a16="http://schemas.microsoft.com/office/drawing/2014/main" id="{ED07AB51-93C8-42B3-BDB7-A2C7B1E8F5E3}"/>
                </a:ext>
              </a:extLst>
            </p:cNvPr>
            <p:cNvSpPr txBox="1">
              <a:spLocks/>
            </p:cNvSpPr>
            <p:nvPr/>
          </p:nvSpPr>
          <p:spPr>
            <a:xfrm>
              <a:off x="4385778" y="2275917"/>
              <a:ext cx="310182" cy="434007"/>
            </a:xfrm>
            <a:custGeom>
              <a:avLst/>
              <a:gdLst/>
              <a:ahLst/>
              <a:cxnLst/>
              <a:rect l="l" t="t" r="r" b="b"/>
              <a:pathLst>
                <a:path w="310182" h="434007">
                  <a:moveTo>
                    <a:pt x="162830" y="0"/>
                  </a:moveTo>
                  <a:cubicBezTo>
                    <a:pt x="190484" y="0"/>
                    <a:pt x="215559" y="7120"/>
                    <a:pt x="238053" y="21360"/>
                  </a:cubicBezTo>
                  <a:cubicBezTo>
                    <a:pt x="260548" y="35600"/>
                    <a:pt x="278193" y="55412"/>
                    <a:pt x="290989" y="80796"/>
                  </a:cubicBezTo>
                  <a:cubicBezTo>
                    <a:pt x="303784" y="106180"/>
                    <a:pt x="310182" y="134969"/>
                    <a:pt x="310182" y="167164"/>
                  </a:cubicBezTo>
                  <a:cubicBezTo>
                    <a:pt x="310182" y="199358"/>
                    <a:pt x="303784" y="228251"/>
                    <a:pt x="290989" y="253841"/>
                  </a:cubicBezTo>
                  <a:cubicBezTo>
                    <a:pt x="278193" y="279432"/>
                    <a:pt x="260548" y="299347"/>
                    <a:pt x="238053" y="313587"/>
                  </a:cubicBezTo>
                  <a:cubicBezTo>
                    <a:pt x="215559" y="327827"/>
                    <a:pt x="190484" y="334947"/>
                    <a:pt x="162830" y="334947"/>
                  </a:cubicBezTo>
                  <a:cubicBezTo>
                    <a:pt x="137652" y="334947"/>
                    <a:pt x="115054" y="329065"/>
                    <a:pt x="95035" y="317302"/>
                  </a:cubicBezTo>
                  <a:cubicBezTo>
                    <a:pt x="75018" y="305538"/>
                    <a:pt x="58817" y="288925"/>
                    <a:pt x="46434" y="267462"/>
                  </a:cubicBezTo>
                  <a:lnTo>
                    <a:pt x="46434" y="434007"/>
                  </a:lnTo>
                  <a:lnTo>
                    <a:pt x="0" y="434007"/>
                  </a:lnTo>
                  <a:lnTo>
                    <a:pt x="0" y="7430"/>
                  </a:lnTo>
                  <a:lnTo>
                    <a:pt x="46434" y="7430"/>
                  </a:lnTo>
                  <a:lnTo>
                    <a:pt x="46434" y="67485"/>
                  </a:lnTo>
                  <a:cubicBezTo>
                    <a:pt x="58817" y="46022"/>
                    <a:pt x="75018" y="29408"/>
                    <a:pt x="95035" y="17645"/>
                  </a:cubicBezTo>
                  <a:cubicBezTo>
                    <a:pt x="115054" y="5882"/>
                    <a:pt x="137652" y="0"/>
                    <a:pt x="162830" y="0"/>
                  </a:cubicBezTo>
                  <a:close/>
                  <a:moveTo>
                    <a:pt x="154162" y="41481"/>
                  </a:moveTo>
                  <a:cubicBezTo>
                    <a:pt x="133525" y="41481"/>
                    <a:pt x="114951" y="46847"/>
                    <a:pt x="98441" y="57579"/>
                  </a:cubicBezTo>
                  <a:cubicBezTo>
                    <a:pt x="81931" y="68310"/>
                    <a:pt x="69136" y="83169"/>
                    <a:pt x="60055" y="102156"/>
                  </a:cubicBezTo>
                  <a:cubicBezTo>
                    <a:pt x="50974" y="121142"/>
                    <a:pt x="46434" y="142812"/>
                    <a:pt x="46434" y="167164"/>
                  </a:cubicBezTo>
                  <a:cubicBezTo>
                    <a:pt x="46434" y="191516"/>
                    <a:pt x="50974" y="213289"/>
                    <a:pt x="60055" y="232481"/>
                  </a:cubicBezTo>
                  <a:cubicBezTo>
                    <a:pt x="69136" y="251674"/>
                    <a:pt x="81931" y="266637"/>
                    <a:pt x="98441" y="277368"/>
                  </a:cubicBezTo>
                  <a:cubicBezTo>
                    <a:pt x="114951" y="288100"/>
                    <a:pt x="133525" y="293465"/>
                    <a:pt x="154162" y="293465"/>
                  </a:cubicBezTo>
                  <a:cubicBezTo>
                    <a:pt x="174799" y="293465"/>
                    <a:pt x="193270" y="288100"/>
                    <a:pt x="209574" y="277368"/>
                  </a:cubicBezTo>
                  <a:cubicBezTo>
                    <a:pt x="225877" y="266637"/>
                    <a:pt x="238569" y="251674"/>
                    <a:pt x="247650" y="232481"/>
                  </a:cubicBezTo>
                  <a:cubicBezTo>
                    <a:pt x="256731" y="213289"/>
                    <a:pt x="261271" y="191516"/>
                    <a:pt x="261271" y="167164"/>
                  </a:cubicBezTo>
                  <a:cubicBezTo>
                    <a:pt x="261271" y="142812"/>
                    <a:pt x="256731" y="121142"/>
                    <a:pt x="247650" y="102156"/>
                  </a:cubicBezTo>
                  <a:cubicBezTo>
                    <a:pt x="238569" y="83169"/>
                    <a:pt x="225877" y="68310"/>
                    <a:pt x="209574" y="57579"/>
                  </a:cubicBezTo>
                  <a:cubicBezTo>
                    <a:pt x="193270" y="46847"/>
                    <a:pt x="174799" y="41481"/>
                    <a:pt x="154162" y="41481"/>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99" name="TextBox 98">
              <a:extLst>
                <a:ext uri="{FF2B5EF4-FFF2-40B4-BE49-F238E27FC236}">
                  <a16:creationId xmlns:a16="http://schemas.microsoft.com/office/drawing/2014/main" id="{047A2D20-1802-410D-9F0E-D83DA9A2E647}"/>
                </a:ext>
              </a:extLst>
            </p:cNvPr>
            <p:cNvSpPr txBox="1">
              <a:spLocks/>
            </p:cNvSpPr>
            <p:nvPr/>
          </p:nvSpPr>
          <p:spPr>
            <a:xfrm>
              <a:off x="4748442" y="2275917"/>
              <a:ext cx="329994" cy="334947"/>
            </a:xfrm>
            <a:custGeom>
              <a:avLst/>
              <a:gdLst/>
              <a:ahLst/>
              <a:cxnLst/>
              <a:rect l="l" t="t" r="r" b="b"/>
              <a:pathLst>
                <a:path w="329994" h="334947">
                  <a:moveTo>
                    <a:pt x="165307" y="0"/>
                  </a:moveTo>
                  <a:cubicBezTo>
                    <a:pt x="195025" y="0"/>
                    <a:pt x="222472" y="7533"/>
                    <a:pt x="247651" y="22598"/>
                  </a:cubicBezTo>
                  <a:cubicBezTo>
                    <a:pt x="272828" y="37663"/>
                    <a:pt x="292847" y="57991"/>
                    <a:pt x="307706" y="83582"/>
                  </a:cubicBezTo>
                  <a:cubicBezTo>
                    <a:pt x="322565" y="109172"/>
                    <a:pt x="329994" y="137033"/>
                    <a:pt x="329994" y="167164"/>
                  </a:cubicBezTo>
                  <a:cubicBezTo>
                    <a:pt x="329994" y="197295"/>
                    <a:pt x="322565" y="225258"/>
                    <a:pt x="307706" y="251055"/>
                  </a:cubicBezTo>
                  <a:cubicBezTo>
                    <a:pt x="292847" y="276852"/>
                    <a:pt x="272828" y="297283"/>
                    <a:pt x="247651" y="312349"/>
                  </a:cubicBezTo>
                  <a:cubicBezTo>
                    <a:pt x="222472" y="327414"/>
                    <a:pt x="195025" y="334947"/>
                    <a:pt x="165307" y="334947"/>
                  </a:cubicBezTo>
                  <a:cubicBezTo>
                    <a:pt x="135589" y="334947"/>
                    <a:pt x="108038" y="327414"/>
                    <a:pt x="82654" y="312349"/>
                  </a:cubicBezTo>
                  <a:cubicBezTo>
                    <a:pt x="57269" y="297283"/>
                    <a:pt x="37148" y="276852"/>
                    <a:pt x="22289" y="251055"/>
                  </a:cubicBezTo>
                  <a:cubicBezTo>
                    <a:pt x="7430" y="225258"/>
                    <a:pt x="0" y="197295"/>
                    <a:pt x="0" y="167164"/>
                  </a:cubicBezTo>
                  <a:cubicBezTo>
                    <a:pt x="0" y="137033"/>
                    <a:pt x="7430" y="109172"/>
                    <a:pt x="22289" y="83582"/>
                  </a:cubicBezTo>
                  <a:cubicBezTo>
                    <a:pt x="37148" y="57991"/>
                    <a:pt x="57269" y="37663"/>
                    <a:pt x="82654" y="22598"/>
                  </a:cubicBezTo>
                  <a:cubicBezTo>
                    <a:pt x="108038" y="7533"/>
                    <a:pt x="135589" y="0"/>
                    <a:pt x="165307" y="0"/>
                  </a:cubicBezTo>
                  <a:close/>
                  <a:moveTo>
                    <a:pt x="165307" y="41481"/>
                  </a:moveTo>
                  <a:cubicBezTo>
                    <a:pt x="144257" y="41481"/>
                    <a:pt x="124754" y="47157"/>
                    <a:pt x="106800" y="58507"/>
                  </a:cubicBezTo>
                  <a:cubicBezTo>
                    <a:pt x="88845" y="69858"/>
                    <a:pt x="74605" y="85130"/>
                    <a:pt x="64080" y="104323"/>
                  </a:cubicBezTo>
                  <a:cubicBezTo>
                    <a:pt x="53555" y="123515"/>
                    <a:pt x="48292" y="144463"/>
                    <a:pt x="48292" y="167164"/>
                  </a:cubicBezTo>
                  <a:cubicBezTo>
                    <a:pt x="48292" y="189865"/>
                    <a:pt x="53555" y="210915"/>
                    <a:pt x="64080" y="230314"/>
                  </a:cubicBezTo>
                  <a:cubicBezTo>
                    <a:pt x="74605" y="249714"/>
                    <a:pt x="88845" y="265089"/>
                    <a:pt x="106800" y="276439"/>
                  </a:cubicBezTo>
                  <a:cubicBezTo>
                    <a:pt x="124754" y="287790"/>
                    <a:pt x="144257" y="293465"/>
                    <a:pt x="165307" y="293465"/>
                  </a:cubicBezTo>
                  <a:cubicBezTo>
                    <a:pt x="186357" y="293465"/>
                    <a:pt x="205756" y="287790"/>
                    <a:pt x="223505" y="276439"/>
                  </a:cubicBezTo>
                  <a:cubicBezTo>
                    <a:pt x="241253" y="265089"/>
                    <a:pt x="255390" y="249714"/>
                    <a:pt x="265915" y="230314"/>
                  </a:cubicBezTo>
                  <a:cubicBezTo>
                    <a:pt x="276440" y="210915"/>
                    <a:pt x="281702" y="189865"/>
                    <a:pt x="281702" y="167164"/>
                  </a:cubicBezTo>
                  <a:cubicBezTo>
                    <a:pt x="281702" y="144463"/>
                    <a:pt x="276440" y="123515"/>
                    <a:pt x="265915" y="104323"/>
                  </a:cubicBezTo>
                  <a:cubicBezTo>
                    <a:pt x="255390" y="85130"/>
                    <a:pt x="241253" y="69858"/>
                    <a:pt x="223505" y="58507"/>
                  </a:cubicBezTo>
                  <a:cubicBezTo>
                    <a:pt x="205756" y="47157"/>
                    <a:pt x="186357" y="41481"/>
                    <a:pt x="165307" y="41481"/>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100" name="TextBox 99">
              <a:extLst>
                <a:ext uri="{FF2B5EF4-FFF2-40B4-BE49-F238E27FC236}">
                  <a16:creationId xmlns:a16="http://schemas.microsoft.com/office/drawing/2014/main" id="{C0F960C2-D281-4BC9-BACA-B4004C0AB29F}"/>
                </a:ext>
              </a:extLst>
            </p:cNvPr>
            <p:cNvSpPr txBox="1">
              <a:spLocks/>
            </p:cNvSpPr>
            <p:nvPr/>
          </p:nvSpPr>
          <p:spPr>
            <a:xfrm>
              <a:off x="5428671" y="2275917"/>
              <a:ext cx="249506" cy="334947"/>
            </a:xfrm>
            <a:custGeom>
              <a:avLst/>
              <a:gdLst/>
              <a:ahLst/>
              <a:cxnLst/>
              <a:rect l="l" t="t" r="r" b="b"/>
              <a:pathLst>
                <a:path w="249506" h="334947">
                  <a:moveTo>
                    <a:pt x="127539" y="0"/>
                  </a:moveTo>
                  <a:cubicBezTo>
                    <a:pt x="146938" y="0"/>
                    <a:pt x="166544" y="3199"/>
                    <a:pt x="186356" y="9596"/>
                  </a:cubicBezTo>
                  <a:cubicBezTo>
                    <a:pt x="206168" y="15994"/>
                    <a:pt x="224742" y="24765"/>
                    <a:pt x="242077" y="35909"/>
                  </a:cubicBezTo>
                  <a:lnTo>
                    <a:pt x="219789" y="71819"/>
                  </a:lnTo>
                  <a:cubicBezTo>
                    <a:pt x="188007" y="51594"/>
                    <a:pt x="157257" y="41481"/>
                    <a:pt x="127539" y="41481"/>
                  </a:cubicBezTo>
                  <a:cubicBezTo>
                    <a:pt x="108553" y="41481"/>
                    <a:pt x="92868" y="45609"/>
                    <a:pt x="80486" y="53864"/>
                  </a:cubicBezTo>
                  <a:cubicBezTo>
                    <a:pt x="68103" y="62119"/>
                    <a:pt x="61912" y="73676"/>
                    <a:pt x="61912" y="88535"/>
                  </a:cubicBezTo>
                  <a:cubicBezTo>
                    <a:pt x="61912" y="97615"/>
                    <a:pt x="64594" y="105045"/>
                    <a:pt x="69960" y="110823"/>
                  </a:cubicBezTo>
                  <a:cubicBezTo>
                    <a:pt x="75326" y="116602"/>
                    <a:pt x="83375" y="121761"/>
                    <a:pt x="94107" y="126302"/>
                  </a:cubicBezTo>
                  <a:cubicBezTo>
                    <a:pt x="104838" y="130842"/>
                    <a:pt x="121761" y="136827"/>
                    <a:pt x="144875" y="144256"/>
                  </a:cubicBezTo>
                  <a:cubicBezTo>
                    <a:pt x="167576" y="151273"/>
                    <a:pt x="185943" y="158083"/>
                    <a:pt x="199977" y="164687"/>
                  </a:cubicBezTo>
                  <a:cubicBezTo>
                    <a:pt x="214010" y="171291"/>
                    <a:pt x="225774" y="180475"/>
                    <a:pt x="235267" y="192238"/>
                  </a:cubicBezTo>
                  <a:cubicBezTo>
                    <a:pt x="244760" y="204002"/>
                    <a:pt x="249506" y="219377"/>
                    <a:pt x="249506" y="238363"/>
                  </a:cubicBezTo>
                  <a:cubicBezTo>
                    <a:pt x="249506" y="267256"/>
                    <a:pt x="238466" y="290576"/>
                    <a:pt x="216383" y="308324"/>
                  </a:cubicBezTo>
                  <a:cubicBezTo>
                    <a:pt x="194301" y="326073"/>
                    <a:pt x="166338" y="334947"/>
                    <a:pt x="132492" y="334947"/>
                  </a:cubicBezTo>
                  <a:cubicBezTo>
                    <a:pt x="109791" y="334947"/>
                    <a:pt x="86780" y="330819"/>
                    <a:pt x="63460" y="322564"/>
                  </a:cubicBezTo>
                  <a:cubicBezTo>
                    <a:pt x="40139" y="314309"/>
                    <a:pt x="18986" y="302546"/>
                    <a:pt x="0" y="287274"/>
                  </a:cubicBezTo>
                  <a:lnTo>
                    <a:pt x="24145" y="253222"/>
                  </a:lnTo>
                  <a:cubicBezTo>
                    <a:pt x="60880" y="280051"/>
                    <a:pt x="96995" y="293465"/>
                    <a:pt x="132492" y="293465"/>
                  </a:cubicBezTo>
                  <a:cubicBezTo>
                    <a:pt x="153543" y="293465"/>
                    <a:pt x="170568" y="288925"/>
                    <a:pt x="183570" y="279845"/>
                  </a:cubicBezTo>
                  <a:cubicBezTo>
                    <a:pt x="196572" y="270764"/>
                    <a:pt x="203073" y="258588"/>
                    <a:pt x="203073" y="243316"/>
                  </a:cubicBezTo>
                  <a:cubicBezTo>
                    <a:pt x="203073" y="232585"/>
                    <a:pt x="199564" y="223607"/>
                    <a:pt x="192547" y="216384"/>
                  </a:cubicBezTo>
                  <a:cubicBezTo>
                    <a:pt x="185531" y="209161"/>
                    <a:pt x="176760" y="203486"/>
                    <a:pt x="166235" y="199358"/>
                  </a:cubicBezTo>
                  <a:cubicBezTo>
                    <a:pt x="155709" y="195231"/>
                    <a:pt x="141160" y="190484"/>
                    <a:pt x="122586" y="185118"/>
                  </a:cubicBezTo>
                  <a:cubicBezTo>
                    <a:pt x="83375" y="173974"/>
                    <a:pt x="55721" y="161695"/>
                    <a:pt x="39624" y="148280"/>
                  </a:cubicBezTo>
                  <a:cubicBezTo>
                    <a:pt x="23526" y="134866"/>
                    <a:pt x="15478" y="116808"/>
                    <a:pt x="15478" y="94107"/>
                  </a:cubicBezTo>
                  <a:cubicBezTo>
                    <a:pt x="15478" y="65627"/>
                    <a:pt x="26003" y="42823"/>
                    <a:pt x="47053" y="25694"/>
                  </a:cubicBezTo>
                  <a:cubicBezTo>
                    <a:pt x="68103" y="8565"/>
                    <a:pt x="94932" y="0"/>
                    <a:pt x="127539"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sp>
          <p:nvSpPr>
            <p:cNvPr id="101" name="TextBox 100">
              <a:extLst>
                <a:ext uri="{FF2B5EF4-FFF2-40B4-BE49-F238E27FC236}">
                  <a16:creationId xmlns:a16="http://schemas.microsoft.com/office/drawing/2014/main" id="{EAD02CAE-EA62-46F9-AF21-428066FCE7DE}"/>
                </a:ext>
              </a:extLst>
            </p:cNvPr>
            <p:cNvSpPr txBox="1">
              <a:spLocks/>
            </p:cNvSpPr>
            <p:nvPr/>
          </p:nvSpPr>
          <p:spPr>
            <a:xfrm>
              <a:off x="5309703" y="2283347"/>
              <a:ext cx="46435" cy="320087"/>
            </a:xfrm>
            <a:custGeom>
              <a:avLst/>
              <a:gdLst/>
              <a:ahLst/>
              <a:cxnLst/>
              <a:rect l="l" t="t" r="r" b="b"/>
              <a:pathLst>
                <a:path w="46435" h="320087">
                  <a:moveTo>
                    <a:pt x="0" y="0"/>
                  </a:moveTo>
                  <a:lnTo>
                    <a:pt x="46435" y="0"/>
                  </a:lnTo>
                  <a:lnTo>
                    <a:pt x="46435" y="320087"/>
                  </a:lnTo>
                  <a:lnTo>
                    <a:pt x="0" y="320087"/>
                  </a:lnTo>
                  <a:lnTo>
                    <a:pt x="0"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49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3600" kern="1200">
                  <a:solidFill>
                    <a:schemeClr val="bg1"/>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3200" kern="1200">
                  <a:solidFill>
                    <a:schemeClr val="bg1"/>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2800" kern="1200">
                  <a:solidFill>
                    <a:schemeClr val="bg1"/>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2800" kern="1200">
                  <a:solidFill>
                    <a:schemeClr val="bg1"/>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US" sz="4900"/>
            </a:p>
          </p:txBody>
        </p:sp>
      </p:grpSp>
    </p:spTree>
    <p:extLst>
      <p:ext uri="{BB962C8B-B14F-4D97-AF65-F5344CB8AC3E}">
        <p14:creationId xmlns:p14="http://schemas.microsoft.com/office/powerpoint/2010/main" val="283116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Grid">
    <p:spTree>
      <p:nvGrpSpPr>
        <p:cNvPr id="1" name=""/>
        <p:cNvGrpSpPr/>
        <p:nvPr/>
      </p:nvGrpSpPr>
      <p:grpSpPr>
        <a:xfrm>
          <a:off x="0" y="0"/>
          <a:ext cx="0" cy="0"/>
          <a:chOff x="0" y="0"/>
          <a:chExt cx="0" cy="0"/>
        </a:xfrm>
      </p:grpSpPr>
      <p:grpSp>
        <p:nvGrpSpPr>
          <p:cNvPr id="60" name="Group 59">
            <a:extLst>
              <a:ext uri="{FF2B5EF4-FFF2-40B4-BE49-F238E27FC236}">
                <a16:creationId xmlns:a16="http://schemas.microsoft.com/office/drawing/2014/main" id="{8442F8FF-5DB1-44B3-AF2C-1A531EA36FEA}"/>
              </a:ext>
            </a:extLst>
          </p:cNvPr>
          <p:cNvGrpSpPr/>
          <p:nvPr userDrawn="1"/>
        </p:nvGrpSpPr>
        <p:grpSpPr bwMode="gray">
          <a:xfrm>
            <a:off x="1" y="0"/>
            <a:ext cx="12192001" cy="6858004"/>
            <a:chOff x="0" y="-4"/>
            <a:chExt cx="12188826" cy="6858004"/>
          </a:xfrm>
        </p:grpSpPr>
        <p:grpSp>
          <p:nvGrpSpPr>
            <p:cNvPr id="61" name="Group 60">
              <a:extLst>
                <a:ext uri="{FF2B5EF4-FFF2-40B4-BE49-F238E27FC236}">
                  <a16:creationId xmlns:a16="http://schemas.microsoft.com/office/drawing/2014/main" id="{E2F285D2-B641-461F-87F0-20A9C65B2EF7}"/>
                </a:ext>
              </a:extLst>
            </p:cNvPr>
            <p:cNvGrpSpPr/>
            <p:nvPr/>
          </p:nvGrpSpPr>
          <p:grpSpPr bwMode="gray">
            <a:xfrm>
              <a:off x="609441" y="1600198"/>
              <a:ext cx="10055941" cy="4580469"/>
              <a:chOff x="609441" y="1600198"/>
              <a:chExt cx="10055941" cy="4580469"/>
            </a:xfrm>
          </p:grpSpPr>
          <p:sp>
            <p:nvSpPr>
              <p:cNvPr id="110" name="Rectangle 109">
                <a:extLst>
                  <a:ext uri="{FF2B5EF4-FFF2-40B4-BE49-F238E27FC236}">
                    <a16:creationId xmlns:a16="http://schemas.microsoft.com/office/drawing/2014/main" id="{115EE1AC-AAA1-4CAF-886B-474B1A0C95C4}"/>
                  </a:ext>
                </a:extLst>
              </p:cNvPr>
              <p:cNvSpPr/>
              <p:nvPr/>
            </p:nvSpPr>
            <p:spPr bwMode="gray">
              <a:xfrm>
                <a:off x="609441" y="1600199"/>
                <a:ext cx="914203"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11" name="Rectangle 110">
                <a:extLst>
                  <a:ext uri="{FF2B5EF4-FFF2-40B4-BE49-F238E27FC236}">
                    <a16:creationId xmlns:a16="http://schemas.microsoft.com/office/drawing/2014/main" id="{7037B7F2-249C-4DB7-A4FF-AD7E08892A0F}"/>
                  </a:ext>
                </a:extLst>
              </p:cNvPr>
              <p:cNvSpPr/>
              <p:nvPr/>
            </p:nvSpPr>
            <p:spPr bwMode="gray">
              <a:xfrm>
                <a:off x="2436448" y="1600198"/>
                <a:ext cx="915282"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12" name="Rectangle 111">
                <a:extLst>
                  <a:ext uri="{FF2B5EF4-FFF2-40B4-BE49-F238E27FC236}">
                    <a16:creationId xmlns:a16="http://schemas.microsoft.com/office/drawing/2014/main" id="{6B02FE08-2379-4E6C-AE27-D7D2ECAB18B8}"/>
                  </a:ext>
                </a:extLst>
              </p:cNvPr>
              <p:cNvSpPr/>
              <p:nvPr/>
            </p:nvSpPr>
            <p:spPr bwMode="gray">
              <a:xfrm>
                <a:off x="4263453" y="1600198"/>
                <a:ext cx="920909"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13" name="Rectangle 112">
                <a:extLst>
                  <a:ext uri="{FF2B5EF4-FFF2-40B4-BE49-F238E27FC236}">
                    <a16:creationId xmlns:a16="http://schemas.microsoft.com/office/drawing/2014/main" id="{D7C17E9A-3B70-4668-8EAE-9C7D73BACCA1}"/>
                  </a:ext>
                </a:extLst>
              </p:cNvPr>
              <p:cNvSpPr/>
              <p:nvPr/>
            </p:nvSpPr>
            <p:spPr bwMode="gray">
              <a:xfrm>
                <a:off x="6090459" y="1600198"/>
                <a:ext cx="920909"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14" name="Rectangle 113">
                <a:extLst>
                  <a:ext uri="{FF2B5EF4-FFF2-40B4-BE49-F238E27FC236}">
                    <a16:creationId xmlns:a16="http://schemas.microsoft.com/office/drawing/2014/main" id="{E02751E5-34AD-4357-BC67-2269F668FD57}"/>
                  </a:ext>
                </a:extLst>
              </p:cNvPr>
              <p:cNvSpPr/>
              <p:nvPr/>
            </p:nvSpPr>
            <p:spPr bwMode="gray">
              <a:xfrm>
                <a:off x="7921943" y="1600198"/>
                <a:ext cx="916431"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15" name="Rectangle 114">
                <a:extLst>
                  <a:ext uri="{FF2B5EF4-FFF2-40B4-BE49-F238E27FC236}">
                    <a16:creationId xmlns:a16="http://schemas.microsoft.com/office/drawing/2014/main" id="{452A85DA-B39F-40AB-B423-9F7CCB3D0D63}"/>
                  </a:ext>
                </a:extLst>
              </p:cNvPr>
              <p:cNvSpPr/>
              <p:nvPr/>
            </p:nvSpPr>
            <p:spPr bwMode="gray">
              <a:xfrm>
                <a:off x="9750028" y="1600198"/>
                <a:ext cx="915354"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grpSp>
          <p:nvGrpSpPr>
            <p:cNvPr id="62" name="Group 61">
              <a:extLst>
                <a:ext uri="{FF2B5EF4-FFF2-40B4-BE49-F238E27FC236}">
                  <a16:creationId xmlns:a16="http://schemas.microsoft.com/office/drawing/2014/main" id="{C5C1459D-4F6E-4671-8566-3143311EA541}"/>
                </a:ext>
              </a:extLst>
            </p:cNvPr>
            <p:cNvGrpSpPr/>
            <p:nvPr userDrawn="1"/>
          </p:nvGrpSpPr>
          <p:grpSpPr bwMode="gray">
            <a:xfrm>
              <a:off x="0" y="-4"/>
              <a:ext cx="12188826" cy="6858004"/>
              <a:chOff x="0" y="-4"/>
              <a:chExt cx="12188826" cy="6858004"/>
            </a:xfrm>
          </p:grpSpPr>
          <p:grpSp>
            <p:nvGrpSpPr>
              <p:cNvPr id="63" name="Group 62">
                <a:extLst>
                  <a:ext uri="{FF2B5EF4-FFF2-40B4-BE49-F238E27FC236}">
                    <a16:creationId xmlns:a16="http://schemas.microsoft.com/office/drawing/2014/main" id="{015AFD00-19E3-4F92-9570-1F3E8AEC3EC4}"/>
                  </a:ext>
                </a:extLst>
              </p:cNvPr>
              <p:cNvGrpSpPr/>
              <p:nvPr>
                <p:custDataLst>
                  <p:tags r:id="rId1"/>
                </p:custDataLst>
              </p:nvPr>
            </p:nvGrpSpPr>
            <p:grpSpPr bwMode="gray">
              <a:xfrm>
                <a:off x="0" y="-4"/>
                <a:ext cx="12188826" cy="6858004"/>
                <a:chOff x="0" y="1"/>
                <a:chExt cx="12188826" cy="6858004"/>
              </a:xfrm>
            </p:grpSpPr>
            <p:grpSp>
              <p:nvGrpSpPr>
                <p:cNvPr id="65" name="Group 64">
                  <a:extLst>
                    <a:ext uri="{FF2B5EF4-FFF2-40B4-BE49-F238E27FC236}">
                      <a16:creationId xmlns:a16="http://schemas.microsoft.com/office/drawing/2014/main" id="{56B51E9A-9BC0-4A23-95C7-9E14C94FDF8A}"/>
                    </a:ext>
                  </a:extLst>
                </p:cNvPr>
                <p:cNvGrpSpPr/>
                <p:nvPr/>
              </p:nvGrpSpPr>
              <p:grpSpPr bwMode="gray">
                <a:xfrm>
                  <a:off x="609601" y="2684"/>
                  <a:ext cx="10962504" cy="6855315"/>
                  <a:chOff x="0" y="0"/>
                  <a:chExt cx="10962504" cy="6858000"/>
                </a:xfrm>
              </p:grpSpPr>
              <p:cxnSp>
                <p:nvCxnSpPr>
                  <p:cNvPr id="85" name="Straight Connector 84">
                    <a:extLst>
                      <a:ext uri="{FF2B5EF4-FFF2-40B4-BE49-F238E27FC236}">
                        <a16:creationId xmlns:a16="http://schemas.microsoft.com/office/drawing/2014/main" id="{5B6B4CFD-041A-4081-89A4-C2B194E6465E}"/>
                      </a:ext>
                    </a:extLst>
                  </p:cNvPr>
                  <p:cNvCxnSpPr/>
                  <p:nvPr/>
                </p:nvCxnSpPr>
                <p:spPr bwMode="gray">
                  <a:xfrm>
                    <a:off x="0" y="0"/>
                    <a:ext cx="0" cy="6858000"/>
                  </a:xfrm>
                  <a:prstGeom prst="line">
                    <a:avLst/>
                  </a:prstGeom>
                  <a:ln w="317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63B978F-4215-434A-A0BE-E77776CE37B1}"/>
                      </a:ext>
                    </a:extLst>
                  </p:cNvPr>
                  <p:cNvCxnSpPr/>
                  <p:nvPr/>
                </p:nvCxnSpPr>
                <p:spPr bwMode="gray">
                  <a:xfrm>
                    <a:off x="914043"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9EEB78C-3DA9-4AD7-BFB1-207EDE403F9D}"/>
                      </a:ext>
                    </a:extLst>
                  </p:cNvPr>
                  <p:cNvCxnSpPr/>
                  <p:nvPr/>
                </p:nvCxnSpPr>
                <p:spPr bwMode="gray">
                  <a:xfrm>
                    <a:off x="1371064"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062D7CE-4A4A-4C41-833F-B30B3E74AEAC}"/>
                      </a:ext>
                    </a:extLst>
                  </p:cNvPr>
                  <p:cNvCxnSpPr/>
                  <p:nvPr/>
                </p:nvCxnSpPr>
                <p:spPr bwMode="gray">
                  <a:xfrm>
                    <a:off x="1828085"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9C628EF-969E-4429-A992-9AD0AFECF81E}"/>
                      </a:ext>
                    </a:extLst>
                  </p:cNvPr>
                  <p:cNvCxnSpPr/>
                  <p:nvPr/>
                </p:nvCxnSpPr>
                <p:spPr bwMode="gray">
                  <a:xfrm>
                    <a:off x="2285107"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C7BD383-0D5C-4E3A-99F7-4DC5A51DF948}"/>
                      </a:ext>
                    </a:extLst>
                  </p:cNvPr>
                  <p:cNvCxnSpPr/>
                  <p:nvPr/>
                </p:nvCxnSpPr>
                <p:spPr bwMode="gray">
                  <a:xfrm>
                    <a:off x="2742128"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AA2EE63-4F24-4A26-9268-D15D92D5B068}"/>
                      </a:ext>
                    </a:extLst>
                  </p:cNvPr>
                  <p:cNvCxnSpPr/>
                  <p:nvPr/>
                </p:nvCxnSpPr>
                <p:spPr bwMode="gray">
                  <a:xfrm>
                    <a:off x="3199149"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64BB08D-864A-44D4-88F6-679DBAE518B7}"/>
                      </a:ext>
                    </a:extLst>
                  </p:cNvPr>
                  <p:cNvCxnSpPr/>
                  <p:nvPr/>
                </p:nvCxnSpPr>
                <p:spPr bwMode="gray">
                  <a:xfrm>
                    <a:off x="3656171"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FA3F8A1-60DA-47E1-92DD-967475B2DF58}"/>
                      </a:ext>
                    </a:extLst>
                  </p:cNvPr>
                  <p:cNvCxnSpPr/>
                  <p:nvPr/>
                </p:nvCxnSpPr>
                <p:spPr bwMode="gray">
                  <a:xfrm>
                    <a:off x="4113192"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DECF40D-CC60-45F8-B236-F9FAC1F3E8CF}"/>
                      </a:ext>
                    </a:extLst>
                  </p:cNvPr>
                  <p:cNvCxnSpPr/>
                  <p:nvPr/>
                </p:nvCxnSpPr>
                <p:spPr bwMode="gray">
                  <a:xfrm>
                    <a:off x="4570213"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23BAEC6-A3C2-4892-9093-BD8EA8A7E0F6}"/>
                      </a:ext>
                    </a:extLst>
                  </p:cNvPr>
                  <p:cNvCxnSpPr/>
                  <p:nvPr/>
                </p:nvCxnSpPr>
                <p:spPr bwMode="gray">
                  <a:xfrm>
                    <a:off x="5027235"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D4E16FB9-EDCA-4CA6-9212-0AEBFCE175D7}"/>
                      </a:ext>
                    </a:extLst>
                  </p:cNvPr>
                  <p:cNvCxnSpPr/>
                  <p:nvPr/>
                </p:nvCxnSpPr>
                <p:spPr bwMode="gray">
                  <a:xfrm>
                    <a:off x="5484256"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3AE637F-804F-4244-9AA9-FF4A629A143C}"/>
                      </a:ext>
                    </a:extLst>
                  </p:cNvPr>
                  <p:cNvCxnSpPr/>
                  <p:nvPr/>
                </p:nvCxnSpPr>
                <p:spPr bwMode="gray">
                  <a:xfrm>
                    <a:off x="5941277"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5EFB8414-3949-428A-B700-7C38A44425B2}"/>
                      </a:ext>
                    </a:extLst>
                  </p:cNvPr>
                  <p:cNvCxnSpPr/>
                  <p:nvPr/>
                </p:nvCxnSpPr>
                <p:spPr bwMode="gray">
                  <a:xfrm>
                    <a:off x="6398299"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BA61D1AB-B7D2-4169-B38F-56371D50E1DA}"/>
                      </a:ext>
                    </a:extLst>
                  </p:cNvPr>
                  <p:cNvCxnSpPr/>
                  <p:nvPr/>
                </p:nvCxnSpPr>
                <p:spPr bwMode="gray">
                  <a:xfrm>
                    <a:off x="6855320"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00C4593-A442-4B6C-8E9D-80BFEB1746D6}"/>
                      </a:ext>
                    </a:extLst>
                  </p:cNvPr>
                  <p:cNvCxnSpPr/>
                  <p:nvPr/>
                </p:nvCxnSpPr>
                <p:spPr bwMode="gray">
                  <a:xfrm>
                    <a:off x="7312342"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5B5E413-FAFF-430F-B105-4D122D50AEE1}"/>
                      </a:ext>
                    </a:extLst>
                  </p:cNvPr>
                  <p:cNvCxnSpPr/>
                  <p:nvPr/>
                </p:nvCxnSpPr>
                <p:spPr bwMode="gray">
                  <a:xfrm>
                    <a:off x="7769363"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845328-662D-4D12-A209-6A0B1E78DF14}"/>
                      </a:ext>
                    </a:extLst>
                  </p:cNvPr>
                  <p:cNvCxnSpPr/>
                  <p:nvPr/>
                </p:nvCxnSpPr>
                <p:spPr bwMode="gray">
                  <a:xfrm>
                    <a:off x="8226384"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2AC19B5D-D919-4A48-953C-03994329E19B}"/>
                      </a:ext>
                    </a:extLst>
                  </p:cNvPr>
                  <p:cNvCxnSpPr/>
                  <p:nvPr/>
                </p:nvCxnSpPr>
                <p:spPr bwMode="gray">
                  <a:xfrm>
                    <a:off x="9140427"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C81C8DC-CB2F-445A-8F7B-5A864393B553}"/>
                      </a:ext>
                    </a:extLst>
                  </p:cNvPr>
                  <p:cNvCxnSpPr/>
                  <p:nvPr/>
                </p:nvCxnSpPr>
                <p:spPr bwMode="gray">
                  <a:xfrm>
                    <a:off x="8683406"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3CD9F68-6C35-4B43-B8E1-1ABF75D8D588}"/>
                      </a:ext>
                    </a:extLst>
                  </p:cNvPr>
                  <p:cNvCxnSpPr/>
                  <p:nvPr/>
                </p:nvCxnSpPr>
                <p:spPr bwMode="gray">
                  <a:xfrm>
                    <a:off x="9597448"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BBCE95B-721C-44A5-8B94-8F0E42FF53FE}"/>
                      </a:ext>
                    </a:extLst>
                  </p:cNvPr>
                  <p:cNvCxnSpPr/>
                  <p:nvPr/>
                </p:nvCxnSpPr>
                <p:spPr bwMode="gray">
                  <a:xfrm>
                    <a:off x="10054470"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B934F61-1ED7-4209-A1E3-04C68085B10E}"/>
                      </a:ext>
                    </a:extLst>
                  </p:cNvPr>
                  <p:cNvCxnSpPr/>
                  <p:nvPr/>
                </p:nvCxnSpPr>
                <p:spPr bwMode="gray">
                  <a:xfrm>
                    <a:off x="10511491"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F636E46-095E-439D-B78B-EBC72DB23290}"/>
                      </a:ext>
                    </a:extLst>
                  </p:cNvPr>
                  <p:cNvCxnSpPr/>
                  <p:nvPr/>
                </p:nvCxnSpPr>
                <p:spPr bwMode="gray">
                  <a:xfrm>
                    <a:off x="457021" y="0"/>
                    <a:ext cx="0" cy="685800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1497272-E949-488B-B9F6-FD10BA6526BF}"/>
                      </a:ext>
                    </a:extLst>
                  </p:cNvPr>
                  <p:cNvCxnSpPr/>
                  <p:nvPr/>
                </p:nvCxnSpPr>
                <p:spPr bwMode="gray">
                  <a:xfrm>
                    <a:off x="10962504" y="0"/>
                    <a:ext cx="0" cy="6858000"/>
                  </a:xfrm>
                  <a:prstGeom prst="line">
                    <a:avLst/>
                  </a:prstGeom>
                  <a:ln w="317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B645DFBA-090A-4E89-BFE2-570C1D04D7A5}"/>
                    </a:ext>
                  </a:extLst>
                </p:cNvPr>
                <p:cNvGrpSpPr/>
                <p:nvPr/>
              </p:nvGrpSpPr>
              <p:grpSpPr bwMode="gray">
                <a:xfrm>
                  <a:off x="0" y="1"/>
                  <a:ext cx="12188826" cy="6858004"/>
                  <a:chOff x="0" y="1"/>
                  <a:chExt cx="12188826" cy="6858004"/>
                </a:xfrm>
              </p:grpSpPr>
              <p:cxnSp>
                <p:nvCxnSpPr>
                  <p:cNvPr id="67" name="Straight Connector 66">
                    <a:extLst>
                      <a:ext uri="{FF2B5EF4-FFF2-40B4-BE49-F238E27FC236}">
                        <a16:creationId xmlns:a16="http://schemas.microsoft.com/office/drawing/2014/main" id="{E34689D4-9BAE-40BF-B953-E1A0CA4F5C15}"/>
                      </a:ext>
                    </a:extLst>
                  </p:cNvPr>
                  <p:cNvCxnSpPr/>
                  <p:nvPr/>
                </p:nvCxnSpPr>
                <p:spPr bwMode="gray">
                  <a:xfrm rot="5400000">
                    <a:off x="6094413" y="-6094412"/>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74A3364-6F4C-4749-A110-B336801330E0}"/>
                      </a:ext>
                    </a:extLst>
                  </p:cNvPr>
                  <p:cNvCxnSpPr/>
                  <p:nvPr/>
                </p:nvCxnSpPr>
                <p:spPr bwMode="gray">
                  <a:xfrm rot="5400000">
                    <a:off x="6094413" y="-5637211"/>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0EC6B6-039D-4549-B1B1-8FF8A3FC2F66}"/>
                      </a:ext>
                    </a:extLst>
                  </p:cNvPr>
                  <p:cNvCxnSpPr/>
                  <p:nvPr/>
                </p:nvCxnSpPr>
                <p:spPr bwMode="gray">
                  <a:xfrm rot="5400000">
                    <a:off x="6094413" y="-5180011"/>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55F4FAC-9412-45E9-99EC-FDC351D60453}"/>
                      </a:ext>
                    </a:extLst>
                  </p:cNvPr>
                  <p:cNvCxnSpPr/>
                  <p:nvPr/>
                </p:nvCxnSpPr>
                <p:spPr bwMode="gray">
                  <a:xfrm rot="5400000">
                    <a:off x="6094413" y="-3120238"/>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A0C0A33-67B3-48C9-9B83-C39DFDEF5E0A}"/>
                      </a:ext>
                    </a:extLst>
                  </p:cNvPr>
                  <p:cNvCxnSpPr/>
                  <p:nvPr/>
                </p:nvCxnSpPr>
                <p:spPr bwMode="gray">
                  <a:xfrm rot="5400000">
                    <a:off x="6094413" y="-2663038"/>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7FF284-D960-4A05-8053-9886608C6599}"/>
                      </a:ext>
                    </a:extLst>
                  </p:cNvPr>
                  <p:cNvCxnSpPr/>
                  <p:nvPr/>
                </p:nvCxnSpPr>
                <p:spPr bwMode="gray">
                  <a:xfrm rot="5400000">
                    <a:off x="6094413" y="-2205838"/>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BA61019-342C-4EDD-97C6-EDA59774644E}"/>
                      </a:ext>
                    </a:extLst>
                  </p:cNvPr>
                  <p:cNvCxnSpPr/>
                  <p:nvPr/>
                </p:nvCxnSpPr>
                <p:spPr bwMode="gray">
                  <a:xfrm rot="5400000">
                    <a:off x="6094413" y="-1748638"/>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34785CB-17D0-49DD-8DC9-3C93626DC776}"/>
                      </a:ext>
                    </a:extLst>
                  </p:cNvPr>
                  <p:cNvCxnSpPr/>
                  <p:nvPr/>
                </p:nvCxnSpPr>
                <p:spPr bwMode="gray">
                  <a:xfrm rot="5400000">
                    <a:off x="6094413" y="-1291437"/>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25DB222-E3A0-48A3-BBD5-FD2616577D2D}"/>
                      </a:ext>
                    </a:extLst>
                  </p:cNvPr>
                  <p:cNvCxnSpPr/>
                  <p:nvPr/>
                </p:nvCxnSpPr>
                <p:spPr bwMode="gray">
                  <a:xfrm rot="5400000">
                    <a:off x="6094413" y="-834237"/>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433E4E5-A945-4652-B574-37C6580344B0}"/>
                      </a:ext>
                    </a:extLst>
                  </p:cNvPr>
                  <p:cNvCxnSpPr>
                    <a:cxnSpLocks/>
                  </p:cNvCxnSpPr>
                  <p:nvPr/>
                </p:nvCxnSpPr>
                <p:spPr bwMode="gray">
                  <a:xfrm flipH="1">
                    <a:off x="1" y="5717376"/>
                    <a:ext cx="12188825" cy="0"/>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52A597B-2B35-4BD4-B07E-D8CEF25A597D}"/>
                      </a:ext>
                    </a:extLst>
                  </p:cNvPr>
                  <p:cNvCxnSpPr/>
                  <p:nvPr/>
                </p:nvCxnSpPr>
                <p:spPr bwMode="gray">
                  <a:xfrm rot="5400000">
                    <a:off x="6094413" y="763592"/>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351C336-9D65-42C9-A33F-6971E6322E46}"/>
                      </a:ext>
                    </a:extLst>
                  </p:cNvPr>
                  <p:cNvCxnSpPr/>
                  <p:nvPr/>
                </p:nvCxnSpPr>
                <p:spPr bwMode="gray">
                  <a:xfrm rot="5400000">
                    <a:off x="6094413" y="-5637212"/>
                    <a:ext cx="0" cy="12188826"/>
                  </a:xfrm>
                  <a:prstGeom prst="line">
                    <a:avLst/>
                  </a:prstGeom>
                  <a:ln w="317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CAD9518-36D4-43F7-839D-D8FE389DF1F1}"/>
                      </a:ext>
                    </a:extLst>
                  </p:cNvPr>
                  <p:cNvCxnSpPr/>
                  <p:nvPr/>
                </p:nvCxnSpPr>
                <p:spPr bwMode="gray">
                  <a:xfrm rot="5400000">
                    <a:off x="6094413" y="-4951411"/>
                    <a:ext cx="0" cy="12188826"/>
                  </a:xfrm>
                  <a:prstGeom prst="line">
                    <a:avLst/>
                  </a:prstGeom>
                  <a:ln w="317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5575B3F-2A8B-4175-B6A5-D60652B87ED0}"/>
                      </a:ext>
                    </a:extLst>
                  </p:cNvPr>
                  <p:cNvCxnSpPr/>
                  <p:nvPr/>
                </p:nvCxnSpPr>
                <p:spPr bwMode="gray">
                  <a:xfrm rot="5400000">
                    <a:off x="6094413" y="86257"/>
                    <a:ext cx="0" cy="12188826"/>
                  </a:xfrm>
                  <a:prstGeom prst="line">
                    <a:avLst/>
                  </a:prstGeom>
                  <a:ln w="317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1CCC90FC-8476-4A2A-8DF1-ECAB053A24FD}"/>
                      </a:ext>
                    </a:extLst>
                  </p:cNvPr>
                  <p:cNvCxnSpPr/>
                  <p:nvPr/>
                </p:nvCxnSpPr>
                <p:spPr bwMode="gray">
                  <a:xfrm rot="5400000">
                    <a:off x="6094413" y="306388"/>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DFB03C8E-4661-465A-B25F-147D497525A0}"/>
                      </a:ext>
                    </a:extLst>
                  </p:cNvPr>
                  <p:cNvCxnSpPr/>
                  <p:nvPr/>
                </p:nvCxnSpPr>
                <p:spPr bwMode="gray">
                  <a:xfrm rot="5400000">
                    <a:off x="6094413" y="-4034638"/>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8C8E030-5491-4C40-9E10-B197BD5CD587}"/>
                      </a:ext>
                    </a:extLst>
                  </p:cNvPr>
                  <p:cNvCxnSpPr/>
                  <p:nvPr/>
                </p:nvCxnSpPr>
                <p:spPr bwMode="gray">
                  <a:xfrm rot="5400000">
                    <a:off x="6094413" y="-3577438"/>
                    <a:ext cx="0" cy="12188826"/>
                  </a:xfrm>
                  <a:prstGeom prst="line">
                    <a:avLst/>
                  </a:prstGeom>
                  <a:ln w="3175">
                    <a:solidFill>
                      <a:schemeClr val="accent1">
                        <a:lumMod val="40000"/>
                        <a:lumOff val="6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EBA261-0409-41DC-98E2-4BF8173333E9}"/>
                      </a:ext>
                    </a:extLst>
                  </p:cNvPr>
                  <p:cNvCxnSpPr>
                    <a:cxnSpLocks/>
                  </p:cNvCxnSpPr>
                  <p:nvPr/>
                </p:nvCxnSpPr>
                <p:spPr bwMode="gray">
                  <a:xfrm rot="5400000">
                    <a:off x="6094413" y="-4494211"/>
                    <a:ext cx="0" cy="12188826"/>
                  </a:xfrm>
                  <a:prstGeom prst="line">
                    <a:avLst/>
                  </a:prstGeom>
                  <a:ln w="317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64" name="TextBox 63">
                <a:extLst>
                  <a:ext uri="{FF2B5EF4-FFF2-40B4-BE49-F238E27FC236}">
                    <a16:creationId xmlns:a16="http://schemas.microsoft.com/office/drawing/2014/main" id="{B119DAC7-36FB-491E-A6EB-B78E57CAECBF}"/>
                  </a:ext>
                </a:extLst>
              </p:cNvPr>
              <p:cNvSpPr txBox="1"/>
              <p:nvPr userDrawn="1"/>
            </p:nvSpPr>
            <p:spPr bwMode="gray">
              <a:xfrm>
                <a:off x="592866" y="5723466"/>
                <a:ext cx="7329077" cy="474133"/>
              </a:xfrm>
              <a:prstGeom prst="rect">
                <a:avLst/>
              </a:prstGeom>
              <a:noFill/>
            </p:spPr>
            <p:txBody>
              <a:bodyPr wrap="square" lIns="0" tIns="0" rIns="0" bIns="0" rtlCol="0" anchor="b">
                <a:noAutofit/>
              </a:bodyPr>
              <a:lstStyle/>
              <a:p>
                <a:pPr>
                  <a:lnSpc>
                    <a:spcPct val="90000"/>
                  </a:lnSpc>
                </a:pPr>
                <a:r>
                  <a:rPr lang="en-US" sz="700"/>
                  <a:t>Footnote: Lorem ipsum dolor sit amet, consectetur adipiscing elit. Maecenas dui magna, sagittis at feugiat eget, viverra eu libero. Vestibulum a justo mi. Etiam blandit tempus odio. Fusce orci lectus, tincidunt eget hendrerit quis, blandit non</a:t>
                </a:r>
              </a:p>
            </p:txBody>
          </p:sp>
        </p:grpSp>
      </p:grpSp>
    </p:spTree>
    <p:extLst>
      <p:ext uri="{BB962C8B-B14F-4D97-AF65-F5344CB8AC3E}">
        <p14:creationId xmlns:p14="http://schemas.microsoft.com/office/powerpoint/2010/main" val="212289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DO NOT US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535B2D-9361-4E88-8BBD-C6E1EB066B37}"/>
              </a:ext>
            </a:extLst>
          </p:cNvPr>
          <p:cNvSpPr/>
          <p:nvPr userDrawn="1"/>
        </p:nvSpPr>
        <p:spPr>
          <a:xfrm>
            <a:off x="1" y="0"/>
            <a:ext cx="12192000" cy="6858000"/>
          </a:xfrm>
          <a:prstGeom prst="rect">
            <a:avLst/>
          </a:prstGeom>
          <a:solidFill>
            <a:srgbClr val="F8981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1">
              <a:solidFill>
                <a:schemeClr val="accent2"/>
              </a:solidFill>
            </a:endParaRPr>
          </a:p>
        </p:txBody>
      </p:sp>
      <p:sp>
        <p:nvSpPr>
          <p:cNvPr id="6" name="TextBox 5">
            <a:extLst>
              <a:ext uri="{FF2B5EF4-FFF2-40B4-BE49-F238E27FC236}">
                <a16:creationId xmlns:a16="http://schemas.microsoft.com/office/drawing/2014/main" id="{D5AED08D-D489-4C23-BFE9-9C4A6A94C4DA}"/>
              </a:ext>
            </a:extLst>
          </p:cNvPr>
          <p:cNvSpPr txBox="1"/>
          <p:nvPr userDrawn="1"/>
        </p:nvSpPr>
        <p:spPr>
          <a:xfrm>
            <a:off x="606552" y="721895"/>
            <a:ext cx="10879380" cy="4880008"/>
          </a:xfrm>
          <a:prstGeom prst="rect">
            <a:avLst/>
          </a:prstGeom>
          <a:noFill/>
        </p:spPr>
        <p:txBody>
          <a:bodyPr wrap="square" lIns="0" tIns="0" rIns="0" bIns="0" rtlCol="0" anchor="ctr">
            <a:noAutofit/>
          </a:bodyPr>
          <a:lstStyle/>
          <a:p>
            <a:pPr algn="ctr">
              <a:lnSpc>
                <a:spcPct val="90000"/>
              </a:lnSpc>
            </a:pPr>
            <a:r>
              <a:rPr lang="en-US" sz="5400" spc="300">
                <a:solidFill>
                  <a:schemeClr val="bg1"/>
                </a:solidFill>
              </a:rPr>
              <a:t>DO NOT USE </a:t>
            </a:r>
          </a:p>
          <a:p>
            <a:pPr algn="ctr">
              <a:lnSpc>
                <a:spcPct val="90000"/>
              </a:lnSpc>
            </a:pPr>
            <a:endParaRPr lang="en-US" sz="5400" spc="300">
              <a:solidFill>
                <a:schemeClr val="bg1"/>
              </a:solidFill>
            </a:endParaRPr>
          </a:p>
          <a:p>
            <a:pPr algn="ctr">
              <a:lnSpc>
                <a:spcPct val="90000"/>
              </a:lnSpc>
            </a:pPr>
            <a:r>
              <a:rPr lang="en-US" sz="5400" spc="300">
                <a:solidFill>
                  <a:schemeClr val="bg1"/>
                </a:solidFill>
              </a:rPr>
              <a:t>ALL LAYOUTS PAST THIS ARE NOT PART OF THIS TEMPLATE</a:t>
            </a:r>
          </a:p>
        </p:txBody>
      </p:sp>
    </p:spTree>
    <p:extLst>
      <p:ext uri="{BB962C8B-B14F-4D97-AF65-F5344CB8AC3E}">
        <p14:creationId xmlns:p14="http://schemas.microsoft.com/office/powerpoint/2010/main" val="982800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x">
  <p:cSld name="Title and Content">
    <p:bg>
      <p:bgPr>
        <a:solidFill>
          <a:srgbClr val="FFFFFF"/>
        </a:solidFill>
        <a:effectLst/>
      </p:bgPr>
    </p:bg>
    <p:spTree>
      <p:nvGrpSpPr>
        <p:cNvPr id="1" name=""/>
        <p:cNvGrpSpPr/>
        <p:nvPr/>
      </p:nvGrpSpPr>
      <p:grpSpPr>
        <a:xfrm>
          <a:off x="0" y="0"/>
          <a:ext cx="0" cy="0"/>
          <a:chOff x="0" y="0"/>
          <a:chExt cx="0" cy="0"/>
        </a:xfrm>
      </p:grpSpPr>
      <p:sp>
        <p:nvSpPr>
          <p:cNvPr id="370" name="Title Text"/>
          <p:cNvSpPr txBox="1">
            <a:spLocks noGrp="1"/>
          </p:cNvSpPr>
          <p:nvPr>
            <p:ph type="title"/>
          </p:nvPr>
        </p:nvSpPr>
        <p:spPr>
          <a:xfrm>
            <a:off x="838201" y="365127"/>
            <a:ext cx="10515600" cy="1325700"/>
          </a:xfrm>
          <a:prstGeom prst="rect">
            <a:avLst/>
          </a:prstGeom>
        </p:spPr>
        <p:txBody>
          <a:bodyPr lIns="45699" tIns="45699" rIns="45699" bIns="45699">
            <a:normAutofit/>
          </a:bodyPr>
          <a:lstStyle>
            <a:lvl1pPr defTabSz="1218895">
              <a:lnSpc>
                <a:spcPct val="90000"/>
              </a:lnSpc>
              <a:defRPr sz="4399">
                <a:solidFill>
                  <a:srgbClr val="000000"/>
                </a:solidFill>
                <a:latin typeface="+mn-lt"/>
                <a:ea typeface="+mn-ea"/>
                <a:cs typeface="+mn-cs"/>
                <a:sym typeface="Calibri"/>
              </a:defRPr>
            </a:lvl1pPr>
          </a:lstStyle>
          <a:p>
            <a:r>
              <a:t>Title Text</a:t>
            </a:r>
          </a:p>
        </p:txBody>
      </p:sp>
      <p:sp>
        <p:nvSpPr>
          <p:cNvPr id="371" name="Body Level One…"/>
          <p:cNvSpPr txBox="1">
            <a:spLocks noGrp="1"/>
          </p:cNvSpPr>
          <p:nvPr>
            <p:ph type="body" idx="1"/>
          </p:nvPr>
        </p:nvSpPr>
        <p:spPr>
          <a:xfrm>
            <a:off x="838201" y="1825627"/>
            <a:ext cx="10515600" cy="4351201"/>
          </a:xfrm>
          <a:prstGeom prst="rect">
            <a:avLst/>
          </a:prstGeom>
        </p:spPr>
        <p:txBody>
          <a:bodyPr lIns="45699" tIns="45699" rIns="45699" bIns="45699">
            <a:normAutofit/>
          </a:bodyPr>
          <a:lstStyle>
            <a:lvl1pPr marL="457086" indent="-406298" defTabSz="1218895">
              <a:lnSpc>
                <a:spcPct val="90000"/>
              </a:lnSpc>
              <a:spcBef>
                <a:spcPts val="933"/>
              </a:spcBef>
              <a:buClr>
                <a:srgbClr val="000000"/>
              </a:buClr>
              <a:buSzPts val="2100"/>
              <a:defRPr sz="2799">
                <a:solidFill>
                  <a:srgbClr val="000000"/>
                </a:solidFill>
                <a:latin typeface="+mn-lt"/>
                <a:ea typeface="+mn-ea"/>
                <a:cs typeface="+mn-cs"/>
                <a:sym typeface="Calibri"/>
              </a:defRPr>
            </a:lvl1pPr>
            <a:lvl2pPr marL="977656" indent="-444389" defTabSz="1218895">
              <a:lnSpc>
                <a:spcPct val="90000"/>
              </a:lnSpc>
              <a:spcBef>
                <a:spcPts val="933"/>
              </a:spcBef>
              <a:buClr>
                <a:srgbClr val="000000"/>
              </a:buClr>
              <a:buSzPts val="2100"/>
              <a:defRPr sz="2799">
                <a:solidFill>
                  <a:srgbClr val="000000"/>
                </a:solidFill>
                <a:latin typeface="+mn-lt"/>
                <a:ea typeface="+mn-ea"/>
                <a:cs typeface="+mn-cs"/>
                <a:sym typeface="Calibri"/>
              </a:defRPr>
            </a:lvl2pPr>
            <a:lvl3pPr marL="1513462" indent="-497716" defTabSz="1218895">
              <a:lnSpc>
                <a:spcPct val="90000"/>
              </a:lnSpc>
              <a:spcBef>
                <a:spcPts val="933"/>
              </a:spcBef>
              <a:buClr>
                <a:srgbClr val="000000"/>
              </a:buClr>
              <a:buSzPts val="2100"/>
              <a:defRPr sz="2799">
                <a:solidFill>
                  <a:srgbClr val="000000"/>
                </a:solidFill>
                <a:latin typeface="+mn-lt"/>
                <a:ea typeface="+mn-ea"/>
                <a:cs typeface="+mn-cs"/>
                <a:sym typeface="Calibri"/>
              </a:defRPr>
            </a:lvl3pPr>
            <a:lvl4pPr marL="2039305" indent="-553776" defTabSz="1218895">
              <a:lnSpc>
                <a:spcPct val="90000"/>
              </a:lnSpc>
              <a:spcBef>
                <a:spcPts val="933"/>
              </a:spcBef>
              <a:buClr>
                <a:srgbClr val="000000"/>
              </a:buClr>
              <a:buSzPts val="2100"/>
              <a:defRPr sz="2799">
                <a:solidFill>
                  <a:srgbClr val="000000"/>
                </a:solidFill>
                <a:latin typeface="+mn-lt"/>
                <a:ea typeface="+mn-ea"/>
                <a:cs typeface="+mn-cs"/>
                <a:sym typeface="Calibri"/>
              </a:defRPr>
            </a:lvl4pPr>
            <a:lvl5pPr marL="2496390" indent="-553776" defTabSz="1218895">
              <a:lnSpc>
                <a:spcPct val="90000"/>
              </a:lnSpc>
              <a:spcBef>
                <a:spcPts val="933"/>
              </a:spcBef>
              <a:buClr>
                <a:srgbClr val="000000"/>
              </a:buClr>
              <a:buSzPts val="2100"/>
              <a:defRPr sz="2799">
                <a:solidFill>
                  <a:srgbClr val="000000"/>
                </a:solidFill>
                <a:latin typeface="+mn-lt"/>
                <a:ea typeface="+mn-ea"/>
                <a:cs typeface="+mn-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372" name="Slide Number"/>
          <p:cNvSpPr txBox="1">
            <a:spLocks noGrp="1"/>
          </p:cNvSpPr>
          <p:nvPr>
            <p:ph type="sldNum" sz="quarter" idx="2"/>
          </p:nvPr>
        </p:nvSpPr>
        <p:spPr>
          <a:xfrm>
            <a:off x="11060517" y="6384835"/>
            <a:ext cx="293285" cy="308135"/>
          </a:xfrm>
          <a:prstGeom prst="rect">
            <a:avLst/>
          </a:prstGeom>
        </p:spPr>
        <p:txBody>
          <a:bodyPr lIns="45699" tIns="45699" rIns="45699" bIns="45699"/>
          <a:lstStyle>
            <a:lvl1pPr>
              <a:defRPr sz="1200">
                <a:solidFill>
                  <a:srgbClr val="888888"/>
                </a:solidFill>
                <a:latin typeface="+mn-lt"/>
                <a:ea typeface="+mn-ea"/>
                <a:cs typeface="+mn-cs"/>
                <a:sym typeface="Calibri"/>
              </a:defRPr>
            </a:lvl1pPr>
          </a:lstStyle>
          <a:p>
            <a:fld id="{86CB4B4D-7CA3-9044-876B-883B54F8677D}" type="slidenum">
              <a:t>‹#›</a:t>
            </a:fld>
            <a:endParaRPr/>
          </a:p>
        </p:txBody>
      </p:sp>
    </p:spTree>
    <p:extLst>
      <p:ext uri="{BB962C8B-B14F-4D97-AF65-F5344CB8AC3E}">
        <p14:creationId xmlns:p14="http://schemas.microsoft.com/office/powerpoint/2010/main" val="566944027"/>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AE112E-D3B1-8D7A-0D25-2913D2C5E213}"/>
              </a:ext>
            </a:extLst>
          </p:cNvPr>
          <p:cNvSpPr>
            <a:spLocks noGrp="1"/>
          </p:cNvSpPr>
          <p:nvPr>
            <p:ph type="title"/>
          </p:nvPr>
        </p:nvSpPr>
        <p:spPr>
          <a:xfrm>
            <a:off x="831850" y="1709738"/>
            <a:ext cx="5397500" cy="2852737"/>
          </a:xfrm>
        </p:spPr>
        <p:txBody>
          <a:bodyPr anchor="ctr">
            <a:normAutofit/>
          </a:bodyPr>
          <a:lstStyle>
            <a:lvl1pPr>
              <a:defRPr sz="4000"/>
            </a:lvl1pPr>
          </a:lstStyle>
          <a:p>
            <a:r>
              <a:rPr lang="en-US"/>
              <a:t>Click to edit Master title style</a:t>
            </a:r>
          </a:p>
        </p:txBody>
      </p:sp>
      <p:sp>
        <p:nvSpPr>
          <p:cNvPr id="8" name="Text Placeholder 2">
            <a:extLst>
              <a:ext uri="{FF2B5EF4-FFF2-40B4-BE49-F238E27FC236}">
                <a16:creationId xmlns:a16="http://schemas.microsoft.com/office/drawing/2014/main" id="{4DC481FC-D61F-38C7-6259-DE6EDFF0CDEB}"/>
              </a:ext>
            </a:extLst>
          </p:cNvPr>
          <p:cNvSpPr>
            <a:spLocks noGrp="1"/>
          </p:cNvSpPr>
          <p:nvPr>
            <p:ph type="body" idx="1" hasCustomPrompt="1"/>
          </p:nvPr>
        </p:nvSpPr>
        <p:spPr>
          <a:xfrm>
            <a:off x="831850" y="4589464"/>
            <a:ext cx="5397500" cy="449262"/>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Month DD, YYYY</a:t>
            </a:r>
          </a:p>
        </p:txBody>
      </p:sp>
      <p:sp>
        <p:nvSpPr>
          <p:cNvPr id="9" name="Picture Placeholder 16">
            <a:extLst>
              <a:ext uri="{FF2B5EF4-FFF2-40B4-BE49-F238E27FC236}">
                <a16:creationId xmlns:a16="http://schemas.microsoft.com/office/drawing/2014/main" id="{F09C9B79-08DA-2912-C8AB-87355D8AF2AC}"/>
              </a:ext>
            </a:extLst>
          </p:cNvPr>
          <p:cNvSpPr>
            <a:spLocks noGrp="1"/>
          </p:cNvSpPr>
          <p:nvPr>
            <p:ph type="pic" sz="quarter" idx="13"/>
          </p:nvPr>
        </p:nvSpPr>
        <p:spPr>
          <a:xfrm>
            <a:off x="6435177" y="0"/>
            <a:ext cx="5756823" cy="6858000"/>
          </a:xfrm>
        </p:spPr>
        <p:txBody>
          <a:bodyPr/>
          <a:lstStyle/>
          <a:p>
            <a:endParaRPr lang="en-IN"/>
          </a:p>
        </p:txBody>
      </p:sp>
    </p:spTree>
    <p:extLst>
      <p:ext uri="{BB962C8B-B14F-4D97-AF65-F5344CB8AC3E}">
        <p14:creationId xmlns:p14="http://schemas.microsoft.com/office/powerpoint/2010/main" val="217311901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8712EF5B-8A46-5474-AD88-C6FE8103F973}"/>
              </a:ext>
            </a:extLst>
          </p:cNvPr>
          <p:cNvSpPr>
            <a:spLocks noGrp="1"/>
          </p:cNvSpPr>
          <p:nvPr>
            <p:ph idx="1" hasCustomPrompt="1"/>
          </p:nvPr>
        </p:nvSpPr>
        <p:spPr>
          <a:xfrm>
            <a:off x="838200" y="1825625"/>
            <a:ext cx="10515600" cy="4351338"/>
          </a:xfrm>
          <a:prstGeom prst="rect">
            <a:avLst/>
          </a:prstGeom>
        </p:spPr>
        <p:txBody>
          <a:bodyPr vert="horz" lIns="91440" tIns="45720" rIns="91440" bIns="45720" rtlCol="0">
            <a:normAutofit/>
          </a:bodyPr>
          <a:lstStyle>
            <a:lvl1pPr>
              <a:defRPr/>
            </a:lvl1pPr>
          </a:lstStyle>
          <a:p>
            <a:pPr lvl="0"/>
            <a:r>
              <a:rPr lang="en-US"/>
              <a:t>Body Header Font: Bierstadt + bold</a:t>
            </a:r>
          </a:p>
          <a:p>
            <a:pPr lvl="0"/>
            <a:r>
              <a:rPr lang="en-US"/>
              <a:t>Body Font: Arial Nova Light</a:t>
            </a:r>
          </a:p>
        </p:txBody>
      </p:sp>
      <p:sp>
        <p:nvSpPr>
          <p:cNvPr id="2" name="Slide Number Placeholder 5">
            <a:extLst>
              <a:ext uri="{FF2B5EF4-FFF2-40B4-BE49-F238E27FC236}">
                <a16:creationId xmlns:a16="http://schemas.microsoft.com/office/drawing/2014/main" id="{68490378-C40B-F1C3-6BFC-ED9F7580716C}"/>
              </a:ext>
            </a:extLst>
          </p:cNvPr>
          <p:cNvSpPr>
            <a:spLocks noGrp="1"/>
          </p:cNvSpPr>
          <p:nvPr>
            <p:ph type="sldNum" sz="quarter" idx="4"/>
          </p:nvPr>
        </p:nvSpPr>
        <p:spPr>
          <a:xfrm>
            <a:off x="920115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ierstadt" panose="020B0004020202020204" pitchFamily="34" charset="0"/>
              </a:defRPr>
            </a:lvl1pPr>
          </a:lstStyle>
          <a:p>
            <a:fld id="{330EA680-D336-4FF7-8B7A-9848BB0A1C32}" type="slidenum">
              <a:rPr lang="en-US" smtClean="0"/>
              <a:pPr/>
              <a:t>‹#›</a:t>
            </a:fld>
            <a:endParaRPr lang="en-US"/>
          </a:p>
        </p:txBody>
      </p:sp>
      <p:sp>
        <p:nvSpPr>
          <p:cNvPr id="3" name="Title Placeholder 1">
            <a:extLst>
              <a:ext uri="{FF2B5EF4-FFF2-40B4-BE49-F238E27FC236}">
                <a16:creationId xmlns:a16="http://schemas.microsoft.com/office/drawing/2014/main" id="{66433398-584C-8DA2-18E0-3F0E41CED215}"/>
              </a:ext>
            </a:extLst>
          </p:cNvPr>
          <p:cNvSpPr>
            <a:spLocks noGrp="1"/>
          </p:cNvSpPr>
          <p:nvPr>
            <p:ph type="title" hasCustomPrompt="1"/>
          </p:nvPr>
        </p:nvSpPr>
        <p:spPr>
          <a:xfrm>
            <a:off x="885825" y="301051"/>
            <a:ext cx="10515600" cy="773333"/>
          </a:xfrm>
          <a:prstGeom prst="rect">
            <a:avLst/>
          </a:prstGeom>
        </p:spPr>
        <p:txBody>
          <a:bodyPr vert="horz" lIns="91440" tIns="45720" rIns="91440" bIns="45720" rtlCol="0" anchor="ctr">
            <a:normAutofit/>
          </a:bodyPr>
          <a:lstStyle>
            <a:lvl1pPr>
              <a:defRPr/>
            </a:lvl1pPr>
          </a:lstStyle>
          <a:p>
            <a:r>
              <a:rPr lang="en-US"/>
              <a:t>Title Font &amp; Size: Bierstadt + bold; 28 – short title; 24 – long title</a:t>
            </a:r>
          </a:p>
        </p:txBody>
      </p:sp>
    </p:spTree>
    <p:extLst>
      <p:ext uri="{BB962C8B-B14F-4D97-AF65-F5344CB8AC3E}">
        <p14:creationId xmlns:p14="http://schemas.microsoft.com/office/powerpoint/2010/main" val="6050025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AE112E-D3B1-8D7A-0D25-2913D2C5E213}"/>
              </a:ext>
            </a:extLst>
          </p:cNvPr>
          <p:cNvSpPr>
            <a:spLocks noGrp="1"/>
          </p:cNvSpPr>
          <p:nvPr>
            <p:ph type="title"/>
          </p:nvPr>
        </p:nvSpPr>
        <p:spPr>
          <a:xfrm>
            <a:off x="831850" y="1709738"/>
            <a:ext cx="5397500" cy="2852737"/>
          </a:xfrm>
        </p:spPr>
        <p:txBody>
          <a:bodyPr anchor="ctr">
            <a:normAutofit/>
          </a:bodyPr>
          <a:lstStyle>
            <a:lvl1pPr>
              <a:defRPr sz="4000">
                <a:solidFill>
                  <a:schemeClr val="bg1"/>
                </a:solidFill>
              </a:defRPr>
            </a:lvl1pPr>
          </a:lstStyle>
          <a:p>
            <a:r>
              <a:rPr lang="en-US"/>
              <a:t>Click to edit Master title style</a:t>
            </a:r>
          </a:p>
        </p:txBody>
      </p:sp>
      <p:sp>
        <p:nvSpPr>
          <p:cNvPr id="8" name="Text Placeholder 2">
            <a:extLst>
              <a:ext uri="{FF2B5EF4-FFF2-40B4-BE49-F238E27FC236}">
                <a16:creationId xmlns:a16="http://schemas.microsoft.com/office/drawing/2014/main" id="{4DC481FC-D61F-38C7-6259-DE6EDFF0CDEB}"/>
              </a:ext>
            </a:extLst>
          </p:cNvPr>
          <p:cNvSpPr>
            <a:spLocks noGrp="1"/>
          </p:cNvSpPr>
          <p:nvPr>
            <p:ph type="body" idx="1" hasCustomPrompt="1"/>
          </p:nvPr>
        </p:nvSpPr>
        <p:spPr>
          <a:xfrm>
            <a:off x="831850" y="4589464"/>
            <a:ext cx="5397500" cy="449262"/>
          </a:xfrm>
        </p:spPr>
        <p:txBody>
          <a:bodyP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Month DD, YYYY</a:t>
            </a:r>
          </a:p>
        </p:txBody>
      </p:sp>
      <p:sp>
        <p:nvSpPr>
          <p:cNvPr id="9" name="Picture Placeholder 16">
            <a:extLst>
              <a:ext uri="{FF2B5EF4-FFF2-40B4-BE49-F238E27FC236}">
                <a16:creationId xmlns:a16="http://schemas.microsoft.com/office/drawing/2014/main" id="{F09C9B79-08DA-2912-C8AB-87355D8AF2AC}"/>
              </a:ext>
            </a:extLst>
          </p:cNvPr>
          <p:cNvSpPr>
            <a:spLocks noGrp="1"/>
          </p:cNvSpPr>
          <p:nvPr>
            <p:ph type="pic" sz="quarter" idx="13"/>
          </p:nvPr>
        </p:nvSpPr>
        <p:spPr>
          <a:xfrm>
            <a:off x="6435177" y="0"/>
            <a:ext cx="5756823" cy="6858000"/>
          </a:xfrm>
        </p:spPr>
        <p:txBody>
          <a:bodyPr/>
          <a:lstStyle/>
          <a:p>
            <a:endParaRPr lang="en-IN"/>
          </a:p>
        </p:txBody>
      </p:sp>
    </p:spTree>
    <p:extLst>
      <p:ext uri="{BB962C8B-B14F-4D97-AF65-F5344CB8AC3E}">
        <p14:creationId xmlns:p14="http://schemas.microsoft.com/office/powerpoint/2010/main" val="313263720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201150" y="6356350"/>
            <a:ext cx="2743200" cy="365125"/>
          </a:xfrm>
          <a:prstGeom prst="rect">
            <a:avLst/>
          </a:prstGeom>
        </p:spPr>
        <p:txBody>
          <a:bodyPr/>
          <a:lstStyle/>
          <a:p>
            <a:fld id="{330EA680-D336-4FF7-8B7A-9848BB0A1C32}" type="slidenum">
              <a:rPr lang="en-US" smtClean="0"/>
              <a:t>‹#›</a:t>
            </a:fld>
            <a:endParaRPr lang="en-US"/>
          </a:p>
        </p:txBody>
      </p:sp>
      <p:sp>
        <p:nvSpPr>
          <p:cNvPr id="18" name="Title 1">
            <a:extLst>
              <a:ext uri="{FF2B5EF4-FFF2-40B4-BE49-F238E27FC236}">
                <a16:creationId xmlns:a16="http://schemas.microsoft.com/office/drawing/2014/main" id="{96618882-F951-759F-EEAA-997C20AB5FFE}"/>
              </a:ext>
            </a:extLst>
          </p:cNvPr>
          <p:cNvSpPr>
            <a:spLocks noGrp="1"/>
          </p:cNvSpPr>
          <p:nvPr>
            <p:ph type="ctrTitle" hasCustomPrompt="1"/>
          </p:nvPr>
        </p:nvSpPr>
        <p:spPr>
          <a:xfrm>
            <a:off x="1524000" y="1122363"/>
            <a:ext cx="9144000" cy="2387600"/>
          </a:xfrm>
        </p:spPr>
        <p:txBody>
          <a:bodyPr anchor="b">
            <a:normAutofit/>
          </a:bodyPr>
          <a:lstStyle>
            <a:lvl1pPr algn="ctr">
              <a:defRPr sz="4800">
                <a:solidFill>
                  <a:srgbClr val="7FFFFF"/>
                </a:solidFill>
              </a:defRPr>
            </a:lvl1pPr>
          </a:lstStyle>
          <a:p>
            <a:r>
              <a:rPr lang="en-US"/>
              <a:t>Section Separator Title</a:t>
            </a:r>
          </a:p>
        </p:txBody>
      </p:sp>
      <p:sp>
        <p:nvSpPr>
          <p:cNvPr id="19" name="Subtitle 2">
            <a:extLst>
              <a:ext uri="{FF2B5EF4-FFF2-40B4-BE49-F238E27FC236}">
                <a16:creationId xmlns:a16="http://schemas.microsoft.com/office/drawing/2014/main" id="{EF4D5E94-70AE-F46D-CC52-D25E96EF8CEE}"/>
              </a:ext>
            </a:extLst>
          </p:cNvPr>
          <p:cNvSpPr>
            <a:spLocks noGrp="1"/>
          </p:cNvSpPr>
          <p:nvPr>
            <p:ph type="subTitle" idx="1" hasCustomPrompt="1"/>
          </p:nvPr>
        </p:nvSpPr>
        <p:spPr>
          <a:xfrm>
            <a:off x="1524000" y="3602038"/>
            <a:ext cx="9144000" cy="1655762"/>
          </a:xfrm>
        </p:spPr>
        <p:txBody>
          <a:bodyPr>
            <a:normAutofit/>
          </a:bodyPr>
          <a:lstStyle>
            <a:lvl1pPr marL="0" indent="0" algn="ctr">
              <a:buNone/>
              <a:defRPr sz="3200" b="1">
                <a:solidFill>
                  <a:schemeClr val="bg1"/>
                </a:solidFill>
                <a:latin typeface="Bierstad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Separator Subtitle</a:t>
            </a:r>
          </a:p>
        </p:txBody>
      </p:sp>
    </p:spTree>
    <p:extLst>
      <p:ext uri="{BB962C8B-B14F-4D97-AF65-F5344CB8AC3E}">
        <p14:creationId xmlns:p14="http://schemas.microsoft.com/office/powerpoint/2010/main" val="189547470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544426-C329-3382-A4BB-BE6B60D1C662}"/>
              </a:ext>
            </a:extLst>
          </p:cNvPr>
          <p:cNvSpPr>
            <a:spLocks noGrp="1"/>
          </p:cNvSpPr>
          <p:nvPr>
            <p:ph type="sldNum" sz="quarter" idx="10"/>
          </p:nvPr>
        </p:nvSpPr>
        <p:spPr>
          <a:xfrm>
            <a:off x="9201150" y="6356350"/>
            <a:ext cx="2743200" cy="365125"/>
          </a:xfrm>
          <a:prstGeom prst="rect">
            <a:avLst/>
          </a:prstGeom>
        </p:spPr>
        <p:txBody>
          <a:bodyPr/>
          <a:lstStyle/>
          <a:p>
            <a:fld id="{330EA680-D336-4FF7-8B7A-9848BB0A1C32}" type="slidenum">
              <a:rPr lang="en-US" smtClean="0"/>
              <a:pPr/>
              <a:t>‹#›</a:t>
            </a:fld>
            <a:endParaRPr lang="en-US"/>
          </a:p>
        </p:txBody>
      </p:sp>
      <p:sp>
        <p:nvSpPr>
          <p:cNvPr id="4" name="Oval 3">
            <a:extLst>
              <a:ext uri="{FF2B5EF4-FFF2-40B4-BE49-F238E27FC236}">
                <a16:creationId xmlns:a16="http://schemas.microsoft.com/office/drawing/2014/main" id="{AD001271-1D44-1644-BE87-E504199562CA}"/>
              </a:ext>
            </a:extLst>
          </p:cNvPr>
          <p:cNvSpPr/>
          <p:nvPr userDrawn="1"/>
        </p:nvSpPr>
        <p:spPr>
          <a:xfrm>
            <a:off x="4296000" y="1629000"/>
            <a:ext cx="3600000" cy="3600000"/>
          </a:xfrm>
          <a:prstGeom prst="ellipse">
            <a:avLst/>
          </a:prstGeom>
          <a:solidFill>
            <a:srgbClr val="004C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Helvetica Light"/>
              <a:ea typeface="+mn-ea"/>
              <a:cs typeface="+mn-cs"/>
            </a:endParaRPr>
          </a:p>
        </p:txBody>
      </p:sp>
      <p:sp>
        <p:nvSpPr>
          <p:cNvPr id="5" name="TextBox 4">
            <a:extLst>
              <a:ext uri="{FF2B5EF4-FFF2-40B4-BE49-F238E27FC236}">
                <a16:creationId xmlns:a16="http://schemas.microsoft.com/office/drawing/2014/main" id="{B890AEE8-4F6C-949B-4ED4-9E499821F43C}"/>
              </a:ext>
            </a:extLst>
          </p:cNvPr>
          <p:cNvSpPr txBox="1"/>
          <p:nvPr userDrawn="1"/>
        </p:nvSpPr>
        <p:spPr>
          <a:xfrm>
            <a:off x="2255520" y="2828835"/>
            <a:ext cx="7680960" cy="1107996"/>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6600" b="1" i="0" u="none" strike="noStrike" kern="1200" cap="none" spc="0" normalizeH="0" baseline="0" noProof="0">
                <a:ln>
                  <a:noFill/>
                </a:ln>
                <a:solidFill>
                  <a:srgbClr val="FEFFFF"/>
                </a:solidFill>
                <a:effectLst/>
                <a:uLnTx/>
                <a:uFillTx/>
                <a:latin typeface="Bierstadt"/>
                <a:ea typeface="+mn-ea"/>
                <a:cs typeface="+mn-cs"/>
              </a:rPr>
              <a:t>Thank You!</a:t>
            </a:r>
            <a:endParaRPr kumimoji="0" lang="en-IN" sz="6600" b="1"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Tree>
    <p:extLst>
      <p:ext uri="{BB962C8B-B14F-4D97-AF65-F5344CB8AC3E}">
        <p14:creationId xmlns:p14="http://schemas.microsoft.com/office/powerpoint/2010/main" val="47238986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4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380186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6BD5360-495A-5351-276D-0292BE2A1BF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1164711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D1C980-34F9-A41F-F715-01AFB8C171FA}"/>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20623695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85C4F31-B4A3-A48D-0C51-C4F636B03C6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20487581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260EA36-C49B-17B1-2109-1DD483C9D3CE}"/>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42110713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712501A-8F56-1FB5-D5FB-A9C8F11EDAD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10905371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5C56F0E-DEA4-3E16-654D-4229F6BC8D5E}"/>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77931040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C75A09-B7F5-E30F-27B9-3BD26C11391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78463333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46E0289-0E66-A8EF-1E7C-F868A562579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88334294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748DE22-116F-8C40-983A-B6271E54414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65603298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F1CEEA4-FB52-FE69-E6BF-47863EDD1E2C}"/>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95446073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8907283-A45E-93B3-117A-4C956754FCE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11459393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3_Vertical Title and Text">
    <p:spTree>
      <p:nvGrpSpPr>
        <p:cNvPr id="1" name=""/>
        <p:cNvGrpSpPr/>
        <p:nvPr/>
      </p:nvGrpSpPr>
      <p:grpSpPr>
        <a:xfrm>
          <a:off x="0" y="0"/>
          <a:ext cx="0" cy="0"/>
          <a:chOff x="0" y="0"/>
          <a:chExt cx="0" cy="0"/>
        </a:xfrm>
      </p:grpSpPr>
      <p:sp>
        <p:nvSpPr>
          <p:cNvPr id="2" name="Slide Number Placeholder 21">
            <a:extLst>
              <a:ext uri="{FF2B5EF4-FFF2-40B4-BE49-F238E27FC236}">
                <a16:creationId xmlns:a16="http://schemas.microsoft.com/office/drawing/2014/main" id="{BEAAADED-93A2-4F88-7463-419BCEE40A6F}"/>
              </a:ext>
            </a:extLst>
          </p:cNvPr>
          <p:cNvSpPr>
            <a:spLocks noGrp="1"/>
          </p:cNvSpPr>
          <p:nvPr>
            <p:ph type="sldNum" sz="quarter" idx="4"/>
          </p:nvPr>
        </p:nvSpPr>
        <p:spPr>
          <a:xfrm>
            <a:off x="11530877" y="6429773"/>
            <a:ext cx="588169" cy="365125"/>
          </a:xfrm>
          <a:prstGeom prst="rect">
            <a:avLst/>
          </a:prstGeom>
        </p:spPr>
        <p:txBody>
          <a:bodyPr/>
          <a:lstStyle>
            <a:lvl1pPr algn="r">
              <a:defRPr sz="1300"/>
            </a:lvl1pPr>
          </a:lstStyle>
          <a:p>
            <a:fld id="{2FD38B3D-DDB3-4B49-8445-FCFD9226D8A1}" type="slidenum">
              <a:rPr lang="en-US" smtClean="0"/>
              <a:pPr/>
              <a:t>‹#›</a:t>
            </a:fld>
            <a:endParaRPr lang="en-US"/>
          </a:p>
        </p:txBody>
      </p:sp>
      <p:sp>
        <p:nvSpPr>
          <p:cNvPr id="3" name="Title 2">
            <a:extLst>
              <a:ext uri="{FF2B5EF4-FFF2-40B4-BE49-F238E27FC236}">
                <a16:creationId xmlns:a16="http://schemas.microsoft.com/office/drawing/2014/main" id="{7EFA9ADB-4B7F-3A7C-BF99-5CFC75B3911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57573452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2" name="Google Shape;24;p6">
            <a:extLst>
              <a:ext uri="{FF2B5EF4-FFF2-40B4-BE49-F238E27FC236}">
                <a16:creationId xmlns:a16="http://schemas.microsoft.com/office/drawing/2014/main" id="{113E6345-9EC7-CA28-E013-1BC283A48FE8}"/>
              </a:ext>
            </a:extLst>
          </p:cNvPr>
          <p:cNvSpPr txBox="1">
            <a:spLocks noGrp="1"/>
          </p:cNvSpPr>
          <p:nvPr>
            <p:ph type="title"/>
          </p:nvPr>
        </p:nvSpPr>
        <p:spPr>
          <a:xfrm>
            <a:off x="947032" y="223284"/>
            <a:ext cx="11014595" cy="861237"/>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sz="2400">
                <a:solidFill>
                  <a:schemeClr val="tx1"/>
                </a:solidFill>
                <a:latin typeface="Arial Nova Light" panose="020B0304020202020204"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220545630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97896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AE112E-D3B1-8D7A-0D25-2913D2C5E213}"/>
              </a:ext>
            </a:extLst>
          </p:cNvPr>
          <p:cNvSpPr>
            <a:spLocks noGrp="1"/>
          </p:cNvSpPr>
          <p:nvPr>
            <p:ph type="title"/>
          </p:nvPr>
        </p:nvSpPr>
        <p:spPr>
          <a:xfrm>
            <a:off x="831850" y="1709738"/>
            <a:ext cx="5397500" cy="2852737"/>
          </a:xfrm>
        </p:spPr>
        <p:txBody>
          <a:bodyPr anchor="ctr">
            <a:normAutofit/>
          </a:bodyPr>
          <a:lstStyle>
            <a:lvl1pPr>
              <a:defRPr sz="4000"/>
            </a:lvl1pPr>
          </a:lstStyle>
          <a:p>
            <a:r>
              <a:rPr lang="en-US"/>
              <a:t>Click to edit Master title style</a:t>
            </a:r>
          </a:p>
        </p:txBody>
      </p:sp>
      <p:sp>
        <p:nvSpPr>
          <p:cNvPr id="8" name="Text Placeholder 2">
            <a:extLst>
              <a:ext uri="{FF2B5EF4-FFF2-40B4-BE49-F238E27FC236}">
                <a16:creationId xmlns:a16="http://schemas.microsoft.com/office/drawing/2014/main" id="{4DC481FC-D61F-38C7-6259-DE6EDFF0CDEB}"/>
              </a:ext>
            </a:extLst>
          </p:cNvPr>
          <p:cNvSpPr>
            <a:spLocks noGrp="1"/>
          </p:cNvSpPr>
          <p:nvPr>
            <p:ph type="body" idx="1" hasCustomPrompt="1"/>
          </p:nvPr>
        </p:nvSpPr>
        <p:spPr>
          <a:xfrm>
            <a:off x="831850" y="4589464"/>
            <a:ext cx="5397500" cy="449262"/>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Month DD, YYYY</a:t>
            </a:r>
          </a:p>
        </p:txBody>
      </p:sp>
      <p:sp>
        <p:nvSpPr>
          <p:cNvPr id="9" name="Picture Placeholder 16">
            <a:extLst>
              <a:ext uri="{FF2B5EF4-FFF2-40B4-BE49-F238E27FC236}">
                <a16:creationId xmlns:a16="http://schemas.microsoft.com/office/drawing/2014/main" id="{F09C9B79-08DA-2912-C8AB-87355D8AF2AC}"/>
              </a:ext>
            </a:extLst>
          </p:cNvPr>
          <p:cNvSpPr>
            <a:spLocks noGrp="1"/>
          </p:cNvSpPr>
          <p:nvPr>
            <p:ph type="pic" sz="quarter" idx="13"/>
          </p:nvPr>
        </p:nvSpPr>
        <p:spPr>
          <a:xfrm>
            <a:off x="6435177" y="0"/>
            <a:ext cx="5756823" cy="6858000"/>
          </a:xfrm>
        </p:spPr>
        <p:txBody>
          <a:bodyPr/>
          <a:lstStyle/>
          <a:p>
            <a:endParaRPr lang="en-IN"/>
          </a:p>
        </p:txBody>
      </p:sp>
    </p:spTree>
    <p:extLst>
      <p:ext uri="{BB962C8B-B14F-4D97-AF65-F5344CB8AC3E}">
        <p14:creationId xmlns:p14="http://schemas.microsoft.com/office/powerpoint/2010/main" val="387483052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8712EF5B-8A46-5474-AD88-C6FE8103F973}"/>
              </a:ext>
            </a:extLst>
          </p:cNvPr>
          <p:cNvSpPr>
            <a:spLocks noGrp="1"/>
          </p:cNvSpPr>
          <p:nvPr>
            <p:ph idx="1" hasCustomPrompt="1"/>
          </p:nvPr>
        </p:nvSpPr>
        <p:spPr>
          <a:xfrm>
            <a:off x="838200" y="1825625"/>
            <a:ext cx="10515600" cy="4351338"/>
          </a:xfrm>
          <a:prstGeom prst="rect">
            <a:avLst/>
          </a:prstGeom>
        </p:spPr>
        <p:txBody>
          <a:bodyPr vert="horz" lIns="91440" tIns="45720" rIns="91440" bIns="45720" rtlCol="0">
            <a:normAutofit/>
          </a:bodyPr>
          <a:lstStyle>
            <a:lvl1pPr>
              <a:defRPr/>
            </a:lvl1pPr>
          </a:lstStyle>
          <a:p>
            <a:pPr lvl="0"/>
            <a:r>
              <a:rPr lang="en-US"/>
              <a:t>Body Header Font: Bierstadt + bold</a:t>
            </a:r>
          </a:p>
          <a:p>
            <a:pPr lvl="0"/>
            <a:r>
              <a:rPr lang="en-US"/>
              <a:t>Body Font: Arial Nova Light</a:t>
            </a:r>
          </a:p>
        </p:txBody>
      </p:sp>
      <p:sp>
        <p:nvSpPr>
          <p:cNvPr id="2" name="Slide Number Placeholder 5">
            <a:extLst>
              <a:ext uri="{FF2B5EF4-FFF2-40B4-BE49-F238E27FC236}">
                <a16:creationId xmlns:a16="http://schemas.microsoft.com/office/drawing/2014/main" id="{68490378-C40B-F1C3-6BFC-ED9F7580716C}"/>
              </a:ext>
            </a:extLst>
          </p:cNvPr>
          <p:cNvSpPr>
            <a:spLocks noGrp="1"/>
          </p:cNvSpPr>
          <p:nvPr>
            <p:ph type="sldNum" sz="quarter" idx="4"/>
          </p:nvPr>
        </p:nvSpPr>
        <p:spPr>
          <a:xfrm>
            <a:off x="920115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ierstadt" panose="020B0004020202020204" pitchFamily="34" charset="0"/>
              </a:defRPr>
            </a:lvl1pPr>
          </a:lstStyle>
          <a:p>
            <a:fld id="{330EA680-D336-4FF7-8B7A-9848BB0A1C32}" type="slidenum">
              <a:rPr lang="en-US" smtClean="0"/>
              <a:pPr/>
              <a:t>‹#›</a:t>
            </a:fld>
            <a:endParaRPr lang="en-US"/>
          </a:p>
        </p:txBody>
      </p:sp>
      <p:sp>
        <p:nvSpPr>
          <p:cNvPr id="3" name="Title Placeholder 1">
            <a:extLst>
              <a:ext uri="{FF2B5EF4-FFF2-40B4-BE49-F238E27FC236}">
                <a16:creationId xmlns:a16="http://schemas.microsoft.com/office/drawing/2014/main" id="{66433398-584C-8DA2-18E0-3F0E41CED215}"/>
              </a:ext>
            </a:extLst>
          </p:cNvPr>
          <p:cNvSpPr>
            <a:spLocks noGrp="1"/>
          </p:cNvSpPr>
          <p:nvPr>
            <p:ph type="title" hasCustomPrompt="1"/>
          </p:nvPr>
        </p:nvSpPr>
        <p:spPr>
          <a:xfrm>
            <a:off x="885825" y="301051"/>
            <a:ext cx="10515600" cy="773333"/>
          </a:xfrm>
          <a:prstGeom prst="rect">
            <a:avLst/>
          </a:prstGeom>
        </p:spPr>
        <p:txBody>
          <a:bodyPr vert="horz" lIns="91440" tIns="45720" rIns="91440" bIns="45720" rtlCol="0" anchor="ctr">
            <a:normAutofit/>
          </a:bodyPr>
          <a:lstStyle>
            <a:lvl1pPr>
              <a:defRPr/>
            </a:lvl1pPr>
          </a:lstStyle>
          <a:p>
            <a:r>
              <a:rPr lang="en-US"/>
              <a:t>Title Font &amp; Size: Bierstadt + bold; 28 – short title; 24 – long title</a:t>
            </a:r>
          </a:p>
        </p:txBody>
      </p:sp>
      <p:pic>
        <p:nvPicPr>
          <p:cNvPr id="5" name="Graphic 4">
            <a:extLst>
              <a:ext uri="{FF2B5EF4-FFF2-40B4-BE49-F238E27FC236}">
                <a16:creationId xmlns:a16="http://schemas.microsoft.com/office/drawing/2014/main" id="{3B4297A3-C0E5-BA66-E4E4-CFA2E9B36B8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025" t="24517" r="77718" b="27205"/>
          <a:stretch/>
        </p:blipFill>
        <p:spPr>
          <a:xfrm>
            <a:off x="112796" y="253426"/>
            <a:ext cx="786919" cy="773332"/>
          </a:xfrm>
          <a:prstGeom prst="rect">
            <a:avLst/>
          </a:prstGeom>
        </p:spPr>
      </p:pic>
      <p:sp>
        <p:nvSpPr>
          <p:cNvPr id="6" name="TextBox 5">
            <a:extLst>
              <a:ext uri="{FF2B5EF4-FFF2-40B4-BE49-F238E27FC236}">
                <a16:creationId xmlns:a16="http://schemas.microsoft.com/office/drawing/2014/main" id="{ADB392E3-C1DA-F150-0B6A-C8223FEC621F}"/>
              </a:ext>
            </a:extLst>
          </p:cNvPr>
          <p:cNvSpPr txBox="1"/>
          <p:nvPr userDrawn="1"/>
        </p:nvSpPr>
        <p:spPr>
          <a:xfrm>
            <a:off x="0" y="6642556"/>
            <a:ext cx="31540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@2025 </a:t>
            </a:r>
            <a:r>
              <a:rPr kumimoji="0" lang="en-IN" sz="800" b="0" i="0" u="none" strike="noStrike" kern="1200" cap="none" spc="0" normalizeH="0" baseline="0" noProof="0" err="1">
                <a:ln>
                  <a:noFill/>
                </a:ln>
                <a:solidFill>
                  <a:schemeClr val="bg1">
                    <a:lumMod val="65000"/>
                  </a:schemeClr>
                </a:solidFill>
                <a:effectLst/>
                <a:uLnTx/>
                <a:uFillTx/>
                <a:latin typeface="Helvertica"/>
                <a:ea typeface="+mn-ea"/>
                <a:cs typeface="+mn-cs"/>
              </a:rPr>
              <a:t>AuxoAI</a:t>
            </a: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 – Confidential and Proprietary</a:t>
            </a:r>
          </a:p>
        </p:txBody>
      </p:sp>
    </p:spTree>
    <p:extLst>
      <p:ext uri="{BB962C8B-B14F-4D97-AF65-F5344CB8AC3E}">
        <p14:creationId xmlns:p14="http://schemas.microsoft.com/office/powerpoint/2010/main" val="384102733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AE112E-D3B1-8D7A-0D25-2913D2C5E213}"/>
              </a:ext>
            </a:extLst>
          </p:cNvPr>
          <p:cNvSpPr>
            <a:spLocks noGrp="1"/>
          </p:cNvSpPr>
          <p:nvPr>
            <p:ph type="title"/>
          </p:nvPr>
        </p:nvSpPr>
        <p:spPr>
          <a:xfrm>
            <a:off x="831850" y="1709738"/>
            <a:ext cx="5397500" cy="2852737"/>
          </a:xfrm>
        </p:spPr>
        <p:txBody>
          <a:bodyPr anchor="ctr">
            <a:normAutofit/>
          </a:bodyPr>
          <a:lstStyle>
            <a:lvl1pPr>
              <a:defRPr sz="4000">
                <a:solidFill>
                  <a:schemeClr val="bg1"/>
                </a:solidFill>
              </a:defRPr>
            </a:lvl1pPr>
          </a:lstStyle>
          <a:p>
            <a:r>
              <a:rPr lang="en-US"/>
              <a:t>Click to edit Master title style</a:t>
            </a:r>
          </a:p>
        </p:txBody>
      </p:sp>
      <p:sp>
        <p:nvSpPr>
          <p:cNvPr id="8" name="Text Placeholder 2">
            <a:extLst>
              <a:ext uri="{FF2B5EF4-FFF2-40B4-BE49-F238E27FC236}">
                <a16:creationId xmlns:a16="http://schemas.microsoft.com/office/drawing/2014/main" id="{4DC481FC-D61F-38C7-6259-DE6EDFF0CDEB}"/>
              </a:ext>
            </a:extLst>
          </p:cNvPr>
          <p:cNvSpPr>
            <a:spLocks noGrp="1"/>
          </p:cNvSpPr>
          <p:nvPr>
            <p:ph type="body" idx="1" hasCustomPrompt="1"/>
          </p:nvPr>
        </p:nvSpPr>
        <p:spPr>
          <a:xfrm>
            <a:off x="831850" y="4589464"/>
            <a:ext cx="5397500" cy="449262"/>
          </a:xfrm>
        </p:spPr>
        <p:txBody>
          <a:bodyP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Month DD, YYYY</a:t>
            </a:r>
          </a:p>
        </p:txBody>
      </p:sp>
      <p:sp>
        <p:nvSpPr>
          <p:cNvPr id="9" name="Picture Placeholder 16">
            <a:extLst>
              <a:ext uri="{FF2B5EF4-FFF2-40B4-BE49-F238E27FC236}">
                <a16:creationId xmlns:a16="http://schemas.microsoft.com/office/drawing/2014/main" id="{F09C9B79-08DA-2912-C8AB-87355D8AF2AC}"/>
              </a:ext>
            </a:extLst>
          </p:cNvPr>
          <p:cNvSpPr>
            <a:spLocks noGrp="1"/>
          </p:cNvSpPr>
          <p:nvPr>
            <p:ph type="pic" sz="quarter" idx="13"/>
          </p:nvPr>
        </p:nvSpPr>
        <p:spPr>
          <a:xfrm>
            <a:off x="6435177" y="0"/>
            <a:ext cx="5756823" cy="6858000"/>
          </a:xfrm>
        </p:spPr>
        <p:txBody>
          <a:bodyPr/>
          <a:lstStyle/>
          <a:p>
            <a:endParaRPr lang="en-IN"/>
          </a:p>
        </p:txBody>
      </p:sp>
    </p:spTree>
    <p:extLst>
      <p:ext uri="{BB962C8B-B14F-4D97-AF65-F5344CB8AC3E}">
        <p14:creationId xmlns:p14="http://schemas.microsoft.com/office/powerpoint/2010/main" val="427181854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201150" y="6356350"/>
            <a:ext cx="2743200" cy="365125"/>
          </a:xfrm>
          <a:prstGeom prst="rect">
            <a:avLst/>
          </a:prstGeom>
        </p:spPr>
        <p:txBody>
          <a:bodyPr/>
          <a:lstStyle/>
          <a:p>
            <a:fld id="{330EA680-D336-4FF7-8B7A-9848BB0A1C32}" type="slidenum">
              <a:rPr lang="en-US" smtClean="0"/>
              <a:t>‹#›</a:t>
            </a:fld>
            <a:endParaRPr lang="en-US"/>
          </a:p>
        </p:txBody>
      </p:sp>
      <p:sp>
        <p:nvSpPr>
          <p:cNvPr id="18" name="Title 1">
            <a:extLst>
              <a:ext uri="{FF2B5EF4-FFF2-40B4-BE49-F238E27FC236}">
                <a16:creationId xmlns:a16="http://schemas.microsoft.com/office/drawing/2014/main" id="{96618882-F951-759F-EEAA-997C20AB5FFE}"/>
              </a:ext>
            </a:extLst>
          </p:cNvPr>
          <p:cNvSpPr>
            <a:spLocks noGrp="1"/>
          </p:cNvSpPr>
          <p:nvPr>
            <p:ph type="ctrTitle" hasCustomPrompt="1"/>
          </p:nvPr>
        </p:nvSpPr>
        <p:spPr>
          <a:xfrm>
            <a:off x="1524000" y="1122363"/>
            <a:ext cx="9144000" cy="2387600"/>
          </a:xfrm>
        </p:spPr>
        <p:txBody>
          <a:bodyPr anchor="b">
            <a:normAutofit/>
          </a:bodyPr>
          <a:lstStyle>
            <a:lvl1pPr algn="ctr">
              <a:defRPr sz="4800">
                <a:solidFill>
                  <a:srgbClr val="7FFFFF"/>
                </a:solidFill>
              </a:defRPr>
            </a:lvl1pPr>
          </a:lstStyle>
          <a:p>
            <a:r>
              <a:rPr lang="en-US"/>
              <a:t>Section Separator Title</a:t>
            </a:r>
          </a:p>
        </p:txBody>
      </p:sp>
      <p:sp>
        <p:nvSpPr>
          <p:cNvPr id="19" name="Subtitle 2">
            <a:extLst>
              <a:ext uri="{FF2B5EF4-FFF2-40B4-BE49-F238E27FC236}">
                <a16:creationId xmlns:a16="http://schemas.microsoft.com/office/drawing/2014/main" id="{EF4D5E94-70AE-F46D-CC52-D25E96EF8CEE}"/>
              </a:ext>
            </a:extLst>
          </p:cNvPr>
          <p:cNvSpPr>
            <a:spLocks noGrp="1"/>
          </p:cNvSpPr>
          <p:nvPr>
            <p:ph type="subTitle" idx="1" hasCustomPrompt="1"/>
          </p:nvPr>
        </p:nvSpPr>
        <p:spPr>
          <a:xfrm>
            <a:off x="1524000" y="3602038"/>
            <a:ext cx="9144000" cy="1655762"/>
          </a:xfrm>
        </p:spPr>
        <p:txBody>
          <a:bodyPr>
            <a:normAutofit/>
          </a:bodyPr>
          <a:lstStyle>
            <a:lvl1pPr marL="0" indent="0" algn="ctr">
              <a:buNone/>
              <a:defRPr sz="3200" b="1">
                <a:solidFill>
                  <a:schemeClr val="bg1"/>
                </a:solidFill>
                <a:latin typeface="Bierstad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Separator Subtitle</a:t>
            </a:r>
          </a:p>
        </p:txBody>
      </p:sp>
    </p:spTree>
    <p:extLst>
      <p:ext uri="{BB962C8B-B14F-4D97-AF65-F5344CB8AC3E}">
        <p14:creationId xmlns:p14="http://schemas.microsoft.com/office/powerpoint/2010/main" val="224924852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544426-C329-3382-A4BB-BE6B60D1C662}"/>
              </a:ext>
            </a:extLst>
          </p:cNvPr>
          <p:cNvSpPr>
            <a:spLocks noGrp="1"/>
          </p:cNvSpPr>
          <p:nvPr>
            <p:ph type="sldNum" sz="quarter" idx="10"/>
          </p:nvPr>
        </p:nvSpPr>
        <p:spPr>
          <a:xfrm>
            <a:off x="9201150" y="6356350"/>
            <a:ext cx="2743200" cy="365125"/>
          </a:xfrm>
          <a:prstGeom prst="rect">
            <a:avLst/>
          </a:prstGeom>
        </p:spPr>
        <p:txBody>
          <a:bodyPr/>
          <a:lstStyle/>
          <a:p>
            <a:fld id="{330EA680-D336-4FF7-8B7A-9848BB0A1C32}" type="slidenum">
              <a:rPr lang="en-US" smtClean="0"/>
              <a:pPr/>
              <a:t>‹#›</a:t>
            </a:fld>
            <a:endParaRPr lang="en-US"/>
          </a:p>
        </p:txBody>
      </p:sp>
      <p:sp>
        <p:nvSpPr>
          <p:cNvPr id="4" name="Oval 3">
            <a:extLst>
              <a:ext uri="{FF2B5EF4-FFF2-40B4-BE49-F238E27FC236}">
                <a16:creationId xmlns:a16="http://schemas.microsoft.com/office/drawing/2014/main" id="{AD001271-1D44-1644-BE87-E504199562CA}"/>
              </a:ext>
            </a:extLst>
          </p:cNvPr>
          <p:cNvSpPr/>
          <p:nvPr userDrawn="1"/>
        </p:nvSpPr>
        <p:spPr>
          <a:xfrm>
            <a:off x="4296000" y="1629000"/>
            <a:ext cx="3600000" cy="3600000"/>
          </a:xfrm>
          <a:prstGeom prst="ellipse">
            <a:avLst/>
          </a:prstGeom>
          <a:solidFill>
            <a:srgbClr val="004C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Helvetica Light"/>
              <a:ea typeface="+mn-ea"/>
              <a:cs typeface="+mn-cs"/>
            </a:endParaRPr>
          </a:p>
        </p:txBody>
      </p:sp>
      <p:sp>
        <p:nvSpPr>
          <p:cNvPr id="5" name="TextBox 4">
            <a:extLst>
              <a:ext uri="{FF2B5EF4-FFF2-40B4-BE49-F238E27FC236}">
                <a16:creationId xmlns:a16="http://schemas.microsoft.com/office/drawing/2014/main" id="{B890AEE8-4F6C-949B-4ED4-9E499821F43C}"/>
              </a:ext>
            </a:extLst>
          </p:cNvPr>
          <p:cNvSpPr txBox="1"/>
          <p:nvPr userDrawn="1"/>
        </p:nvSpPr>
        <p:spPr>
          <a:xfrm>
            <a:off x="2255520" y="2828835"/>
            <a:ext cx="7680960" cy="1107996"/>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6600" b="1" i="0" u="none" strike="noStrike" kern="1200" cap="none" spc="0" normalizeH="0" baseline="0" noProof="0">
                <a:ln>
                  <a:noFill/>
                </a:ln>
                <a:solidFill>
                  <a:srgbClr val="FEFFFF"/>
                </a:solidFill>
                <a:effectLst/>
                <a:uLnTx/>
                <a:uFillTx/>
                <a:latin typeface="Bierstadt"/>
                <a:ea typeface="+mn-ea"/>
                <a:cs typeface="+mn-cs"/>
              </a:rPr>
              <a:t>Thank You!</a:t>
            </a:r>
            <a:endParaRPr kumimoji="0" lang="en-IN" sz="6600" b="1"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Tree>
    <p:extLst>
      <p:ext uri="{BB962C8B-B14F-4D97-AF65-F5344CB8AC3E}">
        <p14:creationId xmlns:p14="http://schemas.microsoft.com/office/powerpoint/2010/main" val="73943878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3_Vertical Title and Text">
    <p:spTree>
      <p:nvGrpSpPr>
        <p:cNvPr id="1" name=""/>
        <p:cNvGrpSpPr/>
        <p:nvPr/>
      </p:nvGrpSpPr>
      <p:grpSpPr>
        <a:xfrm>
          <a:off x="0" y="0"/>
          <a:ext cx="0" cy="0"/>
          <a:chOff x="0" y="0"/>
          <a:chExt cx="0" cy="0"/>
        </a:xfrm>
      </p:grpSpPr>
      <p:sp>
        <p:nvSpPr>
          <p:cNvPr id="2" name="Slide Number Placeholder 21">
            <a:extLst>
              <a:ext uri="{FF2B5EF4-FFF2-40B4-BE49-F238E27FC236}">
                <a16:creationId xmlns:a16="http://schemas.microsoft.com/office/drawing/2014/main" id="{BEAAADED-93A2-4F88-7463-419BCEE40A6F}"/>
              </a:ext>
            </a:extLst>
          </p:cNvPr>
          <p:cNvSpPr>
            <a:spLocks noGrp="1"/>
          </p:cNvSpPr>
          <p:nvPr>
            <p:ph type="sldNum" sz="quarter" idx="4"/>
          </p:nvPr>
        </p:nvSpPr>
        <p:spPr>
          <a:xfrm>
            <a:off x="11530877" y="6429773"/>
            <a:ext cx="588169" cy="365125"/>
          </a:xfrm>
          <a:prstGeom prst="rect">
            <a:avLst/>
          </a:prstGeom>
        </p:spPr>
        <p:txBody>
          <a:bodyPr/>
          <a:lstStyle>
            <a:lvl1pPr algn="r">
              <a:defRPr sz="1300"/>
            </a:lvl1pPr>
          </a:lstStyle>
          <a:p>
            <a:fld id="{2FD38B3D-DDB3-4B49-8445-FCFD9226D8A1}" type="slidenum">
              <a:rPr lang="en-US" smtClean="0"/>
              <a:pPr/>
              <a:t>‹#›</a:t>
            </a:fld>
            <a:endParaRPr lang="en-US"/>
          </a:p>
        </p:txBody>
      </p:sp>
      <p:sp>
        <p:nvSpPr>
          <p:cNvPr id="3" name="Title 2">
            <a:extLst>
              <a:ext uri="{FF2B5EF4-FFF2-40B4-BE49-F238E27FC236}">
                <a16:creationId xmlns:a16="http://schemas.microsoft.com/office/drawing/2014/main" id="{7EFA9ADB-4B7F-3A7C-BF99-5CFC75B3911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23634542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1_Content slide 2">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D91D61D1-B3F3-466C-8545-FA3F0B34A4A3}"/>
              </a:ext>
            </a:extLst>
          </p:cNvPr>
          <p:cNvSpPr>
            <a:spLocks noGrp="1"/>
          </p:cNvSpPr>
          <p:nvPr>
            <p:ph type="title"/>
          </p:nvPr>
        </p:nvSpPr>
        <p:spPr>
          <a:xfrm>
            <a:off x="462280" y="462281"/>
            <a:ext cx="11264900" cy="698500"/>
          </a:xfrm>
          <a:prstGeom prst="rect">
            <a:avLst/>
          </a:prstGeom>
        </p:spPr>
        <p:txBody>
          <a:bodyPr>
            <a:normAutofit/>
          </a:bodyPr>
          <a:lstStyle>
            <a:lvl1pPr algn="l" defTabSz="914400" rtl="0" eaLnBrk="1" latinLnBrk="0" hangingPunct="1">
              <a:lnSpc>
                <a:spcPct val="90000"/>
              </a:lnSpc>
              <a:spcBef>
                <a:spcPct val="0"/>
              </a:spcBef>
              <a:buNone/>
              <a:defRPr lang="en-US" sz="3000" kern="1200" dirty="0">
                <a:gradFill>
                  <a:gsLst>
                    <a:gs pos="100000">
                      <a:schemeClr val="accent1"/>
                    </a:gs>
                    <a:gs pos="30000">
                      <a:schemeClr val="accent3"/>
                    </a:gs>
                  </a:gsLst>
                  <a:path path="circle">
                    <a:fillToRect t="100000" r="100000"/>
                  </a:path>
                </a:gradFill>
                <a:latin typeface="Arial" panose="020B0604020202020204" pitchFamily="34" charset="0"/>
                <a:ea typeface="+mj-ea"/>
                <a:cs typeface="Arial" panose="020B0604020202020204" pitchFamily="34" charset="0"/>
              </a:defRPr>
            </a:lvl1pPr>
          </a:lstStyle>
          <a:p>
            <a:r>
              <a:rPr lang="en-US"/>
              <a:t>Click to edit Master title style</a:t>
            </a:r>
          </a:p>
        </p:txBody>
      </p:sp>
      <p:sp>
        <p:nvSpPr>
          <p:cNvPr id="40" name="Picture Placeholder 39">
            <a:extLst>
              <a:ext uri="{FF2B5EF4-FFF2-40B4-BE49-F238E27FC236}">
                <a16:creationId xmlns:a16="http://schemas.microsoft.com/office/drawing/2014/main" id="{BA920E56-B3D4-4350-929E-8A4092E3A74F}"/>
              </a:ext>
            </a:extLst>
          </p:cNvPr>
          <p:cNvSpPr>
            <a:spLocks noGrp="1"/>
          </p:cNvSpPr>
          <p:nvPr>
            <p:ph type="pic" sz="quarter" idx="10"/>
          </p:nvPr>
        </p:nvSpPr>
        <p:spPr>
          <a:xfrm>
            <a:off x="6587723" y="1776540"/>
            <a:ext cx="3866350" cy="4005951"/>
          </a:xfrm>
          <a:custGeom>
            <a:avLst/>
            <a:gdLst>
              <a:gd name="connsiteX0" fmla="*/ 0 w 3351005"/>
              <a:gd name="connsiteY0" fmla="*/ 0 h 3471999"/>
              <a:gd name="connsiteX1" fmla="*/ 3351005 w 3351005"/>
              <a:gd name="connsiteY1" fmla="*/ 0 h 3471999"/>
              <a:gd name="connsiteX2" fmla="*/ 3351005 w 3351005"/>
              <a:gd name="connsiteY2" fmla="*/ 3471999 h 3471999"/>
              <a:gd name="connsiteX3" fmla="*/ 0 w 3351005"/>
              <a:gd name="connsiteY3" fmla="*/ 3471999 h 3471999"/>
              <a:gd name="connsiteX0" fmla="*/ 0 w 3351005"/>
              <a:gd name="connsiteY0" fmla="*/ 8699 h 3480698"/>
              <a:gd name="connsiteX1" fmla="*/ 2711495 w 3351005"/>
              <a:gd name="connsiteY1" fmla="*/ 0 h 3480698"/>
              <a:gd name="connsiteX2" fmla="*/ 3351005 w 3351005"/>
              <a:gd name="connsiteY2" fmla="*/ 8699 h 3480698"/>
              <a:gd name="connsiteX3" fmla="*/ 3351005 w 3351005"/>
              <a:gd name="connsiteY3" fmla="*/ 3480698 h 3480698"/>
              <a:gd name="connsiteX4" fmla="*/ 0 w 3351005"/>
              <a:gd name="connsiteY4" fmla="*/ 3480698 h 3480698"/>
              <a:gd name="connsiteX5" fmla="*/ 0 w 3351005"/>
              <a:gd name="connsiteY5" fmla="*/ 8699 h 3480698"/>
              <a:gd name="connsiteX0" fmla="*/ 0 w 3351005"/>
              <a:gd name="connsiteY0" fmla="*/ 8699 h 3480698"/>
              <a:gd name="connsiteX1" fmla="*/ 2711495 w 3351005"/>
              <a:gd name="connsiteY1" fmla="*/ 0 h 3480698"/>
              <a:gd name="connsiteX2" fmla="*/ 3351005 w 3351005"/>
              <a:gd name="connsiteY2" fmla="*/ 8699 h 3480698"/>
              <a:gd name="connsiteX3" fmla="*/ 3347221 w 3351005"/>
              <a:gd name="connsiteY3" fmla="*/ 644434 h 3480698"/>
              <a:gd name="connsiteX4" fmla="*/ 3351005 w 3351005"/>
              <a:gd name="connsiteY4" fmla="*/ 3480698 h 3480698"/>
              <a:gd name="connsiteX5" fmla="*/ 0 w 3351005"/>
              <a:gd name="connsiteY5" fmla="*/ 3480698 h 3480698"/>
              <a:gd name="connsiteX6" fmla="*/ 0 w 3351005"/>
              <a:gd name="connsiteY6" fmla="*/ 8699 h 3480698"/>
              <a:gd name="connsiteX0" fmla="*/ 0 w 3351005"/>
              <a:gd name="connsiteY0" fmla="*/ 0 h 3471999"/>
              <a:gd name="connsiteX1" fmla="*/ 2537324 w 3351005"/>
              <a:gd name="connsiteY1" fmla="*/ 10 h 3471999"/>
              <a:gd name="connsiteX2" fmla="*/ 3351005 w 3351005"/>
              <a:gd name="connsiteY2" fmla="*/ 0 h 3471999"/>
              <a:gd name="connsiteX3" fmla="*/ 3347221 w 3351005"/>
              <a:gd name="connsiteY3" fmla="*/ 635735 h 3471999"/>
              <a:gd name="connsiteX4" fmla="*/ 3351005 w 3351005"/>
              <a:gd name="connsiteY4" fmla="*/ 3471999 h 3471999"/>
              <a:gd name="connsiteX5" fmla="*/ 0 w 3351005"/>
              <a:gd name="connsiteY5" fmla="*/ 3471999 h 3471999"/>
              <a:gd name="connsiteX6" fmla="*/ 0 w 3351005"/>
              <a:gd name="connsiteY6" fmla="*/ 0 h 3471999"/>
              <a:gd name="connsiteX0" fmla="*/ 0 w 3351005"/>
              <a:gd name="connsiteY0" fmla="*/ 0 h 3471999"/>
              <a:gd name="connsiteX1" fmla="*/ 2537324 w 3351005"/>
              <a:gd name="connsiteY1" fmla="*/ 10 h 3471999"/>
              <a:gd name="connsiteX2" fmla="*/ 3351005 w 3351005"/>
              <a:gd name="connsiteY2" fmla="*/ 0 h 3471999"/>
              <a:gd name="connsiteX3" fmla="*/ 3347221 w 3351005"/>
              <a:gd name="connsiteY3" fmla="*/ 940535 h 3471999"/>
              <a:gd name="connsiteX4" fmla="*/ 3351005 w 3351005"/>
              <a:gd name="connsiteY4" fmla="*/ 3471999 h 3471999"/>
              <a:gd name="connsiteX5" fmla="*/ 0 w 3351005"/>
              <a:gd name="connsiteY5" fmla="*/ 3471999 h 3471999"/>
              <a:gd name="connsiteX6" fmla="*/ 0 w 3351005"/>
              <a:gd name="connsiteY6" fmla="*/ 0 h 3471999"/>
              <a:gd name="connsiteX0" fmla="*/ 0 w 3351005"/>
              <a:gd name="connsiteY0" fmla="*/ 0 h 3471999"/>
              <a:gd name="connsiteX1" fmla="*/ 2537324 w 3351005"/>
              <a:gd name="connsiteY1" fmla="*/ 10 h 3471999"/>
              <a:gd name="connsiteX2" fmla="*/ 3347221 w 3351005"/>
              <a:gd name="connsiteY2" fmla="*/ 940535 h 3471999"/>
              <a:gd name="connsiteX3" fmla="*/ 3351005 w 3351005"/>
              <a:gd name="connsiteY3" fmla="*/ 3471999 h 3471999"/>
              <a:gd name="connsiteX4" fmla="*/ 0 w 3351005"/>
              <a:gd name="connsiteY4" fmla="*/ 3471999 h 3471999"/>
              <a:gd name="connsiteX5" fmla="*/ 0 w 3351005"/>
              <a:gd name="connsiteY5" fmla="*/ 0 h 3471999"/>
              <a:gd name="connsiteX0" fmla="*/ 0 w 3351005"/>
              <a:gd name="connsiteY0" fmla="*/ 0 h 3471999"/>
              <a:gd name="connsiteX1" fmla="*/ 2537324 w 3351005"/>
              <a:gd name="connsiteY1" fmla="*/ 10 h 3471999"/>
              <a:gd name="connsiteX2" fmla="*/ 3339674 w 3351005"/>
              <a:gd name="connsiteY2" fmla="*/ 721648 h 3471999"/>
              <a:gd name="connsiteX3" fmla="*/ 3351005 w 3351005"/>
              <a:gd name="connsiteY3" fmla="*/ 3471999 h 3471999"/>
              <a:gd name="connsiteX4" fmla="*/ 0 w 3351005"/>
              <a:gd name="connsiteY4" fmla="*/ 3471999 h 3471999"/>
              <a:gd name="connsiteX5" fmla="*/ 0 w 3351005"/>
              <a:gd name="connsiteY5" fmla="*/ 0 h 347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1005" h="3471999">
                <a:moveTo>
                  <a:pt x="0" y="0"/>
                </a:moveTo>
                <a:lnTo>
                  <a:pt x="2537324" y="10"/>
                </a:lnTo>
                <a:lnTo>
                  <a:pt x="3339674" y="721648"/>
                </a:lnTo>
                <a:cubicBezTo>
                  <a:pt x="3340935" y="1667069"/>
                  <a:pt x="3349744" y="2526578"/>
                  <a:pt x="3351005" y="3471999"/>
                </a:cubicBezTo>
                <a:lnTo>
                  <a:pt x="0" y="3471999"/>
                </a:lnTo>
                <a:lnTo>
                  <a:pt x="0" y="0"/>
                </a:lnTo>
                <a:close/>
              </a:path>
            </a:pathLst>
          </a:custGeom>
          <a:solidFill>
            <a:schemeClr val="accent1">
              <a:lumMod val="20000"/>
              <a:lumOff val="80000"/>
            </a:schemeClr>
          </a:solidFill>
        </p:spPr>
        <p:txBody>
          <a:bodyPr wrap="square">
            <a:noAutofit/>
          </a:bodyPr>
          <a:lstStyle/>
          <a:p>
            <a:endParaRPr lang="en-US"/>
          </a:p>
        </p:txBody>
      </p:sp>
    </p:spTree>
    <p:extLst>
      <p:ext uri="{BB962C8B-B14F-4D97-AF65-F5344CB8AC3E}">
        <p14:creationId xmlns:p14="http://schemas.microsoft.com/office/powerpoint/2010/main" val="111167672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1072C"/>
          </a:solidFill>
        </p:spPr>
        <p:txBody>
          <a:bodyPr wrap="square" lIns="0" tIns="0" rIns="0" bIns="0" rtlCol="0"/>
          <a:lstStyle/>
          <a:p>
            <a:endParaRPr/>
          </a:p>
        </p:txBody>
      </p:sp>
      <p:sp>
        <p:nvSpPr>
          <p:cNvPr id="17" name="bg object 17"/>
          <p:cNvSpPr/>
          <p:nvPr/>
        </p:nvSpPr>
        <p:spPr>
          <a:xfrm>
            <a:off x="208864" y="339483"/>
            <a:ext cx="648335" cy="650875"/>
          </a:xfrm>
          <a:custGeom>
            <a:avLst/>
            <a:gdLst/>
            <a:ahLst/>
            <a:cxnLst/>
            <a:rect l="l" t="t" r="r" b="b"/>
            <a:pathLst>
              <a:path w="648335" h="650875">
                <a:moveTo>
                  <a:pt x="648284" y="650328"/>
                </a:moveTo>
                <a:lnTo>
                  <a:pt x="648246" y="324980"/>
                </a:lnTo>
                <a:lnTo>
                  <a:pt x="644728" y="276948"/>
                </a:lnTo>
                <a:lnTo>
                  <a:pt x="634517" y="231114"/>
                </a:lnTo>
                <a:lnTo>
                  <a:pt x="618121" y="187972"/>
                </a:lnTo>
                <a:lnTo>
                  <a:pt x="596023" y="148018"/>
                </a:lnTo>
                <a:lnTo>
                  <a:pt x="568744" y="111772"/>
                </a:lnTo>
                <a:lnTo>
                  <a:pt x="536765" y="79705"/>
                </a:lnTo>
                <a:lnTo>
                  <a:pt x="500608" y="52349"/>
                </a:lnTo>
                <a:lnTo>
                  <a:pt x="460768" y="30200"/>
                </a:lnTo>
                <a:lnTo>
                  <a:pt x="417741" y="13754"/>
                </a:lnTo>
                <a:lnTo>
                  <a:pt x="372021" y="3517"/>
                </a:lnTo>
                <a:lnTo>
                  <a:pt x="324129" y="0"/>
                </a:lnTo>
                <a:lnTo>
                  <a:pt x="276225" y="3517"/>
                </a:lnTo>
                <a:lnTo>
                  <a:pt x="230517" y="13754"/>
                </a:lnTo>
                <a:lnTo>
                  <a:pt x="187490" y="30200"/>
                </a:lnTo>
                <a:lnTo>
                  <a:pt x="147637" y="52349"/>
                </a:lnTo>
                <a:lnTo>
                  <a:pt x="111480" y="79705"/>
                </a:lnTo>
                <a:lnTo>
                  <a:pt x="79502" y="111760"/>
                </a:lnTo>
                <a:lnTo>
                  <a:pt x="52222" y="148018"/>
                </a:lnTo>
                <a:lnTo>
                  <a:pt x="30124" y="187960"/>
                </a:lnTo>
                <a:lnTo>
                  <a:pt x="13728" y="231114"/>
                </a:lnTo>
                <a:lnTo>
                  <a:pt x="3517" y="276948"/>
                </a:lnTo>
                <a:lnTo>
                  <a:pt x="0" y="324967"/>
                </a:lnTo>
                <a:lnTo>
                  <a:pt x="3517" y="372986"/>
                </a:lnTo>
                <a:lnTo>
                  <a:pt x="13728" y="418820"/>
                </a:lnTo>
                <a:lnTo>
                  <a:pt x="30124" y="461975"/>
                </a:lnTo>
                <a:lnTo>
                  <a:pt x="52222" y="501929"/>
                </a:lnTo>
                <a:lnTo>
                  <a:pt x="79502" y="538175"/>
                </a:lnTo>
                <a:lnTo>
                  <a:pt x="111467" y="570242"/>
                </a:lnTo>
                <a:lnTo>
                  <a:pt x="147624" y="597598"/>
                </a:lnTo>
                <a:lnTo>
                  <a:pt x="187477" y="619747"/>
                </a:lnTo>
                <a:lnTo>
                  <a:pt x="230505" y="636193"/>
                </a:lnTo>
                <a:lnTo>
                  <a:pt x="276212" y="646430"/>
                </a:lnTo>
                <a:lnTo>
                  <a:pt x="322021" y="649808"/>
                </a:lnTo>
                <a:lnTo>
                  <a:pt x="323659" y="649935"/>
                </a:lnTo>
                <a:lnTo>
                  <a:pt x="324116" y="649960"/>
                </a:lnTo>
                <a:lnTo>
                  <a:pt x="467169" y="650328"/>
                </a:lnTo>
                <a:lnTo>
                  <a:pt x="467169" y="522300"/>
                </a:lnTo>
                <a:lnTo>
                  <a:pt x="321233" y="522300"/>
                </a:lnTo>
                <a:lnTo>
                  <a:pt x="278879" y="517398"/>
                </a:lnTo>
                <a:lnTo>
                  <a:pt x="237375" y="502513"/>
                </a:lnTo>
                <a:lnTo>
                  <a:pt x="200774" y="479171"/>
                </a:lnTo>
                <a:lnTo>
                  <a:pt x="170243" y="448551"/>
                </a:lnTo>
                <a:lnTo>
                  <a:pt x="146964" y="411835"/>
                </a:lnTo>
                <a:lnTo>
                  <a:pt x="132143" y="370217"/>
                </a:lnTo>
                <a:lnTo>
                  <a:pt x="126936" y="324891"/>
                </a:lnTo>
                <a:lnTo>
                  <a:pt x="132156" y="279552"/>
                </a:lnTo>
                <a:lnTo>
                  <a:pt x="147002" y="237947"/>
                </a:lnTo>
                <a:lnTo>
                  <a:pt x="170281" y="201244"/>
                </a:lnTo>
                <a:lnTo>
                  <a:pt x="200825" y="170637"/>
                </a:lnTo>
                <a:lnTo>
                  <a:pt x="237439" y="147307"/>
                </a:lnTo>
                <a:lnTo>
                  <a:pt x="278955" y="132448"/>
                </a:lnTo>
                <a:lnTo>
                  <a:pt x="324167" y="127228"/>
                </a:lnTo>
                <a:lnTo>
                  <a:pt x="369366" y="132461"/>
                </a:lnTo>
                <a:lnTo>
                  <a:pt x="410870" y="147332"/>
                </a:lnTo>
                <a:lnTo>
                  <a:pt x="447471" y="170688"/>
                </a:lnTo>
                <a:lnTo>
                  <a:pt x="478002" y="201307"/>
                </a:lnTo>
                <a:lnTo>
                  <a:pt x="501269" y="238023"/>
                </a:lnTo>
                <a:lnTo>
                  <a:pt x="516102" y="279628"/>
                </a:lnTo>
                <a:lnTo>
                  <a:pt x="521296" y="324967"/>
                </a:lnTo>
                <a:lnTo>
                  <a:pt x="521296" y="650328"/>
                </a:lnTo>
                <a:lnTo>
                  <a:pt x="648284" y="650328"/>
                </a:lnTo>
                <a:close/>
              </a:path>
            </a:pathLst>
          </a:custGeom>
          <a:solidFill>
            <a:srgbClr val="91B84B"/>
          </a:solidFill>
        </p:spPr>
        <p:txBody>
          <a:bodyPr wrap="square" lIns="0" tIns="0" rIns="0" bIns="0" rtlCol="0"/>
          <a:lstStyle/>
          <a:p>
            <a:endParaRPr/>
          </a:p>
        </p:txBody>
      </p:sp>
      <p:sp>
        <p:nvSpPr>
          <p:cNvPr id="18" name="bg object 18"/>
          <p:cNvSpPr/>
          <p:nvPr/>
        </p:nvSpPr>
        <p:spPr>
          <a:xfrm>
            <a:off x="4295775" y="1628775"/>
            <a:ext cx="3600450" cy="3600450"/>
          </a:xfrm>
          <a:custGeom>
            <a:avLst/>
            <a:gdLst/>
            <a:ahLst/>
            <a:cxnLst/>
            <a:rect l="l" t="t" r="r" b="b"/>
            <a:pathLst>
              <a:path w="3600450" h="3600450">
                <a:moveTo>
                  <a:pt x="1800225" y="0"/>
                </a:moveTo>
                <a:lnTo>
                  <a:pt x="1752264" y="626"/>
                </a:lnTo>
                <a:lnTo>
                  <a:pt x="1704612" y="2495"/>
                </a:lnTo>
                <a:lnTo>
                  <a:pt x="1657286" y="5590"/>
                </a:lnTo>
                <a:lnTo>
                  <a:pt x="1610300" y="9897"/>
                </a:lnTo>
                <a:lnTo>
                  <a:pt x="1563671" y="15400"/>
                </a:lnTo>
                <a:lnTo>
                  <a:pt x="1517413" y="22083"/>
                </a:lnTo>
                <a:lnTo>
                  <a:pt x="1471542" y="29931"/>
                </a:lnTo>
                <a:lnTo>
                  <a:pt x="1426075" y="38928"/>
                </a:lnTo>
                <a:lnTo>
                  <a:pt x="1381025" y="49058"/>
                </a:lnTo>
                <a:lnTo>
                  <a:pt x="1336410" y="60307"/>
                </a:lnTo>
                <a:lnTo>
                  <a:pt x="1292244" y="72658"/>
                </a:lnTo>
                <a:lnTo>
                  <a:pt x="1248543" y="86096"/>
                </a:lnTo>
                <a:lnTo>
                  <a:pt x="1205323" y="100605"/>
                </a:lnTo>
                <a:lnTo>
                  <a:pt x="1162598" y="116170"/>
                </a:lnTo>
                <a:lnTo>
                  <a:pt x="1120386" y="132776"/>
                </a:lnTo>
                <a:lnTo>
                  <a:pt x="1078700" y="150406"/>
                </a:lnTo>
                <a:lnTo>
                  <a:pt x="1037558" y="169045"/>
                </a:lnTo>
                <a:lnTo>
                  <a:pt x="996973" y="188678"/>
                </a:lnTo>
                <a:lnTo>
                  <a:pt x="956963" y="209289"/>
                </a:lnTo>
                <a:lnTo>
                  <a:pt x="917542" y="230863"/>
                </a:lnTo>
                <a:lnTo>
                  <a:pt x="878725" y="253384"/>
                </a:lnTo>
                <a:lnTo>
                  <a:pt x="840530" y="276836"/>
                </a:lnTo>
                <a:lnTo>
                  <a:pt x="802970" y="301204"/>
                </a:lnTo>
                <a:lnTo>
                  <a:pt x="766062" y="326473"/>
                </a:lnTo>
                <a:lnTo>
                  <a:pt x="729821" y="352626"/>
                </a:lnTo>
                <a:lnTo>
                  <a:pt x="694263" y="379648"/>
                </a:lnTo>
                <a:lnTo>
                  <a:pt x="659403" y="407525"/>
                </a:lnTo>
                <a:lnTo>
                  <a:pt x="625256" y="436239"/>
                </a:lnTo>
                <a:lnTo>
                  <a:pt x="591840" y="465776"/>
                </a:lnTo>
                <a:lnTo>
                  <a:pt x="559167" y="496120"/>
                </a:lnTo>
                <a:lnTo>
                  <a:pt x="527256" y="527256"/>
                </a:lnTo>
                <a:lnTo>
                  <a:pt x="496120" y="559167"/>
                </a:lnTo>
                <a:lnTo>
                  <a:pt x="465776" y="591840"/>
                </a:lnTo>
                <a:lnTo>
                  <a:pt x="436239" y="625256"/>
                </a:lnTo>
                <a:lnTo>
                  <a:pt x="407525" y="659403"/>
                </a:lnTo>
                <a:lnTo>
                  <a:pt x="379648" y="694263"/>
                </a:lnTo>
                <a:lnTo>
                  <a:pt x="352626" y="729821"/>
                </a:lnTo>
                <a:lnTo>
                  <a:pt x="326473" y="766062"/>
                </a:lnTo>
                <a:lnTo>
                  <a:pt x="301204" y="802970"/>
                </a:lnTo>
                <a:lnTo>
                  <a:pt x="276836" y="840530"/>
                </a:lnTo>
                <a:lnTo>
                  <a:pt x="253384" y="878725"/>
                </a:lnTo>
                <a:lnTo>
                  <a:pt x="230863" y="917542"/>
                </a:lnTo>
                <a:lnTo>
                  <a:pt x="209289" y="956963"/>
                </a:lnTo>
                <a:lnTo>
                  <a:pt x="188678" y="996973"/>
                </a:lnTo>
                <a:lnTo>
                  <a:pt x="169045" y="1037558"/>
                </a:lnTo>
                <a:lnTo>
                  <a:pt x="150406" y="1078700"/>
                </a:lnTo>
                <a:lnTo>
                  <a:pt x="132776" y="1120386"/>
                </a:lnTo>
                <a:lnTo>
                  <a:pt x="116170" y="1162598"/>
                </a:lnTo>
                <a:lnTo>
                  <a:pt x="100605" y="1205323"/>
                </a:lnTo>
                <a:lnTo>
                  <a:pt x="86096" y="1248543"/>
                </a:lnTo>
                <a:lnTo>
                  <a:pt x="72658" y="1292244"/>
                </a:lnTo>
                <a:lnTo>
                  <a:pt x="60307" y="1336410"/>
                </a:lnTo>
                <a:lnTo>
                  <a:pt x="49058" y="1381025"/>
                </a:lnTo>
                <a:lnTo>
                  <a:pt x="38928" y="1426075"/>
                </a:lnTo>
                <a:lnTo>
                  <a:pt x="29931" y="1471542"/>
                </a:lnTo>
                <a:lnTo>
                  <a:pt x="22083" y="1517413"/>
                </a:lnTo>
                <a:lnTo>
                  <a:pt x="15400" y="1563671"/>
                </a:lnTo>
                <a:lnTo>
                  <a:pt x="9897" y="1610300"/>
                </a:lnTo>
                <a:lnTo>
                  <a:pt x="5590" y="1657286"/>
                </a:lnTo>
                <a:lnTo>
                  <a:pt x="2495" y="1704612"/>
                </a:lnTo>
                <a:lnTo>
                  <a:pt x="626" y="1752264"/>
                </a:lnTo>
                <a:lnTo>
                  <a:pt x="0" y="1800225"/>
                </a:lnTo>
                <a:lnTo>
                  <a:pt x="626" y="1848185"/>
                </a:lnTo>
                <a:lnTo>
                  <a:pt x="2495" y="1895837"/>
                </a:lnTo>
                <a:lnTo>
                  <a:pt x="5590" y="1943163"/>
                </a:lnTo>
                <a:lnTo>
                  <a:pt x="9897" y="1990149"/>
                </a:lnTo>
                <a:lnTo>
                  <a:pt x="15400" y="2036778"/>
                </a:lnTo>
                <a:lnTo>
                  <a:pt x="22083" y="2083036"/>
                </a:lnTo>
                <a:lnTo>
                  <a:pt x="29931" y="2128907"/>
                </a:lnTo>
                <a:lnTo>
                  <a:pt x="38928" y="2174374"/>
                </a:lnTo>
                <a:lnTo>
                  <a:pt x="49058" y="2219424"/>
                </a:lnTo>
                <a:lnTo>
                  <a:pt x="60307" y="2264039"/>
                </a:lnTo>
                <a:lnTo>
                  <a:pt x="72658" y="2308205"/>
                </a:lnTo>
                <a:lnTo>
                  <a:pt x="86096" y="2351906"/>
                </a:lnTo>
                <a:lnTo>
                  <a:pt x="100605" y="2395126"/>
                </a:lnTo>
                <a:lnTo>
                  <a:pt x="116170" y="2437851"/>
                </a:lnTo>
                <a:lnTo>
                  <a:pt x="132776" y="2480063"/>
                </a:lnTo>
                <a:lnTo>
                  <a:pt x="150406" y="2521749"/>
                </a:lnTo>
                <a:lnTo>
                  <a:pt x="169045" y="2562891"/>
                </a:lnTo>
                <a:lnTo>
                  <a:pt x="188678" y="2603476"/>
                </a:lnTo>
                <a:lnTo>
                  <a:pt x="209289" y="2643486"/>
                </a:lnTo>
                <a:lnTo>
                  <a:pt x="230863" y="2682907"/>
                </a:lnTo>
                <a:lnTo>
                  <a:pt x="253384" y="2721724"/>
                </a:lnTo>
                <a:lnTo>
                  <a:pt x="276836" y="2759919"/>
                </a:lnTo>
                <a:lnTo>
                  <a:pt x="301204" y="2797479"/>
                </a:lnTo>
                <a:lnTo>
                  <a:pt x="326473" y="2834387"/>
                </a:lnTo>
                <a:lnTo>
                  <a:pt x="352626" y="2870628"/>
                </a:lnTo>
                <a:lnTo>
                  <a:pt x="379648" y="2906186"/>
                </a:lnTo>
                <a:lnTo>
                  <a:pt x="407525" y="2941046"/>
                </a:lnTo>
                <a:lnTo>
                  <a:pt x="436239" y="2975193"/>
                </a:lnTo>
                <a:lnTo>
                  <a:pt x="465776" y="3008609"/>
                </a:lnTo>
                <a:lnTo>
                  <a:pt x="496120" y="3041282"/>
                </a:lnTo>
                <a:lnTo>
                  <a:pt x="527256" y="3073193"/>
                </a:lnTo>
                <a:lnTo>
                  <a:pt x="559167" y="3104329"/>
                </a:lnTo>
                <a:lnTo>
                  <a:pt x="591840" y="3134673"/>
                </a:lnTo>
                <a:lnTo>
                  <a:pt x="625256" y="3164210"/>
                </a:lnTo>
                <a:lnTo>
                  <a:pt x="659403" y="3192924"/>
                </a:lnTo>
                <a:lnTo>
                  <a:pt x="694263" y="3220801"/>
                </a:lnTo>
                <a:lnTo>
                  <a:pt x="729821" y="3247823"/>
                </a:lnTo>
                <a:lnTo>
                  <a:pt x="766062" y="3273976"/>
                </a:lnTo>
                <a:lnTo>
                  <a:pt x="802970" y="3299245"/>
                </a:lnTo>
                <a:lnTo>
                  <a:pt x="840530" y="3323613"/>
                </a:lnTo>
                <a:lnTo>
                  <a:pt x="878725" y="3347065"/>
                </a:lnTo>
                <a:lnTo>
                  <a:pt x="917542" y="3369586"/>
                </a:lnTo>
                <a:lnTo>
                  <a:pt x="956963" y="3391160"/>
                </a:lnTo>
                <a:lnTo>
                  <a:pt x="996973" y="3411771"/>
                </a:lnTo>
                <a:lnTo>
                  <a:pt x="1037558" y="3431404"/>
                </a:lnTo>
                <a:lnTo>
                  <a:pt x="1078700" y="3450043"/>
                </a:lnTo>
                <a:lnTo>
                  <a:pt x="1120386" y="3467673"/>
                </a:lnTo>
                <a:lnTo>
                  <a:pt x="1162598" y="3484279"/>
                </a:lnTo>
                <a:lnTo>
                  <a:pt x="1205323" y="3499844"/>
                </a:lnTo>
                <a:lnTo>
                  <a:pt x="1248543" y="3514353"/>
                </a:lnTo>
                <a:lnTo>
                  <a:pt x="1292244" y="3527791"/>
                </a:lnTo>
                <a:lnTo>
                  <a:pt x="1336410" y="3540142"/>
                </a:lnTo>
                <a:lnTo>
                  <a:pt x="1381025" y="3551391"/>
                </a:lnTo>
                <a:lnTo>
                  <a:pt x="1426075" y="3561521"/>
                </a:lnTo>
                <a:lnTo>
                  <a:pt x="1471542" y="3570518"/>
                </a:lnTo>
                <a:lnTo>
                  <a:pt x="1517413" y="3578366"/>
                </a:lnTo>
                <a:lnTo>
                  <a:pt x="1563671" y="3585049"/>
                </a:lnTo>
                <a:lnTo>
                  <a:pt x="1610300" y="3590552"/>
                </a:lnTo>
                <a:lnTo>
                  <a:pt x="1657286" y="3594859"/>
                </a:lnTo>
                <a:lnTo>
                  <a:pt x="1704612" y="3597954"/>
                </a:lnTo>
                <a:lnTo>
                  <a:pt x="1752264" y="3599823"/>
                </a:lnTo>
                <a:lnTo>
                  <a:pt x="1800225" y="3600450"/>
                </a:lnTo>
                <a:lnTo>
                  <a:pt x="1848185" y="3599823"/>
                </a:lnTo>
                <a:lnTo>
                  <a:pt x="1895837" y="3597954"/>
                </a:lnTo>
                <a:lnTo>
                  <a:pt x="1943163" y="3594859"/>
                </a:lnTo>
                <a:lnTo>
                  <a:pt x="1990149" y="3590552"/>
                </a:lnTo>
                <a:lnTo>
                  <a:pt x="2036778" y="3585049"/>
                </a:lnTo>
                <a:lnTo>
                  <a:pt x="2083036" y="3578366"/>
                </a:lnTo>
                <a:lnTo>
                  <a:pt x="2128907" y="3570518"/>
                </a:lnTo>
                <a:lnTo>
                  <a:pt x="2174374" y="3561521"/>
                </a:lnTo>
                <a:lnTo>
                  <a:pt x="2219424" y="3551391"/>
                </a:lnTo>
                <a:lnTo>
                  <a:pt x="2264039" y="3540142"/>
                </a:lnTo>
                <a:lnTo>
                  <a:pt x="2308205" y="3527791"/>
                </a:lnTo>
                <a:lnTo>
                  <a:pt x="2351906" y="3514353"/>
                </a:lnTo>
                <a:lnTo>
                  <a:pt x="2395126" y="3499844"/>
                </a:lnTo>
                <a:lnTo>
                  <a:pt x="2437851" y="3484279"/>
                </a:lnTo>
                <a:lnTo>
                  <a:pt x="2480063" y="3467673"/>
                </a:lnTo>
                <a:lnTo>
                  <a:pt x="2521749" y="3450043"/>
                </a:lnTo>
                <a:lnTo>
                  <a:pt x="2562891" y="3431404"/>
                </a:lnTo>
                <a:lnTo>
                  <a:pt x="2603476" y="3411771"/>
                </a:lnTo>
                <a:lnTo>
                  <a:pt x="2643486" y="3391160"/>
                </a:lnTo>
                <a:lnTo>
                  <a:pt x="2682907" y="3369586"/>
                </a:lnTo>
                <a:lnTo>
                  <a:pt x="2721724" y="3347065"/>
                </a:lnTo>
                <a:lnTo>
                  <a:pt x="2759919" y="3323613"/>
                </a:lnTo>
                <a:lnTo>
                  <a:pt x="2797479" y="3299245"/>
                </a:lnTo>
                <a:lnTo>
                  <a:pt x="2834387" y="3273976"/>
                </a:lnTo>
                <a:lnTo>
                  <a:pt x="2870628" y="3247823"/>
                </a:lnTo>
                <a:lnTo>
                  <a:pt x="2906186" y="3220801"/>
                </a:lnTo>
                <a:lnTo>
                  <a:pt x="2941046" y="3192924"/>
                </a:lnTo>
                <a:lnTo>
                  <a:pt x="2975193" y="3164210"/>
                </a:lnTo>
                <a:lnTo>
                  <a:pt x="3008609" y="3134673"/>
                </a:lnTo>
                <a:lnTo>
                  <a:pt x="3041282" y="3104329"/>
                </a:lnTo>
                <a:lnTo>
                  <a:pt x="3073193" y="3073193"/>
                </a:lnTo>
                <a:lnTo>
                  <a:pt x="3104329" y="3041282"/>
                </a:lnTo>
                <a:lnTo>
                  <a:pt x="3134673" y="3008609"/>
                </a:lnTo>
                <a:lnTo>
                  <a:pt x="3164210" y="2975193"/>
                </a:lnTo>
                <a:lnTo>
                  <a:pt x="3192924" y="2941046"/>
                </a:lnTo>
                <a:lnTo>
                  <a:pt x="3220801" y="2906186"/>
                </a:lnTo>
                <a:lnTo>
                  <a:pt x="3247823" y="2870628"/>
                </a:lnTo>
                <a:lnTo>
                  <a:pt x="3273976" y="2834387"/>
                </a:lnTo>
                <a:lnTo>
                  <a:pt x="3299245" y="2797479"/>
                </a:lnTo>
                <a:lnTo>
                  <a:pt x="3323613" y="2759919"/>
                </a:lnTo>
                <a:lnTo>
                  <a:pt x="3347065" y="2721724"/>
                </a:lnTo>
                <a:lnTo>
                  <a:pt x="3369586" y="2682907"/>
                </a:lnTo>
                <a:lnTo>
                  <a:pt x="3391160" y="2643486"/>
                </a:lnTo>
                <a:lnTo>
                  <a:pt x="3411771" y="2603476"/>
                </a:lnTo>
                <a:lnTo>
                  <a:pt x="3431404" y="2562891"/>
                </a:lnTo>
                <a:lnTo>
                  <a:pt x="3450043" y="2521749"/>
                </a:lnTo>
                <a:lnTo>
                  <a:pt x="3467673" y="2480063"/>
                </a:lnTo>
                <a:lnTo>
                  <a:pt x="3484279" y="2437851"/>
                </a:lnTo>
                <a:lnTo>
                  <a:pt x="3499844" y="2395126"/>
                </a:lnTo>
                <a:lnTo>
                  <a:pt x="3514353" y="2351906"/>
                </a:lnTo>
                <a:lnTo>
                  <a:pt x="3527791" y="2308205"/>
                </a:lnTo>
                <a:lnTo>
                  <a:pt x="3540142" y="2264039"/>
                </a:lnTo>
                <a:lnTo>
                  <a:pt x="3551391" y="2219424"/>
                </a:lnTo>
                <a:lnTo>
                  <a:pt x="3561521" y="2174374"/>
                </a:lnTo>
                <a:lnTo>
                  <a:pt x="3570518" y="2128907"/>
                </a:lnTo>
                <a:lnTo>
                  <a:pt x="3578366" y="2083036"/>
                </a:lnTo>
                <a:lnTo>
                  <a:pt x="3585049" y="2036778"/>
                </a:lnTo>
                <a:lnTo>
                  <a:pt x="3590552" y="1990149"/>
                </a:lnTo>
                <a:lnTo>
                  <a:pt x="3594859" y="1943163"/>
                </a:lnTo>
                <a:lnTo>
                  <a:pt x="3597954" y="1895837"/>
                </a:lnTo>
                <a:lnTo>
                  <a:pt x="3599823" y="1848185"/>
                </a:lnTo>
                <a:lnTo>
                  <a:pt x="3600450" y="1800225"/>
                </a:lnTo>
                <a:lnTo>
                  <a:pt x="3599823" y="1752264"/>
                </a:lnTo>
                <a:lnTo>
                  <a:pt x="3597954" y="1704612"/>
                </a:lnTo>
                <a:lnTo>
                  <a:pt x="3594859" y="1657286"/>
                </a:lnTo>
                <a:lnTo>
                  <a:pt x="3590552" y="1610300"/>
                </a:lnTo>
                <a:lnTo>
                  <a:pt x="3585049" y="1563671"/>
                </a:lnTo>
                <a:lnTo>
                  <a:pt x="3578366" y="1517413"/>
                </a:lnTo>
                <a:lnTo>
                  <a:pt x="3570518" y="1471542"/>
                </a:lnTo>
                <a:lnTo>
                  <a:pt x="3561521" y="1426075"/>
                </a:lnTo>
                <a:lnTo>
                  <a:pt x="3551391" y="1381025"/>
                </a:lnTo>
                <a:lnTo>
                  <a:pt x="3540142" y="1336410"/>
                </a:lnTo>
                <a:lnTo>
                  <a:pt x="3527791" y="1292244"/>
                </a:lnTo>
                <a:lnTo>
                  <a:pt x="3514353" y="1248543"/>
                </a:lnTo>
                <a:lnTo>
                  <a:pt x="3499844" y="1205323"/>
                </a:lnTo>
                <a:lnTo>
                  <a:pt x="3484279" y="1162598"/>
                </a:lnTo>
                <a:lnTo>
                  <a:pt x="3467673" y="1120386"/>
                </a:lnTo>
                <a:lnTo>
                  <a:pt x="3450043" y="1078700"/>
                </a:lnTo>
                <a:lnTo>
                  <a:pt x="3431404" y="1037558"/>
                </a:lnTo>
                <a:lnTo>
                  <a:pt x="3411771" y="996973"/>
                </a:lnTo>
                <a:lnTo>
                  <a:pt x="3391160" y="956963"/>
                </a:lnTo>
                <a:lnTo>
                  <a:pt x="3369586" y="917542"/>
                </a:lnTo>
                <a:lnTo>
                  <a:pt x="3347065" y="878725"/>
                </a:lnTo>
                <a:lnTo>
                  <a:pt x="3323613" y="840530"/>
                </a:lnTo>
                <a:lnTo>
                  <a:pt x="3299245" y="802970"/>
                </a:lnTo>
                <a:lnTo>
                  <a:pt x="3273976" y="766062"/>
                </a:lnTo>
                <a:lnTo>
                  <a:pt x="3247823" y="729821"/>
                </a:lnTo>
                <a:lnTo>
                  <a:pt x="3220801" y="694263"/>
                </a:lnTo>
                <a:lnTo>
                  <a:pt x="3192924" y="659403"/>
                </a:lnTo>
                <a:lnTo>
                  <a:pt x="3164210" y="625256"/>
                </a:lnTo>
                <a:lnTo>
                  <a:pt x="3134673" y="591840"/>
                </a:lnTo>
                <a:lnTo>
                  <a:pt x="3104329" y="559167"/>
                </a:lnTo>
                <a:lnTo>
                  <a:pt x="3073193" y="527256"/>
                </a:lnTo>
                <a:lnTo>
                  <a:pt x="3041282" y="496120"/>
                </a:lnTo>
                <a:lnTo>
                  <a:pt x="3008609" y="465776"/>
                </a:lnTo>
                <a:lnTo>
                  <a:pt x="2975193" y="436239"/>
                </a:lnTo>
                <a:lnTo>
                  <a:pt x="2941046" y="407525"/>
                </a:lnTo>
                <a:lnTo>
                  <a:pt x="2906186" y="379648"/>
                </a:lnTo>
                <a:lnTo>
                  <a:pt x="2870628" y="352626"/>
                </a:lnTo>
                <a:lnTo>
                  <a:pt x="2834387" y="326473"/>
                </a:lnTo>
                <a:lnTo>
                  <a:pt x="2797479" y="301204"/>
                </a:lnTo>
                <a:lnTo>
                  <a:pt x="2759919" y="276836"/>
                </a:lnTo>
                <a:lnTo>
                  <a:pt x="2721724" y="253384"/>
                </a:lnTo>
                <a:lnTo>
                  <a:pt x="2682907" y="230863"/>
                </a:lnTo>
                <a:lnTo>
                  <a:pt x="2643486" y="209289"/>
                </a:lnTo>
                <a:lnTo>
                  <a:pt x="2603476" y="188678"/>
                </a:lnTo>
                <a:lnTo>
                  <a:pt x="2562891" y="169045"/>
                </a:lnTo>
                <a:lnTo>
                  <a:pt x="2521749" y="150406"/>
                </a:lnTo>
                <a:lnTo>
                  <a:pt x="2480063" y="132776"/>
                </a:lnTo>
                <a:lnTo>
                  <a:pt x="2437851" y="116170"/>
                </a:lnTo>
                <a:lnTo>
                  <a:pt x="2395126" y="100605"/>
                </a:lnTo>
                <a:lnTo>
                  <a:pt x="2351906" y="86096"/>
                </a:lnTo>
                <a:lnTo>
                  <a:pt x="2308205" y="72658"/>
                </a:lnTo>
                <a:lnTo>
                  <a:pt x="2264039" y="60307"/>
                </a:lnTo>
                <a:lnTo>
                  <a:pt x="2219424" y="49058"/>
                </a:lnTo>
                <a:lnTo>
                  <a:pt x="2174374" y="38928"/>
                </a:lnTo>
                <a:lnTo>
                  <a:pt x="2128907" y="29931"/>
                </a:lnTo>
                <a:lnTo>
                  <a:pt x="2083036" y="22083"/>
                </a:lnTo>
                <a:lnTo>
                  <a:pt x="2036778" y="15400"/>
                </a:lnTo>
                <a:lnTo>
                  <a:pt x="1990149" y="9897"/>
                </a:lnTo>
                <a:lnTo>
                  <a:pt x="1943163" y="5590"/>
                </a:lnTo>
                <a:lnTo>
                  <a:pt x="1895837" y="2495"/>
                </a:lnTo>
                <a:lnTo>
                  <a:pt x="1848185" y="626"/>
                </a:lnTo>
                <a:lnTo>
                  <a:pt x="1800225" y="0"/>
                </a:lnTo>
                <a:close/>
              </a:path>
            </a:pathLst>
          </a:custGeom>
          <a:solidFill>
            <a:srgbClr val="004B49"/>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000" b="1" i="0">
                <a:solidFill>
                  <a:srgbClr val="FDFFF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4/3/2025</a:t>
            </a:fld>
            <a:endParaRPr lang="en-US"/>
          </a:p>
        </p:txBody>
      </p:sp>
      <p:sp>
        <p:nvSpPr>
          <p:cNvPr id="5" name="Holder 5"/>
          <p:cNvSpPr>
            <a:spLocks noGrp="1"/>
          </p:cNvSpPr>
          <p:nvPr>
            <p:ph type="sldNum" sz="quarter" idx="7"/>
          </p:nvPr>
        </p:nvSpPr>
        <p:spPr/>
        <p:txBody>
          <a:bodyPr lIns="0" tIns="0" rIns="0" bIns="0"/>
          <a:lstStyle>
            <a:lvl1pPr>
              <a:defRPr sz="1200" b="0" i="0">
                <a:solidFill>
                  <a:srgbClr val="7E7E7E"/>
                </a:solidFill>
                <a:latin typeface="Arial"/>
                <a:cs typeface="Arial"/>
              </a:defRPr>
            </a:lvl1pPr>
          </a:lstStyle>
          <a:p>
            <a:pPr marL="38100">
              <a:lnSpc>
                <a:spcPts val="1425"/>
              </a:lnSpc>
            </a:pPr>
            <a:fld id="{81D60167-4931-47E6-BA6A-407CBD079E47}" type="slidenum">
              <a:rPr spc="-50" dirty="0"/>
              <a:t>‹#›</a:t>
            </a:fld>
            <a:endParaRPr spc="-50"/>
          </a:p>
        </p:txBody>
      </p:sp>
    </p:spTree>
    <p:extLst>
      <p:ext uri="{BB962C8B-B14F-4D97-AF65-F5344CB8AC3E}">
        <p14:creationId xmlns:p14="http://schemas.microsoft.com/office/powerpoint/2010/main" val="308477381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AE112E-D3B1-8D7A-0D25-2913D2C5E213}"/>
              </a:ext>
            </a:extLst>
          </p:cNvPr>
          <p:cNvSpPr>
            <a:spLocks noGrp="1"/>
          </p:cNvSpPr>
          <p:nvPr>
            <p:ph type="title"/>
          </p:nvPr>
        </p:nvSpPr>
        <p:spPr>
          <a:xfrm>
            <a:off x="831850" y="1709738"/>
            <a:ext cx="5397500" cy="2852737"/>
          </a:xfrm>
        </p:spPr>
        <p:txBody>
          <a:bodyPr anchor="ctr">
            <a:normAutofit/>
          </a:bodyPr>
          <a:lstStyle>
            <a:lvl1pPr>
              <a:defRPr sz="4000"/>
            </a:lvl1pPr>
          </a:lstStyle>
          <a:p>
            <a:r>
              <a:rPr lang="en-US"/>
              <a:t>Click to edit Master title style</a:t>
            </a:r>
          </a:p>
        </p:txBody>
      </p:sp>
      <p:sp>
        <p:nvSpPr>
          <p:cNvPr id="8" name="Text Placeholder 2">
            <a:extLst>
              <a:ext uri="{FF2B5EF4-FFF2-40B4-BE49-F238E27FC236}">
                <a16:creationId xmlns:a16="http://schemas.microsoft.com/office/drawing/2014/main" id="{4DC481FC-D61F-38C7-6259-DE6EDFF0CDEB}"/>
              </a:ext>
            </a:extLst>
          </p:cNvPr>
          <p:cNvSpPr>
            <a:spLocks noGrp="1"/>
          </p:cNvSpPr>
          <p:nvPr>
            <p:ph type="body" idx="1" hasCustomPrompt="1"/>
          </p:nvPr>
        </p:nvSpPr>
        <p:spPr>
          <a:xfrm>
            <a:off x="831850" y="4589464"/>
            <a:ext cx="5397500" cy="449262"/>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Month DD, YYYY</a:t>
            </a:r>
          </a:p>
        </p:txBody>
      </p:sp>
      <p:sp>
        <p:nvSpPr>
          <p:cNvPr id="9" name="Picture Placeholder 16">
            <a:extLst>
              <a:ext uri="{FF2B5EF4-FFF2-40B4-BE49-F238E27FC236}">
                <a16:creationId xmlns:a16="http://schemas.microsoft.com/office/drawing/2014/main" id="{F09C9B79-08DA-2912-C8AB-87355D8AF2AC}"/>
              </a:ext>
            </a:extLst>
          </p:cNvPr>
          <p:cNvSpPr>
            <a:spLocks noGrp="1"/>
          </p:cNvSpPr>
          <p:nvPr>
            <p:ph type="pic" sz="quarter" idx="13"/>
          </p:nvPr>
        </p:nvSpPr>
        <p:spPr>
          <a:xfrm>
            <a:off x="6435177" y="0"/>
            <a:ext cx="5756823" cy="6858000"/>
          </a:xfrm>
        </p:spPr>
        <p:txBody>
          <a:bodyPr/>
          <a:lstStyle/>
          <a:p>
            <a:endParaRPr lang="en-IN"/>
          </a:p>
        </p:txBody>
      </p:sp>
    </p:spTree>
    <p:extLst>
      <p:ext uri="{BB962C8B-B14F-4D97-AF65-F5344CB8AC3E}">
        <p14:creationId xmlns:p14="http://schemas.microsoft.com/office/powerpoint/2010/main" val="217311901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8712EF5B-8A46-5474-AD88-C6FE8103F973}"/>
              </a:ext>
            </a:extLst>
          </p:cNvPr>
          <p:cNvSpPr>
            <a:spLocks noGrp="1"/>
          </p:cNvSpPr>
          <p:nvPr>
            <p:ph idx="1" hasCustomPrompt="1"/>
          </p:nvPr>
        </p:nvSpPr>
        <p:spPr>
          <a:xfrm>
            <a:off x="838200" y="1825625"/>
            <a:ext cx="10515600" cy="4351338"/>
          </a:xfrm>
          <a:prstGeom prst="rect">
            <a:avLst/>
          </a:prstGeom>
        </p:spPr>
        <p:txBody>
          <a:bodyPr vert="horz" lIns="91440" tIns="45720" rIns="91440" bIns="45720" rtlCol="0">
            <a:normAutofit/>
          </a:bodyPr>
          <a:lstStyle>
            <a:lvl1pPr>
              <a:defRPr/>
            </a:lvl1pPr>
          </a:lstStyle>
          <a:p>
            <a:pPr lvl="0"/>
            <a:r>
              <a:rPr lang="en-US"/>
              <a:t>Body Header Font: Bierstadt + bold</a:t>
            </a:r>
          </a:p>
          <a:p>
            <a:pPr lvl="0"/>
            <a:r>
              <a:rPr lang="en-US"/>
              <a:t>Body Font: Arial Nova Light</a:t>
            </a:r>
          </a:p>
        </p:txBody>
      </p:sp>
      <p:sp>
        <p:nvSpPr>
          <p:cNvPr id="2" name="Slide Number Placeholder 5">
            <a:extLst>
              <a:ext uri="{FF2B5EF4-FFF2-40B4-BE49-F238E27FC236}">
                <a16:creationId xmlns:a16="http://schemas.microsoft.com/office/drawing/2014/main" id="{68490378-C40B-F1C3-6BFC-ED9F7580716C}"/>
              </a:ext>
            </a:extLst>
          </p:cNvPr>
          <p:cNvSpPr>
            <a:spLocks noGrp="1"/>
          </p:cNvSpPr>
          <p:nvPr>
            <p:ph type="sldNum" sz="quarter" idx="4"/>
          </p:nvPr>
        </p:nvSpPr>
        <p:spPr>
          <a:xfrm>
            <a:off x="920115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ierstadt" panose="020B0004020202020204" pitchFamily="34" charset="0"/>
              </a:defRPr>
            </a:lvl1pPr>
          </a:lstStyle>
          <a:p>
            <a:fld id="{330EA680-D336-4FF7-8B7A-9848BB0A1C32}" type="slidenum">
              <a:rPr lang="en-US" smtClean="0"/>
              <a:pPr/>
              <a:t>‹#›</a:t>
            </a:fld>
            <a:endParaRPr lang="en-US"/>
          </a:p>
        </p:txBody>
      </p:sp>
      <p:sp>
        <p:nvSpPr>
          <p:cNvPr id="3" name="Title Placeholder 1">
            <a:extLst>
              <a:ext uri="{FF2B5EF4-FFF2-40B4-BE49-F238E27FC236}">
                <a16:creationId xmlns:a16="http://schemas.microsoft.com/office/drawing/2014/main" id="{66433398-584C-8DA2-18E0-3F0E41CED215}"/>
              </a:ext>
            </a:extLst>
          </p:cNvPr>
          <p:cNvSpPr>
            <a:spLocks noGrp="1"/>
          </p:cNvSpPr>
          <p:nvPr>
            <p:ph type="title" hasCustomPrompt="1"/>
          </p:nvPr>
        </p:nvSpPr>
        <p:spPr>
          <a:xfrm>
            <a:off x="885825" y="301051"/>
            <a:ext cx="10515600" cy="773333"/>
          </a:xfrm>
          <a:prstGeom prst="rect">
            <a:avLst/>
          </a:prstGeom>
        </p:spPr>
        <p:txBody>
          <a:bodyPr vert="horz" lIns="91440" tIns="45720" rIns="91440" bIns="45720" rtlCol="0" anchor="ctr">
            <a:normAutofit/>
          </a:bodyPr>
          <a:lstStyle>
            <a:lvl1pPr>
              <a:defRPr/>
            </a:lvl1pPr>
          </a:lstStyle>
          <a:p>
            <a:r>
              <a:rPr lang="en-US"/>
              <a:t>Title Font &amp; Size: Bierstadt + bold; 28 – short title; 24 – long title</a:t>
            </a:r>
          </a:p>
        </p:txBody>
      </p:sp>
    </p:spTree>
    <p:extLst>
      <p:ext uri="{BB962C8B-B14F-4D97-AF65-F5344CB8AC3E}">
        <p14:creationId xmlns:p14="http://schemas.microsoft.com/office/powerpoint/2010/main" val="6050025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AE112E-D3B1-8D7A-0D25-2913D2C5E213}"/>
              </a:ext>
            </a:extLst>
          </p:cNvPr>
          <p:cNvSpPr>
            <a:spLocks noGrp="1"/>
          </p:cNvSpPr>
          <p:nvPr>
            <p:ph type="title"/>
          </p:nvPr>
        </p:nvSpPr>
        <p:spPr>
          <a:xfrm>
            <a:off x="831850" y="1709738"/>
            <a:ext cx="5397500" cy="2852737"/>
          </a:xfrm>
        </p:spPr>
        <p:txBody>
          <a:bodyPr anchor="ctr">
            <a:normAutofit/>
          </a:bodyPr>
          <a:lstStyle>
            <a:lvl1pPr>
              <a:defRPr sz="4000">
                <a:solidFill>
                  <a:schemeClr val="bg1"/>
                </a:solidFill>
              </a:defRPr>
            </a:lvl1pPr>
          </a:lstStyle>
          <a:p>
            <a:r>
              <a:rPr lang="en-US"/>
              <a:t>Click to edit Master title style</a:t>
            </a:r>
          </a:p>
        </p:txBody>
      </p:sp>
      <p:sp>
        <p:nvSpPr>
          <p:cNvPr id="8" name="Text Placeholder 2">
            <a:extLst>
              <a:ext uri="{FF2B5EF4-FFF2-40B4-BE49-F238E27FC236}">
                <a16:creationId xmlns:a16="http://schemas.microsoft.com/office/drawing/2014/main" id="{4DC481FC-D61F-38C7-6259-DE6EDFF0CDEB}"/>
              </a:ext>
            </a:extLst>
          </p:cNvPr>
          <p:cNvSpPr>
            <a:spLocks noGrp="1"/>
          </p:cNvSpPr>
          <p:nvPr>
            <p:ph type="body" idx="1" hasCustomPrompt="1"/>
          </p:nvPr>
        </p:nvSpPr>
        <p:spPr>
          <a:xfrm>
            <a:off x="831850" y="4589464"/>
            <a:ext cx="5397500" cy="449262"/>
          </a:xfrm>
        </p:spPr>
        <p:txBody>
          <a:bodyP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Month DD, YYYY</a:t>
            </a:r>
          </a:p>
        </p:txBody>
      </p:sp>
      <p:sp>
        <p:nvSpPr>
          <p:cNvPr id="9" name="Picture Placeholder 16">
            <a:extLst>
              <a:ext uri="{FF2B5EF4-FFF2-40B4-BE49-F238E27FC236}">
                <a16:creationId xmlns:a16="http://schemas.microsoft.com/office/drawing/2014/main" id="{F09C9B79-08DA-2912-C8AB-87355D8AF2AC}"/>
              </a:ext>
            </a:extLst>
          </p:cNvPr>
          <p:cNvSpPr>
            <a:spLocks noGrp="1"/>
          </p:cNvSpPr>
          <p:nvPr>
            <p:ph type="pic" sz="quarter" idx="13"/>
          </p:nvPr>
        </p:nvSpPr>
        <p:spPr>
          <a:xfrm>
            <a:off x="6435177" y="0"/>
            <a:ext cx="5756823" cy="6858000"/>
          </a:xfrm>
        </p:spPr>
        <p:txBody>
          <a:bodyPr/>
          <a:lstStyle/>
          <a:p>
            <a:endParaRPr lang="en-IN"/>
          </a:p>
        </p:txBody>
      </p:sp>
    </p:spTree>
    <p:extLst>
      <p:ext uri="{BB962C8B-B14F-4D97-AF65-F5344CB8AC3E}">
        <p14:creationId xmlns:p14="http://schemas.microsoft.com/office/powerpoint/2010/main" val="313263720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201150" y="6356350"/>
            <a:ext cx="2743200" cy="365125"/>
          </a:xfrm>
          <a:prstGeom prst="rect">
            <a:avLst/>
          </a:prstGeom>
        </p:spPr>
        <p:txBody>
          <a:bodyPr/>
          <a:lstStyle/>
          <a:p>
            <a:fld id="{330EA680-D336-4FF7-8B7A-9848BB0A1C32}" type="slidenum">
              <a:rPr lang="en-US" smtClean="0"/>
              <a:t>‹#›</a:t>
            </a:fld>
            <a:endParaRPr lang="en-US"/>
          </a:p>
        </p:txBody>
      </p:sp>
      <p:sp>
        <p:nvSpPr>
          <p:cNvPr id="18" name="Title 1">
            <a:extLst>
              <a:ext uri="{FF2B5EF4-FFF2-40B4-BE49-F238E27FC236}">
                <a16:creationId xmlns:a16="http://schemas.microsoft.com/office/drawing/2014/main" id="{96618882-F951-759F-EEAA-997C20AB5FFE}"/>
              </a:ext>
            </a:extLst>
          </p:cNvPr>
          <p:cNvSpPr>
            <a:spLocks noGrp="1"/>
          </p:cNvSpPr>
          <p:nvPr>
            <p:ph type="ctrTitle" hasCustomPrompt="1"/>
          </p:nvPr>
        </p:nvSpPr>
        <p:spPr>
          <a:xfrm>
            <a:off x="1524000" y="1122363"/>
            <a:ext cx="9144000" cy="2387600"/>
          </a:xfrm>
        </p:spPr>
        <p:txBody>
          <a:bodyPr anchor="b">
            <a:normAutofit/>
          </a:bodyPr>
          <a:lstStyle>
            <a:lvl1pPr algn="ctr">
              <a:defRPr sz="4800">
                <a:solidFill>
                  <a:srgbClr val="7FFFFF"/>
                </a:solidFill>
              </a:defRPr>
            </a:lvl1pPr>
          </a:lstStyle>
          <a:p>
            <a:r>
              <a:rPr lang="en-US"/>
              <a:t>Section Separator Title</a:t>
            </a:r>
          </a:p>
        </p:txBody>
      </p:sp>
      <p:sp>
        <p:nvSpPr>
          <p:cNvPr id="19" name="Subtitle 2">
            <a:extLst>
              <a:ext uri="{FF2B5EF4-FFF2-40B4-BE49-F238E27FC236}">
                <a16:creationId xmlns:a16="http://schemas.microsoft.com/office/drawing/2014/main" id="{EF4D5E94-70AE-F46D-CC52-D25E96EF8CEE}"/>
              </a:ext>
            </a:extLst>
          </p:cNvPr>
          <p:cNvSpPr>
            <a:spLocks noGrp="1"/>
          </p:cNvSpPr>
          <p:nvPr>
            <p:ph type="subTitle" idx="1" hasCustomPrompt="1"/>
          </p:nvPr>
        </p:nvSpPr>
        <p:spPr>
          <a:xfrm>
            <a:off x="1524000" y="3602038"/>
            <a:ext cx="9144000" cy="1655762"/>
          </a:xfrm>
        </p:spPr>
        <p:txBody>
          <a:bodyPr>
            <a:normAutofit/>
          </a:bodyPr>
          <a:lstStyle>
            <a:lvl1pPr marL="0" indent="0" algn="ctr">
              <a:buNone/>
              <a:defRPr sz="3200" b="1">
                <a:solidFill>
                  <a:schemeClr val="bg1"/>
                </a:solidFill>
                <a:latin typeface="Bierstad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Separator Subtitle</a:t>
            </a:r>
          </a:p>
        </p:txBody>
      </p:sp>
    </p:spTree>
    <p:extLst>
      <p:ext uri="{BB962C8B-B14F-4D97-AF65-F5344CB8AC3E}">
        <p14:creationId xmlns:p14="http://schemas.microsoft.com/office/powerpoint/2010/main" val="189547470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544426-C329-3382-A4BB-BE6B60D1C662}"/>
              </a:ext>
            </a:extLst>
          </p:cNvPr>
          <p:cNvSpPr>
            <a:spLocks noGrp="1"/>
          </p:cNvSpPr>
          <p:nvPr>
            <p:ph type="sldNum" sz="quarter" idx="10"/>
          </p:nvPr>
        </p:nvSpPr>
        <p:spPr>
          <a:xfrm>
            <a:off x="9201150" y="6356350"/>
            <a:ext cx="2743200" cy="365125"/>
          </a:xfrm>
          <a:prstGeom prst="rect">
            <a:avLst/>
          </a:prstGeom>
        </p:spPr>
        <p:txBody>
          <a:bodyPr/>
          <a:lstStyle/>
          <a:p>
            <a:fld id="{330EA680-D336-4FF7-8B7A-9848BB0A1C32}" type="slidenum">
              <a:rPr lang="en-US" smtClean="0"/>
              <a:pPr/>
              <a:t>‹#›</a:t>
            </a:fld>
            <a:endParaRPr lang="en-US"/>
          </a:p>
        </p:txBody>
      </p:sp>
      <p:sp>
        <p:nvSpPr>
          <p:cNvPr id="4" name="Oval 3">
            <a:extLst>
              <a:ext uri="{FF2B5EF4-FFF2-40B4-BE49-F238E27FC236}">
                <a16:creationId xmlns:a16="http://schemas.microsoft.com/office/drawing/2014/main" id="{AD001271-1D44-1644-BE87-E504199562CA}"/>
              </a:ext>
            </a:extLst>
          </p:cNvPr>
          <p:cNvSpPr/>
          <p:nvPr userDrawn="1"/>
        </p:nvSpPr>
        <p:spPr>
          <a:xfrm>
            <a:off x="4296000" y="1629000"/>
            <a:ext cx="3600000" cy="3600000"/>
          </a:xfrm>
          <a:prstGeom prst="ellipse">
            <a:avLst/>
          </a:prstGeom>
          <a:solidFill>
            <a:srgbClr val="004C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Helvetica Light"/>
              <a:ea typeface="+mn-ea"/>
              <a:cs typeface="+mn-cs"/>
            </a:endParaRPr>
          </a:p>
        </p:txBody>
      </p:sp>
      <p:sp>
        <p:nvSpPr>
          <p:cNvPr id="5" name="TextBox 4">
            <a:extLst>
              <a:ext uri="{FF2B5EF4-FFF2-40B4-BE49-F238E27FC236}">
                <a16:creationId xmlns:a16="http://schemas.microsoft.com/office/drawing/2014/main" id="{B890AEE8-4F6C-949B-4ED4-9E499821F43C}"/>
              </a:ext>
            </a:extLst>
          </p:cNvPr>
          <p:cNvSpPr txBox="1"/>
          <p:nvPr userDrawn="1"/>
        </p:nvSpPr>
        <p:spPr>
          <a:xfrm>
            <a:off x="2255520" y="2828835"/>
            <a:ext cx="7680960" cy="1107996"/>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6600" b="1" i="0" u="none" strike="noStrike" kern="1200" cap="none" spc="0" normalizeH="0" baseline="0" noProof="0">
                <a:ln>
                  <a:noFill/>
                </a:ln>
                <a:solidFill>
                  <a:srgbClr val="FEFFFF"/>
                </a:solidFill>
                <a:effectLst/>
                <a:uLnTx/>
                <a:uFillTx/>
                <a:latin typeface="Bierstadt"/>
                <a:ea typeface="+mn-ea"/>
                <a:cs typeface="+mn-cs"/>
              </a:rPr>
              <a:t>Thank You!</a:t>
            </a:r>
            <a:endParaRPr kumimoji="0" lang="en-IN" sz="6600" b="1"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Tree>
    <p:extLst>
      <p:ext uri="{BB962C8B-B14F-4D97-AF65-F5344CB8AC3E}">
        <p14:creationId xmlns:p14="http://schemas.microsoft.com/office/powerpoint/2010/main" val="47238986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6BD5360-495A-5351-276D-0292BE2A1BF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1164711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D1C980-34F9-A41F-F715-01AFB8C171FA}"/>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20623695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85C4F31-B4A3-A48D-0C51-C4F636B03C6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20487581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260EA36-C49B-17B1-2109-1DD483C9D3CE}"/>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42110713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712501A-8F56-1FB5-D5FB-A9C8F11EDAD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10905371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5C56F0E-DEA4-3E16-654D-4229F6BC8D5E}"/>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77931040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C75A09-B7F5-E30F-27B9-3BD26C11391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78463333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46E0289-0E66-A8EF-1E7C-F868A562579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88334294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748DE22-116F-8C40-983A-B6271E54414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65603298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F1CEEA4-FB52-FE69-E6BF-47863EDD1E2C}"/>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95446073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8907283-A45E-93B3-117A-4C956754FCE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11459393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3_Vertical Title and Text">
    <p:spTree>
      <p:nvGrpSpPr>
        <p:cNvPr id="1" name=""/>
        <p:cNvGrpSpPr/>
        <p:nvPr/>
      </p:nvGrpSpPr>
      <p:grpSpPr>
        <a:xfrm>
          <a:off x="0" y="0"/>
          <a:ext cx="0" cy="0"/>
          <a:chOff x="0" y="0"/>
          <a:chExt cx="0" cy="0"/>
        </a:xfrm>
      </p:grpSpPr>
      <p:sp>
        <p:nvSpPr>
          <p:cNvPr id="2" name="Slide Number Placeholder 21">
            <a:extLst>
              <a:ext uri="{FF2B5EF4-FFF2-40B4-BE49-F238E27FC236}">
                <a16:creationId xmlns:a16="http://schemas.microsoft.com/office/drawing/2014/main" id="{BEAAADED-93A2-4F88-7463-419BCEE40A6F}"/>
              </a:ext>
            </a:extLst>
          </p:cNvPr>
          <p:cNvSpPr>
            <a:spLocks noGrp="1"/>
          </p:cNvSpPr>
          <p:nvPr>
            <p:ph type="sldNum" sz="quarter" idx="4"/>
          </p:nvPr>
        </p:nvSpPr>
        <p:spPr>
          <a:xfrm>
            <a:off x="11530877" y="6429773"/>
            <a:ext cx="588169" cy="365125"/>
          </a:xfrm>
          <a:prstGeom prst="rect">
            <a:avLst/>
          </a:prstGeom>
        </p:spPr>
        <p:txBody>
          <a:bodyPr/>
          <a:lstStyle>
            <a:lvl1pPr algn="r">
              <a:defRPr sz="1300"/>
            </a:lvl1pPr>
          </a:lstStyle>
          <a:p>
            <a:fld id="{2FD38B3D-DDB3-4B49-8445-FCFD9226D8A1}" type="slidenum">
              <a:rPr lang="en-US" smtClean="0"/>
              <a:pPr/>
              <a:t>‹#›</a:t>
            </a:fld>
            <a:endParaRPr lang="en-US"/>
          </a:p>
        </p:txBody>
      </p:sp>
      <p:sp>
        <p:nvSpPr>
          <p:cNvPr id="3" name="Title 2">
            <a:extLst>
              <a:ext uri="{FF2B5EF4-FFF2-40B4-BE49-F238E27FC236}">
                <a16:creationId xmlns:a16="http://schemas.microsoft.com/office/drawing/2014/main" id="{7EFA9ADB-4B7F-3A7C-BF99-5CFC75B3911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57573452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2" name="Google Shape;24;p6">
            <a:extLst>
              <a:ext uri="{FF2B5EF4-FFF2-40B4-BE49-F238E27FC236}">
                <a16:creationId xmlns:a16="http://schemas.microsoft.com/office/drawing/2014/main" id="{113E6345-9EC7-CA28-E013-1BC283A48FE8}"/>
              </a:ext>
            </a:extLst>
          </p:cNvPr>
          <p:cNvSpPr txBox="1">
            <a:spLocks noGrp="1"/>
          </p:cNvSpPr>
          <p:nvPr>
            <p:ph type="title"/>
          </p:nvPr>
        </p:nvSpPr>
        <p:spPr>
          <a:xfrm>
            <a:off x="947032" y="223284"/>
            <a:ext cx="11014595" cy="861237"/>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sz="2400">
                <a:solidFill>
                  <a:schemeClr val="tx1"/>
                </a:solidFill>
                <a:latin typeface="Arial Nova Light" panose="020B0304020202020204"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220545630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97896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F9B2AD11-2BB3-34EE-5764-9C5E4F65B984}"/>
              </a:ext>
            </a:extLst>
          </p:cNvPr>
          <p:cNvSpPr>
            <a:spLocks noGrp="1"/>
          </p:cNvSpPr>
          <p:nvPr>
            <p:ph type="sldNum" sz="quarter" idx="4"/>
          </p:nvPr>
        </p:nvSpPr>
        <p:spPr>
          <a:xfrm>
            <a:off x="9195391" y="637819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87751-29EF-46FA-85C5-73E004D27F9A}" type="slidenum">
              <a:rPr lang="en-IN" smtClean="0"/>
              <a:t>‹#›</a:t>
            </a:fld>
            <a:endParaRPr lang="en-IN"/>
          </a:p>
        </p:txBody>
      </p:sp>
    </p:spTree>
    <p:extLst>
      <p:ext uri="{BB962C8B-B14F-4D97-AF65-F5344CB8AC3E}">
        <p14:creationId xmlns:p14="http://schemas.microsoft.com/office/powerpoint/2010/main" val="127651028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AE112E-D3B1-8D7A-0D25-2913D2C5E213}"/>
              </a:ext>
            </a:extLst>
          </p:cNvPr>
          <p:cNvSpPr>
            <a:spLocks noGrp="1"/>
          </p:cNvSpPr>
          <p:nvPr>
            <p:ph type="title"/>
          </p:nvPr>
        </p:nvSpPr>
        <p:spPr>
          <a:xfrm>
            <a:off x="831850" y="1709738"/>
            <a:ext cx="5397500" cy="2852737"/>
          </a:xfrm>
        </p:spPr>
        <p:txBody>
          <a:bodyPr anchor="ctr">
            <a:normAutofit/>
          </a:bodyPr>
          <a:lstStyle>
            <a:lvl1pPr>
              <a:defRPr sz="4000"/>
            </a:lvl1pPr>
          </a:lstStyle>
          <a:p>
            <a:r>
              <a:rPr lang="en-US"/>
              <a:t>Click to edit Master title style</a:t>
            </a:r>
          </a:p>
        </p:txBody>
      </p:sp>
      <p:sp>
        <p:nvSpPr>
          <p:cNvPr id="8" name="Text Placeholder 2">
            <a:extLst>
              <a:ext uri="{FF2B5EF4-FFF2-40B4-BE49-F238E27FC236}">
                <a16:creationId xmlns:a16="http://schemas.microsoft.com/office/drawing/2014/main" id="{4DC481FC-D61F-38C7-6259-DE6EDFF0CDEB}"/>
              </a:ext>
            </a:extLst>
          </p:cNvPr>
          <p:cNvSpPr>
            <a:spLocks noGrp="1"/>
          </p:cNvSpPr>
          <p:nvPr>
            <p:ph type="body" idx="1" hasCustomPrompt="1"/>
          </p:nvPr>
        </p:nvSpPr>
        <p:spPr>
          <a:xfrm>
            <a:off x="831850" y="4589464"/>
            <a:ext cx="5397500" cy="449262"/>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Month DD, YYYY</a:t>
            </a:r>
          </a:p>
        </p:txBody>
      </p:sp>
      <p:sp>
        <p:nvSpPr>
          <p:cNvPr id="9" name="Picture Placeholder 16">
            <a:extLst>
              <a:ext uri="{FF2B5EF4-FFF2-40B4-BE49-F238E27FC236}">
                <a16:creationId xmlns:a16="http://schemas.microsoft.com/office/drawing/2014/main" id="{F09C9B79-08DA-2912-C8AB-87355D8AF2AC}"/>
              </a:ext>
            </a:extLst>
          </p:cNvPr>
          <p:cNvSpPr>
            <a:spLocks noGrp="1"/>
          </p:cNvSpPr>
          <p:nvPr>
            <p:ph type="pic" sz="quarter" idx="13"/>
          </p:nvPr>
        </p:nvSpPr>
        <p:spPr>
          <a:xfrm>
            <a:off x="6435177" y="0"/>
            <a:ext cx="5756823" cy="6858000"/>
          </a:xfrm>
        </p:spPr>
        <p:txBody>
          <a:bodyPr/>
          <a:lstStyle/>
          <a:p>
            <a:endParaRPr lang="en-IN"/>
          </a:p>
        </p:txBody>
      </p:sp>
    </p:spTree>
    <p:extLst>
      <p:ext uri="{BB962C8B-B14F-4D97-AF65-F5344CB8AC3E}">
        <p14:creationId xmlns:p14="http://schemas.microsoft.com/office/powerpoint/2010/main" val="248774166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8712EF5B-8A46-5474-AD88-C6FE8103F973}"/>
              </a:ext>
            </a:extLst>
          </p:cNvPr>
          <p:cNvSpPr>
            <a:spLocks noGrp="1"/>
          </p:cNvSpPr>
          <p:nvPr>
            <p:ph idx="1" hasCustomPrompt="1"/>
          </p:nvPr>
        </p:nvSpPr>
        <p:spPr>
          <a:xfrm>
            <a:off x="838200" y="1825625"/>
            <a:ext cx="10515600" cy="4351338"/>
          </a:xfrm>
          <a:prstGeom prst="rect">
            <a:avLst/>
          </a:prstGeom>
        </p:spPr>
        <p:txBody>
          <a:bodyPr vert="horz" lIns="91440" tIns="45720" rIns="91440" bIns="45720" rtlCol="0">
            <a:normAutofit/>
          </a:bodyPr>
          <a:lstStyle>
            <a:lvl1pPr>
              <a:defRPr/>
            </a:lvl1pPr>
          </a:lstStyle>
          <a:p>
            <a:pPr lvl="0"/>
            <a:r>
              <a:rPr lang="en-US"/>
              <a:t>Body Header Font: Bierstadt + bold</a:t>
            </a:r>
          </a:p>
          <a:p>
            <a:pPr lvl="0"/>
            <a:r>
              <a:rPr lang="en-US"/>
              <a:t>Body Font: Arial Nova Light</a:t>
            </a:r>
          </a:p>
        </p:txBody>
      </p:sp>
      <p:sp>
        <p:nvSpPr>
          <p:cNvPr id="2" name="Slide Number Placeholder 5">
            <a:extLst>
              <a:ext uri="{FF2B5EF4-FFF2-40B4-BE49-F238E27FC236}">
                <a16:creationId xmlns:a16="http://schemas.microsoft.com/office/drawing/2014/main" id="{68490378-C40B-F1C3-6BFC-ED9F7580716C}"/>
              </a:ext>
            </a:extLst>
          </p:cNvPr>
          <p:cNvSpPr>
            <a:spLocks noGrp="1"/>
          </p:cNvSpPr>
          <p:nvPr>
            <p:ph type="sldNum" sz="quarter" idx="4"/>
          </p:nvPr>
        </p:nvSpPr>
        <p:spPr>
          <a:xfrm>
            <a:off x="920115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ierstadt" panose="020B0004020202020204" pitchFamily="34" charset="0"/>
              </a:defRPr>
            </a:lvl1pPr>
          </a:lstStyle>
          <a:p>
            <a:fld id="{330EA680-D336-4FF7-8B7A-9848BB0A1C32}" type="slidenum">
              <a:rPr lang="en-US" smtClean="0"/>
              <a:pPr/>
              <a:t>‹#›</a:t>
            </a:fld>
            <a:endParaRPr lang="en-US"/>
          </a:p>
        </p:txBody>
      </p:sp>
      <p:sp>
        <p:nvSpPr>
          <p:cNvPr id="3" name="Title Placeholder 1">
            <a:extLst>
              <a:ext uri="{FF2B5EF4-FFF2-40B4-BE49-F238E27FC236}">
                <a16:creationId xmlns:a16="http://schemas.microsoft.com/office/drawing/2014/main" id="{66433398-584C-8DA2-18E0-3F0E41CED215}"/>
              </a:ext>
            </a:extLst>
          </p:cNvPr>
          <p:cNvSpPr>
            <a:spLocks noGrp="1"/>
          </p:cNvSpPr>
          <p:nvPr>
            <p:ph type="title" hasCustomPrompt="1"/>
          </p:nvPr>
        </p:nvSpPr>
        <p:spPr>
          <a:xfrm>
            <a:off x="885825" y="301051"/>
            <a:ext cx="10515600" cy="773333"/>
          </a:xfrm>
          <a:prstGeom prst="rect">
            <a:avLst/>
          </a:prstGeom>
        </p:spPr>
        <p:txBody>
          <a:bodyPr vert="horz" lIns="91440" tIns="45720" rIns="91440" bIns="45720" rtlCol="0" anchor="ctr">
            <a:normAutofit/>
          </a:bodyPr>
          <a:lstStyle>
            <a:lvl1pPr>
              <a:defRPr/>
            </a:lvl1pPr>
          </a:lstStyle>
          <a:p>
            <a:r>
              <a:rPr lang="en-US"/>
              <a:t>Title Font &amp; Size: Bierstadt + bold; 28 – short title; 24 – long title</a:t>
            </a:r>
          </a:p>
        </p:txBody>
      </p:sp>
      <p:pic>
        <p:nvPicPr>
          <p:cNvPr id="5" name="Graphic 4">
            <a:extLst>
              <a:ext uri="{FF2B5EF4-FFF2-40B4-BE49-F238E27FC236}">
                <a16:creationId xmlns:a16="http://schemas.microsoft.com/office/drawing/2014/main" id="{3B4297A3-C0E5-BA66-E4E4-CFA2E9B36B8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025" t="24517" r="77718" b="27205"/>
          <a:stretch/>
        </p:blipFill>
        <p:spPr>
          <a:xfrm>
            <a:off x="112796" y="253426"/>
            <a:ext cx="786919" cy="773332"/>
          </a:xfrm>
          <a:prstGeom prst="rect">
            <a:avLst/>
          </a:prstGeom>
        </p:spPr>
      </p:pic>
      <p:sp>
        <p:nvSpPr>
          <p:cNvPr id="6" name="TextBox 5">
            <a:extLst>
              <a:ext uri="{FF2B5EF4-FFF2-40B4-BE49-F238E27FC236}">
                <a16:creationId xmlns:a16="http://schemas.microsoft.com/office/drawing/2014/main" id="{ADB392E3-C1DA-F150-0B6A-C8223FEC621F}"/>
              </a:ext>
            </a:extLst>
          </p:cNvPr>
          <p:cNvSpPr txBox="1"/>
          <p:nvPr userDrawn="1"/>
        </p:nvSpPr>
        <p:spPr>
          <a:xfrm>
            <a:off x="0" y="6642556"/>
            <a:ext cx="31540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@2025 </a:t>
            </a:r>
            <a:r>
              <a:rPr kumimoji="0" lang="en-IN" sz="800" b="0" i="0" u="none" strike="noStrike" kern="1200" cap="none" spc="0" normalizeH="0" baseline="0" noProof="0" err="1">
                <a:ln>
                  <a:noFill/>
                </a:ln>
                <a:solidFill>
                  <a:schemeClr val="bg1">
                    <a:lumMod val="65000"/>
                  </a:schemeClr>
                </a:solidFill>
                <a:effectLst/>
                <a:uLnTx/>
                <a:uFillTx/>
                <a:latin typeface="Helvertica"/>
                <a:ea typeface="+mn-ea"/>
                <a:cs typeface="+mn-cs"/>
              </a:rPr>
              <a:t>AuxoAI</a:t>
            </a: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 – Confidential and Proprietary</a:t>
            </a:r>
          </a:p>
        </p:txBody>
      </p:sp>
    </p:spTree>
    <p:extLst>
      <p:ext uri="{BB962C8B-B14F-4D97-AF65-F5344CB8AC3E}">
        <p14:creationId xmlns:p14="http://schemas.microsoft.com/office/powerpoint/2010/main" val="350988969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AE112E-D3B1-8D7A-0D25-2913D2C5E213}"/>
              </a:ext>
            </a:extLst>
          </p:cNvPr>
          <p:cNvSpPr>
            <a:spLocks noGrp="1"/>
          </p:cNvSpPr>
          <p:nvPr>
            <p:ph type="title"/>
          </p:nvPr>
        </p:nvSpPr>
        <p:spPr>
          <a:xfrm>
            <a:off x="831850" y="1709738"/>
            <a:ext cx="5397500" cy="2852737"/>
          </a:xfrm>
        </p:spPr>
        <p:txBody>
          <a:bodyPr anchor="ctr">
            <a:normAutofit/>
          </a:bodyPr>
          <a:lstStyle>
            <a:lvl1pPr>
              <a:defRPr sz="4000">
                <a:solidFill>
                  <a:schemeClr val="bg1"/>
                </a:solidFill>
              </a:defRPr>
            </a:lvl1pPr>
          </a:lstStyle>
          <a:p>
            <a:r>
              <a:rPr lang="en-US"/>
              <a:t>Click to edit Master title style</a:t>
            </a:r>
          </a:p>
        </p:txBody>
      </p:sp>
      <p:sp>
        <p:nvSpPr>
          <p:cNvPr id="8" name="Text Placeholder 2">
            <a:extLst>
              <a:ext uri="{FF2B5EF4-FFF2-40B4-BE49-F238E27FC236}">
                <a16:creationId xmlns:a16="http://schemas.microsoft.com/office/drawing/2014/main" id="{4DC481FC-D61F-38C7-6259-DE6EDFF0CDEB}"/>
              </a:ext>
            </a:extLst>
          </p:cNvPr>
          <p:cNvSpPr>
            <a:spLocks noGrp="1"/>
          </p:cNvSpPr>
          <p:nvPr>
            <p:ph type="body" idx="1" hasCustomPrompt="1"/>
          </p:nvPr>
        </p:nvSpPr>
        <p:spPr>
          <a:xfrm>
            <a:off x="831850" y="4589464"/>
            <a:ext cx="5397500" cy="449262"/>
          </a:xfrm>
        </p:spPr>
        <p:txBody>
          <a:bodyP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Month DD, YYYY</a:t>
            </a:r>
          </a:p>
        </p:txBody>
      </p:sp>
      <p:sp>
        <p:nvSpPr>
          <p:cNvPr id="9" name="Picture Placeholder 16">
            <a:extLst>
              <a:ext uri="{FF2B5EF4-FFF2-40B4-BE49-F238E27FC236}">
                <a16:creationId xmlns:a16="http://schemas.microsoft.com/office/drawing/2014/main" id="{F09C9B79-08DA-2912-C8AB-87355D8AF2AC}"/>
              </a:ext>
            </a:extLst>
          </p:cNvPr>
          <p:cNvSpPr>
            <a:spLocks noGrp="1"/>
          </p:cNvSpPr>
          <p:nvPr>
            <p:ph type="pic" sz="quarter" idx="13"/>
          </p:nvPr>
        </p:nvSpPr>
        <p:spPr>
          <a:xfrm>
            <a:off x="6435177" y="0"/>
            <a:ext cx="5756823" cy="6858000"/>
          </a:xfrm>
        </p:spPr>
        <p:txBody>
          <a:bodyPr/>
          <a:lstStyle/>
          <a:p>
            <a:endParaRPr lang="en-IN"/>
          </a:p>
        </p:txBody>
      </p:sp>
    </p:spTree>
    <p:extLst>
      <p:ext uri="{BB962C8B-B14F-4D97-AF65-F5344CB8AC3E}">
        <p14:creationId xmlns:p14="http://schemas.microsoft.com/office/powerpoint/2010/main" val="182970857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201150" y="6356350"/>
            <a:ext cx="2743200" cy="365125"/>
          </a:xfrm>
          <a:prstGeom prst="rect">
            <a:avLst/>
          </a:prstGeom>
        </p:spPr>
        <p:txBody>
          <a:bodyPr/>
          <a:lstStyle/>
          <a:p>
            <a:fld id="{330EA680-D336-4FF7-8B7A-9848BB0A1C32}" type="slidenum">
              <a:rPr lang="en-US" smtClean="0"/>
              <a:t>‹#›</a:t>
            </a:fld>
            <a:endParaRPr lang="en-US"/>
          </a:p>
        </p:txBody>
      </p:sp>
      <p:sp>
        <p:nvSpPr>
          <p:cNvPr id="18" name="Title 1">
            <a:extLst>
              <a:ext uri="{FF2B5EF4-FFF2-40B4-BE49-F238E27FC236}">
                <a16:creationId xmlns:a16="http://schemas.microsoft.com/office/drawing/2014/main" id="{96618882-F951-759F-EEAA-997C20AB5FFE}"/>
              </a:ext>
            </a:extLst>
          </p:cNvPr>
          <p:cNvSpPr>
            <a:spLocks noGrp="1"/>
          </p:cNvSpPr>
          <p:nvPr>
            <p:ph type="ctrTitle" hasCustomPrompt="1"/>
          </p:nvPr>
        </p:nvSpPr>
        <p:spPr>
          <a:xfrm>
            <a:off x="1524000" y="1122363"/>
            <a:ext cx="9144000" cy="2387600"/>
          </a:xfrm>
        </p:spPr>
        <p:txBody>
          <a:bodyPr anchor="b">
            <a:normAutofit/>
          </a:bodyPr>
          <a:lstStyle>
            <a:lvl1pPr algn="ctr">
              <a:defRPr sz="4800">
                <a:solidFill>
                  <a:srgbClr val="7FFFFF"/>
                </a:solidFill>
              </a:defRPr>
            </a:lvl1pPr>
          </a:lstStyle>
          <a:p>
            <a:r>
              <a:rPr lang="en-US"/>
              <a:t>Section Separator Title</a:t>
            </a:r>
          </a:p>
        </p:txBody>
      </p:sp>
      <p:sp>
        <p:nvSpPr>
          <p:cNvPr id="19" name="Subtitle 2">
            <a:extLst>
              <a:ext uri="{FF2B5EF4-FFF2-40B4-BE49-F238E27FC236}">
                <a16:creationId xmlns:a16="http://schemas.microsoft.com/office/drawing/2014/main" id="{EF4D5E94-70AE-F46D-CC52-D25E96EF8CEE}"/>
              </a:ext>
            </a:extLst>
          </p:cNvPr>
          <p:cNvSpPr>
            <a:spLocks noGrp="1"/>
          </p:cNvSpPr>
          <p:nvPr>
            <p:ph type="subTitle" idx="1" hasCustomPrompt="1"/>
          </p:nvPr>
        </p:nvSpPr>
        <p:spPr>
          <a:xfrm>
            <a:off x="1524000" y="3602038"/>
            <a:ext cx="9144000" cy="1655762"/>
          </a:xfrm>
        </p:spPr>
        <p:txBody>
          <a:bodyPr>
            <a:normAutofit/>
          </a:bodyPr>
          <a:lstStyle>
            <a:lvl1pPr marL="0" indent="0" algn="ctr">
              <a:buNone/>
              <a:defRPr sz="3200" b="1">
                <a:solidFill>
                  <a:schemeClr val="bg1"/>
                </a:solidFill>
                <a:latin typeface="Bierstad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Separator Subtitle</a:t>
            </a:r>
          </a:p>
        </p:txBody>
      </p:sp>
    </p:spTree>
    <p:extLst>
      <p:ext uri="{BB962C8B-B14F-4D97-AF65-F5344CB8AC3E}">
        <p14:creationId xmlns:p14="http://schemas.microsoft.com/office/powerpoint/2010/main" val="145967588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544426-C329-3382-A4BB-BE6B60D1C662}"/>
              </a:ext>
            </a:extLst>
          </p:cNvPr>
          <p:cNvSpPr>
            <a:spLocks noGrp="1"/>
          </p:cNvSpPr>
          <p:nvPr>
            <p:ph type="sldNum" sz="quarter" idx="10"/>
          </p:nvPr>
        </p:nvSpPr>
        <p:spPr>
          <a:xfrm>
            <a:off x="9201150" y="6356350"/>
            <a:ext cx="2743200" cy="365125"/>
          </a:xfrm>
          <a:prstGeom prst="rect">
            <a:avLst/>
          </a:prstGeom>
        </p:spPr>
        <p:txBody>
          <a:bodyPr/>
          <a:lstStyle/>
          <a:p>
            <a:fld id="{330EA680-D336-4FF7-8B7A-9848BB0A1C32}" type="slidenum">
              <a:rPr lang="en-US" smtClean="0"/>
              <a:pPr/>
              <a:t>‹#›</a:t>
            </a:fld>
            <a:endParaRPr lang="en-US"/>
          </a:p>
        </p:txBody>
      </p:sp>
      <p:sp>
        <p:nvSpPr>
          <p:cNvPr id="4" name="Oval 3">
            <a:extLst>
              <a:ext uri="{FF2B5EF4-FFF2-40B4-BE49-F238E27FC236}">
                <a16:creationId xmlns:a16="http://schemas.microsoft.com/office/drawing/2014/main" id="{AD001271-1D44-1644-BE87-E504199562CA}"/>
              </a:ext>
            </a:extLst>
          </p:cNvPr>
          <p:cNvSpPr/>
          <p:nvPr userDrawn="1"/>
        </p:nvSpPr>
        <p:spPr>
          <a:xfrm>
            <a:off x="4296000" y="1629000"/>
            <a:ext cx="3600000" cy="3600000"/>
          </a:xfrm>
          <a:prstGeom prst="ellipse">
            <a:avLst/>
          </a:prstGeom>
          <a:solidFill>
            <a:srgbClr val="004C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Helvetica Light"/>
              <a:ea typeface="+mn-ea"/>
              <a:cs typeface="+mn-cs"/>
            </a:endParaRPr>
          </a:p>
        </p:txBody>
      </p:sp>
      <p:sp>
        <p:nvSpPr>
          <p:cNvPr id="5" name="TextBox 4">
            <a:extLst>
              <a:ext uri="{FF2B5EF4-FFF2-40B4-BE49-F238E27FC236}">
                <a16:creationId xmlns:a16="http://schemas.microsoft.com/office/drawing/2014/main" id="{B890AEE8-4F6C-949B-4ED4-9E499821F43C}"/>
              </a:ext>
            </a:extLst>
          </p:cNvPr>
          <p:cNvSpPr txBox="1"/>
          <p:nvPr userDrawn="1"/>
        </p:nvSpPr>
        <p:spPr>
          <a:xfrm>
            <a:off x="2255520" y="2828835"/>
            <a:ext cx="7680960" cy="1107996"/>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6600" b="1" i="0" u="none" strike="noStrike" kern="1200" cap="none" spc="0" normalizeH="0" baseline="0" noProof="0">
                <a:ln>
                  <a:noFill/>
                </a:ln>
                <a:solidFill>
                  <a:srgbClr val="FEFFFF"/>
                </a:solidFill>
                <a:effectLst/>
                <a:uLnTx/>
                <a:uFillTx/>
                <a:latin typeface="Bierstadt"/>
                <a:ea typeface="+mn-ea"/>
                <a:cs typeface="+mn-cs"/>
              </a:rPr>
              <a:t>Thank You!</a:t>
            </a:r>
            <a:endParaRPr kumimoji="0" lang="en-IN" sz="6600" b="1"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Tree>
    <p:extLst>
      <p:ext uri="{BB962C8B-B14F-4D97-AF65-F5344CB8AC3E}">
        <p14:creationId xmlns:p14="http://schemas.microsoft.com/office/powerpoint/2010/main" val="361009051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1_Content slide 2">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D91D61D1-B3F3-466C-8545-FA3F0B34A4A3}"/>
              </a:ext>
            </a:extLst>
          </p:cNvPr>
          <p:cNvSpPr>
            <a:spLocks noGrp="1"/>
          </p:cNvSpPr>
          <p:nvPr>
            <p:ph type="title"/>
          </p:nvPr>
        </p:nvSpPr>
        <p:spPr>
          <a:xfrm>
            <a:off x="462280" y="462281"/>
            <a:ext cx="11264900" cy="698500"/>
          </a:xfrm>
          <a:prstGeom prst="rect">
            <a:avLst/>
          </a:prstGeom>
        </p:spPr>
        <p:txBody>
          <a:bodyPr>
            <a:normAutofit/>
          </a:bodyPr>
          <a:lstStyle>
            <a:lvl1pPr algn="l" defTabSz="914400" rtl="0" eaLnBrk="1" latinLnBrk="0" hangingPunct="1">
              <a:lnSpc>
                <a:spcPct val="90000"/>
              </a:lnSpc>
              <a:spcBef>
                <a:spcPct val="0"/>
              </a:spcBef>
              <a:buNone/>
              <a:defRPr lang="en-US" sz="3000" kern="1200" dirty="0">
                <a:gradFill>
                  <a:gsLst>
                    <a:gs pos="100000">
                      <a:schemeClr val="accent1"/>
                    </a:gs>
                    <a:gs pos="30000">
                      <a:schemeClr val="accent3"/>
                    </a:gs>
                  </a:gsLst>
                  <a:path path="circle">
                    <a:fillToRect t="100000" r="100000"/>
                  </a:path>
                </a:gradFill>
                <a:latin typeface="Arial" panose="020B0604020202020204" pitchFamily="34" charset="0"/>
                <a:ea typeface="+mj-ea"/>
                <a:cs typeface="Arial" panose="020B0604020202020204" pitchFamily="34" charset="0"/>
              </a:defRPr>
            </a:lvl1pPr>
          </a:lstStyle>
          <a:p>
            <a:r>
              <a:rPr lang="en-US"/>
              <a:t>Click to edit Master title style</a:t>
            </a:r>
          </a:p>
        </p:txBody>
      </p:sp>
      <p:sp>
        <p:nvSpPr>
          <p:cNvPr id="40" name="Picture Placeholder 39">
            <a:extLst>
              <a:ext uri="{FF2B5EF4-FFF2-40B4-BE49-F238E27FC236}">
                <a16:creationId xmlns:a16="http://schemas.microsoft.com/office/drawing/2014/main" id="{BA920E56-B3D4-4350-929E-8A4092E3A74F}"/>
              </a:ext>
            </a:extLst>
          </p:cNvPr>
          <p:cNvSpPr>
            <a:spLocks noGrp="1"/>
          </p:cNvSpPr>
          <p:nvPr>
            <p:ph type="pic" sz="quarter" idx="10"/>
          </p:nvPr>
        </p:nvSpPr>
        <p:spPr>
          <a:xfrm>
            <a:off x="6587723" y="1776540"/>
            <a:ext cx="3866350" cy="4005951"/>
          </a:xfrm>
          <a:custGeom>
            <a:avLst/>
            <a:gdLst>
              <a:gd name="connsiteX0" fmla="*/ 0 w 3351005"/>
              <a:gd name="connsiteY0" fmla="*/ 0 h 3471999"/>
              <a:gd name="connsiteX1" fmla="*/ 3351005 w 3351005"/>
              <a:gd name="connsiteY1" fmla="*/ 0 h 3471999"/>
              <a:gd name="connsiteX2" fmla="*/ 3351005 w 3351005"/>
              <a:gd name="connsiteY2" fmla="*/ 3471999 h 3471999"/>
              <a:gd name="connsiteX3" fmla="*/ 0 w 3351005"/>
              <a:gd name="connsiteY3" fmla="*/ 3471999 h 3471999"/>
              <a:gd name="connsiteX0" fmla="*/ 0 w 3351005"/>
              <a:gd name="connsiteY0" fmla="*/ 8699 h 3480698"/>
              <a:gd name="connsiteX1" fmla="*/ 2711495 w 3351005"/>
              <a:gd name="connsiteY1" fmla="*/ 0 h 3480698"/>
              <a:gd name="connsiteX2" fmla="*/ 3351005 w 3351005"/>
              <a:gd name="connsiteY2" fmla="*/ 8699 h 3480698"/>
              <a:gd name="connsiteX3" fmla="*/ 3351005 w 3351005"/>
              <a:gd name="connsiteY3" fmla="*/ 3480698 h 3480698"/>
              <a:gd name="connsiteX4" fmla="*/ 0 w 3351005"/>
              <a:gd name="connsiteY4" fmla="*/ 3480698 h 3480698"/>
              <a:gd name="connsiteX5" fmla="*/ 0 w 3351005"/>
              <a:gd name="connsiteY5" fmla="*/ 8699 h 3480698"/>
              <a:gd name="connsiteX0" fmla="*/ 0 w 3351005"/>
              <a:gd name="connsiteY0" fmla="*/ 8699 h 3480698"/>
              <a:gd name="connsiteX1" fmla="*/ 2711495 w 3351005"/>
              <a:gd name="connsiteY1" fmla="*/ 0 h 3480698"/>
              <a:gd name="connsiteX2" fmla="*/ 3351005 w 3351005"/>
              <a:gd name="connsiteY2" fmla="*/ 8699 h 3480698"/>
              <a:gd name="connsiteX3" fmla="*/ 3347221 w 3351005"/>
              <a:gd name="connsiteY3" fmla="*/ 644434 h 3480698"/>
              <a:gd name="connsiteX4" fmla="*/ 3351005 w 3351005"/>
              <a:gd name="connsiteY4" fmla="*/ 3480698 h 3480698"/>
              <a:gd name="connsiteX5" fmla="*/ 0 w 3351005"/>
              <a:gd name="connsiteY5" fmla="*/ 3480698 h 3480698"/>
              <a:gd name="connsiteX6" fmla="*/ 0 w 3351005"/>
              <a:gd name="connsiteY6" fmla="*/ 8699 h 3480698"/>
              <a:gd name="connsiteX0" fmla="*/ 0 w 3351005"/>
              <a:gd name="connsiteY0" fmla="*/ 0 h 3471999"/>
              <a:gd name="connsiteX1" fmla="*/ 2537324 w 3351005"/>
              <a:gd name="connsiteY1" fmla="*/ 10 h 3471999"/>
              <a:gd name="connsiteX2" fmla="*/ 3351005 w 3351005"/>
              <a:gd name="connsiteY2" fmla="*/ 0 h 3471999"/>
              <a:gd name="connsiteX3" fmla="*/ 3347221 w 3351005"/>
              <a:gd name="connsiteY3" fmla="*/ 635735 h 3471999"/>
              <a:gd name="connsiteX4" fmla="*/ 3351005 w 3351005"/>
              <a:gd name="connsiteY4" fmla="*/ 3471999 h 3471999"/>
              <a:gd name="connsiteX5" fmla="*/ 0 w 3351005"/>
              <a:gd name="connsiteY5" fmla="*/ 3471999 h 3471999"/>
              <a:gd name="connsiteX6" fmla="*/ 0 w 3351005"/>
              <a:gd name="connsiteY6" fmla="*/ 0 h 3471999"/>
              <a:gd name="connsiteX0" fmla="*/ 0 w 3351005"/>
              <a:gd name="connsiteY0" fmla="*/ 0 h 3471999"/>
              <a:gd name="connsiteX1" fmla="*/ 2537324 w 3351005"/>
              <a:gd name="connsiteY1" fmla="*/ 10 h 3471999"/>
              <a:gd name="connsiteX2" fmla="*/ 3351005 w 3351005"/>
              <a:gd name="connsiteY2" fmla="*/ 0 h 3471999"/>
              <a:gd name="connsiteX3" fmla="*/ 3347221 w 3351005"/>
              <a:gd name="connsiteY3" fmla="*/ 940535 h 3471999"/>
              <a:gd name="connsiteX4" fmla="*/ 3351005 w 3351005"/>
              <a:gd name="connsiteY4" fmla="*/ 3471999 h 3471999"/>
              <a:gd name="connsiteX5" fmla="*/ 0 w 3351005"/>
              <a:gd name="connsiteY5" fmla="*/ 3471999 h 3471999"/>
              <a:gd name="connsiteX6" fmla="*/ 0 w 3351005"/>
              <a:gd name="connsiteY6" fmla="*/ 0 h 3471999"/>
              <a:gd name="connsiteX0" fmla="*/ 0 w 3351005"/>
              <a:gd name="connsiteY0" fmla="*/ 0 h 3471999"/>
              <a:gd name="connsiteX1" fmla="*/ 2537324 w 3351005"/>
              <a:gd name="connsiteY1" fmla="*/ 10 h 3471999"/>
              <a:gd name="connsiteX2" fmla="*/ 3347221 w 3351005"/>
              <a:gd name="connsiteY2" fmla="*/ 940535 h 3471999"/>
              <a:gd name="connsiteX3" fmla="*/ 3351005 w 3351005"/>
              <a:gd name="connsiteY3" fmla="*/ 3471999 h 3471999"/>
              <a:gd name="connsiteX4" fmla="*/ 0 w 3351005"/>
              <a:gd name="connsiteY4" fmla="*/ 3471999 h 3471999"/>
              <a:gd name="connsiteX5" fmla="*/ 0 w 3351005"/>
              <a:gd name="connsiteY5" fmla="*/ 0 h 3471999"/>
              <a:gd name="connsiteX0" fmla="*/ 0 w 3351005"/>
              <a:gd name="connsiteY0" fmla="*/ 0 h 3471999"/>
              <a:gd name="connsiteX1" fmla="*/ 2537324 w 3351005"/>
              <a:gd name="connsiteY1" fmla="*/ 10 h 3471999"/>
              <a:gd name="connsiteX2" fmla="*/ 3339674 w 3351005"/>
              <a:gd name="connsiteY2" fmla="*/ 721648 h 3471999"/>
              <a:gd name="connsiteX3" fmla="*/ 3351005 w 3351005"/>
              <a:gd name="connsiteY3" fmla="*/ 3471999 h 3471999"/>
              <a:gd name="connsiteX4" fmla="*/ 0 w 3351005"/>
              <a:gd name="connsiteY4" fmla="*/ 3471999 h 3471999"/>
              <a:gd name="connsiteX5" fmla="*/ 0 w 3351005"/>
              <a:gd name="connsiteY5" fmla="*/ 0 h 347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1005" h="3471999">
                <a:moveTo>
                  <a:pt x="0" y="0"/>
                </a:moveTo>
                <a:lnTo>
                  <a:pt x="2537324" y="10"/>
                </a:lnTo>
                <a:lnTo>
                  <a:pt x="3339674" y="721648"/>
                </a:lnTo>
                <a:cubicBezTo>
                  <a:pt x="3340935" y="1667069"/>
                  <a:pt x="3349744" y="2526578"/>
                  <a:pt x="3351005" y="3471999"/>
                </a:cubicBezTo>
                <a:lnTo>
                  <a:pt x="0" y="3471999"/>
                </a:lnTo>
                <a:lnTo>
                  <a:pt x="0" y="0"/>
                </a:lnTo>
                <a:close/>
              </a:path>
            </a:pathLst>
          </a:custGeom>
          <a:solidFill>
            <a:schemeClr val="accent1">
              <a:lumMod val="20000"/>
              <a:lumOff val="80000"/>
            </a:schemeClr>
          </a:solidFill>
        </p:spPr>
        <p:txBody>
          <a:bodyPr wrap="square">
            <a:noAutofit/>
          </a:bodyPr>
          <a:lstStyle/>
          <a:p>
            <a:endParaRPr lang="en-US"/>
          </a:p>
        </p:txBody>
      </p:sp>
    </p:spTree>
    <p:extLst>
      <p:ext uri="{BB962C8B-B14F-4D97-AF65-F5344CB8AC3E}">
        <p14:creationId xmlns:p14="http://schemas.microsoft.com/office/powerpoint/2010/main" val="178535318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1072C"/>
          </a:solidFill>
        </p:spPr>
        <p:txBody>
          <a:bodyPr wrap="square" lIns="0" tIns="0" rIns="0" bIns="0" rtlCol="0"/>
          <a:lstStyle/>
          <a:p>
            <a:endParaRPr/>
          </a:p>
        </p:txBody>
      </p:sp>
      <p:sp>
        <p:nvSpPr>
          <p:cNvPr id="17" name="bg object 17"/>
          <p:cNvSpPr/>
          <p:nvPr/>
        </p:nvSpPr>
        <p:spPr>
          <a:xfrm>
            <a:off x="208864" y="339483"/>
            <a:ext cx="648335" cy="650875"/>
          </a:xfrm>
          <a:custGeom>
            <a:avLst/>
            <a:gdLst/>
            <a:ahLst/>
            <a:cxnLst/>
            <a:rect l="l" t="t" r="r" b="b"/>
            <a:pathLst>
              <a:path w="648335" h="650875">
                <a:moveTo>
                  <a:pt x="648284" y="650328"/>
                </a:moveTo>
                <a:lnTo>
                  <a:pt x="648246" y="324980"/>
                </a:lnTo>
                <a:lnTo>
                  <a:pt x="644728" y="276948"/>
                </a:lnTo>
                <a:lnTo>
                  <a:pt x="634517" y="231114"/>
                </a:lnTo>
                <a:lnTo>
                  <a:pt x="618121" y="187972"/>
                </a:lnTo>
                <a:lnTo>
                  <a:pt x="596023" y="148018"/>
                </a:lnTo>
                <a:lnTo>
                  <a:pt x="568744" y="111772"/>
                </a:lnTo>
                <a:lnTo>
                  <a:pt x="536765" y="79705"/>
                </a:lnTo>
                <a:lnTo>
                  <a:pt x="500608" y="52349"/>
                </a:lnTo>
                <a:lnTo>
                  <a:pt x="460768" y="30200"/>
                </a:lnTo>
                <a:lnTo>
                  <a:pt x="417741" y="13754"/>
                </a:lnTo>
                <a:lnTo>
                  <a:pt x="372021" y="3517"/>
                </a:lnTo>
                <a:lnTo>
                  <a:pt x="324129" y="0"/>
                </a:lnTo>
                <a:lnTo>
                  <a:pt x="276225" y="3517"/>
                </a:lnTo>
                <a:lnTo>
                  <a:pt x="230517" y="13754"/>
                </a:lnTo>
                <a:lnTo>
                  <a:pt x="187490" y="30200"/>
                </a:lnTo>
                <a:lnTo>
                  <a:pt x="147637" y="52349"/>
                </a:lnTo>
                <a:lnTo>
                  <a:pt x="111480" y="79705"/>
                </a:lnTo>
                <a:lnTo>
                  <a:pt x="79502" y="111760"/>
                </a:lnTo>
                <a:lnTo>
                  <a:pt x="52222" y="148018"/>
                </a:lnTo>
                <a:lnTo>
                  <a:pt x="30124" y="187960"/>
                </a:lnTo>
                <a:lnTo>
                  <a:pt x="13728" y="231114"/>
                </a:lnTo>
                <a:lnTo>
                  <a:pt x="3517" y="276948"/>
                </a:lnTo>
                <a:lnTo>
                  <a:pt x="0" y="324967"/>
                </a:lnTo>
                <a:lnTo>
                  <a:pt x="3517" y="372986"/>
                </a:lnTo>
                <a:lnTo>
                  <a:pt x="13728" y="418820"/>
                </a:lnTo>
                <a:lnTo>
                  <a:pt x="30124" y="461975"/>
                </a:lnTo>
                <a:lnTo>
                  <a:pt x="52222" y="501929"/>
                </a:lnTo>
                <a:lnTo>
                  <a:pt x="79502" y="538175"/>
                </a:lnTo>
                <a:lnTo>
                  <a:pt x="111467" y="570242"/>
                </a:lnTo>
                <a:lnTo>
                  <a:pt x="147624" y="597598"/>
                </a:lnTo>
                <a:lnTo>
                  <a:pt x="187477" y="619747"/>
                </a:lnTo>
                <a:lnTo>
                  <a:pt x="230505" y="636193"/>
                </a:lnTo>
                <a:lnTo>
                  <a:pt x="276212" y="646430"/>
                </a:lnTo>
                <a:lnTo>
                  <a:pt x="322021" y="649808"/>
                </a:lnTo>
                <a:lnTo>
                  <a:pt x="323659" y="649935"/>
                </a:lnTo>
                <a:lnTo>
                  <a:pt x="324116" y="649960"/>
                </a:lnTo>
                <a:lnTo>
                  <a:pt x="467169" y="650328"/>
                </a:lnTo>
                <a:lnTo>
                  <a:pt x="467169" y="522300"/>
                </a:lnTo>
                <a:lnTo>
                  <a:pt x="321233" y="522300"/>
                </a:lnTo>
                <a:lnTo>
                  <a:pt x="278879" y="517398"/>
                </a:lnTo>
                <a:lnTo>
                  <a:pt x="237375" y="502513"/>
                </a:lnTo>
                <a:lnTo>
                  <a:pt x="200774" y="479171"/>
                </a:lnTo>
                <a:lnTo>
                  <a:pt x="170243" y="448551"/>
                </a:lnTo>
                <a:lnTo>
                  <a:pt x="146964" y="411835"/>
                </a:lnTo>
                <a:lnTo>
                  <a:pt x="132143" y="370217"/>
                </a:lnTo>
                <a:lnTo>
                  <a:pt x="126936" y="324891"/>
                </a:lnTo>
                <a:lnTo>
                  <a:pt x="132156" y="279552"/>
                </a:lnTo>
                <a:lnTo>
                  <a:pt x="147002" y="237947"/>
                </a:lnTo>
                <a:lnTo>
                  <a:pt x="170281" y="201244"/>
                </a:lnTo>
                <a:lnTo>
                  <a:pt x="200825" y="170637"/>
                </a:lnTo>
                <a:lnTo>
                  <a:pt x="237439" y="147307"/>
                </a:lnTo>
                <a:lnTo>
                  <a:pt x="278955" y="132448"/>
                </a:lnTo>
                <a:lnTo>
                  <a:pt x="324167" y="127228"/>
                </a:lnTo>
                <a:lnTo>
                  <a:pt x="369366" y="132461"/>
                </a:lnTo>
                <a:lnTo>
                  <a:pt x="410870" y="147332"/>
                </a:lnTo>
                <a:lnTo>
                  <a:pt x="447471" y="170688"/>
                </a:lnTo>
                <a:lnTo>
                  <a:pt x="478002" y="201307"/>
                </a:lnTo>
                <a:lnTo>
                  <a:pt x="501269" y="238023"/>
                </a:lnTo>
                <a:lnTo>
                  <a:pt x="516102" y="279628"/>
                </a:lnTo>
                <a:lnTo>
                  <a:pt x="521296" y="324967"/>
                </a:lnTo>
                <a:lnTo>
                  <a:pt x="521296" y="650328"/>
                </a:lnTo>
                <a:lnTo>
                  <a:pt x="648284" y="650328"/>
                </a:lnTo>
                <a:close/>
              </a:path>
            </a:pathLst>
          </a:custGeom>
          <a:solidFill>
            <a:srgbClr val="91B84B"/>
          </a:solidFill>
        </p:spPr>
        <p:txBody>
          <a:bodyPr wrap="square" lIns="0" tIns="0" rIns="0" bIns="0" rtlCol="0"/>
          <a:lstStyle/>
          <a:p>
            <a:endParaRPr/>
          </a:p>
        </p:txBody>
      </p:sp>
      <p:sp>
        <p:nvSpPr>
          <p:cNvPr id="18" name="bg object 18"/>
          <p:cNvSpPr/>
          <p:nvPr/>
        </p:nvSpPr>
        <p:spPr>
          <a:xfrm>
            <a:off x="4295775" y="1628775"/>
            <a:ext cx="3600450" cy="3600450"/>
          </a:xfrm>
          <a:custGeom>
            <a:avLst/>
            <a:gdLst/>
            <a:ahLst/>
            <a:cxnLst/>
            <a:rect l="l" t="t" r="r" b="b"/>
            <a:pathLst>
              <a:path w="3600450" h="3600450">
                <a:moveTo>
                  <a:pt x="1800225" y="0"/>
                </a:moveTo>
                <a:lnTo>
                  <a:pt x="1752264" y="626"/>
                </a:lnTo>
                <a:lnTo>
                  <a:pt x="1704612" y="2495"/>
                </a:lnTo>
                <a:lnTo>
                  <a:pt x="1657286" y="5590"/>
                </a:lnTo>
                <a:lnTo>
                  <a:pt x="1610300" y="9897"/>
                </a:lnTo>
                <a:lnTo>
                  <a:pt x="1563671" y="15400"/>
                </a:lnTo>
                <a:lnTo>
                  <a:pt x="1517413" y="22083"/>
                </a:lnTo>
                <a:lnTo>
                  <a:pt x="1471542" y="29931"/>
                </a:lnTo>
                <a:lnTo>
                  <a:pt x="1426075" y="38928"/>
                </a:lnTo>
                <a:lnTo>
                  <a:pt x="1381025" y="49058"/>
                </a:lnTo>
                <a:lnTo>
                  <a:pt x="1336410" y="60307"/>
                </a:lnTo>
                <a:lnTo>
                  <a:pt x="1292244" y="72658"/>
                </a:lnTo>
                <a:lnTo>
                  <a:pt x="1248543" y="86096"/>
                </a:lnTo>
                <a:lnTo>
                  <a:pt x="1205323" y="100605"/>
                </a:lnTo>
                <a:lnTo>
                  <a:pt x="1162598" y="116170"/>
                </a:lnTo>
                <a:lnTo>
                  <a:pt x="1120386" y="132776"/>
                </a:lnTo>
                <a:lnTo>
                  <a:pt x="1078700" y="150406"/>
                </a:lnTo>
                <a:lnTo>
                  <a:pt x="1037558" y="169045"/>
                </a:lnTo>
                <a:lnTo>
                  <a:pt x="996973" y="188678"/>
                </a:lnTo>
                <a:lnTo>
                  <a:pt x="956963" y="209289"/>
                </a:lnTo>
                <a:lnTo>
                  <a:pt x="917542" y="230863"/>
                </a:lnTo>
                <a:lnTo>
                  <a:pt x="878725" y="253384"/>
                </a:lnTo>
                <a:lnTo>
                  <a:pt x="840530" y="276836"/>
                </a:lnTo>
                <a:lnTo>
                  <a:pt x="802970" y="301204"/>
                </a:lnTo>
                <a:lnTo>
                  <a:pt x="766062" y="326473"/>
                </a:lnTo>
                <a:lnTo>
                  <a:pt x="729821" y="352626"/>
                </a:lnTo>
                <a:lnTo>
                  <a:pt x="694263" y="379648"/>
                </a:lnTo>
                <a:lnTo>
                  <a:pt x="659403" y="407525"/>
                </a:lnTo>
                <a:lnTo>
                  <a:pt x="625256" y="436239"/>
                </a:lnTo>
                <a:lnTo>
                  <a:pt x="591840" y="465776"/>
                </a:lnTo>
                <a:lnTo>
                  <a:pt x="559167" y="496120"/>
                </a:lnTo>
                <a:lnTo>
                  <a:pt x="527256" y="527256"/>
                </a:lnTo>
                <a:lnTo>
                  <a:pt x="496120" y="559167"/>
                </a:lnTo>
                <a:lnTo>
                  <a:pt x="465776" y="591840"/>
                </a:lnTo>
                <a:lnTo>
                  <a:pt x="436239" y="625256"/>
                </a:lnTo>
                <a:lnTo>
                  <a:pt x="407525" y="659403"/>
                </a:lnTo>
                <a:lnTo>
                  <a:pt x="379648" y="694263"/>
                </a:lnTo>
                <a:lnTo>
                  <a:pt x="352626" y="729821"/>
                </a:lnTo>
                <a:lnTo>
                  <a:pt x="326473" y="766062"/>
                </a:lnTo>
                <a:lnTo>
                  <a:pt x="301204" y="802970"/>
                </a:lnTo>
                <a:lnTo>
                  <a:pt x="276836" y="840530"/>
                </a:lnTo>
                <a:lnTo>
                  <a:pt x="253384" y="878725"/>
                </a:lnTo>
                <a:lnTo>
                  <a:pt x="230863" y="917542"/>
                </a:lnTo>
                <a:lnTo>
                  <a:pt x="209289" y="956963"/>
                </a:lnTo>
                <a:lnTo>
                  <a:pt x="188678" y="996973"/>
                </a:lnTo>
                <a:lnTo>
                  <a:pt x="169045" y="1037558"/>
                </a:lnTo>
                <a:lnTo>
                  <a:pt x="150406" y="1078700"/>
                </a:lnTo>
                <a:lnTo>
                  <a:pt x="132776" y="1120386"/>
                </a:lnTo>
                <a:lnTo>
                  <a:pt x="116170" y="1162598"/>
                </a:lnTo>
                <a:lnTo>
                  <a:pt x="100605" y="1205323"/>
                </a:lnTo>
                <a:lnTo>
                  <a:pt x="86096" y="1248543"/>
                </a:lnTo>
                <a:lnTo>
                  <a:pt x="72658" y="1292244"/>
                </a:lnTo>
                <a:lnTo>
                  <a:pt x="60307" y="1336410"/>
                </a:lnTo>
                <a:lnTo>
                  <a:pt x="49058" y="1381025"/>
                </a:lnTo>
                <a:lnTo>
                  <a:pt x="38928" y="1426075"/>
                </a:lnTo>
                <a:lnTo>
                  <a:pt x="29931" y="1471542"/>
                </a:lnTo>
                <a:lnTo>
                  <a:pt x="22083" y="1517413"/>
                </a:lnTo>
                <a:lnTo>
                  <a:pt x="15400" y="1563671"/>
                </a:lnTo>
                <a:lnTo>
                  <a:pt x="9897" y="1610300"/>
                </a:lnTo>
                <a:lnTo>
                  <a:pt x="5590" y="1657286"/>
                </a:lnTo>
                <a:lnTo>
                  <a:pt x="2495" y="1704612"/>
                </a:lnTo>
                <a:lnTo>
                  <a:pt x="626" y="1752264"/>
                </a:lnTo>
                <a:lnTo>
                  <a:pt x="0" y="1800225"/>
                </a:lnTo>
                <a:lnTo>
                  <a:pt x="626" y="1848185"/>
                </a:lnTo>
                <a:lnTo>
                  <a:pt x="2495" y="1895837"/>
                </a:lnTo>
                <a:lnTo>
                  <a:pt x="5590" y="1943163"/>
                </a:lnTo>
                <a:lnTo>
                  <a:pt x="9897" y="1990149"/>
                </a:lnTo>
                <a:lnTo>
                  <a:pt x="15400" y="2036778"/>
                </a:lnTo>
                <a:lnTo>
                  <a:pt x="22083" y="2083036"/>
                </a:lnTo>
                <a:lnTo>
                  <a:pt x="29931" y="2128907"/>
                </a:lnTo>
                <a:lnTo>
                  <a:pt x="38928" y="2174374"/>
                </a:lnTo>
                <a:lnTo>
                  <a:pt x="49058" y="2219424"/>
                </a:lnTo>
                <a:lnTo>
                  <a:pt x="60307" y="2264039"/>
                </a:lnTo>
                <a:lnTo>
                  <a:pt x="72658" y="2308205"/>
                </a:lnTo>
                <a:lnTo>
                  <a:pt x="86096" y="2351906"/>
                </a:lnTo>
                <a:lnTo>
                  <a:pt x="100605" y="2395126"/>
                </a:lnTo>
                <a:lnTo>
                  <a:pt x="116170" y="2437851"/>
                </a:lnTo>
                <a:lnTo>
                  <a:pt x="132776" y="2480063"/>
                </a:lnTo>
                <a:lnTo>
                  <a:pt x="150406" y="2521749"/>
                </a:lnTo>
                <a:lnTo>
                  <a:pt x="169045" y="2562891"/>
                </a:lnTo>
                <a:lnTo>
                  <a:pt x="188678" y="2603476"/>
                </a:lnTo>
                <a:lnTo>
                  <a:pt x="209289" y="2643486"/>
                </a:lnTo>
                <a:lnTo>
                  <a:pt x="230863" y="2682907"/>
                </a:lnTo>
                <a:lnTo>
                  <a:pt x="253384" y="2721724"/>
                </a:lnTo>
                <a:lnTo>
                  <a:pt x="276836" y="2759919"/>
                </a:lnTo>
                <a:lnTo>
                  <a:pt x="301204" y="2797479"/>
                </a:lnTo>
                <a:lnTo>
                  <a:pt x="326473" y="2834387"/>
                </a:lnTo>
                <a:lnTo>
                  <a:pt x="352626" y="2870628"/>
                </a:lnTo>
                <a:lnTo>
                  <a:pt x="379648" y="2906186"/>
                </a:lnTo>
                <a:lnTo>
                  <a:pt x="407525" y="2941046"/>
                </a:lnTo>
                <a:lnTo>
                  <a:pt x="436239" y="2975193"/>
                </a:lnTo>
                <a:lnTo>
                  <a:pt x="465776" y="3008609"/>
                </a:lnTo>
                <a:lnTo>
                  <a:pt x="496120" y="3041282"/>
                </a:lnTo>
                <a:lnTo>
                  <a:pt x="527256" y="3073193"/>
                </a:lnTo>
                <a:lnTo>
                  <a:pt x="559167" y="3104329"/>
                </a:lnTo>
                <a:lnTo>
                  <a:pt x="591840" y="3134673"/>
                </a:lnTo>
                <a:lnTo>
                  <a:pt x="625256" y="3164210"/>
                </a:lnTo>
                <a:lnTo>
                  <a:pt x="659403" y="3192924"/>
                </a:lnTo>
                <a:lnTo>
                  <a:pt x="694263" y="3220801"/>
                </a:lnTo>
                <a:lnTo>
                  <a:pt x="729821" y="3247823"/>
                </a:lnTo>
                <a:lnTo>
                  <a:pt x="766062" y="3273976"/>
                </a:lnTo>
                <a:lnTo>
                  <a:pt x="802970" y="3299245"/>
                </a:lnTo>
                <a:lnTo>
                  <a:pt x="840530" y="3323613"/>
                </a:lnTo>
                <a:lnTo>
                  <a:pt x="878725" y="3347065"/>
                </a:lnTo>
                <a:lnTo>
                  <a:pt x="917542" y="3369586"/>
                </a:lnTo>
                <a:lnTo>
                  <a:pt x="956963" y="3391160"/>
                </a:lnTo>
                <a:lnTo>
                  <a:pt x="996973" y="3411771"/>
                </a:lnTo>
                <a:lnTo>
                  <a:pt x="1037558" y="3431404"/>
                </a:lnTo>
                <a:lnTo>
                  <a:pt x="1078700" y="3450043"/>
                </a:lnTo>
                <a:lnTo>
                  <a:pt x="1120386" y="3467673"/>
                </a:lnTo>
                <a:lnTo>
                  <a:pt x="1162598" y="3484279"/>
                </a:lnTo>
                <a:lnTo>
                  <a:pt x="1205323" y="3499844"/>
                </a:lnTo>
                <a:lnTo>
                  <a:pt x="1248543" y="3514353"/>
                </a:lnTo>
                <a:lnTo>
                  <a:pt x="1292244" y="3527791"/>
                </a:lnTo>
                <a:lnTo>
                  <a:pt x="1336410" y="3540142"/>
                </a:lnTo>
                <a:lnTo>
                  <a:pt x="1381025" y="3551391"/>
                </a:lnTo>
                <a:lnTo>
                  <a:pt x="1426075" y="3561521"/>
                </a:lnTo>
                <a:lnTo>
                  <a:pt x="1471542" y="3570518"/>
                </a:lnTo>
                <a:lnTo>
                  <a:pt x="1517413" y="3578366"/>
                </a:lnTo>
                <a:lnTo>
                  <a:pt x="1563671" y="3585049"/>
                </a:lnTo>
                <a:lnTo>
                  <a:pt x="1610300" y="3590552"/>
                </a:lnTo>
                <a:lnTo>
                  <a:pt x="1657286" y="3594859"/>
                </a:lnTo>
                <a:lnTo>
                  <a:pt x="1704612" y="3597954"/>
                </a:lnTo>
                <a:lnTo>
                  <a:pt x="1752264" y="3599823"/>
                </a:lnTo>
                <a:lnTo>
                  <a:pt x="1800225" y="3600450"/>
                </a:lnTo>
                <a:lnTo>
                  <a:pt x="1848185" y="3599823"/>
                </a:lnTo>
                <a:lnTo>
                  <a:pt x="1895837" y="3597954"/>
                </a:lnTo>
                <a:lnTo>
                  <a:pt x="1943163" y="3594859"/>
                </a:lnTo>
                <a:lnTo>
                  <a:pt x="1990149" y="3590552"/>
                </a:lnTo>
                <a:lnTo>
                  <a:pt x="2036778" y="3585049"/>
                </a:lnTo>
                <a:lnTo>
                  <a:pt x="2083036" y="3578366"/>
                </a:lnTo>
                <a:lnTo>
                  <a:pt x="2128907" y="3570518"/>
                </a:lnTo>
                <a:lnTo>
                  <a:pt x="2174374" y="3561521"/>
                </a:lnTo>
                <a:lnTo>
                  <a:pt x="2219424" y="3551391"/>
                </a:lnTo>
                <a:lnTo>
                  <a:pt x="2264039" y="3540142"/>
                </a:lnTo>
                <a:lnTo>
                  <a:pt x="2308205" y="3527791"/>
                </a:lnTo>
                <a:lnTo>
                  <a:pt x="2351906" y="3514353"/>
                </a:lnTo>
                <a:lnTo>
                  <a:pt x="2395126" y="3499844"/>
                </a:lnTo>
                <a:lnTo>
                  <a:pt x="2437851" y="3484279"/>
                </a:lnTo>
                <a:lnTo>
                  <a:pt x="2480063" y="3467673"/>
                </a:lnTo>
                <a:lnTo>
                  <a:pt x="2521749" y="3450043"/>
                </a:lnTo>
                <a:lnTo>
                  <a:pt x="2562891" y="3431404"/>
                </a:lnTo>
                <a:lnTo>
                  <a:pt x="2603476" y="3411771"/>
                </a:lnTo>
                <a:lnTo>
                  <a:pt x="2643486" y="3391160"/>
                </a:lnTo>
                <a:lnTo>
                  <a:pt x="2682907" y="3369586"/>
                </a:lnTo>
                <a:lnTo>
                  <a:pt x="2721724" y="3347065"/>
                </a:lnTo>
                <a:lnTo>
                  <a:pt x="2759919" y="3323613"/>
                </a:lnTo>
                <a:lnTo>
                  <a:pt x="2797479" y="3299245"/>
                </a:lnTo>
                <a:lnTo>
                  <a:pt x="2834387" y="3273976"/>
                </a:lnTo>
                <a:lnTo>
                  <a:pt x="2870628" y="3247823"/>
                </a:lnTo>
                <a:lnTo>
                  <a:pt x="2906186" y="3220801"/>
                </a:lnTo>
                <a:lnTo>
                  <a:pt x="2941046" y="3192924"/>
                </a:lnTo>
                <a:lnTo>
                  <a:pt x="2975193" y="3164210"/>
                </a:lnTo>
                <a:lnTo>
                  <a:pt x="3008609" y="3134673"/>
                </a:lnTo>
                <a:lnTo>
                  <a:pt x="3041282" y="3104329"/>
                </a:lnTo>
                <a:lnTo>
                  <a:pt x="3073193" y="3073193"/>
                </a:lnTo>
                <a:lnTo>
                  <a:pt x="3104329" y="3041282"/>
                </a:lnTo>
                <a:lnTo>
                  <a:pt x="3134673" y="3008609"/>
                </a:lnTo>
                <a:lnTo>
                  <a:pt x="3164210" y="2975193"/>
                </a:lnTo>
                <a:lnTo>
                  <a:pt x="3192924" y="2941046"/>
                </a:lnTo>
                <a:lnTo>
                  <a:pt x="3220801" y="2906186"/>
                </a:lnTo>
                <a:lnTo>
                  <a:pt x="3247823" y="2870628"/>
                </a:lnTo>
                <a:lnTo>
                  <a:pt x="3273976" y="2834387"/>
                </a:lnTo>
                <a:lnTo>
                  <a:pt x="3299245" y="2797479"/>
                </a:lnTo>
                <a:lnTo>
                  <a:pt x="3323613" y="2759919"/>
                </a:lnTo>
                <a:lnTo>
                  <a:pt x="3347065" y="2721724"/>
                </a:lnTo>
                <a:lnTo>
                  <a:pt x="3369586" y="2682907"/>
                </a:lnTo>
                <a:lnTo>
                  <a:pt x="3391160" y="2643486"/>
                </a:lnTo>
                <a:lnTo>
                  <a:pt x="3411771" y="2603476"/>
                </a:lnTo>
                <a:lnTo>
                  <a:pt x="3431404" y="2562891"/>
                </a:lnTo>
                <a:lnTo>
                  <a:pt x="3450043" y="2521749"/>
                </a:lnTo>
                <a:lnTo>
                  <a:pt x="3467673" y="2480063"/>
                </a:lnTo>
                <a:lnTo>
                  <a:pt x="3484279" y="2437851"/>
                </a:lnTo>
                <a:lnTo>
                  <a:pt x="3499844" y="2395126"/>
                </a:lnTo>
                <a:lnTo>
                  <a:pt x="3514353" y="2351906"/>
                </a:lnTo>
                <a:lnTo>
                  <a:pt x="3527791" y="2308205"/>
                </a:lnTo>
                <a:lnTo>
                  <a:pt x="3540142" y="2264039"/>
                </a:lnTo>
                <a:lnTo>
                  <a:pt x="3551391" y="2219424"/>
                </a:lnTo>
                <a:lnTo>
                  <a:pt x="3561521" y="2174374"/>
                </a:lnTo>
                <a:lnTo>
                  <a:pt x="3570518" y="2128907"/>
                </a:lnTo>
                <a:lnTo>
                  <a:pt x="3578366" y="2083036"/>
                </a:lnTo>
                <a:lnTo>
                  <a:pt x="3585049" y="2036778"/>
                </a:lnTo>
                <a:lnTo>
                  <a:pt x="3590552" y="1990149"/>
                </a:lnTo>
                <a:lnTo>
                  <a:pt x="3594859" y="1943163"/>
                </a:lnTo>
                <a:lnTo>
                  <a:pt x="3597954" y="1895837"/>
                </a:lnTo>
                <a:lnTo>
                  <a:pt x="3599823" y="1848185"/>
                </a:lnTo>
                <a:lnTo>
                  <a:pt x="3600450" y="1800225"/>
                </a:lnTo>
                <a:lnTo>
                  <a:pt x="3599823" y="1752264"/>
                </a:lnTo>
                <a:lnTo>
                  <a:pt x="3597954" y="1704612"/>
                </a:lnTo>
                <a:lnTo>
                  <a:pt x="3594859" y="1657286"/>
                </a:lnTo>
                <a:lnTo>
                  <a:pt x="3590552" y="1610300"/>
                </a:lnTo>
                <a:lnTo>
                  <a:pt x="3585049" y="1563671"/>
                </a:lnTo>
                <a:lnTo>
                  <a:pt x="3578366" y="1517413"/>
                </a:lnTo>
                <a:lnTo>
                  <a:pt x="3570518" y="1471542"/>
                </a:lnTo>
                <a:lnTo>
                  <a:pt x="3561521" y="1426075"/>
                </a:lnTo>
                <a:lnTo>
                  <a:pt x="3551391" y="1381025"/>
                </a:lnTo>
                <a:lnTo>
                  <a:pt x="3540142" y="1336410"/>
                </a:lnTo>
                <a:lnTo>
                  <a:pt x="3527791" y="1292244"/>
                </a:lnTo>
                <a:lnTo>
                  <a:pt x="3514353" y="1248543"/>
                </a:lnTo>
                <a:lnTo>
                  <a:pt x="3499844" y="1205323"/>
                </a:lnTo>
                <a:lnTo>
                  <a:pt x="3484279" y="1162598"/>
                </a:lnTo>
                <a:lnTo>
                  <a:pt x="3467673" y="1120386"/>
                </a:lnTo>
                <a:lnTo>
                  <a:pt x="3450043" y="1078700"/>
                </a:lnTo>
                <a:lnTo>
                  <a:pt x="3431404" y="1037558"/>
                </a:lnTo>
                <a:lnTo>
                  <a:pt x="3411771" y="996973"/>
                </a:lnTo>
                <a:lnTo>
                  <a:pt x="3391160" y="956963"/>
                </a:lnTo>
                <a:lnTo>
                  <a:pt x="3369586" y="917542"/>
                </a:lnTo>
                <a:lnTo>
                  <a:pt x="3347065" y="878725"/>
                </a:lnTo>
                <a:lnTo>
                  <a:pt x="3323613" y="840530"/>
                </a:lnTo>
                <a:lnTo>
                  <a:pt x="3299245" y="802970"/>
                </a:lnTo>
                <a:lnTo>
                  <a:pt x="3273976" y="766062"/>
                </a:lnTo>
                <a:lnTo>
                  <a:pt x="3247823" y="729821"/>
                </a:lnTo>
                <a:lnTo>
                  <a:pt x="3220801" y="694263"/>
                </a:lnTo>
                <a:lnTo>
                  <a:pt x="3192924" y="659403"/>
                </a:lnTo>
                <a:lnTo>
                  <a:pt x="3164210" y="625256"/>
                </a:lnTo>
                <a:lnTo>
                  <a:pt x="3134673" y="591840"/>
                </a:lnTo>
                <a:lnTo>
                  <a:pt x="3104329" y="559167"/>
                </a:lnTo>
                <a:lnTo>
                  <a:pt x="3073193" y="527256"/>
                </a:lnTo>
                <a:lnTo>
                  <a:pt x="3041282" y="496120"/>
                </a:lnTo>
                <a:lnTo>
                  <a:pt x="3008609" y="465776"/>
                </a:lnTo>
                <a:lnTo>
                  <a:pt x="2975193" y="436239"/>
                </a:lnTo>
                <a:lnTo>
                  <a:pt x="2941046" y="407525"/>
                </a:lnTo>
                <a:lnTo>
                  <a:pt x="2906186" y="379648"/>
                </a:lnTo>
                <a:lnTo>
                  <a:pt x="2870628" y="352626"/>
                </a:lnTo>
                <a:lnTo>
                  <a:pt x="2834387" y="326473"/>
                </a:lnTo>
                <a:lnTo>
                  <a:pt x="2797479" y="301204"/>
                </a:lnTo>
                <a:lnTo>
                  <a:pt x="2759919" y="276836"/>
                </a:lnTo>
                <a:lnTo>
                  <a:pt x="2721724" y="253384"/>
                </a:lnTo>
                <a:lnTo>
                  <a:pt x="2682907" y="230863"/>
                </a:lnTo>
                <a:lnTo>
                  <a:pt x="2643486" y="209289"/>
                </a:lnTo>
                <a:lnTo>
                  <a:pt x="2603476" y="188678"/>
                </a:lnTo>
                <a:lnTo>
                  <a:pt x="2562891" y="169045"/>
                </a:lnTo>
                <a:lnTo>
                  <a:pt x="2521749" y="150406"/>
                </a:lnTo>
                <a:lnTo>
                  <a:pt x="2480063" y="132776"/>
                </a:lnTo>
                <a:lnTo>
                  <a:pt x="2437851" y="116170"/>
                </a:lnTo>
                <a:lnTo>
                  <a:pt x="2395126" y="100605"/>
                </a:lnTo>
                <a:lnTo>
                  <a:pt x="2351906" y="86096"/>
                </a:lnTo>
                <a:lnTo>
                  <a:pt x="2308205" y="72658"/>
                </a:lnTo>
                <a:lnTo>
                  <a:pt x="2264039" y="60307"/>
                </a:lnTo>
                <a:lnTo>
                  <a:pt x="2219424" y="49058"/>
                </a:lnTo>
                <a:lnTo>
                  <a:pt x="2174374" y="38928"/>
                </a:lnTo>
                <a:lnTo>
                  <a:pt x="2128907" y="29931"/>
                </a:lnTo>
                <a:lnTo>
                  <a:pt x="2083036" y="22083"/>
                </a:lnTo>
                <a:lnTo>
                  <a:pt x="2036778" y="15400"/>
                </a:lnTo>
                <a:lnTo>
                  <a:pt x="1990149" y="9897"/>
                </a:lnTo>
                <a:lnTo>
                  <a:pt x="1943163" y="5590"/>
                </a:lnTo>
                <a:lnTo>
                  <a:pt x="1895837" y="2495"/>
                </a:lnTo>
                <a:lnTo>
                  <a:pt x="1848185" y="626"/>
                </a:lnTo>
                <a:lnTo>
                  <a:pt x="1800225" y="0"/>
                </a:lnTo>
                <a:close/>
              </a:path>
            </a:pathLst>
          </a:custGeom>
          <a:solidFill>
            <a:srgbClr val="004B49"/>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000" b="1" i="0">
                <a:solidFill>
                  <a:srgbClr val="FDFFF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4/3/2025</a:t>
            </a:fld>
            <a:endParaRPr lang="en-US"/>
          </a:p>
        </p:txBody>
      </p:sp>
      <p:sp>
        <p:nvSpPr>
          <p:cNvPr id="5" name="Holder 5"/>
          <p:cNvSpPr>
            <a:spLocks noGrp="1"/>
          </p:cNvSpPr>
          <p:nvPr>
            <p:ph type="sldNum" sz="quarter" idx="7"/>
          </p:nvPr>
        </p:nvSpPr>
        <p:spPr/>
        <p:txBody>
          <a:bodyPr lIns="0" tIns="0" rIns="0" bIns="0"/>
          <a:lstStyle>
            <a:lvl1pPr>
              <a:defRPr sz="1200" b="0" i="0">
                <a:solidFill>
                  <a:srgbClr val="7E7E7E"/>
                </a:solidFill>
                <a:latin typeface="Arial"/>
                <a:cs typeface="Arial"/>
              </a:defRPr>
            </a:lvl1pPr>
          </a:lstStyle>
          <a:p>
            <a:pPr marL="38100">
              <a:lnSpc>
                <a:spcPts val="1425"/>
              </a:lnSpc>
            </a:pPr>
            <a:fld id="{81D60167-4931-47E6-BA6A-407CBD079E47}" type="slidenum">
              <a:rPr spc="-50" dirty="0"/>
              <a:t>‹#›</a:t>
            </a:fld>
            <a:endParaRPr spc="-50"/>
          </a:p>
        </p:txBody>
      </p:sp>
    </p:spTree>
    <p:extLst>
      <p:ext uri="{BB962C8B-B14F-4D97-AF65-F5344CB8AC3E}">
        <p14:creationId xmlns:p14="http://schemas.microsoft.com/office/powerpoint/2010/main" val="314287052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4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417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3" Type="http://schemas.openxmlformats.org/officeDocument/2006/relationships/slideLayout" Target="../slideLayouts/slideLayout6.xml"/><Relationship Id="rId21" Type="http://schemas.openxmlformats.org/officeDocument/2006/relationships/image" Target="../media/image2.emf"/><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19"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image" Target="../media/image1.png"/><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theme" Target="../theme/theme3.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image" Target="../media/image2.emf"/></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slideLayout" Target="../slideLayouts/slideLayout84.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42" Type="http://schemas.openxmlformats.org/officeDocument/2006/relationships/slideLayout" Target="../slideLayouts/slideLayout87.xml"/><Relationship Id="rId47" Type="http://schemas.openxmlformats.org/officeDocument/2006/relationships/slideLayout" Target="../slideLayouts/slideLayout92.xml"/><Relationship Id="rId50" Type="http://schemas.openxmlformats.org/officeDocument/2006/relationships/theme" Target="../theme/theme4.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9" Type="http://schemas.openxmlformats.org/officeDocument/2006/relationships/slideLayout" Target="../slideLayouts/slideLayout74.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slideLayout" Target="../slideLayouts/slideLayout85.xml"/><Relationship Id="rId45" Type="http://schemas.openxmlformats.org/officeDocument/2006/relationships/slideLayout" Target="../slideLayouts/slideLayout90.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49" Type="http://schemas.openxmlformats.org/officeDocument/2006/relationships/slideLayout" Target="../slideLayouts/slideLayout94.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4" Type="http://schemas.openxmlformats.org/officeDocument/2006/relationships/slideLayout" Target="../slideLayouts/slideLayout89.xml"/><Relationship Id="rId52" Type="http://schemas.openxmlformats.org/officeDocument/2006/relationships/image" Target="../media/image17.svg"/><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43" Type="http://schemas.openxmlformats.org/officeDocument/2006/relationships/slideLayout" Target="../slideLayouts/slideLayout88.xml"/><Relationship Id="rId48" Type="http://schemas.openxmlformats.org/officeDocument/2006/relationships/slideLayout" Target="../slideLayouts/slideLayout93.xml"/><Relationship Id="rId8" Type="http://schemas.openxmlformats.org/officeDocument/2006/relationships/slideLayout" Target="../slideLayouts/slideLayout53.xml"/><Relationship Id="rId51" Type="http://schemas.openxmlformats.org/officeDocument/2006/relationships/image" Target="../media/image16.png"/><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 Id="rId46" Type="http://schemas.openxmlformats.org/officeDocument/2006/relationships/slideLayout" Target="../slideLayouts/slideLayout91.xml"/><Relationship Id="rId20" Type="http://schemas.openxmlformats.org/officeDocument/2006/relationships/slideLayout" Target="../slideLayouts/slideLayout65.xml"/><Relationship Id="rId41" Type="http://schemas.openxmlformats.org/officeDocument/2006/relationships/slideLayout" Target="../slideLayouts/slideLayout86.xml"/><Relationship Id="rId1" Type="http://schemas.openxmlformats.org/officeDocument/2006/relationships/slideLayout" Target="../slideLayouts/slideLayout46.xml"/><Relationship Id="rId6"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3" Type="http://schemas.openxmlformats.org/officeDocument/2006/relationships/slideLayout" Target="../slideLayouts/slideLayout97.xml"/><Relationship Id="rId21" Type="http://schemas.openxmlformats.org/officeDocument/2006/relationships/theme" Target="../theme/theme5.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0" Type="http://schemas.openxmlformats.org/officeDocument/2006/relationships/slideLayout" Target="../slideLayouts/slideLayout114.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23" Type="http://schemas.openxmlformats.org/officeDocument/2006/relationships/image" Target="../media/image29.svg"/><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 Id="rId22" Type="http://schemas.openxmlformats.org/officeDocument/2006/relationships/image" Target="../media/image28.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2.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image" Target="../media/image29.svg"/><Relationship Id="rId5" Type="http://schemas.openxmlformats.org/officeDocument/2006/relationships/slideLayout" Target="../slideLayouts/slideLayout119.xml"/><Relationship Id="rId10" Type="http://schemas.openxmlformats.org/officeDocument/2006/relationships/image" Target="../media/image28.png"/><Relationship Id="rId4" Type="http://schemas.openxmlformats.org/officeDocument/2006/relationships/slideLayout" Target="../slideLayouts/slideLayout118.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slideLayout" Target="../slideLayouts/slideLayout135.xml"/><Relationship Id="rId18" Type="http://schemas.openxmlformats.org/officeDocument/2006/relationships/slideLayout" Target="../slideLayouts/slideLayout140.xml"/><Relationship Id="rId3" Type="http://schemas.openxmlformats.org/officeDocument/2006/relationships/slideLayout" Target="../slideLayouts/slideLayout125.xml"/><Relationship Id="rId21" Type="http://schemas.openxmlformats.org/officeDocument/2006/relationships/theme" Target="../theme/theme7.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17" Type="http://schemas.openxmlformats.org/officeDocument/2006/relationships/slideLayout" Target="../slideLayouts/slideLayout139.xml"/><Relationship Id="rId2" Type="http://schemas.openxmlformats.org/officeDocument/2006/relationships/slideLayout" Target="../slideLayouts/slideLayout124.xml"/><Relationship Id="rId16" Type="http://schemas.openxmlformats.org/officeDocument/2006/relationships/slideLayout" Target="../slideLayouts/slideLayout138.xml"/><Relationship Id="rId20" Type="http://schemas.openxmlformats.org/officeDocument/2006/relationships/slideLayout" Target="../slideLayouts/slideLayout142.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5" Type="http://schemas.openxmlformats.org/officeDocument/2006/relationships/slideLayout" Target="../slideLayouts/slideLayout137.xml"/><Relationship Id="rId23" Type="http://schemas.openxmlformats.org/officeDocument/2006/relationships/image" Target="../media/image29.svg"/><Relationship Id="rId10" Type="http://schemas.openxmlformats.org/officeDocument/2006/relationships/slideLayout" Target="../slideLayouts/slideLayout132.xml"/><Relationship Id="rId19" Type="http://schemas.openxmlformats.org/officeDocument/2006/relationships/slideLayout" Target="../slideLayouts/slideLayout141.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slideLayout" Target="../slideLayouts/slideLayout136.xml"/><Relationship Id="rId22" Type="http://schemas.openxmlformats.org/officeDocument/2006/relationships/image" Target="../media/image28.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0.xml"/><Relationship Id="rId3" Type="http://schemas.openxmlformats.org/officeDocument/2006/relationships/slideLayout" Target="../slideLayouts/slideLayout145.xml"/><Relationship Id="rId7" Type="http://schemas.openxmlformats.org/officeDocument/2006/relationships/slideLayout" Target="../slideLayouts/slideLayout149.xml"/><Relationship Id="rId2" Type="http://schemas.openxmlformats.org/officeDocument/2006/relationships/slideLayout" Target="../slideLayouts/slideLayout144.xml"/><Relationship Id="rId1" Type="http://schemas.openxmlformats.org/officeDocument/2006/relationships/slideLayout" Target="../slideLayouts/slideLayout143.xml"/><Relationship Id="rId6" Type="http://schemas.openxmlformats.org/officeDocument/2006/relationships/slideLayout" Target="../slideLayouts/slideLayout148.xml"/><Relationship Id="rId11" Type="http://schemas.openxmlformats.org/officeDocument/2006/relationships/image" Target="../media/image29.svg"/><Relationship Id="rId5" Type="http://schemas.openxmlformats.org/officeDocument/2006/relationships/slideLayout" Target="../slideLayouts/slideLayout147.xml"/><Relationship Id="rId10" Type="http://schemas.openxmlformats.org/officeDocument/2006/relationships/image" Target="../media/image28.png"/><Relationship Id="rId4" Type="http://schemas.openxmlformats.org/officeDocument/2006/relationships/slideLayout" Target="../slideLayouts/slideLayout146.xml"/><Relationship Id="rId9"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08864" y="339483"/>
            <a:ext cx="648335" cy="650875"/>
          </a:xfrm>
          <a:custGeom>
            <a:avLst/>
            <a:gdLst/>
            <a:ahLst/>
            <a:cxnLst/>
            <a:rect l="l" t="t" r="r" b="b"/>
            <a:pathLst>
              <a:path w="648335" h="650875">
                <a:moveTo>
                  <a:pt x="648284" y="650328"/>
                </a:moveTo>
                <a:lnTo>
                  <a:pt x="648246" y="324980"/>
                </a:lnTo>
                <a:lnTo>
                  <a:pt x="644728" y="276948"/>
                </a:lnTo>
                <a:lnTo>
                  <a:pt x="634517" y="231114"/>
                </a:lnTo>
                <a:lnTo>
                  <a:pt x="618121" y="187972"/>
                </a:lnTo>
                <a:lnTo>
                  <a:pt x="596023" y="148018"/>
                </a:lnTo>
                <a:lnTo>
                  <a:pt x="568744" y="111772"/>
                </a:lnTo>
                <a:lnTo>
                  <a:pt x="536765" y="79705"/>
                </a:lnTo>
                <a:lnTo>
                  <a:pt x="500608" y="52349"/>
                </a:lnTo>
                <a:lnTo>
                  <a:pt x="460768" y="30200"/>
                </a:lnTo>
                <a:lnTo>
                  <a:pt x="417741" y="13754"/>
                </a:lnTo>
                <a:lnTo>
                  <a:pt x="372021" y="3517"/>
                </a:lnTo>
                <a:lnTo>
                  <a:pt x="324129" y="0"/>
                </a:lnTo>
                <a:lnTo>
                  <a:pt x="276225" y="3517"/>
                </a:lnTo>
                <a:lnTo>
                  <a:pt x="230517" y="13754"/>
                </a:lnTo>
                <a:lnTo>
                  <a:pt x="187490" y="30200"/>
                </a:lnTo>
                <a:lnTo>
                  <a:pt x="147637" y="52349"/>
                </a:lnTo>
                <a:lnTo>
                  <a:pt x="111480" y="79705"/>
                </a:lnTo>
                <a:lnTo>
                  <a:pt x="79502" y="111760"/>
                </a:lnTo>
                <a:lnTo>
                  <a:pt x="52222" y="148018"/>
                </a:lnTo>
                <a:lnTo>
                  <a:pt x="30124" y="187960"/>
                </a:lnTo>
                <a:lnTo>
                  <a:pt x="13728" y="231114"/>
                </a:lnTo>
                <a:lnTo>
                  <a:pt x="3517" y="276948"/>
                </a:lnTo>
                <a:lnTo>
                  <a:pt x="0" y="324967"/>
                </a:lnTo>
                <a:lnTo>
                  <a:pt x="3517" y="372986"/>
                </a:lnTo>
                <a:lnTo>
                  <a:pt x="13728" y="418820"/>
                </a:lnTo>
                <a:lnTo>
                  <a:pt x="30124" y="461975"/>
                </a:lnTo>
                <a:lnTo>
                  <a:pt x="52222" y="501929"/>
                </a:lnTo>
                <a:lnTo>
                  <a:pt x="79502" y="538175"/>
                </a:lnTo>
                <a:lnTo>
                  <a:pt x="111467" y="570242"/>
                </a:lnTo>
                <a:lnTo>
                  <a:pt x="147624" y="597598"/>
                </a:lnTo>
                <a:lnTo>
                  <a:pt x="187477" y="619747"/>
                </a:lnTo>
                <a:lnTo>
                  <a:pt x="230505" y="636193"/>
                </a:lnTo>
                <a:lnTo>
                  <a:pt x="276212" y="646430"/>
                </a:lnTo>
                <a:lnTo>
                  <a:pt x="322021" y="649808"/>
                </a:lnTo>
                <a:lnTo>
                  <a:pt x="323659" y="649935"/>
                </a:lnTo>
                <a:lnTo>
                  <a:pt x="324116" y="649960"/>
                </a:lnTo>
                <a:lnTo>
                  <a:pt x="467169" y="650328"/>
                </a:lnTo>
                <a:lnTo>
                  <a:pt x="467169" y="522300"/>
                </a:lnTo>
                <a:lnTo>
                  <a:pt x="321233" y="522300"/>
                </a:lnTo>
                <a:lnTo>
                  <a:pt x="278879" y="517398"/>
                </a:lnTo>
                <a:lnTo>
                  <a:pt x="237375" y="502513"/>
                </a:lnTo>
                <a:lnTo>
                  <a:pt x="200774" y="479171"/>
                </a:lnTo>
                <a:lnTo>
                  <a:pt x="170243" y="448551"/>
                </a:lnTo>
                <a:lnTo>
                  <a:pt x="146964" y="411835"/>
                </a:lnTo>
                <a:lnTo>
                  <a:pt x="132143" y="370217"/>
                </a:lnTo>
                <a:lnTo>
                  <a:pt x="126936" y="324891"/>
                </a:lnTo>
                <a:lnTo>
                  <a:pt x="132156" y="279552"/>
                </a:lnTo>
                <a:lnTo>
                  <a:pt x="147002" y="237947"/>
                </a:lnTo>
                <a:lnTo>
                  <a:pt x="170281" y="201244"/>
                </a:lnTo>
                <a:lnTo>
                  <a:pt x="200825" y="170637"/>
                </a:lnTo>
                <a:lnTo>
                  <a:pt x="237439" y="147307"/>
                </a:lnTo>
                <a:lnTo>
                  <a:pt x="278955" y="132448"/>
                </a:lnTo>
                <a:lnTo>
                  <a:pt x="324167" y="127228"/>
                </a:lnTo>
                <a:lnTo>
                  <a:pt x="369366" y="132461"/>
                </a:lnTo>
                <a:lnTo>
                  <a:pt x="410870" y="147332"/>
                </a:lnTo>
                <a:lnTo>
                  <a:pt x="447471" y="170688"/>
                </a:lnTo>
                <a:lnTo>
                  <a:pt x="478002" y="201307"/>
                </a:lnTo>
                <a:lnTo>
                  <a:pt x="501269" y="238023"/>
                </a:lnTo>
                <a:lnTo>
                  <a:pt x="516102" y="279628"/>
                </a:lnTo>
                <a:lnTo>
                  <a:pt x="521296" y="324967"/>
                </a:lnTo>
                <a:lnTo>
                  <a:pt x="521296" y="650328"/>
                </a:lnTo>
                <a:lnTo>
                  <a:pt x="648284" y="650328"/>
                </a:lnTo>
                <a:close/>
              </a:path>
            </a:pathLst>
          </a:custGeom>
          <a:solidFill>
            <a:srgbClr val="91B84B"/>
          </a:solidFill>
        </p:spPr>
        <p:txBody>
          <a:bodyPr wrap="square" lIns="0" tIns="0" rIns="0" bIns="0" rtlCol="0"/>
          <a:lstStyle/>
          <a:p>
            <a:endParaRPr/>
          </a:p>
        </p:txBody>
      </p:sp>
      <p:sp>
        <p:nvSpPr>
          <p:cNvPr id="2" name="Holder 2"/>
          <p:cNvSpPr>
            <a:spLocks noGrp="1"/>
          </p:cNvSpPr>
          <p:nvPr>
            <p:ph type="title"/>
          </p:nvPr>
        </p:nvSpPr>
        <p:spPr>
          <a:xfrm>
            <a:off x="4189476" y="2875597"/>
            <a:ext cx="3818254" cy="941070"/>
          </a:xfrm>
          <a:prstGeom prst="rect">
            <a:avLst/>
          </a:prstGeom>
        </p:spPr>
        <p:txBody>
          <a:bodyPr wrap="square" lIns="0" tIns="0" rIns="0" bIns="0">
            <a:spAutoFit/>
          </a:bodyPr>
          <a:lstStyle>
            <a:lvl1pPr>
              <a:defRPr sz="6000" b="1" i="0">
                <a:solidFill>
                  <a:srgbClr val="FDFFFF"/>
                </a:solidFill>
                <a:latin typeface="Arial"/>
                <a:cs typeface="Arial"/>
              </a:defRPr>
            </a:lvl1pPr>
          </a:lstStyle>
          <a:p>
            <a:endParaRPr/>
          </a:p>
        </p:txBody>
      </p:sp>
      <p:sp>
        <p:nvSpPr>
          <p:cNvPr id="3" name="Holder 3"/>
          <p:cNvSpPr>
            <a:spLocks noGrp="1"/>
          </p:cNvSpPr>
          <p:nvPr>
            <p:ph type="body" idx="1"/>
          </p:nvPr>
        </p:nvSpPr>
        <p:spPr>
          <a:xfrm>
            <a:off x="1247203" y="2221928"/>
            <a:ext cx="9497695" cy="296989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4/3/2025</a:t>
            </a:fld>
            <a:endParaRPr lang="en-US"/>
          </a:p>
        </p:txBody>
      </p:sp>
      <p:sp>
        <p:nvSpPr>
          <p:cNvPr id="6" name="Holder 6"/>
          <p:cNvSpPr>
            <a:spLocks noGrp="1"/>
          </p:cNvSpPr>
          <p:nvPr>
            <p:ph type="sldNum" sz="quarter" idx="7"/>
          </p:nvPr>
        </p:nvSpPr>
        <p:spPr>
          <a:xfrm>
            <a:off x="11877040" y="6458416"/>
            <a:ext cx="173990" cy="196215"/>
          </a:xfrm>
          <a:prstGeom prst="rect">
            <a:avLst/>
          </a:prstGeom>
        </p:spPr>
        <p:txBody>
          <a:bodyPr wrap="square" lIns="0" tIns="0" rIns="0" bIns="0">
            <a:spAutoFit/>
          </a:bodyPr>
          <a:lstStyle>
            <a:lvl1pPr>
              <a:defRPr sz="1200" b="0" i="0">
                <a:solidFill>
                  <a:srgbClr val="7E7E7E"/>
                </a:solidFill>
                <a:latin typeface="Arial"/>
                <a:cs typeface="Arial"/>
              </a:defRPr>
            </a:lvl1pPr>
          </a:lstStyle>
          <a:p>
            <a:pPr marL="38100">
              <a:lnSpc>
                <a:spcPts val="1425"/>
              </a:lnSpc>
            </a:pPr>
            <a:fld id="{81D60167-4931-47E6-BA6A-407CBD079E47}" type="slidenum">
              <a:rPr spc="-50" dirty="0"/>
              <a:t>‹#›</a:t>
            </a:fld>
            <a:endParaRPr spc="-50"/>
          </a:p>
        </p:txBody>
      </p:sp>
    </p:spTree>
    <p:extLst>
      <p:ext uri="{BB962C8B-B14F-4D97-AF65-F5344CB8AC3E}">
        <p14:creationId xmlns:p14="http://schemas.microsoft.com/office/powerpoint/2010/main" val="122525439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865" r:id="rId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0">
            <a:alphaModFix amt="50000"/>
            <a:lum/>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a:t>Click to edit</a:t>
            </a:r>
          </a:p>
          <a:p>
            <a:pPr marL="457200" lvl="1" indent="-228600" algn="l" defTabSz="457200" rtl="0" eaLnBrk="1" latinLnBrk="0" hangingPunct="1">
              <a:spcBef>
                <a:spcPct val="20000"/>
              </a:spcBef>
              <a:buClr>
                <a:srgbClr val="1E4056"/>
              </a:buClr>
              <a:buFont typeface="Wingdings" charset="2"/>
              <a:buChar char="§"/>
            </a:pPr>
            <a:r>
              <a:rPr lang="en-US"/>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a:t>Fifth level</a:t>
            </a:r>
          </a:p>
        </p:txBody>
      </p:sp>
      <p:pic>
        <p:nvPicPr>
          <p:cNvPr id="12" name="Picture 11"/>
          <p:cNvPicPr>
            <a:picLocks noChangeAspect="1"/>
          </p:cNvPicPr>
          <p:nvPr userDrawn="1"/>
        </p:nvPicPr>
        <p:blipFill>
          <a:blip r:embed="rId21" cstate="print">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©2024 Analog Devices, Inc. All rights reserved.</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spTree>
    <p:extLst>
      <p:ext uri="{BB962C8B-B14F-4D97-AF65-F5344CB8AC3E}">
        <p14:creationId xmlns:p14="http://schemas.microsoft.com/office/powerpoint/2010/main" val="74340586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6">
            <a:alphaModFix amt="50000"/>
            <a:lum/>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a:t>Click to edit</a:t>
            </a:r>
          </a:p>
          <a:p>
            <a:pPr marL="457200" lvl="1" indent="-228600" algn="l" defTabSz="457200" rtl="0" eaLnBrk="1" latinLnBrk="0" hangingPunct="1">
              <a:spcBef>
                <a:spcPct val="20000"/>
              </a:spcBef>
              <a:buClr>
                <a:srgbClr val="1E4056"/>
              </a:buClr>
              <a:buFont typeface="Wingdings" charset="2"/>
              <a:buChar char="§"/>
            </a:pPr>
            <a:r>
              <a:rPr lang="en-US"/>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a:t>Fifth level</a:t>
            </a:r>
          </a:p>
        </p:txBody>
      </p:sp>
      <p:pic>
        <p:nvPicPr>
          <p:cNvPr id="12" name="Picture 11"/>
          <p:cNvPicPr>
            <a:picLocks noChangeAspect="1"/>
          </p:cNvPicPr>
          <p:nvPr userDrawn="1"/>
        </p:nvPicPr>
        <p:blipFill>
          <a:blip r:embed="rId27" cstate="print">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Analog Devices Confidential Information. ©2021 Analog Devices, Inc. All rights reserved.</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5953179D-8625-524E-A034-639263ACD100}" type="datetime3">
              <a:rPr lang="en-US" smtClean="0"/>
              <a:pPr/>
              <a:t>3 April 2025</a:t>
            </a:fld>
            <a:endParaRPr lang="en-US"/>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a:solidFill>
                <a:srgbClr val="000000"/>
              </a:solidFill>
            </a:endParaRPr>
          </a:p>
        </p:txBody>
      </p:sp>
    </p:spTree>
    <p:extLst>
      <p:ext uri="{BB962C8B-B14F-4D97-AF65-F5344CB8AC3E}">
        <p14:creationId xmlns:p14="http://schemas.microsoft.com/office/powerpoint/2010/main" val="4109316929"/>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7" r:id="rId2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8450DCA-9700-4C93-9CAA-A9FF31B0A6A3}"/>
              </a:ext>
            </a:extLst>
          </p:cNvPr>
          <p:cNvPicPr>
            <a:picLocks noChangeAspect="1"/>
          </p:cNvPicPr>
          <p:nvPr userDrawn="1"/>
        </p:nvPicPr>
        <p:blipFill>
          <a:blip r:embed="rId51">
            <a:extLst>
              <a:ext uri="{96DAC541-7B7A-43D3-8B79-37D633B846F1}">
                <asvg:svgBlip xmlns:asvg="http://schemas.microsoft.com/office/drawing/2016/SVG/main" r:embed="rId52"/>
              </a:ext>
            </a:extLst>
          </a:blip>
          <a:stretch>
            <a:fillRect/>
          </a:stretch>
        </p:blipFill>
        <p:spPr>
          <a:xfrm>
            <a:off x="1" y="6766563"/>
            <a:ext cx="12192000" cy="95225"/>
          </a:xfrm>
          <a:prstGeom prst="rect">
            <a:avLst/>
          </a:prstGeom>
        </p:spPr>
      </p:pic>
      <p:sp>
        <p:nvSpPr>
          <p:cNvPr id="2" name="Title Placeholder 1"/>
          <p:cNvSpPr>
            <a:spLocks noGrp="1"/>
          </p:cNvSpPr>
          <p:nvPr>
            <p:ph type="title"/>
          </p:nvPr>
        </p:nvSpPr>
        <p:spPr>
          <a:xfrm>
            <a:off x="579960" y="412751"/>
            <a:ext cx="11003870" cy="381000"/>
          </a:xfrm>
          <a:prstGeom prst="rect">
            <a:avLst/>
          </a:prstGeom>
        </p:spPr>
        <p:txBody>
          <a:bodyPr vert="horz" wrap="none" lIns="0" tIns="0" rIns="0" bIns="0" rtlCol="0" anchor="b">
            <a:noAutofit/>
          </a:bodyPr>
          <a:lstStyle/>
          <a:p>
            <a:r>
              <a:rPr lang="en-US"/>
              <a:t>Click to edit Master title style</a:t>
            </a:r>
          </a:p>
        </p:txBody>
      </p:sp>
      <p:sp>
        <p:nvSpPr>
          <p:cNvPr id="3" name="Text Placeholder 2"/>
          <p:cNvSpPr>
            <a:spLocks noGrp="1"/>
          </p:cNvSpPr>
          <p:nvPr>
            <p:ph type="body" idx="1"/>
          </p:nvPr>
        </p:nvSpPr>
        <p:spPr>
          <a:xfrm>
            <a:off x="609600" y="1600203"/>
            <a:ext cx="10972801" cy="4580461"/>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Footer Placeholder 3">
            <a:extLst>
              <a:ext uri="{FF2B5EF4-FFF2-40B4-BE49-F238E27FC236}">
                <a16:creationId xmlns:a16="http://schemas.microsoft.com/office/drawing/2014/main" id="{AA6C16E6-5A1F-46F7-8642-A7F025A5BDCF}"/>
              </a:ext>
            </a:extLst>
          </p:cNvPr>
          <p:cNvSpPr>
            <a:spLocks noGrp="1"/>
          </p:cNvSpPr>
          <p:nvPr>
            <p:ph type="ftr" sz="quarter" idx="3"/>
          </p:nvPr>
        </p:nvSpPr>
        <p:spPr>
          <a:xfrm>
            <a:off x="4038065" y="7352033"/>
            <a:ext cx="41158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5" name="Slide Number Placeholder 4">
            <a:extLst>
              <a:ext uri="{FF2B5EF4-FFF2-40B4-BE49-F238E27FC236}">
                <a16:creationId xmlns:a16="http://schemas.microsoft.com/office/drawing/2014/main" id="{3E586C86-F823-4766-9B10-773EDC51CC66}"/>
              </a:ext>
            </a:extLst>
          </p:cNvPr>
          <p:cNvSpPr>
            <a:spLocks noGrp="1"/>
          </p:cNvSpPr>
          <p:nvPr>
            <p:ph type="sldNum" sz="quarter" idx="4"/>
          </p:nvPr>
        </p:nvSpPr>
        <p:spPr>
          <a:xfrm>
            <a:off x="8611256" y="7352033"/>
            <a:ext cx="274232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295A3-96FB-4E80-91AF-4225D266C57B}" type="slidenum">
              <a:rPr lang="en-US" smtClean="0"/>
              <a:t>‹#›</a:t>
            </a:fld>
            <a:endParaRPr lang="en-US"/>
          </a:p>
        </p:txBody>
      </p:sp>
      <p:grpSp>
        <p:nvGrpSpPr>
          <p:cNvPr id="18" name="Group 17">
            <a:extLst>
              <a:ext uri="{FF2B5EF4-FFF2-40B4-BE49-F238E27FC236}">
                <a16:creationId xmlns:a16="http://schemas.microsoft.com/office/drawing/2014/main" id="{3485A9D7-B248-4F26-9897-A1C7A54FAF89}"/>
              </a:ext>
            </a:extLst>
          </p:cNvPr>
          <p:cNvGrpSpPr/>
          <p:nvPr userDrawn="1"/>
        </p:nvGrpSpPr>
        <p:grpSpPr>
          <a:xfrm>
            <a:off x="608172" y="6445106"/>
            <a:ext cx="1184706" cy="186690"/>
            <a:chOff x="863272" y="6563918"/>
            <a:chExt cx="861082" cy="135727"/>
          </a:xfrm>
          <a:solidFill>
            <a:schemeClr val="bg1"/>
          </a:solidFill>
        </p:grpSpPr>
        <p:sp>
          <p:nvSpPr>
            <p:cNvPr id="27" name="Freeform 6">
              <a:extLst>
                <a:ext uri="{FF2B5EF4-FFF2-40B4-BE49-F238E27FC236}">
                  <a16:creationId xmlns:a16="http://schemas.microsoft.com/office/drawing/2014/main" id="{3813DC77-8C0C-44B4-AE3B-61F5A801402A}"/>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8" name="Freeform 7">
              <a:extLst>
                <a:ext uri="{FF2B5EF4-FFF2-40B4-BE49-F238E27FC236}">
                  <a16:creationId xmlns:a16="http://schemas.microsoft.com/office/drawing/2014/main" id="{4D7DC1A2-819A-4366-8BE9-387CC000905C}"/>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29" name="Freeform 8">
              <a:extLst>
                <a:ext uri="{FF2B5EF4-FFF2-40B4-BE49-F238E27FC236}">
                  <a16:creationId xmlns:a16="http://schemas.microsoft.com/office/drawing/2014/main" id="{0373EF47-4DA1-4EF4-AE4F-54BCB38FC20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30" name="Freeform 9">
              <a:extLst>
                <a:ext uri="{FF2B5EF4-FFF2-40B4-BE49-F238E27FC236}">
                  <a16:creationId xmlns:a16="http://schemas.microsoft.com/office/drawing/2014/main" id="{ABC15050-D5E4-4FBD-806D-1CEC1AF606F8}"/>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31" name="Freeform 10">
              <a:extLst>
                <a:ext uri="{FF2B5EF4-FFF2-40B4-BE49-F238E27FC236}">
                  <a16:creationId xmlns:a16="http://schemas.microsoft.com/office/drawing/2014/main" id="{953BA047-B60F-46CD-AFCB-49101F4D74CE}"/>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32" name="Freeform 11">
              <a:extLst>
                <a:ext uri="{FF2B5EF4-FFF2-40B4-BE49-F238E27FC236}">
                  <a16:creationId xmlns:a16="http://schemas.microsoft.com/office/drawing/2014/main" id="{E5E07D7E-E36B-4549-9FB3-3BA1E2259485}"/>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sp>
          <p:nvSpPr>
            <p:cNvPr id="33" name="Freeform 12">
              <a:extLst>
                <a:ext uri="{FF2B5EF4-FFF2-40B4-BE49-F238E27FC236}">
                  <a16:creationId xmlns:a16="http://schemas.microsoft.com/office/drawing/2014/main" id="{3352F97F-F3A2-4B3E-9917-55B62713FDC5}"/>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sz="1800" baseline="0"/>
            </a:p>
          </p:txBody>
        </p:sp>
      </p:grpSp>
      <p:sp>
        <p:nvSpPr>
          <p:cNvPr id="34" name="TextBox 33">
            <a:extLst>
              <a:ext uri="{FF2B5EF4-FFF2-40B4-BE49-F238E27FC236}">
                <a16:creationId xmlns:a16="http://schemas.microsoft.com/office/drawing/2014/main" id="{20A2C43B-3928-4C21-81F0-0AA332C8F322}"/>
              </a:ext>
            </a:extLst>
          </p:cNvPr>
          <p:cNvSpPr txBox="1"/>
          <p:nvPr userDrawn="1"/>
        </p:nvSpPr>
        <p:spPr bwMode="white">
          <a:xfrm flipH="1">
            <a:off x="2074133" y="6506318"/>
            <a:ext cx="1729338" cy="186690"/>
          </a:xfrm>
          <a:prstGeom prst="rect">
            <a:avLst/>
          </a:prstGeom>
          <a:noFill/>
        </p:spPr>
        <p:txBody>
          <a:bodyPr wrap="none" lIns="0" tIns="0" rIns="0" bIns="0" rtlCol="0" anchor="ctr">
            <a:noAutofit/>
          </a:bodyPr>
          <a:lstStyle/>
          <a:p>
            <a:pPr>
              <a:lnSpc>
                <a:spcPct val="90000"/>
              </a:lnSpc>
            </a:pPr>
            <a:r>
              <a:rPr lang="en-US" sz="800" kern="1200">
                <a:solidFill>
                  <a:schemeClr val="tx1"/>
                </a:solidFill>
                <a:latin typeface="+mj-lt"/>
                <a:ea typeface="+mn-ea"/>
                <a:cs typeface="+mn-cs"/>
              </a:rPr>
              <a:t>Confidential</a:t>
            </a:r>
            <a:r>
              <a:rPr lang="en-US" sz="800">
                <a:solidFill>
                  <a:schemeClr val="bg1"/>
                </a:solidFill>
                <a:latin typeface="+mj-lt"/>
                <a:ea typeface="Verdana" panose="020B0604030504040204" pitchFamily="34" charset="0"/>
                <a:cs typeface="Verdana" panose="020B0604030504040204" pitchFamily="34" charset="0"/>
              </a:rPr>
              <a:t>  </a:t>
            </a:r>
            <a:r>
              <a:rPr lang="en-US" sz="800" kern="1200">
                <a:solidFill>
                  <a:schemeClr val="tx1"/>
                </a:solidFill>
                <a:latin typeface="+mj-lt"/>
                <a:ea typeface="+mn-ea"/>
                <a:cs typeface="Arial" panose="020B0604020202020204" pitchFamily="34" charset="0"/>
              </a:rPr>
              <a:t> │  </a:t>
            </a:r>
            <a:r>
              <a:rPr lang="en-US" sz="800" kern="1200">
                <a:solidFill>
                  <a:schemeClr val="tx1"/>
                </a:solidFill>
                <a:latin typeface="+mj-lt"/>
                <a:ea typeface="+mn-ea"/>
                <a:cs typeface="+mn-cs"/>
              </a:rPr>
              <a:t>©2019 VMware, Inc.</a:t>
            </a:r>
          </a:p>
        </p:txBody>
      </p:sp>
    </p:spTree>
    <p:extLst>
      <p:ext uri="{BB962C8B-B14F-4D97-AF65-F5344CB8AC3E}">
        <p14:creationId xmlns:p14="http://schemas.microsoft.com/office/powerpoint/2010/main" val="650911684"/>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 id="2147483775" r:id="rId20"/>
    <p:sldLayoutId id="2147483776" r:id="rId21"/>
    <p:sldLayoutId id="2147483777" r:id="rId22"/>
    <p:sldLayoutId id="2147483778" r:id="rId23"/>
    <p:sldLayoutId id="2147483779" r:id="rId24"/>
    <p:sldLayoutId id="2147483780" r:id="rId25"/>
    <p:sldLayoutId id="2147483781" r:id="rId26"/>
    <p:sldLayoutId id="2147483782" r:id="rId27"/>
    <p:sldLayoutId id="2147483783" r:id="rId28"/>
    <p:sldLayoutId id="2147483784" r:id="rId29"/>
    <p:sldLayoutId id="2147483785" r:id="rId30"/>
    <p:sldLayoutId id="2147483786" r:id="rId31"/>
    <p:sldLayoutId id="2147483787" r:id="rId32"/>
    <p:sldLayoutId id="2147483788" r:id="rId33"/>
    <p:sldLayoutId id="2147483789" r:id="rId34"/>
    <p:sldLayoutId id="2147483790" r:id="rId35"/>
    <p:sldLayoutId id="2147483791" r:id="rId36"/>
    <p:sldLayoutId id="2147483792" r:id="rId37"/>
    <p:sldLayoutId id="2147483793" r:id="rId38"/>
    <p:sldLayoutId id="2147483794" r:id="rId39"/>
    <p:sldLayoutId id="2147483795" r:id="rId40"/>
    <p:sldLayoutId id="2147483796" r:id="rId41"/>
    <p:sldLayoutId id="2147483797" r:id="rId42"/>
    <p:sldLayoutId id="2147483798" r:id="rId43"/>
    <p:sldLayoutId id="2147483799" r:id="rId44"/>
    <p:sldLayoutId id="2147483800" r:id="rId45"/>
    <p:sldLayoutId id="2147483801" r:id="rId46"/>
    <p:sldLayoutId id="2147483802" r:id="rId47"/>
    <p:sldLayoutId id="2147483803" r:id="rId48"/>
    <p:sldLayoutId id="2147483805" r:id="rId4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914415" rtl="0" eaLnBrk="1" latinLnBrk="0" hangingPunct="1">
        <a:lnSpc>
          <a:spcPct val="90000"/>
        </a:lnSpc>
        <a:spcBef>
          <a:spcPct val="0"/>
        </a:spcBef>
        <a:buNone/>
        <a:defRPr sz="2801" b="0" kern="1200">
          <a:solidFill>
            <a:schemeClr val="accent2"/>
          </a:solidFill>
          <a:latin typeface="+mj-lt"/>
          <a:ea typeface="+mj-ea"/>
          <a:cs typeface="+mj-cs"/>
        </a:defRPr>
      </a:lvl1pPr>
    </p:titleStyle>
    <p:bodyStyle>
      <a:lvl1pPr marL="0" indent="0" algn="l" defTabSz="914415"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7" indent="-184153" algn="l" defTabSz="914415"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50" indent="-169866" algn="l" defTabSz="914415"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79" indent="-166690" algn="l" defTabSz="914415"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20" indent="-138115" algn="l" defTabSz="914415"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4" indent="-228604" algn="l" defTabSz="914415"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72" indent="-228604" algn="l" defTabSz="914415"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76" indent="-166690" algn="l" defTabSz="914415"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8" indent="-284168" algn="l" defTabSz="914415"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p:bodyStyle>
    <p:otherStyle>
      <a:defPPr>
        <a:defRPr lang="en-US"/>
      </a:defPPr>
      <a:lvl1pPr marL="0" algn="l" defTabSz="914415" rtl="0" eaLnBrk="1" latinLnBrk="0" hangingPunct="1">
        <a:defRPr sz="1800" kern="1200">
          <a:solidFill>
            <a:schemeClr val="tx1"/>
          </a:solidFill>
          <a:latin typeface="+mn-lt"/>
          <a:ea typeface="+mn-ea"/>
          <a:cs typeface="+mn-cs"/>
        </a:defRPr>
      </a:lvl1pPr>
      <a:lvl2pPr marL="457207" algn="l" defTabSz="914415" rtl="0" eaLnBrk="1" latinLnBrk="0" hangingPunct="1">
        <a:defRPr sz="1800" kern="1200">
          <a:solidFill>
            <a:schemeClr val="tx1"/>
          </a:solidFill>
          <a:latin typeface="+mn-lt"/>
          <a:ea typeface="+mn-ea"/>
          <a:cs typeface="+mn-cs"/>
        </a:defRPr>
      </a:lvl2pPr>
      <a:lvl3pPr marL="914415" algn="l" defTabSz="914415" rtl="0" eaLnBrk="1" latinLnBrk="0" hangingPunct="1">
        <a:defRPr sz="1800" kern="1200">
          <a:solidFill>
            <a:schemeClr val="tx1"/>
          </a:solidFill>
          <a:latin typeface="+mn-lt"/>
          <a:ea typeface="+mn-ea"/>
          <a:cs typeface="+mn-cs"/>
        </a:defRPr>
      </a:lvl3pPr>
      <a:lvl4pPr marL="1371622" algn="l" defTabSz="914415" rtl="0" eaLnBrk="1" latinLnBrk="0" hangingPunct="1">
        <a:defRPr sz="1800" kern="1200">
          <a:solidFill>
            <a:schemeClr val="tx1"/>
          </a:solidFill>
          <a:latin typeface="+mn-lt"/>
          <a:ea typeface="+mn-ea"/>
          <a:cs typeface="+mn-cs"/>
        </a:defRPr>
      </a:lvl4pPr>
      <a:lvl5pPr marL="1828831" algn="l" defTabSz="914415" rtl="0" eaLnBrk="1" latinLnBrk="0" hangingPunct="1">
        <a:defRPr sz="1800" kern="1200">
          <a:solidFill>
            <a:schemeClr val="tx1"/>
          </a:solidFill>
          <a:latin typeface="+mn-lt"/>
          <a:ea typeface="+mn-ea"/>
          <a:cs typeface="+mn-cs"/>
        </a:defRPr>
      </a:lvl5pPr>
      <a:lvl6pPr marL="2286038" algn="l" defTabSz="914415" rtl="0" eaLnBrk="1" latinLnBrk="0" hangingPunct="1">
        <a:defRPr sz="1800" kern="1200">
          <a:solidFill>
            <a:schemeClr val="tx1"/>
          </a:solidFill>
          <a:latin typeface="+mn-lt"/>
          <a:ea typeface="+mn-ea"/>
          <a:cs typeface="+mn-cs"/>
        </a:defRPr>
      </a:lvl6pPr>
      <a:lvl7pPr marL="2743246" algn="l" defTabSz="914415" rtl="0" eaLnBrk="1" latinLnBrk="0" hangingPunct="1">
        <a:defRPr sz="1800" kern="1200">
          <a:solidFill>
            <a:schemeClr val="tx1"/>
          </a:solidFill>
          <a:latin typeface="+mn-lt"/>
          <a:ea typeface="+mn-ea"/>
          <a:cs typeface="+mn-cs"/>
        </a:defRPr>
      </a:lvl7pPr>
      <a:lvl8pPr marL="3200453" algn="l" defTabSz="914415" rtl="0" eaLnBrk="1" latinLnBrk="0" hangingPunct="1">
        <a:defRPr sz="1800" kern="1200">
          <a:solidFill>
            <a:schemeClr val="tx1"/>
          </a:solidFill>
          <a:latin typeface="+mn-lt"/>
          <a:ea typeface="+mn-ea"/>
          <a:cs typeface="+mn-cs"/>
        </a:defRPr>
      </a:lvl8pPr>
      <a:lvl9pPr marL="3657661" algn="l" defTabSz="91441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4">
          <p15:clr>
            <a:srgbClr val="F26B43"/>
          </p15:clr>
        </p15:guide>
        <p15:guide id="25" pos="1536">
          <p15:clr>
            <a:srgbClr val="F26B43"/>
          </p15:clr>
        </p15:guide>
        <p15:guide id="26" pos="1246">
          <p15:clr>
            <a:srgbClr val="F26B43"/>
          </p15:clr>
        </p15:guide>
        <p15:guide id="27" pos="958">
          <p15:clr>
            <a:srgbClr val="F26B43"/>
          </p15:clr>
        </p15:guide>
        <p15:guide id="28" pos="670">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4">
          <p15:clr>
            <a:srgbClr val="F26B43"/>
          </p15:clr>
        </p15:guide>
        <p15:guide id="37" pos="6142">
          <p15:clr>
            <a:srgbClr val="F26B43"/>
          </p15:clr>
        </p15:guide>
        <p15:guide id="38" pos="6432">
          <p15:clr>
            <a:srgbClr val="F26B43"/>
          </p15:clr>
        </p15:guide>
        <p15:guide id="39" pos="6720">
          <p15:clr>
            <a:srgbClr val="F26B43"/>
          </p15:clr>
        </p15:guide>
        <p15:guide id="40" pos="7008">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5825" y="301051"/>
            <a:ext cx="10515600" cy="773333"/>
          </a:xfrm>
          <a:prstGeom prst="rect">
            <a:avLst/>
          </a:prstGeom>
        </p:spPr>
        <p:txBody>
          <a:bodyPr vert="horz" lIns="91440" tIns="45720" rIns="91440" bIns="45720" rtlCol="0" anchor="ctr">
            <a:normAutofit/>
          </a:bodyPr>
          <a:lstStyle/>
          <a:p>
            <a:r>
              <a:rPr lang="en-US"/>
              <a:t>Title Font &amp; Size: Bierstadt + bold; 28 – short title; 24 – long title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Body Header Font: Bierstadt + bold</a:t>
            </a:r>
          </a:p>
          <a:p>
            <a:pPr lvl="0"/>
            <a:r>
              <a:rPr lang="en-US"/>
              <a:t>Body Font: Arial Nova Light</a:t>
            </a:r>
          </a:p>
        </p:txBody>
      </p:sp>
      <p:pic>
        <p:nvPicPr>
          <p:cNvPr id="7" name="Graphic 6">
            <a:extLst>
              <a:ext uri="{FF2B5EF4-FFF2-40B4-BE49-F238E27FC236}">
                <a16:creationId xmlns:a16="http://schemas.microsoft.com/office/drawing/2014/main" id="{4D054D74-2AE3-8343-78D6-2D54D03A1931}"/>
              </a:ext>
            </a:extLst>
          </p:cNvPr>
          <p:cNvPicPr>
            <a:picLocks noChangeAspect="1"/>
          </p:cNvPicPr>
          <p:nvPr userDrawn="1"/>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3025" t="24517" r="77718" b="27205"/>
          <a:stretch/>
        </p:blipFill>
        <p:spPr>
          <a:xfrm>
            <a:off x="112796" y="253426"/>
            <a:ext cx="786919" cy="773332"/>
          </a:xfrm>
          <a:prstGeom prst="rect">
            <a:avLst/>
          </a:prstGeom>
        </p:spPr>
      </p:pic>
      <p:sp>
        <p:nvSpPr>
          <p:cNvPr id="8" name="TextBox 7">
            <a:extLst>
              <a:ext uri="{FF2B5EF4-FFF2-40B4-BE49-F238E27FC236}">
                <a16:creationId xmlns:a16="http://schemas.microsoft.com/office/drawing/2014/main" id="{EE074B2E-3972-618D-04F1-C57B470FDC18}"/>
              </a:ext>
            </a:extLst>
          </p:cNvPr>
          <p:cNvSpPr txBox="1"/>
          <p:nvPr userDrawn="1"/>
        </p:nvSpPr>
        <p:spPr>
          <a:xfrm>
            <a:off x="0" y="6642556"/>
            <a:ext cx="31540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@2024 AuxoAI – Confidential and Proprietary</a:t>
            </a:r>
          </a:p>
        </p:txBody>
      </p:sp>
      <p:sp>
        <p:nvSpPr>
          <p:cNvPr id="4" name="Slide Number Placeholder 5">
            <a:extLst>
              <a:ext uri="{FF2B5EF4-FFF2-40B4-BE49-F238E27FC236}">
                <a16:creationId xmlns:a16="http://schemas.microsoft.com/office/drawing/2014/main" id="{25BF7FE3-AD8F-B849-E7DB-BCB7D8646C48}"/>
              </a:ext>
            </a:extLst>
          </p:cNvPr>
          <p:cNvSpPr>
            <a:spLocks noGrp="1"/>
          </p:cNvSpPr>
          <p:nvPr>
            <p:ph type="sldNum" sz="quarter" idx="4"/>
          </p:nvPr>
        </p:nvSpPr>
        <p:spPr>
          <a:xfrm>
            <a:off x="920115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ierstadt" panose="020B0004020202020204" pitchFamily="34" charset="0"/>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1418755924"/>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40"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 id="2147483817" r:id="rId17"/>
    <p:sldLayoutId id="2147483818" r:id="rId18"/>
    <p:sldLayoutId id="2147483822" r:id="rId19"/>
    <p:sldLayoutId id="2147483823" r:id="rId20"/>
  </p:sldLayoutIdLst>
  <p:hf hdr="0" ftr="0" dt="0"/>
  <p:txStyles>
    <p:titleStyle>
      <a:lvl1pPr algn="l" defTabSz="914400" rtl="0" eaLnBrk="1" latinLnBrk="0" hangingPunct="1">
        <a:lnSpc>
          <a:spcPct val="90000"/>
        </a:lnSpc>
        <a:spcBef>
          <a:spcPct val="0"/>
        </a:spcBef>
        <a:buNone/>
        <a:defRPr sz="2800" b="1" kern="1200">
          <a:solidFill>
            <a:srgbClr val="0CB765"/>
          </a:solidFill>
          <a:latin typeface="Bierstadt"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Light" panose="020B03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Light" panose="020B03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Light" panose="020B03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Light" panose="020B03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Light" panose="020B03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5825" y="301051"/>
            <a:ext cx="10515600" cy="773333"/>
          </a:xfrm>
          <a:prstGeom prst="rect">
            <a:avLst/>
          </a:prstGeom>
        </p:spPr>
        <p:txBody>
          <a:bodyPr vert="horz" lIns="91440" tIns="45720" rIns="91440" bIns="45720" rtlCol="0" anchor="ctr">
            <a:normAutofit/>
          </a:bodyPr>
          <a:lstStyle/>
          <a:p>
            <a:r>
              <a:rPr lang="en-US"/>
              <a:t>Title Font &amp; Size: Bierstadt + bold; 28 – short title; 24 – long title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Body Header Font: Bierstadt + bold</a:t>
            </a:r>
          </a:p>
          <a:p>
            <a:pPr lvl="0"/>
            <a:r>
              <a:rPr lang="en-US"/>
              <a:t>Body Font: Arial Nova Light</a:t>
            </a:r>
          </a:p>
        </p:txBody>
      </p:sp>
      <p:pic>
        <p:nvPicPr>
          <p:cNvPr id="7" name="Graphic 6">
            <a:extLst>
              <a:ext uri="{FF2B5EF4-FFF2-40B4-BE49-F238E27FC236}">
                <a16:creationId xmlns:a16="http://schemas.microsoft.com/office/drawing/2014/main" id="{4D054D74-2AE3-8343-78D6-2D54D03A1931}"/>
              </a:ext>
            </a:extLst>
          </p:cNvPr>
          <p:cNvPicPr>
            <a:picLocks noChangeAspect="1"/>
          </p:cNvPicPr>
          <p:nvPr userDrawn="1"/>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025" t="24517" r="77718" b="27205"/>
          <a:stretch/>
        </p:blipFill>
        <p:spPr>
          <a:xfrm>
            <a:off x="112796" y="253426"/>
            <a:ext cx="786919" cy="773332"/>
          </a:xfrm>
          <a:prstGeom prst="rect">
            <a:avLst/>
          </a:prstGeom>
        </p:spPr>
      </p:pic>
      <p:sp>
        <p:nvSpPr>
          <p:cNvPr id="8" name="TextBox 7">
            <a:extLst>
              <a:ext uri="{FF2B5EF4-FFF2-40B4-BE49-F238E27FC236}">
                <a16:creationId xmlns:a16="http://schemas.microsoft.com/office/drawing/2014/main" id="{EE074B2E-3972-618D-04F1-C57B470FDC18}"/>
              </a:ext>
            </a:extLst>
          </p:cNvPr>
          <p:cNvSpPr txBox="1"/>
          <p:nvPr userDrawn="1"/>
        </p:nvSpPr>
        <p:spPr>
          <a:xfrm>
            <a:off x="0" y="6642556"/>
            <a:ext cx="31540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@2025 </a:t>
            </a:r>
            <a:r>
              <a:rPr kumimoji="0" lang="en-IN" sz="800" b="0" i="0" u="none" strike="noStrike" kern="1200" cap="none" spc="0" normalizeH="0" baseline="0" noProof="0" err="1">
                <a:ln>
                  <a:noFill/>
                </a:ln>
                <a:solidFill>
                  <a:schemeClr val="bg1">
                    <a:lumMod val="65000"/>
                  </a:schemeClr>
                </a:solidFill>
                <a:effectLst/>
                <a:uLnTx/>
                <a:uFillTx/>
                <a:latin typeface="Helvertica"/>
                <a:ea typeface="+mn-ea"/>
                <a:cs typeface="+mn-cs"/>
              </a:rPr>
              <a:t>AuxoAI</a:t>
            </a: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 – Confidential and Proprietary</a:t>
            </a:r>
          </a:p>
        </p:txBody>
      </p:sp>
      <p:sp>
        <p:nvSpPr>
          <p:cNvPr id="4" name="Slide Number Placeholder 5">
            <a:extLst>
              <a:ext uri="{FF2B5EF4-FFF2-40B4-BE49-F238E27FC236}">
                <a16:creationId xmlns:a16="http://schemas.microsoft.com/office/drawing/2014/main" id="{25BF7FE3-AD8F-B849-E7DB-BCB7D8646C48}"/>
              </a:ext>
            </a:extLst>
          </p:cNvPr>
          <p:cNvSpPr>
            <a:spLocks noGrp="1"/>
          </p:cNvSpPr>
          <p:nvPr>
            <p:ph type="sldNum" sz="quarter" idx="4"/>
          </p:nvPr>
        </p:nvSpPr>
        <p:spPr>
          <a:xfrm>
            <a:off x="920115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ierstadt" panose="020B0004020202020204" pitchFamily="34" charset="0"/>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4220007083"/>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Lst>
  <p:hf hdr="0" ftr="0" dt="0"/>
  <p:txStyles>
    <p:titleStyle>
      <a:lvl1pPr algn="l" defTabSz="914400" rtl="0" eaLnBrk="1" latinLnBrk="0" hangingPunct="1">
        <a:lnSpc>
          <a:spcPct val="90000"/>
        </a:lnSpc>
        <a:spcBef>
          <a:spcPct val="0"/>
        </a:spcBef>
        <a:buNone/>
        <a:defRPr sz="2800" b="1" kern="1200">
          <a:solidFill>
            <a:srgbClr val="0CB765"/>
          </a:solidFill>
          <a:latin typeface="Bierstadt"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Light" panose="020B03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Light" panose="020B03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Light" panose="020B03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Light" panose="020B03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Light" panose="020B03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5825" y="301051"/>
            <a:ext cx="10515600" cy="773333"/>
          </a:xfrm>
          <a:prstGeom prst="rect">
            <a:avLst/>
          </a:prstGeom>
        </p:spPr>
        <p:txBody>
          <a:bodyPr vert="horz" lIns="91440" tIns="45720" rIns="91440" bIns="45720" rtlCol="0" anchor="ctr">
            <a:normAutofit/>
          </a:bodyPr>
          <a:lstStyle/>
          <a:p>
            <a:r>
              <a:rPr lang="en-US"/>
              <a:t>Title Font &amp; Size: Bierstadt + bold; 28 – short title; 24 – long title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Body Header Font: Bierstadt + bold</a:t>
            </a:r>
          </a:p>
          <a:p>
            <a:pPr lvl="0"/>
            <a:r>
              <a:rPr lang="en-US"/>
              <a:t>Body Font: Arial Nova Light</a:t>
            </a:r>
          </a:p>
        </p:txBody>
      </p:sp>
      <p:pic>
        <p:nvPicPr>
          <p:cNvPr id="7" name="Graphic 6">
            <a:extLst>
              <a:ext uri="{FF2B5EF4-FFF2-40B4-BE49-F238E27FC236}">
                <a16:creationId xmlns:a16="http://schemas.microsoft.com/office/drawing/2014/main" id="{4D054D74-2AE3-8343-78D6-2D54D03A1931}"/>
              </a:ext>
            </a:extLst>
          </p:cNvPr>
          <p:cNvPicPr>
            <a:picLocks noChangeAspect="1"/>
          </p:cNvPicPr>
          <p:nvPr userDrawn="1"/>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3025" t="24517" r="77718" b="27205"/>
          <a:stretch/>
        </p:blipFill>
        <p:spPr>
          <a:xfrm>
            <a:off x="112796" y="253426"/>
            <a:ext cx="786919" cy="773332"/>
          </a:xfrm>
          <a:prstGeom prst="rect">
            <a:avLst/>
          </a:prstGeom>
        </p:spPr>
      </p:pic>
      <p:sp>
        <p:nvSpPr>
          <p:cNvPr id="8" name="TextBox 7">
            <a:extLst>
              <a:ext uri="{FF2B5EF4-FFF2-40B4-BE49-F238E27FC236}">
                <a16:creationId xmlns:a16="http://schemas.microsoft.com/office/drawing/2014/main" id="{EE074B2E-3972-618D-04F1-C57B470FDC18}"/>
              </a:ext>
            </a:extLst>
          </p:cNvPr>
          <p:cNvSpPr txBox="1"/>
          <p:nvPr userDrawn="1"/>
        </p:nvSpPr>
        <p:spPr>
          <a:xfrm>
            <a:off x="0" y="6642556"/>
            <a:ext cx="31540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@2024 AuxoAI – Confidential and Proprietary</a:t>
            </a:r>
          </a:p>
        </p:txBody>
      </p:sp>
      <p:sp>
        <p:nvSpPr>
          <p:cNvPr id="4" name="Slide Number Placeholder 5">
            <a:extLst>
              <a:ext uri="{FF2B5EF4-FFF2-40B4-BE49-F238E27FC236}">
                <a16:creationId xmlns:a16="http://schemas.microsoft.com/office/drawing/2014/main" id="{25BF7FE3-AD8F-B849-E7DB-BCB7D8646C48}"/>
              </a:ext>
            </a:extLst>
          </p:cNvPr>
          <p:cNvSpPr>
            <a:spLocks noGrp="1"/>
          </p:cNvSpPr>
          <p:nvPr>
            <p:ph type="sldNum" sz="quarter" idx="4"/>
          </p:nvPr>
        </p:nvSpPr>
        <p:spPr>
          <a:xfrm>
            <a:off x="920115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ierstadt" panose="020B0004020202020204" pitchFamily="34" charset="0"/>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1418755924"/>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 id="2147483859" r:id="rId16"/>
    <p:sldLayoutId id="2147483860" r:id="rId17"/>
    <p:sldLayoutId id="2147483861" r:id="rId18"/>
    <p:sldLayoutId id="2147483862" r:id="rId19"/>
    <p:sldLayoutId id="2147483863" r:id="rId20"/>
  </p:sldLayoutIdLst>
  <p:hf hdr="0" ftr="0" dt="0"/>
  <p:txStyles>
    <p:titleStyle>
      <a:lvl1pPr algn="l" defTabSz="914400" rtl="0" eaLnBrk="1" latinLnBrk="0" hangingPunct="1">
        <a:lnSpc>
          <a:spcPct val="90000"/>
        </a:lnSpc>
        <a:spcBef>
          <a:spcPct val="0"/>
        </a:spcBef>
        <a:buNone/>
        <a:defRPr sz="2800" b="1" kern="1200">
          <a:solidFill>
            <a:srgbClr val="0CB765"/>
          </a:solidFill>
          <a:latin typeface="Bierstadt"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Light" panose="020B03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Light" panose="020B03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Light" panose="020B03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Light" panose="020B03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Light" panose="020B03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5825" y="301051"/>
            <a:ext cx="10515600" cy="773333"/>
          </a:xfrm>
          <a:prstGeom prst="rect">
            <a:avLst/>
          </a:prstGeom>
        </p:spPr>
        <p:txBody>
          <a:bodyPr vert="horz" lIns="91440" tIns="45720" rIns="91440" bIns="45720" rtlCol="0" anchor="ctr">
            <a:normAutofit/>
          </a:bodyPr>
          <a:lstStyle/>
          <a:p>
            <a:r>
              <a:rPr lang="en-US"/>
              <a:t>Title Font &amp; Size: Bierstadt + bold; 28 – short title; 24 – long title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Body Header Font: Bierstadt + bold</a:t>
            </a:r>
          </a:p>
          <a:p>
            <a:pPr lvl="0"/>
            <a:r>
              <a:rPr lang="en-US"/>
              <a:t>Body Font: Arial Nova Light</a:t>
            </a:r>
          </a:p>
        </p:txBody>
      </p:sp>
      <p:pic>
        <p:nvPicPr>
          <p:cNvPr id="7" name="Graphic 6">
            <a:extLst>
              <a:ext uri="{FF2B5EF4-FFF2-40B4-BE49-F238E27FC236}">
                <a16:creationId xmlns:a16="http://schemas.microsoft.com/office/drawing/2014/main" id="{4D054D74-2AE3-8343-78D6-2D54D03A1931}"/>
              </a:ext>
            </a:extLst>
          </p:cNvPr>
          <p:cNvPicPr>
            <a:picLocks noChangeAspect="1"/>
          </p:cNvPicPr>
          <p:nvPr userDrawn="1"/>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025" t="24517" r="77718" b="27205"/>
          <a:stretch/>
        </p:blipFill>
        <p:spPr>
          <a:xfrm>
            <a:off x="112796" y="253426"/>
            <a:ext cx="786919" cy="773332"/>
          </a:xfrm>
          <a:prstGeom prst="rect">
            <a:avLst/>
          </a:prstGeom>
        </p:spPr>
      </p:pic>
      <p:sp>
        <p:nvSpPr>
          <p:cNvPr id="8" name="TextBox 7">
            <a:extLst>
              <a:ext uri="{FF2B5EF4-FFF2-40B4-BE49-F238E27FC236}">
                <a16:creationId xmlns:a16="http://schemas.microsoft.com/office/drawing/2014/main" id="{EE074B2E-3972-618D-04F1-C57B470FDC18}"/>
              </a:ext>
            </a:extLst>
          </p:cNvPr>
          <p:cNvSpPr txBox="1"/>
          <p:nvPr userDrawn="1"/>
        </p:nvSpPr>
        <p:spPr>
          <a:xfrm>
            <a:off x="0" y="6642556"/>
            <a:ext cx="31540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@2025 </a:t>
            </a:r>
            <a:r>
              <a:rPr kumimoji="0" lang="en-IN" sz="800" b="0" i="0" u="none" strike="noStrike" kern="1200" cap="none" spc="0" normalizeH="0" baseline="0" noProof="0" err="1">
                <a:ln>
                  <a:noFill/>
                </a:ln>
                <a:solidFill>
                  <a:schemeClr val="bg1">
                    <a:lumMod val="65000"/>
                  </a:schemeClr>
                </a:solidFill>
                <a:effectLst/>
                <a:uLnTx/>
                <a:uFillTx/>
                <a:latin typeface="Helvertica"/>
                <a:ea typeface="+mn-ea"/>
                <a:cs typeface="+mn-cs"/>
              </a:rPr>
              <a:t>AuxoAI</a:t>
            </a:r>
            <a:r>
              <a:rPr kumimoji="0" lang="en-IN" sz="800" b="0" i="0" u="none" strike="noStrike" kern="1200" cap="none" spc="0" normalizeH="0" baseline="0" noProof="0">
                <a:ln>
                  <a:noFill/>
                </a:ln>
                <a:solidFill>
                  <a:schemeClr val="bg1">
                    <a:lumMod val="65000"/>
                  </a:schemeClr>
                </a:solidFill>
                <a:effectLst/>
                <a:uLnTx/>
                <a:uFillTx/>
                <a:latin typeface="Helvertica"/>
                <a:ea typeface="+mn-ea"/>
                <a:cs typeface="+mn-cs"/>
              </a:rPr>
              <a:t> – Confidential and Proprietary</a:t>
            </a:r>
          </a:p>
        </p:txBody>
      </p:sp>
      <p:sp>
        <p:nvSpPr>
          <p:cNvPr id="4" name="Slide Number Placeholder 5">
            <a:extLst>
              <a:ext uri="{FF2B5EF4-FFF2-40B4-BE49-F238E27FC236}">
                <a16:creationId xmlns:a16="http://schemas.microsoft.com/office/drawing/2014/main" id="{25BF7FE3-AD8F-B849-E7DB-BCB7D8646C48}"/>
              </a:ext>
            </a:extLst>
          </p:cNvPr>
          <p:cNvSpPr>
            <a:spLocks noGrp="1"/>
          </p:cNvSpPr>
          <p:nvPr>
            <p:ph type="sldNum" sz="quarter" idx="4"/>
          </p:nvPr>
        </p:nvSpPr>
        <p:spPr>
          <a:xfrm>
            <a:off x="920115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ierstadt" panose="020B0004020202020204" pitchFamily="34" charset="0"/>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343878638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1" r:id="rId6"/>
    <p:sldLayoutId id="2147483682" r:id="rId7"/>
    <p:sldLayoutId id="2147483864" r:id="rId8"/>
  </p:sldLayoutIdLst>
  <p:hf hdr="0" ftr="0" dt="0"/>
  <p:txStyles>
    <p:titleStyle>
      <a:lvl1pPr algn="l" defTabSz="914400" rtl="0" eaLnBrk="1" latinLnBrk="0" hangingPunct="1">
        <a:lnSpc>
          <a:spcPct val="90000"/>
        </a:lnSpc>
        <a:spcBef>
          <a:spcPct val="0"/>
        </a:spcBef>
        <a:buNone/>
        <a:defRPr sz="2800" b="1" kern="1200">
          <a:solidFill>
            <a:srgbClr val="0CB765"/>
          </a:solidFill>
          <a:latin typeface="Bierstadt"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ova Light" panose="020B03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ova Light" panose="020B03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ova Light" panose="020B03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Light" panose="020B03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ova Light" panose="020B03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2.xml"/><Relationship Id="rId1" Type="http://schemas.openxmlformats.org/officeDocument/2006/relationships/themeOverride" Target="../theme/themeOverride4.xml"/><Relationship Id="rId4" Type="http://schemas.openxmlformats.org/officeDocument/2006/relationships/image" Target="../media/image30.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50.xml"/><Relationship Id="rId1" Type="http://schemas.openxmlformats.org/officeDocument/2006/relationships/themeOverride" Target="../theme/themeOverr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4.xml"/></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00.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9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6.xml"/></Relationships>
</file>

<file path=ppt/slides/_rels/slide11.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96.xml"/><Relationship Id="rId5" Type="http://schemas.openxmlformats.org/officeDocument/2006/relationships/image" Target="../media/image43.sv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jpeg"/><Relationship Id="rId18" Type="http://schemas.openxmlformats.org/officeDocument/2006/relationships/image" Target="../media/image58.svg"/><Relationship Id="rId3" Type="http://schemas.openxmlformats.org/officeDocument/2006/relationships/image" Target="../media/image44.png"/><Relationship Id="rId21" Type="http://schemas.openxmlformats.org/officeDocument/2006/relationships/image" Target="../media/image61.jpeg"/><Relationship Id="rId7" Type="http://schemas.openxmlformats.org/officeDocument/2006/relationships/image" Target="../media/image47.sv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notesSlide" Target="../notesSlides/notesSlide5.xml"/><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46.png"/><Relationship Id="rId11" Type="http://schemas.openxmlformats.org/officeDocument/2006/relationships/image" Target="../media/image51.svg"/><Relationship Id="rId5" Type="http://schemas.openxmlformats.org/officeDocument/2006/relationships/image" Target="../media/image45.jpeg"/><Relationship Id="rId15" Type="http://schemas.openxmlformats.org/officeDocument/2006/relationships/image" Target="../media/image55.png"/><Relationship Id="rId23" Type="http://schemas.openxmlformats.org/officeDocument/2006/relationships/image" Target="../media/image63.png"/><Relationship Id="rId10" Type="http://schemas.openxmlformats.org/officeDocument/2006/relationships/image" Target="../media/image50.png"/><Relationship Id="rId19" Type="http://schemas.openxmlformats.org/officeDocument/2006/relationships/image" Target="../media/image59.jpeg"/><Relationship Id="rId4" Type="http://schemas.microsoft.com/office/2007/relationships/hdphoto" Target="../media/hdphoto1.wdp"/><Relationship Id="rId9" Type="http://schemas.openxmlformats.org/officeDocument/2006/relationships/image" Target="../media/image49.svg"/><Relationship Id="rId14" Type="http://schemas.openxmlformats.org/officeDocument/2006/relationships/image" Target="../media/image54.png"/><Relationship Id="rId22"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Computer parts">
            <a:extLst>
              <a:ext uri="{FF2B5EF4-FFF2-40B4-BE49-F238E27FC236}">
                <a16:creationId xmlns:a16="http://schemas.microsoft.com/office/drawing/2014/main" id="{630B8B2B-E6D7-2C5E-B67B-F82EF11D145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3383"/>
          <a:stretch/>
        </p:blipFill>
        <p:spPr>
          <a:xfrm>
            <a:off x="6435177" y="0"/>
            <a:ext cx="5756824" cy="6858000"/>
          </a:xfrm>
          <a:prstGeom prst="rect">
            <a:avLst/>
          </a:prstGeom>
        </p:spPr>
      </p:pic>
      <p:sp>
        <p:nvSpPr>
          <p:cNvPr id="6" name="TextBox 5">
            <a:extLst>
              <a:ext uri="{FF2B5EF4-FFF2-40B4-BE49-F238E27FC236}">
                <a16:creationId xmlns:a16="http://schemas.microsoft.com/office/drawing/2014/main" id="{006DC811-7AA6-67FF-EB50-F1293A4624C1}"/>
              </a:ext>
            </a:extLst>
          </p:cNvPr>
          <p:cNvSpPr txBox="1"/>
          <p:nvPr/>
        </p:nvSpPr>
        <p:spPr>
          <a:xfrm>
            <a:off x="240631" y="2306585"/>
            <a:ext cx="6118917" cy="2289858"/>
          </a:xfrm>
          <a:prstGeom prst="rect">
            <a:avLst/>
          </a:prstGeom>
          <a:noFill/>
        </p:spPr>
        <p:txBody>
          <a:bodyPr wrap="square" lIns="91440" tIns="45720" rIns="91440" bIns="45720" rtlCol="0" anchor="t">
            <a:spAutoFit/>
          </a:bodyPr>
          <a:lstStyle/>
          <a:p>
            <a:pPr>
              <a:lnSpc>
                <a:spcPct val="120000"/>
              </a:lnSpc>
              <a:defRPr/>
            </a:pPr>
            <a:r>
              <a:rPr lang="en-US" sz="3600" b="1">
                <a:solidFill>
                  <a:srgbClr val="002060"/>
                </a:solidFill>
                <a:latin typeface="Bierstadt"/>
              </a:rPr>
              <a:t>ADI x AuxoAI: Agentic AI Proposal</a:t>
            </a:r>
          </a:p>
          <a:p>
            <a:pPr>
              <a:lnSpc>
                <a:spcPct val="120000"/>
              </a:lnSpc>
              <a:defRPr/>
            </a:pPr>
            <a:endParaRPr lang="en-US" sz="3200" b="1" i="1">
              <a:solidFill>
                <a:srgbClr val="C6CDFD"/>
              </a:solidFill>
              <a:latin typeface="Bierstadt"/>
            </a:endParaRPr>
          </a:p>
          <a:p>
            <a:pPr>
              <a:defRPr/>
            </a:pPr>
            <a:r>
              <a:rPr lang="en-US">
                <a:solidFill>
                  <a:srgbClr val="06126B"/>
                </a:solidFill>
                <a:latin typeface="Bierstadt"/>
              </a:rPr>
              <a:t>April</a:t>
            </a:r>
            <a:r>
              <a:rPr kumimoji="0" lang="en-US" sz="1800" b="0" i="0" u="none" strike="noStrike" kern="1200" cap="none" spc="0" normalizeH="0" baseline="0" noProof="0">
                <a:ln>
                  <a:noFill/>
                </a:ln>
                <a:solidFill>
                  <a:srgbClr val="06126B"/>
                </a:solidFill>
                <a:effectLst/>
                <a:uLnTx/>
                <a:uFillTx/>
                <a:latin typeface="Bierstadt"/>
              </a:rPr>
              <a:t> 2025</a:t>
            </a:r>
            <a:endParaRPr lang="en-US" sz="1800" b="0" i="0" u="none" strike="noStrike" kern="1200" cap="none" spc="0" normalizeH="0" baseline="0" noProof="0">
              <a:ln>
                <a:noFill/>
              </a:ln>
              <a:solidFill>
                <a:srgbClr val="C6CDFD"/>
              </a:solidFill>
              <a:effectLst/>
              <a:uLnTx/>
              <a:uFillTx/>
              <a:latin typeface="Bierstadt"/>
            </a:endParaRPr>
          </a:p>
        </p:txBody>
      </p:sp>
    </p:spTree>
    <p:extLst>
      <p:ext uri="{BB962C8B-B14F-4D97-AF65-F5344CB8AC3E}">
        <p14:creationId xmlns:p14="http://schemas.microsoft.com/office/powerpoint/2010/main" val="1033239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9" name="Slide Number Placeholder 90">
            <a:extLst>
              <a:ext uri="{FF2B5EF4-FFF2-40B4-BE49-F238E27FC236}">
                <a16:creationId xmlns:a16="http://schemas.microsoft.com/office/drawing/2014/main" id="{9DE5539B-D511-14AC-F179-490372CA7BB8}"/>
              </a:ext>
            </a:extLst>
          </p:cNvPr>
          <p:cNvSpPr txBox="1">
            <a:spLocks/>
          </p:cNvSpPr>
          <p:nvPr/>
        </p:nvSpPr>
        <p:spPr>
          <a:xfrm>
            <a:off x="9338185"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DF2C7D4-7543-4F8A-A661-C7A18B3067FD}" type="slidenum">
              <a:rPr kumimoji="0" lang="en-US" sz="1200" b="0" i="0" u="none" strike="noStrike" kern="1200" cap="none" spc="0" normalizeH="0" baseline="0" noProof="0" smtClean="0">
                <a:ln>
                  <a:noFill/>
                </a:ln>
                <a:solidFill>
                  <a:srgbClr val="7F7F7F"/>
                </a:solidFill>
                <a:effectLst/>
                <a:uLnTx/>
                <a:uFillTx/>
                <a:latin typeface="Bierstadt" panose="020B00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7F7F7F"/>
              </a:solidFill>
              <a:effectLst/>
              <a:uLnTx/>
              <a:uFillTx/>
              <a:latin typeface="Bierstadt" panose="020B0004020202020204" pitchFamily="34" charset="0"/>
            </a:endParaRPr>
          </a:p>
        </p:txBody>
      </p:sp>
      <p:sp>
        <p:nvSpPr>
          <p:cNvPr id="81" name="object 26">
            <a:extLst>
              <a:ext uri="{FF2B5EF4-FFF2-40B4-BE49-F238E27FC236}">
                <a16:creationId xmlns:a16="http://schemas.microsoft.com/office/drawing/2014/main" id="{13218A76-562E-CE09-B7CE-8A8A5A6CDF35}"/>
              </a:ext>
            </a:extLst>
          </p:cNvPr>
          <p:cNvSpPr txBox="1"/>
          <p:nvPr/>
        </p:nvSpPr>
        <p:spPr>
          <a:xfrm>
            <a:off x="1134110" y="437382"/>
            <a:ext cx="6475095" cy="354584"/>
          </a:xfrm>
          <a:prstGeom prst="rect">
            <a:avLst/>
          </a:prstGeom>
        </p:spPr>
        <p:txBody>
          <a:bodyPr vert="horz" wrap="square" lIns="0" tIns="15875" rIns="0" bIns="0" rtlCol="0" anchor="t">
            <a:spAutoFit/>
          </a:bodyPr>
          <a:lstStyle/>
          <a:p>
            <a:pPr marL="12700">
              <a:spcBef>
                <a:spcPts val="125"/>
              </a:spcBef>
            </a:pPr>
            <a:r>
              <a:rPr kumimoji="0" lang="en-US" sz="2200" b="1" i="0" u="none" strike="noStrike" kern="1200" cap="none" spc="0" normalizeH="0" baseline="0" noProof="0">
                <a:ln>
                  <a:noFill/>
                </a:ln>
                <a:solidFill>
                  <a:srgbClr val="C5CCFC">
                    <a:lumMod val="10000"/>
                  </a:srgbClr>
                </a:solidFill>
                <a:effectLst/>
                <a:uLnTx/>
                <a:uFillTx/>
                <a:latin typeface="Poppins" pitchFamily="2" charset="77"/>
                <a:ea typeface="+mn-ea"/>
                <a:cs typeface="Poppins" pitchFamily="2" charset="77"/>
              </a:rPr>
              <a:t>Agenda</a:t>
            </a:r>
            <a:endParaRPr lang="en-IN" sz="2800" b="1" spc="-10">
              <a:solidFill>
                <a:schemeClr val="accent1">
                  <a:lumMod val="50000"/>
                </a:schemeClr>
              </a:solidFill>
              <a:latin typeface="+mj-lt"/>
              <a:cs typeface="Arial"/>
            </a:endParaRPr>
          </a:p>
        </p:txBody>
      </p:sp>
      <p:sp>
        <p:nvSpPr>
          <p:cNvPr id="4" name="object 26">
            <a:extLst>
              <a:ext uri="{FF2B5EF4-FFF2-40B4-BE49-F238E27FC236}">
                <a16:creationId xmlns:a16="http://schemas.microsoft.com/office/drawing/2014/main" id="{5CB8DAB3-65DC-C004-03D3-C683115B6D07}"/>
              </a:ext>
            </a:extLst>
          </p:cNvPr>
          <p:cNvSpPr txBox="1"/>
          <p:nvPr/>
        </p:nvSpPr>
        <p:spPr>
          <a:xfrm>
            <a:off x="803657" y="1207039"/>
            <a:ext cx="10255250" cy="2541658"/>
          </a:xfrm>
          <a:prstGeom prst="rect">
            <a:avLst/>
          </a:prstGeom>
        </p:spPr>
        <p:txBody>
          <a:bodyPr vert="horz" wrap="square" lIns="0" tIns="15875" rIns="0" bIns="0" rtlCol="0" anchor="t">
            <a:spAutoFit/>
          </a:bodyPr>
          <a:lstStyle/>
          <a:p>
            <a:pPr marL="285750" indent="-285750">
              <a:lnSpc>
                <a:spcPct val="150000"/>
              </a:lnSpc>
              <a:spcBef>
                <a:spcPts val="600"/>
              </a:spcBef>
              <a:spcAft>
                <a:spcPts val="800"/>
              </a:spcAft>
              <a:buFont typeface="Arial" panose="020B0604020202020204" pitchFamily="34" charset="0"/>
              <a:buChar char="•"/>
            </a:pPr>
            <a:r>
              <a:rPr kumimoji="0" lang="en-IN" sz="1600" b="1" i="0" u="none" strike="noStrike" kern="1200" cap="none" spc="-10" normalizeH="0" baseline="0" noProof="0">
                <a:ln>
                  <a:noFill/>
                </a:ln>
                <a:solidFill>
                  <a:schemeClr val="tx2">
                    <a:lumMod val="75000"/>
                  </a:schemeClr>
                </a:solidFill>
                <a:effectLst/>
                <a:uLnTx/>
                <a:uFillTx/>
                <a:latin typeface="+mj-lt"/>
                <a:ea typeface="+mn-ea"/>
                <a:cs typeface="Arial"/>
              </a:rPr>
              <a:t>UDA SCOPE</a:t>
            </a:r>
          </a:p>
          <a:p>
            <a:pPr marL="285750" indent="-285750" rtl="0">
              <a:lnSpc>
                <a:spcPct val="150000"/>
              </a:lnSpc>
              <a:spcBef>
                <a:spcPts val="600"/>
              </a:spcBef>
              <a:spcAft>
                <a:spcPts val="800"/>
              </a:spcAft>
              <a:buFont typeface="Arial" panose="020B0604020202020204" pitchFamily="34" charset="0"/>
              <a:buChar char="•"/>
            </a:pPr>
            <a:r>
              <a:rPr lang="en-IN" sz="1600" b="1" spc="-10">
                <a:solidFill>
                  <a:schemeClr val="tx2">
                    <a:lumMod val="75000"/>
                  </a:schemeClr>
                </a:solidFill>
                <a:latin typeface="+mj-lt"/>
                <a:cs typeface="Arial"/>
              </a:rPr>
              <a:t>POTENTIAL AGENTIC INTERVENTIONS</a:t>
            </a:r>
          </a:p>
          <a:p>
            <a:pPr marL="285750" indent="-285750" rtl="0">
              <a:lnSpc>
                <a:spcPct val="150000"/>
              </a:lnSpc>
              <a:spcBef>
                <a:spcPts val="600"/>
              </a:spcBef>
              <a:spcAft>
                <a:spcPts val="800"/>
              </a:spcAft>
              <a:buFont typeface="Arial" panose="020B0604020202020204" pitchFamily="34" charset="0"/>
              <a:buChar char="•"/>
            </a:pPr>
            <a:r>
              <a:rPr lang="en-IN" sz="1600" b="1" spc="-10">
                <a:solidFill>
                  <a:schemeClr val="tx2">
                    <a:lumMod val="75000"/>
                  </a:schemeClr>
                </a:solidFill>
                <a:latin typeface="+mj-lt"/>
                <a:cs typeface="Arial"/>
              </a:rPr>
              <a:t>EXECUTION PLAN</a:t>
            </a:r>
          </a:p>
          <a:p>
            <a:pPr marL="285750" indent="-285750" rtl="0">
              <a:lnSpc>
                <a:spcPct val="150000"/>
              </a:lnSpc>
              <a:spcBef>
                <a:spcPts val="600"/>
              </a:spcBef>
              <a:spcAft>
                <a:spcPts val="800"/>
              </a:spcAft>
              <a:buFont typeface="Arial" panose="020B0604020202020204" pitchFamily="34" charset="0"/>
              <a:buChar char="•"/>
            </a:pPr>
            <a:r>
              <a:rPr lang="en-IN" sz="1600" b="1" spc="-10">
                <a:solidFill>
                  <a:schemeClr val="tx2">
                    <a:lumMod val="75000"/>
                  </a:schemeClr>
                </a:solidFill>
                <a:latin typeface="+mj-lt"/>
                <a:cs typeface="Arial"/>
              </a:rPr>
              <a:t>DELIVERY POD</a:t>
            </a:r>
          </a:p>
          <a:p>
            <a:pPr marL="285750" indent="-285750" rtl="0">
              <a:lnSpc>
                <a:spcPct val="150000"/>
              </a:lnSpc>
              <a:spcBef>
                <a:spcPts val="600"/>
              </a:spcBef>
              <a:spcAft>
                <a:spcPts val="800"/>
              </a:spcAft>
              <a:buFont typeface="Arial" panose="020B0604020202020204" pitchFamily="34" charset="0"/>
              <a:buChar char="•"/>
            </a:pPr>
            <a:endParaRPr kumimoji="0" lang="en-IN" sz="1600" b="1" i="0" u="none" strike="noStrike" kern="1200" cap="none" spc="-10" normalizeH="0" baseline="0" noProof="0">
              <a:ln>
                <a:noFill/>
              </a:ln>
              <a:solidFill>
                <a:schemeClr val="tx2">
                  <a:lumMod val="75000"/>
                </a:schemeClr>
              </a:solidFill>
              <a:effectLst/>
              <a:uLnTx/>
              <a:uFillTx/>
              <a:latin typeface="+mj-lt"/>
              <a:ea typeface="+mn-ea"/>
              <a:cs typeface="Arial"/>
            </a:endParaRPr>
          </a:p>
        </p:txBody>
      </p:sp>
    </p:spTree>
    <p:extLst>
      <p:ext uri="{BB962C8B-B14F-4D97-AF65-F5344CB8AC3E}">
        <p14:creationId xmlns:p14="http://schemas.microsoft.com/office/powerpoint/2010/main" val="1031607525"/>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C189F-AE24-2BD5-69BC-2F5D57F46E0A}"/>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B0D5B210-5DC7-A1CA-DF1F-AF194238FBD5}"/>
              </a:ext>
            </a:extLst>
          </p:cNvPr>
          <p:cNvSpPr txBox="1">
            <a:spLocks/>
          </p:cNvSpPr>
          <p:nvPr/>
        </p:nvSpPr>
        <p:spPr>
          <a:xfrm>
            <a:off x="953327" y="416044"/>
            <a:ext cx="11162473" cy="62742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rgbClr val="0CB765"/>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300"/>
              </a:spcAft>
              <a:buClrTx/>
              <a:buSzTx/>
              <a:buFontTx/>
              <a:buNone/>
              <a:tabLst/>
              <a:defRPr/>
            </a:pPr>
            <a:r>
              <a:rPr lang="en-IN" sz="2400">
                <a:solidFill>
                  <a:schemeClr val="accent1">
                    <a:lumMod val="10000"/>
                  </a:schemeClr>
                </a:solidFill>
                <a:latin typeface="Poppins" pitchFamily="2" charset="77"/>
                <a:cs typeface="Poppins" pitchFamily="2" charset="77"/>
              </a:rPr>
              <a:t>UDA Scope – Focus Area for next 4 Weeks</a:t>
            </a:r>
            <a:endParaRPr kumimoji="0" lang="en-US" sz="2400" b="1" i="0" u="none" strike="noStrike" kern="1200" cap="none" spc="0" normalizeH="0" baseline="0" noProof="0">
              <a:ln>
                <a:noFill/>
              </a:ln>
              <a:solidFill>
                <a:srgbClr val="C5CCFC">
                  <a:lumMod val="10000"/>
                </a:srgbClr>
              </a:solidFill>
              <a:effectLst/>
              <a:uLnTx/>
              <a:uFillTx/>
              <a:latin typeface="Poppins"/>
              <a:ea typeface="+mj-ea"/>
              <a:cs typeface="Poppins"/>
            </a:endParaRPr>
          </a:p>
        </p:txBody>
      </p:sp>
      <p:graphicFrame>
        <p:nvGraphicFramePr>
          <p:cNvPr id="2" name="Table 1">
            <a:extLst>
              <a:ext uri="{FF2B5EF4-FFF2-40B4-BE49-F238E27FC236}">
                <a16:creationId xmlns:a16="http://schemas.microsoft.com/office/drawing/2014/main" id="{FA0931BF-9A48-DAFD-7EFF-7C61A5BB64D8}"/>
              </a:ext>
            </a:extLst>
          </p:cNvPr>
          <p:cNvGraphicFramePr>
            <a:graphicFrameLocks noGrp="1"/>
          </p:cNvGraphicFramePr>
          <p:nvPr>
            <p:extLst>
              <p:ext uri="{D42A27DB-BD31-4B8C-83A1-F6EECF244321}">
                <p14:modId xmlns:p14="http://schemas.microsoft.com/office/powerpoint/2010/main" val="2459101574"/>
              </p:ext>
            </p:extLst>
          </p:nvPr>
        </p:nvGraphicFramePr>
        <p:xfrm>
          <a:off x="311219" y="1200770"/>
          <a:ext cx="11569562" cy="4181547"/>
        </p:xfrm>
        <a:graphic>
          <a:graphicData uri="http://schemas.openxmlformats.org/drawingml/2006/table">
            <a:tbl>
              <a:tblPr firstRow="1" bandRow="1">
                <a:tableStyleId>{5C22544A-7EE6-4342-B048-85BDC9FD1C3A}</a:tableStyleId>
              </a:tblPr>
              <a:tblGrid>
                <a:gridCol w="1046007">
                  <a:extLst>
                    <a:ext uri="{9D8B030D-6E8A-4147-A177-3AD203B41FA5}">
                      <a16:colId xmlns:a16="http://schemas.microsoft.com/office/drawing/2014/main" val="894597034"/>
                    </a:ext>
                  </a:extLst>
                </a:gridCol>
                <a:gridCol w="7595575">
                  <a:extLst>
                    <a:ext uri="{9D8B030D-6E8A-4147-A177-3AD203B41FA5}">
                      <a16:colId xmlns:a16="http://schemas.microsoft.com/office/drawing/2014/main" val="3375859005"/>
                    </a:ext>
                  </a:extLst>
                </a:gridCol>
                <a:gridCol w="1463990">
                  <a:extLst>
                    <a:ext uri="{9D8B030D-6E8A-4147-A177-3AD203B41FA5}">
                      <a16:colId xmlns:a16="http://schemas.microsoft.com/office/drawing/2014/main" val="818794690"/>
                    </a:ext>
                  </a:extLst>
                </a:gridCol>
                <a:gridCol w="1463990">
                  <a:extLst>
                    <a:ext uri="{9D8B030D-6E8A-4147-A177-3AD203B41FA5}">
                      <a16:colId xmlns:a16="http://schemas.microsoft.com/office/drawing/2014/main" val="3410362685"/>
                    </a:ext>
                  </a:extLst>
                </a:gridCol>
              </a:tblGrid>
              <a:tr h="374084">
                <a:tc>
                  <a:txBody>
                    <a:bodyPr/>
                    <a:lstStyle/>
                    <a:p>
                      <a:r>
                        <a:rPr lang="en-IN" sz="1100">
                          <a:solidFill>
                            <a:schemeClr val="tx2">
                              <a:lumMod val="90000"/>
                              <a:lumOff val="10000"/>
                            </a:schemeClr>
                          </a:solidFill>
                          <a:latin typeface="Poppins"/>
                          <a:cs typeface="Poppins"/>
                        </a:rPr>
                        <a:t>Tool</a:t>
                      </a:r>
                    </a:p>
                  </a:txBody>
                  <a:tcPr anchor="ctr">
                    <a:lnB w="6350" cap="flat" cmpd="sng" algn="ctr">
                      <a:solidFill>
                        <a:schemeClr val="bg1">
                          <a:lumMod val="85000"/>
                        </a:schemeClr>
                      </a:solidFill>
                      <a:prstDash val="solid"/>
                      <a:round/>
                      <a:headEnd type="none" w="med" len="med"/>
                      <a:tailEnd type="none" w="med" len="med"/>
                    </a:lnB>
                    <a:noFill/>
                  </a:tcPr>
                </a:tc>
                <a:tc>
                  <a:txBody>
                    <a:bodyPr/>
                    <a:lstStyle/>
                    <a:p>
                      <a:r>
                        <a:rPr lang="en-IN" sz="1100">
                          <a:solidFill>
                            <a:schemeClr val="tx2">
                              <a:lumMod val="90000"/>
                              <a:lumOff val="10000"/>
                            </a:schemeClr>
                          </a:solidFill>
                          <a:latin typeface="Poppins"/>
                          <a:cs typeface="Poppins"/>
                        </a:rPr>
                        <a:t>Activity</a:t>
                      </a:r>
                    </a:p>
                  </a:txBody>
                  <a:tcPr anchor="ctr">
                    <a:lnB w="6350" cap="flat" cmpd="sng" algn="ctr">
                      <a:solidFill>
                        <a:schemeClr val="bg1">
                          <a:lumMod val="85000"/>
                        </a:schemeClr>
                      </a:solidFill>
                      <a:prstDash val="solid"/>
                      <a:round/>
                      <a:headEnd type="none" w="med" len="med"/>
                      <a:tailEnd type="none" w="med" len="med"/>
                    </a:lnB>
                    <a:noFill/>
                  </a:tcPr>
                </a:tc>
                <a:tc>
                  <a:txBody>
                    <a:bodyPr/>
                    <a:lstStyle/>
                    <a:p>
                      <a:pPr lvl="0" algn="ctr">
                        <a:buNone/>
                      </a:pPr>
                      <a:r>
                        <a:rPr lang="en-IN" sz="1100">
                          <a:solidFill>
                            <a:schemeClr val="tx2">
                              <a:lumMod val="90000"/>
                              <a:lumOff val="10000"/>
                            </a:schemeClr>
                          </a:solidFill>
                          <a:latin typeface="Poppins"/>
                          <a:cs typeface="Poppins"/>
                        </a:rPr>
                        <a:t>Priority</a:t>
                      </a:r>
                    </a:p>
                  </a:txBody>
                  <a:tcPr anchor="ctr">
                    <a:lnB w="6350">
                      <a:solidFill>
                        <a:schemeClr val="bg1">
                          <a:lumMod val="85000"/>
                        </a:schemeClr>
                      </a:solidFill>
                    </a:lnB>
                    <a:noFill/>
                  </a:tcPr>
                </a:tc>
                <a:tc>
                  <a:txBody>
                    <a:bodyPr/>
                    <a:lstStyle/>
                    <a:p>
                      <a:pPr algn="ctr"/>
                      <a:r>
                        <a:rPr lang="en-IN" sz="1100">
                          <a:solidFill>
                            <a:schemeClr val="tx2">
                              <a:lumMod val="90000"/>
                              <a:lumOff val="10000"/>
                            </a:schemeClr>
                          </a:solidFill>
                          <a:latin typeface="Poppins"/>
                          <a:cs typeface="Poppins"/>
                        </a:rPr>
                        <a:t>Estimated Effort</a:t>
                      </a:r>
                    </a:p>
                  </a:txBody>
                  <a:tcPr anchor="ctr">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68092582"/>
                  </a:ext>
                </a:extLst>
              </a:tr>
              <a:tr h="346133">
                <a:tc>
                  <a:txBody>
                    <a:bodyPr/>
                    <a:lstStyle/>
                    <a:p>
                      <a:pPr lvl="0">
                        <a:buNone/>
                      </a:pPr>
                      <a:r>
                        <a:rPr lang="en-IN" sz="1050" b="1" i="0" u="none" strike="noStrike" kern="1200" cap="none" spc="0" normalizeH="0" baseline="0" noProof="0">
                          <a:ln>
                            <a:noFill/>
                          </a:ln>
                          <a:solidFill>
                            <a:srgbClr val="00B050"/>
                          </a:solidFill>
                          <a:effectLst/>
                          <a:uLnTx/>
                          <a:uFillTx/>
                          <a:latin typeface="Poppins"/>
                        </a:rPr>
                        <a:t>Fivetran</a:t>
                      </a:r>
                      <a:endParaRPr lang="en-US" sz="2400"/>
                    </a:p>
                  </a:txBody>
                  <a:tcPr anchor="ctr">
                    <a:lnL w="6350">
                      <a:solidFill>
                        <a:schemeClr val="bg1">
                          <a:lumMod val="85000"/>
                        </a:schemeClr>
                      </a:solid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tc>
                  <a:txBody>
                    <a:bodyPr/>
                    <a:lstStyle/>
                    <a:p>
                      <a:pPr lvl="0" algn="l">
                        <a:buNone/>
                      </a:pPr>
                      <a:r>
                        <a:rPr lang="en-US" sz="1050" b="0" i="0" u="none" strike="noStrike" noProof="0">
                          <a:solidFill>
                            <a:srgbClr val="000000"/>
                          </a:solidFill>
                          <a:effectLst/>
                          <a:latin typeface="Poppins"/>
                        </a:rPr>
                        <a:t>Housekeeping and cleanup of Fivetran sync/pipelines and files in ADLS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tc>
                  <a:txBody>
                    <a:bodyPr/>
                    <a:lstStyle/>
                    <a:p>
                      <a:pPr marL="0" lvl="0" indent="0" algn="ctr">
                        <a:lnSpc>
                          <a:spcPct val="100000"/>
                        </a:lnSpc>
                        <a:spcBef>
                          <a:spcPts val="0"/>
                        </a:spcBef>
                        <a:spcAft>
                          <a:spcPts val="0"/>
                        </a:spcAft>
                        <a:buNone/>
                      </a:pPr>
                      <a:r>
                        <a:rPr lang="en-IN" sz="1050">
                          <a:solidFill>
                            <a:sysClr val="windowText" lastClr="000000"/>
                          </a:solidFill>
                          <a:latin typeface="Poppins"/>
                          <a:cs typeface="Poppins"/>
                        </a:rPr>
                        <a:t>High</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tc>
                  <a:txBody>
                    <a:bodyPr/>
                    <a:lstStyle/>
                    <a:p>
                      <a:pPr marL="0" lvl="0" indent="0" algn="ctr">
                        <a:lnSpc>
                          <a:spcPct val="100000"/>
                        </a:lnSpc>
                        <a:spcBef>
                          <a:spcPts val="0"/>
                        </a:spcBef>
                        <a:spcAft>
                          <a:spcPts val="0"/>
                        </a:spcAft>
                        <a:buNone/>
                      </a:pPr>
                      <a:r>
                        <a:rPr lang="en-IN" sz="1050">
                          <a:solidFill>
                            <a:sysClr val="windowText" lastClr="000000"/>
                          </a:solidFill>
                          <a:latin typeface="Poppins"/>
                          <a:cs typeface="Poppins"/>
                        </a:rPr>
                        <a:t>3 days</a:t>
                      </a:r>
                    </a:p>
                  </a:txBody>
                  <a:tcPr anchor="ctr">
                    <a:lnL w="6350" cap="flat" cmpd="sng" algn="ctr">
                      <a:solidFill>
                        <a:schemeClr val="bg1">
                          <a:lumMod val="85000"/>
                        </a:schemeClr>
                      </a:solidFill>
                      <a:prstDash val="solid"/>
                      <a:round/>
                      <a:headEnd type="none" w="med" len="med"/>
                      <a:tailEnd type="none" w="med" len="med"/>
                    </a:lnL>
                    <a:lnR w="6350">
                      <a:solidFill>
                        <a:schemeClr val="bg1">
                          <a:lumMod val="85000"/>
                        </a:schemeClr>
                      </a:solidFill>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extLst>
                  <a:ext uri="{0D108BD9-81ED-4DB2-BD59-A6C34878D82A}">
                    <a16:rowId xmlns:a16="http://schemas.microsoft.com/office/drawing/2014/main" val="639772909"/>
                  </a:ext>
                </a:extLst>
              </a:tr>
              <a:tr h="346133">
                <a:tc>
                  <a:txBody>
                    <a:bodyPr/>
                    <a:lstStyle/>
                    <a:p>
                      <a:pPr lvl="0">
                        <a:buNone/>
                      </a:pPr>
                      <a:r>
                        <a:rPr lang="en-IN" sz="1050" b="1" i="0" u="none" strike="noStrike" noProof="0">
                          <a:solidFill>
                            <a:srgbClr val="00B050"/>
                          </a:solidFill>
                          <a:latin typeface="Poppins"/>
                        </a:rPr>
                        <a:t>Astronomer</a:t>
                      </a:r>
                      <a:endParaRPr lang="en-US" sz="2400"/>
                    </a:p>
                  </a:txBody>
                  <a:tcPr anchor="ctr">
                    <a:lnL w="6350">
                      <a:solidFill>
                        <a:schemeClr val="bg1">
                          <a:lumMod val="85000"/>
                        </a:schemeClr>
                      </a:solid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lvl="0" algn="l">
                        <a:buNone/>
                      </a:pPr>
                      <a:r>
                        <a:rPr lang="en-US" sz="1050" b="0" i="0" u="none" strike="noStrike">
                          <a:solidFill>
                            <a:srgbClr val="000000"/>
                          </a:solidFill>
                          <a:effectLst/>
                          <a:latin typeface="Poppins"/>
                          <a:cs typeface="Poppins"/>
                        </a:rPr>
                        <a:t>Housekeeping and cleanup of Astronomer objects in Astro UI and </a:t>
                      </a:r>
                      <a:r>
                        <a:rPr lang="en-US" sz="1050" b="0" i="0" u="none" strike="noStrike" err="1">
                          <a:solidFill>
                            <a:srgbClr val="000000"/>
                          </a:solidFill>
                          <a:effectLst/>
                          <a:latin typeface="Poppins"/>
                          <a:cs typeface="Poppins"/>
                        </a:rPr>
                        <a:t>GIt</a:t>
                      </a:r>
                      <a:r>
                        <a:rPr lang="en-US" sz="1050" b="0" i="0" u="none" strike="noStrike">
                          <a:solidFill>
                            <a:srgbClr val="000000"/>
                          </a:solidFill>
                          <a:effectLst/>
                          <a:latin typeface="Poppins"/>
                          <a:cs typeface="Poppins"/>
                        </a:rPr>
                        <a:t> repo</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IN" sz="1050">
                          <a:solidFill>
                            <a:sysClr val="windowText" lastClr="000000"/>
                          </a:solidFill>
                          <a:latin typeface="Poppins"/>
                          <a:cs typeface="Poppins"/>
                        </a:rPr>
                        <a:t>High</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IN" sz="1050">
                          <a:solidFill>
                            <a:sysClr val="windowText" lastClr="000000"/>
                          </a:solidFill>
                          <a:latin typeface="Poppins"/>
                          <a:cs typeface="Poppins"/>
                        </a:rPr>
                        <a:t>3 days</a:t>
                      </a:r>
                    </a:p>
                  </a:txBody>
                  <a:tcPr anchor="ctr">
                    <a:lnL w="6350" cap="flat" cmpd="sng" algn="ctr">
                      <a:solidFill>
                        <a:schemeClr val="bg1">
                          <a:lumMod val="85000"/>
                        </a:schemeClr>
                      </a:solidFill>
                      <a:prstDash val="solid"/>
                      <a:round/>
                      <a:headEnd type="none" w="med" len="med"/>
                      <a:tailEnd type="none" w="med" len="med"/>
                    </a:lnL>
                    <a:lnR w="6350">
                      <a:solidFill>
                        <a:schemeClr val="bg1">
                          <a:lumMod val="85000"/>
                        </a:schemeClr>
                      </a:solid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3672742"/>
                  </a:ext>
                </a:extLst>
              </a:tr>
              <a:tr h="346133">
                <a:tc>
                  <a:txBody>
                    <a:bodyPr/>
                    <a:lstStyle/>
                    <a:p>
                      <a:r>
                        <a:rPr lang="en-IN" sz="1050" b="1" u="none">
                          <a:solidFill>
                            <a:srgbClr val="00B050"/>
                          </a:solidFill>
                          <a:latin typeface="Poppins"/>
                          <a:cs typeface="Poppins"/>
                        </a:rPr>
                        <a:t>Astronomer</a:t>
                      </a:r>
                    </a:p>
                  </a:txBody>
                  <a:tcPr anchor="ctr">
                    <a:lnL w="6350">
                      <a:solidFill>
                        <a:schemeClr val="bg1">
                          <a:lumMod val="85000"/>
                        </a:schemeClr>
                      </a:solid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tc>
                  <a:txBody>
                    <a:bodyPr/>
                    <a:lstStyle/>
                    <a:p>
                      <a:pPr lvl="0" algn="l">
                        <a:buNone/>
                      </a:pPr>
                      <a:r>
                        <a:rPr lang="en-US" sz="1050" b="0" i="0" u="none" strike="noStrike" noProof="0">
                          <a:solidFill>
                            <a:srgbClr val="000000"/>
                          </a:solidFill>
                          <a:effectLst/>
                          <a:latin typeface="Poppins"/>
                        </a:rPr>
                        <a:t>Automated monitoring and alerts through Astronomer for Fivetran sync</a:t>
                      </a:r>
                      <a:endParaRPr lang="en-US" sz="1050" b="0" i="0" u="none" strike="noStrike">
                        <a:solidFill>
                          <a:srgbClr val="000000"/>
                        </a:solidFill>
                        <a:effectLst/>
                        <a:latin typeface="Poppins"/>
                        <a:cs typeface="Poppin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tc>
                  <a:txBody>
                    <a:bodyPr/>
                    <a:lstStyle/>
                    <a:p>
                      <a:pPr marL="0" lvl="0" indent="0" algn="ctr" defTabSz="914400">
                        <a:lnSpc>
                          <a:spcPct val="100000"/>
                        </a:lnSpc>
                        <a:spcBef>
                          <a:spcPts val="0"/>
                        </a:spcBef>
                        <a:spcAft>
                          <a:spcPts val="0"/>
                        </a:spcAft>
                        <a:buNone/>
                        <a:tabLst/>
                        <a:defRPr/>
                      </a:pPr>
                      <a:r>
                        <a:rPr lang="en-IN" sz="1050">
                          <a:solidFill>
                            <a:sysClr val="windowText" lastClr="000000"/>
                          </a:solidFill>
                          <a:latin typeface="Poppins"/>
                          <a:cs typeface="Poppins"/>
                        </a:rPr>
                        <a:t>Medium</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a:solidFill>
                            <a:sysClr val="windowText" lastClr="000000"/>
                          </a:solidFill>
                          <a:latin typeface="Poppins"/>
                          <a:cs typeface="Poppins"/>
                        </a:rPr>
                        <a:t>2 weeks</a:t>
                      </a:r>
                    </a:p>
                  </a:txBody>
                  <a:tcPr anchor="ctr">
                    <a:lnL w="6350" cap="flat" cmpd="sng" algn="ctr">
                      <a:solidFill>
                        <a:schemeClr val="bg1">
                          <a:lumMod val="85000"/>
                        </a:schemeClr>
                      </a:solidFill>
                      <a:prstDash val="solid"/>
                      <a:round/>
                      <a:headEnd type="none" w="med" len="med"/>
                      <a:tailEnd type="none" w="med" len="med"/>
                    </a:lnL>
                    <a:lnR w="6350">
                      <a:solidFill>
                        <a:schemeClr val="bg1">
                          <a:lumMod val="85000"/>
                        </a:schemeClr>
                      </a:solidFill>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extLst>
                  <a:ext uri="{0D108BD9-81ED-4DB2-BD59-A6C34878D82A}">
                    <a16:rowId xmlns:a16="http://schemas.microsoft.com/office/drawing/2014/main" val="127436213"/>
                  </a:ext>
                </a:extLst>
              </a:tr>
              <a:tr h="346133">
                <a:tc>
                  <a:txBody>
                    <a:bodyPr/>
                    <a:lstStyle/>
                    <a:p>
                      <a:r>
                        <a:rPr kumimoji="0" lang="en-IN" sz="1050" b="1" i="0" u="none" strike="noStrike" kern="1200" cap="none" spc="0" normalizeH="0" baseline="0" noProof="0">
                          <a:ln>
                            <a:noFill/>
                          </a:ln>
                          <a:solidFill>
                            <a:srgbClr val="00B050"/>
                          </a:solidFill>
                          <a:effectLst/>
                          <a:uLnTx/>
                          <a:uFillTx/>
                          <a:latin typeface="Poppins"/>
                          <a:ea typeface="+mn-ea"/>
                          <a:cs typeface="Poppins"/>
                        </a:rPr>
                        <a:t>DBT</a:t>
                      </a:r>
                      <a:endParaRPr lang="en-IN" sz="1050" b="1" u="none">
                        <a:solidFill>
                          <a:srgbClr val="00B050"/>
                        </a:solidFill>
                        <a:latin typeface="Poppins"/>
                        <a:cs typeface="Poppin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b"/>
                      <a:r>
                        <a:rPr lang="en-IN" sz="1050" b="0" i="0" u="none" strike="noStrike">
                          <a:solidFill>
                            <a:srgbClr val="000000"/>
                          </a:solidFill>
                          <a:effectLst/>
                          <a:latin typeface="Poppins"/>
                          <a:cs typeface="Poppins"/>
                        </a:rPr>
                        <a:t>Astronomer activities – Schedule an email through Astro for the Inactive Users of </a:t>
                      </a:r>
                      <a:r>
                        <a:rPr lang="en-IN" sz="1050" b="0" i="0" u="none" strike="noStrike" err="1">
                          <a:solidFill>
                            <a:srgbClr val="000000"/>
                          </a:solidFill>
                          <a:effectLst/>
                          <a:latin typeface="Poppins"/>
                          <a:cs typeface="Poppins"/>
                        </a:rPr>
                        <a:t>dbt</a:t>
                      </a:r>
                      <a:r>
                        <a:rPr lang="en-IN" sz="1050" b="0" i="0" u="none" strike="noStrike">
                          <a:solidFill>
                            <a:srgbClr val="000000"/>
                          </a:solidFill>
                          <a:effectLst/>
                          <a:latin typeface="Poppins"/>
                          <a:cs typeface="Poppins"/>
                        </a:rPr>
                        <a:t> </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spcBef>
                          <a:spcPts val="0"/>
                        </a:spcBef>
                        <a:spcAft>
                          <a:spcPts val="0"/>
                        </a:spcAft>
                        <a:buNone/>
                        <a:tabLst/>
                        <a:defRPr/>
                      </a:pPr>
                      <a:r>
                        <a:rPr lang="en-IN" sz="1050">
                          <a:solidFill>
                            <a:sysClr val="windowText" lastClr="000000"/>
                          </a:solidFill>
                          <a:latin typeface="Poppins"/>
                          <a:cs typeface="Poppins"/>
                        </a:rPr>
                        <a:t>High</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a:solidFill>
                            <a:sysClr val="windowText" lastClr="000000"/>
                          </a:solidFill>
                          <a:latin typeface="Poppins"/>
                          <a:cs typeface="Poppins"/>
                        </a:rPr>
                        <a:t>1 day</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65882884"/>
                  </a:ext>
                </a:extLst>
              </a:tr>
              <a:tr h="346133">
                <a:tc>
                  <a:txBody>
                    <a:bodyPr/>
                    <a:lstStyle/>
                    <a:p>
                      <a:r>
                        <a:rPr kumimoji="0" lang="en-IN" sz="1050" b="1" i="0" u="none" strike="noStrike" kern="1200" cap="none" spc="0" normalizeH="0" baseline="0" noProof="0">
                          <a:ln>
                            <a:noFill/>
                          </a:ln>
                          <a:solidFill>
                            <a:srgbClr val="00B050"/>
                          </a:solidFill>
                          <a:effectLst/>
                          <a:uLnTx/>
                          <a:uFillTx/>
                          <a:latin typeface="Poppins"/>
                          <a:ea typeface="+mn-ea"/>
                          <a:cs typeface="Poppins"/>
                        </a:rPr>
                        <a:t>DBT</a:t>
                      </a:r>
                      <a:endParaRPr lang="en-IN" sz="1050" b="1" u="none">
                        <a:solidFill>
                          <a:srgbClr val="00B050"/>
                        </a:solidFill>
                        <a:latin typeface="Poppins"/>
                        <a:cs typeface="Poppin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Poppins"/>
                          <a:cs typeface="Poppins"/>
                        </a:rPr>
                        <a:t>Mandatory tests for each Model – System dates check to be enabled for all the models in the project</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spcBef>
                          <a:spcPts val="0"/>
                        </a:spcBef>
                        <a:spcAft>
                          <a:spcPts val="0"/>
                        </a:spcAft>
                        <a:buNone/>
                        <a:tabLst/>
                        <a:defRPr/>
                      </a:pPr>
                      <a:r>
                        <a:rPr kumimoji="0" lang="en-IN" sz="1050" b="0" i="0" u="none" strike="noStrike" kern="1200" cap="none" spc="0" normalizeH="0" baseline="0" noProof="0">
                          <a:ln>
                            <a:noFill/>
                          </a:ln>
                          <a:solidFill>
                            <a:sysClr val="windowText" lastClr="000000"/>
                          </a:solidFill>
                          <a:effectLst/>
                          <a:uLnTx/>
                          <a:uFillTx/>
                          <a:latin typeface="Poppins"/>
                          <a:ea typeface="+mn-ea"/>
                          <a:cs typeface="Poppins"/>
                        </a:rPr>
                        <a:t>High</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a:ln>
                            <a:noFill/>
                          </a:ln>
                          <a:solidFill>
                            <a:sysClr val="windowText" lastClr="000000"/>
                          </a:solidFill>
                          <a:effectLst/>
                          <a:uLnTx/>
                          <a:uFillTx/>
                          <a:latin typeface="Poppins"/>
                          <a:ea typeface="+mn-ea"/>
                          <a:cs typeface="Poppins"/>
                        </a:rPr>
                        <a:t>2-3 days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26966278"/>
                  </a:ext>
                </a:extLst>
              </a:tr>
              <a:tr h="346133">
                <a:tc>
                  <a:txBody>
                    <a:bodyPr/>
                    <a:lstStyle/>
                    <a:p>
                      <a:r>
                        <a:rPr lang="en-IN" sz="1050" b="1" u="none">
                          <a:solidFill>
                            <a:srgbClr val="00B050"/>
                          </a:solidFill>
                          <a:latin typeface="Poppins"/>
                          <a:cs typeface="Poppins"/>
                        </a:rPr>
                        <a:t>DBT</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b"/>
                      <a:r>
                        <a:rPr lang="en-IN" sz="1050" b="0" i="0" u="none" strike="noStrike">
                          <a:solidFill>
                            <a:srgbClr val="000000"/>
                          </a:solidFill>
                          <a:effectLst/>
                          <a:latin typeface="Poppins"/>
                          <a:cs typeface="Poppins"/>
                        </a:rPr>
                        <a:t>Key pair for the service accounts for deployments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spcBef>
                          <a:spcPts val="0"/>
                        </a:spcBef>
                        <a:spcAft>
                          <a:spcPts val="0"/>
                        </a:spcAft>
                        <a:buNone/>
                        <a:tabLst/>
                        <a:defRPr/>
                      </a:pPr>
                      <a:r>
                        <a:rPr kumimoji="0" lang="en-IN" sz="1050" b="0" i="0" u="none" strike="noStrike" kern="1200" cap="none" spc="0" normalizeH="0" baseline="0" noProof="0">
                          <a:ln>
                            <a:noFill/>
                          </a:ln>
                          <a:solidFill>
                            <a:sysClr val="windowText" lastClr="000000"/>
                          </a:solidFill>
                          <a:effectLst/>
                          <a:uLnTx/>
                          <a:uFillTx/>
                          <a:latin typeface="Poppins"/>
                          <a:ea typeface="+mn-ea"/>
                          <a:cs typeface="Poppins"/>
                        </a:rPr>
                        <a:t>High</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a:ln>
                            <a:noFill/>
                          </a:ln>
                          <a:solidFill>
                            <a:sysClr val="windowText" lastClr="000000"/>
                          </a:solidFill>
                          <a:effectLst/>
                          <a:uLnTx/>
                          <a:uFillTx/>
                          <a:latin typeface="Poppins"/>
                          <a:ea typeface="+mn-ea"/>
                          <a:cs typeface="Poppins"/>
                        </a:rPr>
                        <a:t>1 week</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63484847"/>
                  </a:ext>
                </a:extLst>
              </a:tr>
              <a:tr h="346133">
                <a:tc>
                  <a:txBody>
                    <a:bodyPr/>
                    <a:lstStyle/>
                    <a:p>
                      <a:r>
                        <a:rPr kumimoji="0" lang="en-IN" sz="1050" b="1" i="0" u="none" strike="noStrike" kern="1200" cap="none" spc="0" normalizeH="0" baseline="0" noProof="0">
                          <a:ln>
                            <a:noFill/>
                          </a:ln>
                          <a:solidFill>
                            <a:srgbClr val="00B050"/>
                          </a:solidFill>
                          <a:effectLst/>
                          <a:uLnTx/>
                          <a:uFillTx/>
                          <a:latin typeface="Poppins"/>
                          <a:ea typeface="+mn-ea"/>
                          <a:cs typeface="Poppins"/>
                        </a:rPr>
                        <a:t>DBT</a:t>
                      </a:r>
                      <a:endParaRPr lang="en-IN" sz="1050" b="1" u="none">
                        <a:solidFill>
                          <a:srgbClr val="00B050"/>
                        </a:solidFill>
                        <a:latin typeface="Poppins"/>
                        <a:cs typeface="Poppin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b"/>
                      <a:r>
                        <a:rPr lang="en-IN" sz="1050" b="0" i="0" u="none" strike="noStrike">
                          <a:solidFill>
                            <a:srgbClr val="000000"/>
                          </a:solidFill>
                          <a:effectLst/>
                          <a:latin typeface="Poppins"/>
                          <a:cs typeface="Poppins"/>
                        </a:rPr>
                        <a:t>Python Model – </a:t>
                      </a:r>
                      <a:r>
                        <a:rPr lang="en-IN" sz="1050" b="0" i="0" u="none" strike="noStrike" err="1">
                          <a:solidFill>
                            <a:srgbClr val="000000"/>
                          </a:solidFill>
                          <a:effectLst/>
                          <a:latin typeface="Poppins"/>
                          <a:cs typeface="Poppins"/>
                        </a:rPr>
                        <a:t>dbt</a:t>
                      </a:r>
                      <a:r>
                        <a:rPr lang="en-IN" sz="1050" b="0" i="0" u="none" strike="noStrike">
                          <a:solidFill>
                            <a:srgbClr val="000000"/>
                          </a:solidFill>
                          <a:effectLst/>
                          <a:latin typeface="Poppins"/>
                          <a:cs typeface="Poppins"/>
                        </a:rPr>
                        <a:t> </a:t>
                      </a:r>
                      <a:r>
                        <a:rPr lang="en-IN" sz="1050" b="0" i="0" u="none" strike="noStrike" err="1">
                          <a:solidFill>
                            <a:srgbClr val="000000"/>
                          </a:solidFill>
                          <a:effectLst/>
                          <a:latin typeface="Poppins"/>
                          <a:cs typeface="Poppins"/>
                        </a:rPr>
                        <a:t>modeling</a:t>
                      </a:r>
                      <a:r>
                        <a:rPr lang="en-IN" sz="1050" b="0" i="0" u="none" strike="noStrike">
                          <a:solidFill>
                            <a:srgbClr val="000000"/>
                          </a:solidFill>
                          <a:effectLst/>
                          <a:latin typeface="Poppins"/>
                          <a:cs typeface="Poppins"/>
                        </a:rPr>
                        <a:t> using Python</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spcBef>
                          <a:spcPts val="0"/>
                        </a:spcBef>
                        <a:spcAft>
                          <a:spcPts val="0"/>
                        </a:spcAft>
                        <a:buNone/>
                        <a:tabLst/>
                        <a:defRPr/>
                      </a:pPr>
                      <a:r>
                        <a:rPr kumimoji="0" lang="en-IN" sz="1050" b="0" i="0" u="none" strike="noStrike" kern="1200" cap="none" spc="0" normalizeH="0" baseline="0" noProof="0">
                          <a:ln>
                            <a:noFill/>
                          </a:ln>
                          <a:solidFill>
                            <a:sysClr val="windowText" lastClr="000000"/>
                          </a:solidFill>
                          <a:effectLst/>
                          <a:uLnTx/>
                          <a:uFillTx/>
                          <a:latin typeface="Poppins"/>
                          <a:ea typeface="+mn-ea"/>
                          <a:cs typeface="Poppins"/>
                        </a:rPr>
                        <a:t>Medium</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a:ln>
                            <a:noFill/>
                          </a:ln>
                          <a:solidFill>
                            <a:sysClr val="windowText" lastClr="000000"/>
                          </a:solidFill>
                          <a:effectLst/>
                          <a:uLnTx/>
                          <a:uFillTx/>
                          <a:latin typeface="Poppins"/>
                          <a:ea typeface="+mn-ea"/>
                          <a:cs typeface="Poppins"/>
                        </a:rPr>
                        <a:t>1 week</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71700973"/>
                  </a:ext>
                </a:extLst>
              </a:tr>
              <a:tr h="346133">
                <a:tc>
                  <a:txBody>
                    <a:bodyPr/>
                    <a:lstStyle/>
                    <a:p>
                      <a:r>
                        <a:rPr kumimoji="0" lang="en-IN" sz="1050" b="1" i="0" u="none" strike="noStrike" kern="1200" cap="none" spc="0" normalizeH="0" baseline="0" noProof="0">
                          <a:ln>
                            <a:noFill/>
                          </a:ln>
                          <a:solidFill>
                            <a:srgbClr val="00B050"/>
                          </a:solidFill>
                          <a:effectLst/>
                          <a:uLnTx/>
                          <a:uFillTx/>
                          <a:latin typeface="Poppins"/>
                          <a:ea typeface="+mn-ea"/>
                          <a:cs typeface="Poppins"/>
                        </a:rPr>
                        <a:t>DBT</a:t>
                      </a:r>
                      <a:endParaRPr lang="en-IN" sz="1050" b="1" u="none">
                        <a:solidFill>
                          <a:srgbClr val="00B050"/>
                        </a:solidFill>
                        <a:latin typeface="Poppins"/>
                        <a:cs typeface="Poppin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b"/>
                      <a:r>
                        <a:rPr lang="en-IN" sz="1050" b="0" i="0" u="none" strike="noStrike">
                          <a:solidFill>
                            <a:srgbClr val="000000"/>
                          </a:solidFill>
                          <a:effectLst/>
                          <a:latin typeface="Poppins"/>
                          <a:cs typeface="Poppins"/>
                        </a:rPr>
                        <a:t>audit logs – Change the schema of the dbt audit logs that are generated</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spcBef>
                          <a:spcPts val="0"/>
                        </a:spcBef>
                        <a:spcAft>
                          <a:spcPts val="0"/>
                        </a:spcAft>
                        <a:buNone/>
                        <a:tabLst/>
                        <a:defRPr/>
                      </a:pPr>
                      <a:r>
                        <a:rPr kumimoji="0" lang="en-IN" sz="1050" b="0" i="0" u="none" strike="noStrike" kern="1200" cap="none" spc="0" normalizeH="0" baseline="0" noProof="0">
                          <a:ln>
                            <a:noFill/>
                          </a:ln>
                          <a:solidFill>
                            <a:sysClr val="windowText" lastClr="000000"/>
                          </a:solidFill>
                          <a:effectLst/>
                          <a:uLnTx/>
                          <a:uFillTx/>
                          <a:latin typeface="Poppins"/>
                          <a:ea typeface="+mn-ea"/>
                          <a:cs typeface="Poppins"/>
                        </a:rPr>
                        <a:t>Medium</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a:solidFill>
                        <a:schemeClr val="bg1">
                          <a:lumMod val="85000"/>
                        </a:schemeClr>
                      </a:solidFill>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a:ln>
                            <a:noFill/>
                          </a:ln>
                          <a:solidFill>
                            <a:sysClr val="windowText" lastClr="000000"/>
                          </a:solidFill>
                          <a:effectLst/>
                          <a:uLnTx/>
                          <a:uFillTx/>
                          <a:latin typeface="Poppins"/>
                          <a:ea typeface="+mn-ea"/>
                          <a:cs typeface="Poppins"/>
                        </a:rPr>
                        <a:t>2-3 days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14323739"/>
                  </a:ext>
                </a:extLst>
              </a:tr>
              <a:tr h="346133">
                <a:tc>
                  <a:txBody>
                    <a:bodyPr/>
                    <a:lstStyle/>
                    <a:p>
                      <a:r>
                        <a:rPr kumimoji="0" lang="en-IN" sz="1050" b="1" i="0" u="none" strike="noStrike" kern="1200" cap="none" spc="0" normalizeH="0" baseline="0" noProof="0">
                          <a:ln>
                            <a:noFill/>
                          </a:ln>
                          <a:solidFill>
                            <a:srgbClr val="00B050"/>
                          </a:solidFill>
                          <a:effectLst/>
                          <a:uLnTx/>
                          <a:uFillTx/>
                          <a:latin typeface="Poppins"/>
                          <a:ea typeface="+mn-ea"/>
                          <a:cs typeface="Poppins"/>
                        </a:rPr>
                        <a:t>Snowflake</a:t>
                      </a:r>
                      <a:endParaRPr lang="en-IN" sz="1050" b="1" u="none">
                        <a:solidFill>
                          <a:srgbClr val="00B050"/>
                        </a:solidFill>
                        <a:latin typeface="Poppins"/>
                        <a:cs typeface="Poppin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b"/>
                      <a:r>
                        <a:rPr lang="en-US" sz="1050" b="0" i="0" u="none" strike="noStrike" kern="1200">
                          <a:solidFill>
                            <a:srgbClr val="000000"/>
                          </a:solidFill>
                          <a:effectLst/>
                          <a:latin typeface="Poppins"/>
                          <a:ea typeface="+mn-ea"/>
                          <a:cs typeface="Poppins"/>
                        </a:rPr>
                        <a:t>Manufacturing Use cases - EMA, ESL applications support, Central AI - Support team's use cases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lvl="0" algn="ctr">
                        <a:buNone/>
                      </a:pPr>
                      <a:r>
                        <a:rPr lang="en-IN" sz="1050">
                          <a:latin typeface="Poppins"/>
                          <a:cs typeface="Poppins"/>
                        </a:rPr>
                        <a:t>High</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r>
                        <a:rPr lang="en-IN" sz="1050">
                          <a:latin typeface="Poppins"/>
                          <a:cs typeface="Poppins"/>
                        </a:rPr>
                        <a:t>N/A</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03461087"/>
                  </a:ext>
                </a:extLst>
              </a:tr>
              <a:tr h="346133">
                <a:tc>
                  <a:txBody>
                    <a:bodyPr/>
                    <a:lstStyle/>
                    <a:p>
                      <a:r>
                        <a:rPr kumimoji="0" lang="en-IN" sz="1050" b="1" i="0" u="none" strike="noStrike" kern="1200" cap="none" spc="0" normalizeH="0" baseline="0" noProof="0">
                          <a:ln>
                            <a:noFill/>
                          </a:ln>
                          <a:solidFill>
                            <a:srgbClr val="00B050"/>
                          </a:solidFill>
                          <a:effectLst/>
                          <a:uLnTx/>
                          <a:uFillTx/>
                          <a:latin typeface="Poppins"/>
                          <a:ea typeface="+mn-ea"/>
                          <a:cs typeface="Poppins"/>
                        </a:rPr>
                        <a:t>Snowflake</a:t>
                      </a:r>
                      <a:endParaRPr lang="en-IN" sz="1050" b="1" u="none">
                        <a:solidFill>
                          <a:srgbClr val="00B050"/>
                        </a:solidFill>
                        <a:latin typeface="Poppins"/>
                        <a:cs typeface="Poppin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b"/>
                      <a:r>
                        <a:rPr lang="en-US" sz="1050" b="0" i="0" u="none" strike="noStrike" kern="1200">
                          <a:solidFill>
                            <a:srgbClr val="000000"/>
                          </a:solidFill>
                          <a:effectLst/>
                          <a:latin typeface="Poppins"/>
                          <a:ea typeface="+mn-ea"/>
                          <a:cs typeface="Poppins"/>
                        </a:rPr>
                        <a:t>Backlog items - Falcon reference clean up - Documentation, Snowflake Object cleanup</a:t>
                      </a:r>
                    </a:p>
                  </a:txBody>
                  <a:tcPr anchor="b">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spcBef>
                          <a:spcPts val="0"/>
                        </a:spcBef>
                        <a:spcAft>
                          <a:spcPts val="0"/>
                        </a:spcAft>
                        <a:buNone/>
                        <a:tabLst/>
                        <a:defRPr/>
                      </a:pPr>
                      <a:r>
                        <a:rPr lang="en-IN" sz="1050">
                          <a:latin typeface="Poppins"/>
                          <a:cs typeface="Poppins"/>
                        </a:rPr>
                        <a:t>Medium</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a:latin typeface="Poppins"/>
                          <a:cs typeface="Poppins"/>
                        </a:rPr>
                        <a:t>2 weeks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89883891"/>
                  </a:ext>
                </a:extLst>
              </a:tr>
              <a:tr h="346133">
                <a:tc>
                  <a:txBody>
                    <a:bodyPr/>
                    <a:lstStyle/>
                    <a:p>
                      <a:r>
                        <a:rPr kumimoji="0" lang="en-IN" sz="1050" b="1" i="0" u="none" strike="noStrike" kern="1200" cap="none" spc="0" normalizeH="0" baseline="0" noProof="0">
                          <a:ln>
                            <a:noFill/>
                          </a:ln>
                          <a:solidFill>
                            <a:srgbClr val="00B050"/>
                          </a:solidFill>
                          <a:effectLst/>
                          <a:uLnTx/>
                          <a:uFillTx/>
                          <a:latin typeface="Poppins"/>
                          <a:ea typeface="+mn-ea"/>
                          <a:cs typeface="Poppins"/>
                        </a:rPr>
                        <a:t>Snowflake</a:t>
                      </a:r>
                      <a:endParaRPr lang="en-IN" sz="1050" b="1" u="none">
                        <a:solidFill>
                          <a:srgbClr val="00B050"/>
                        </a:solidFill>
                        <a:latin typeface="Poppins"/>
                        <a:cs typeface="Poppin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b"/>
                      <a:r>
                        <a:rPr lang="en-US" sz="1050" b="0" i="0" u="none" strike="noStrike" kern="1200">
                          <a:solidFill>
                            <a:srgbClr val="000000"/>
                          </a:solidFill>
                          <a:effectLst/>
                          <a:latin typeface="Poppins"/>
                          <a:ea typeface="+mn-ea"/>
                          <a:cs typeface="Poppins"/>
                        </a:rPr>
                        <a:t>Productionize the Solution for MFG IFF Parser</a:t>
                      </a:r>
                    </a:p>
                  </a:txBody>
                  <a:tcPr anchor="b">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lvl="0" algn="ctr">
                        <a:buNone/>
                      </a:pPr>
                      <a:r>
                        <a:rPr lang="en-IN" sz="1050">
                          <a:latin typeface="Poppins"/>
                          <a:cs typeface="Poppins"/>
                        </a:rPr>
                        <a:t>Medium</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r>
                        <a:rPr lang="en-IN" sz="1050">
                          <a:latin typeface="Poppins"/>
                          <a:cs typeface="Poppins"/>
                        </a:rPr>
                        <a:t>3 weeks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5501141"/>
                  </a:ext>
                </a:extLst>
              </a:tr>
            </a:tbl>
          </a:graphicData>
        </a:graphic>
      </p:graphicFrame>
    </p:spTree>
    <p:extLst>
      <p:ext uri="{BB962C8B-B14F-4D97-AF65-F5344CB8AC3E}">
        <p14:creationId xmlns:p14="http://schemas.microsoft.com/office/powerpoint/2010/main" val="2958151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3449E-8AF1-8F92-3CF8-23DE8260D427}"/>
            </a:ext>
          </a:extLst>
        </p:cNvPr>
        <p:cNvGrpSpPr/>
        <p:nvPr/>
      </p:nvGrpSpPr>
      <p:grpSpPr>
        <a:xfrm>
          <a:off x="0" y="0"/>
          <a:ext cx="0" cy="0"/>
          <a:chOff x="0" y="0"/>
          <a:chExt cx="0" cy="0"/>
        </a:xfrm>
      </p:grpSpPr>
      <p:sp>
        <p:nvSpPr>
          <p:cNvPr id="69" name="Rectangle: Rounded Corners 68">
            <a:extLst>
              <a:ext uri="{FF2B5EF4-FFF2-40B4-BE49-F238E27FC236}">
                <a16:creationId xmlns:a16="http://schemas.microsoft.com/office/drawing/2014/main" id="{959D8EF7-E755-0351-E9B4-553B5BF2A4A7}"/>
              </a:ext>
            </a:extLst>
          </p:cNvPr>
          <p:cNvSpPr/>
          <p:nvPr/>
        </p:nvSpPr>
        <p:spPr>
          <a:xfrm>
            <a:off x="361384" y="2394154"/>
            <a:ext cx="11543745" cy="4153133"/>
          </a:xfrm>
          <a:prstGeom prst="roundRect">
            <a:avLst>
              <a:gd name="adj" fmla="val 1523"/>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lide Number Placeholder 1">
            <a:extLst>
              <a:ext uri="{FF2B5EF4-FFF2-40B4-BE49-F238E27FC236}">
                <a16:creationId xmlns:a16="http://schemas.microsoft.com/office/drawing/2014/main" id="{20EC040B-41A3-A714-805C-7F5B0AF312DD}"/>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D38B3D-DDB3-4B49-8445-FCFD9226D8A1}" type="slidenum">
              <a:rPr kumimoji="0" lang="en-US" sz="1300" b="0" i="0" u="none" strike="noStrike" kern="1200" cap="none" spc="0" normalizeH="0" baseline="0" noProof="0" smtClean="0">
                <a:ln>
                  <a:noFill/>
                </a:ln>
                <a:solidFill>
                  <a:srgbClr val="02072A">
                    <a:tint val="75000"/>
                  </a:srgbClr>
                </a:solidFill>
                <a:effectLst/>
                <a:uLnTx/>
                <a:uFillTx/>
                <a:latin typeface="Bierstadt"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a:ln>
                <a:noFill/>
              </a:ln>
              <a:solidFill>
                <a:srgbClr val="02072A">
                  <a:tint val="75000"/>
                </a:srgbClr>
              </a:solidFill>
              <a:effectLst/>
              <a:uLnTx/>
              <a:uFillTx/>
              <a:latin typeface="Bierstadt" panose="020B0004020202020204" pitchFamily="34" charset="0"/>
              <a:ea typeface="+mn-ea"/>
              <a:cs typeface="+mn-cs"/>
            </a:endParaRPr>
          </a:p>
        </p:txBody>
      </p:sp>
      <p:sp>
        <p:nvSpPr>
          <p:cNvPr id="3" name="Title 2">
            <a:extLst>
              <a:ext uri="{FF2B5EF4-FFF2-40B4-BE49-F238E27FC236}">
                <a16:creationId xmlns:a16="http://schemas.microsoft.com/office/drawing/2014/main" id="{6D781140-42BD-F162-4B78-66D4831C45D2}"/>
              </a:ext>
            </a:extLst>
          </p:cNvPr>
          <p:cNvSpPr>
            <a:spLocks noGrp="1"/>
          </p:cNvSpPr>
          <p:nvPr>
            <p:ph type="title"/>
          </p:nvPr>
        </p:nvSpPr>
        <p:spPr/>
        <p:txBody>
          <a:bodyPr>
            <a:normAutofit/>
          </a:bodyPr>
          <a:lstStyle/>
          <a:p>
            <a:r>
              <a:rPr lang="en-US" sz="2400">
                <a:solidFill>
                  <a:schemeClr val="accent1">
                    <a:lumMod val="10000"/>
                  </a:schemeClr>
                </a:solidFill>
                <a:latin typeface="Poppins" pitchFamily="2" charset="77"/>
                <a:cs typeface="Poppins" pitchFamily="2" charset="77"/>
              </a:rPr>
              <a:t>Unified Self-Service through Multi-Agent Orchestration</a:t>
            </a:r>
            <a:endParaRPr lang="en-IN" sz="2400">
              <a:solidFill>
                <a:schemeClr val="accent1">
                  <a:lumMod val="10000"/>
                </a:schemeClr>
              </a:solidFill>
              <a:latin typeface="Poppins" pitchFamily="2" charset="77"/>
              <a:cs typeface="Poppins" pitchFamily="2" charset="77"/>
            </a:endParaRPr>
          </a:p>
        </p:txBody>
      </p:sp>
      <p:sp>
        <p:nvSpPr>
          <p:cNvPr id="10" name="TextBox 9">
            <a:extLst>
              <a:ext uri="{FF2B5EF4-FFF2-40B4-BE49-F238E27FC236}">
                <a16:creationId xmlns:a16="http://schemas.microsoft.com/office/drawing/2014/main" id="{1FF7798D-46DD-A7A5-3A00-72ADEE0987BC}"/>
              </a:ext>
            </a:extLst>
          </p:cNvPr>
          <p:cNvSpPr txBox="1"/>
          <p:nvPr/>
        </p:nvSpPr>
        <p:spPr>
          <a:xfrm>
            <a:off x="379314" y="1264867"/>
            <a:ext cx="11543745" cy="920628"/>
          </a:xfrm>
          <a:prstGeom prst="roundRect">
            <a:avLst>
              <a:gd name="adj" fmla="val 12030"/>
            </a:avLst>
          </a:prstGeom>
          <a:solidFill>
            <a:srgbClr val="00B050"/>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600" b="1" i="0" u="sng"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Unified Self-Service through Multi-Agent Orchestration</a:t>
            </a:r>
          </a:p>
          <a:p>
            <a:pPr marL="171450" marR="0" lvl="0" indent="-171450" algn="ctr" defTabSz="914400" rtl="0" eaLnBrk="1" fontAlgn="auto" latinLnBrk="0" hangingPunct="1">
              <a:lnSpc>
                <a:spcPct val="100000"/>
              </a:lnSpc>
              <a:spcBef>
                <a:spcPts val="0"/>
              </a:spcBef>
              <a:spcAft>
                <a:spcPts val="200"/>
              </a:spcAft>
              <a:buClrTx/>
              <a:buSzTx/>
              <a:buFont typeface="Wingdings" panose="05000000000000000000" pitchFamily="2" charset="2"/>
              <a:buChar char="ü"/>
              <a:tabLst/>
              <a:defRPr/>
            </a:pPr>
            <a:r>
              <a:rPr kumimoji="0" lang="en-US" sz="105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One conversation-driven platform uniting ingestion, transformation, governance, and analytics</a:t>
            </a:r>
          </a:p>
          <a:p>
            <a:pPr marL="171450" marR="0" lvl="0" indent="-171450" algn="ctr" defTabSz="914400" rtl="0" eaLnBrk="1" fontAlgn="auto" latinLnBrk="0" hangingPunct="1">
              <a:lnSpc>
                <a:spcPct val="100000"/>
              </a:lnSpc>
              <a:spcBef>
                <a:spcPts val="0"/>
              </a:spcBef>
              <a:spcAft>
                <a:spcPts val="200"/>
              </a:spcAft>
              <a:buClrTx/>
              <a:buSzTx/>
              <a:buFont typeface="Wingdings" panose="05000000000000000000" pitchFamily="2" charset="2"/>
              <a:buChar char="ü"/>
              <a:tabLst/>
              <a:defRPr/>
            </a:pPr>
            <a:r>
              <a:rPr kumimoji="0" lang="en-US" sz="105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No specialized technical skill required—speeding time-to-insight and empowering everyone to become data-savvy</a:t>
            </a:r>
          </a:p>
        </p:txBody>
      </p:sp>
      <p:grpSp>
        <p:nvGrpSpPr>
          <p:cNvPr id="51" name="Group 50">
            <a:extLst>
              <a:ext uri="{FF2B5EF4-FFF2-40B4-BE49-F238E27FC236}">
                <a16:creationId xmlns:a16="http://schemas.microsoft.com/office/drawing/2014/main" id="{B2DA1D2B-B04F-74B1-AA69-65001D61BA2A}"/>
              </a:ext>
            </a:extLst>
          </p:cNvPr>
          <p:cNvGrpSpPr/>
          <p:nvPr/>
        </p:nvGrpSpPr>
        <p:grpSpPr>
          <a:xfrm>
            <a:off x="496567" y="2784304"/>
            <a:ext cx="11294116" cy="2612452"/>
            <a:chOff x="496567" y="2748444"/>
            <a:chExt cx="11294116" cy="2612452"/>
          </a:xfrm>
          <a:solidFill>
            <a:schemeClr val="bg1">
              <a:lumMod val="95000"/>
            </a:schemeClr>
          </a:solidFill>
        </p:grpSpPr>
        <p:sp>
          <p:nvSpPr>
            <p:cNvPr id="13" name="TextBox 12">
              <a:extLst>
                <a:ext uri="{FF2B5EF4-FFF2-40B4-BE49-F238E27FC236}">
                  <a16:creationId xmlns:a16="http://schemas.microsoft.com/office/drawing/2014/main" id="{018715D1-5996-F614-B9E0-2B245EBDF872}"/>
                </a:ext>
              </a:extLst>
            </p:cNvPr>
            <p:cNvSpPr txBox="1"/>
            <p:nvPr/>
          </p:nvSpPr>
          <p:spPr>
            <a:xfrm>
              <a:off x="2420318" y="2748444"/>
              <a:ext cx="1675365" cy="2612452"/>
            </a:xfrm>
            <a:prstGeom prst="roundRect">
              <a:avLst>
                <a:gd name="adj" fmla="val 4389"/>
              </a:avLst>
            </a:prstGeom>
            <a:grpFill/>
            <a:ln>
              <a:noFill/>
            </a:ln>
            <a:effectLst>
              <a:outerShdw blurRad="76200" dist="38100" dir="5400000" sx="101000" sy="101000" algn="t" rotWithShape="0">
                <a:prstClr val="black">
                  <a:alpha val="10000"/>
                </a:prstClr>
              </a:outerShdw>
            </a:effectLst>
          </p:spPr>
          <p:txBody>
            <a:bodyPr wrap="square" lIns="108000" tIns="108000" rIns="108000" bIns="108000" rtlCol="0" anchor="t">
              <a:no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a:ln>
                    <a:noFill/>
                  </a:ln>
                  <a:solidFill>
                    <a:srgbClr val="00B050"/>
                  </a:solidFill>
                  <a:effectLst/>
                  <a:uLnTx/>
                  <a:uFillTx/>
                  <a:latin typeface="Poppins SemiBold" panose="00000700000000000000" pitchFamily="2" charset="0"/>
                  <a:ea typeface="+mn-ea"/>
                  <a:cs typeface="Poppins SemiBold" panose="00000700000000000000" pitchFamily="2" charset="0"/>
                </a:rPr>
                <a:t>Smart Transformation Agent</a:t>
              </a:r>
            </a:p>
          </p:txBody>
        </p:sp>
        <p:sp>
          <p:nvSpPr>
            <p:cNvPr id="16" name="TextBox 15">
              <a:extLst>
                <a:ext uri="{FF2B5EF4-FFF2-40B4-BE49-F238E27FC236}">
                  <a16:creationId xmlns:a16="http://schemas.microsoft.com/office/drawing/2014/main" id="{AF083655-633C-4957-46AD-B53C7E3BC9DA}"/>
                </a:ext>
              </a:extLst>
            </p:cNvPr>
            <p:cNvSpPr txBox="1"/>
            <p:nvPr/>
          </p:nvSpPr>
          <p:spPr>
            <a:xfrm>
              <a:off x="8191569" y="2748444"/>
              <a:ext cx="1675365" cy="2612452"/>
            </a:xfrm>
            <a:prstGeom prst="roundRect">
              <a:avLst>
                <a:gd name="adj" fmla="val 4389"/>
              </a:avLst>
            </a:prstGeom>
            <a:grpFill/>
            <a:ln>
              <a:noFill/>
            </a:ln>
            <a:effectLst>
              <a:outerShdw blurRad="76200" dist="38100" dir="5400000" sx="101000" sy="101000" algn="t" rotWithShape="0">
                <a:prstClr val="black">
                  <a:alpha val="10000"/>
                </a:prstClr>
              </a:outerShdw>
            </a:effectLst>
          </p:spPr>
          <p:txBody>
            <a:bodyPr wrap="square" lIns="108000" tIns="108000" rIns="108000" bIns="108000" rtlCol="0" anchor="t">
              <a:no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a:ln>
                    <a:noFill/>
                  </a:ln>
                  <a:solidFill>
                    <a:srgbClr val="00B050"/>
                  </a:solidFill>
                  <a:effectLst/>
                  <a:uLnTx/>
                  <a:uFillTx/>
                  <a:latin typeface="Poppins SemiBold" panose="00000700000000000000" pitchFamily="2" charset="0"/>
                  <a:ea typeface="+mn-ea"/>
                  <a:cs typeface="Poppins SemiBold" panose="00000700000000000000" pitchFamily="2" charset="0"/>
                </a:rPr>
                <a:t>Smart Governance Agent</a:t>
              </a:r>
            </a:p>
          </p:txBody>
        </p:sp>
        <p:sp>
          <p:nvSpPr>
            <p:cNvPr id="15" name="TextBox 14">
              <a:extLst>
                <a:ext uri="{FF2B5EF4-FFF2-40B4-BE49-F238E27FC236}">
                  <a16:creationId xmlns:a16="http://schemas.microsoft.com/office/drawing/2014/main" id="{6E383966-D123-69BC-114E-4ECB4B129C7C}"/>
                </a:ext>
              </a:extLst>
            </p:cNvPr>
            <p:cNvSpPr txBox="1"/>
            <p:nvPr/>
          </p:nvSpPr>
          <p:spPr>
            <a:xfrm>
              <a:off x="6267819" y="2748444"/>
              <a:ext cx="1675365" cy="2612452"/>
            </a:xfrm>
            <a:prstGeom prst="roundRect">
              <a:avLst>
                <a:gd name="adj" fmla="val 4389"/>
              </a:avLst>
            </a:prstGeom>
            <a:grpFill/>
            <a:ln>
              <a:noFill/>
            </a:ln>
            <a:effectLst>
              <a:outerShdw blurRad="76200" dist="38100" dir="5400000" sx="101000" sy="101000" algn="t" rotWithShape="0">
                <a:prstClr val="black">
                  <a:alpha val="10000"/>
                </a:prstClr>
              </a:outerShdw>
            </a:effectLst>
          </p:spPr>
          <p:txBody>
            <a:bodyPr wrap="square" lIns="108000" tIns="108000" rIns="108000" bIns="108000" rtlCol="0" anchor="t">
              <a:noAutofit/>
            </a:bodyPr>
            <a:lstStyle/>
            <a:p>
              <a:pPr algn="ctr">
                <a:spcAft>
                  <a:spcPts val="200"/>
                </a:spcAft>
                <a:defRPr/>
              </a:pPr>
              <a:r>
                <a:rPr kumimoji="0" lang="en-US" sz="1200" b="1" i="0" u="none" strike="noStrike" kern="1200" cap="none" spc="0" normalizeH="0" baseline="0" noProof="0">
                  <a:ln>
                    <a:noFill/>
                  </a:ln>
                  <a:solidFill>
                    <a:srgbClr val="00B050"/>
                  </a:solidFill>
                  <a:effectLst/>
                  <a:uLnTx/>
                  <a:uFillTx/>
                  <a:latin typeface="Poppins SemiBold" panose="00000700000000000000" pitchFamily="2" charset="0"/>
                  <a:ea typeface="+mn-ea"/>
                  <a:cs typeface="Poppins SemiBold" panose="00000700000000000000" pitchFamily="2" charset="0"/>
                </a:rPr>
                <a:t>Smart Health Monitor Agent </a:t>
              </a:r>
              <a:endParaRPr kumimoji="0" lang="en-US" sz="1050" b="1" i="0" u="none" strike="noStrike" kern="1200" cap="none" spc="0" normalizeH="0" baseline="0" noProof="0">
                <a:ln>
                  <a:noFill/>
                </a:ln>
                <a:solidFill>
                  <a:srgbClr val="00B050"/>
                </a:solidFill>
                <a:effectLst/>
                <a:uLnTx/>
                <a:uFillTx/>
                <a:latin typeface="Poppins SemiBold" panose="00000700000000000000" pitchFamily="2" charset="0"/>
                <a:ea typeface="+mn-ea"/>
                <a:cs typeface="Poppins SemiBold" panose="00000700000000000000" pitchFamily="2" charset="0"/>
              </a:endParaRPr>
            </a:p>
          </p:txBody>
        </p:sp>
        <p:sp>
          <p:nvSpPr>
            <p:cNvPr id="14" name="TextBox 13">
              <a:extLst>
                <a:ext uri="{FF2B5EF4-FFF2-40B4-BE49-F238E27FC236}">
                  <a16:creationId xmlns:a16="http://schemas.microsoft.com/office/drawing/2014/main" id="{CFD468E4-1B1F-11A1-7038-A3F3236C4F70}"/>
                </a:ext>
              </a:extLst>
            </p:cNvPr>
            <p:cNvSpPr txBox="1"/>
            <p:nvPr/>
          </p:nvSpPr>
          <p:spPr>
            <a:xfrm>
              <a:off x="4344068" y="2748444"/>
              <a:ext cx="1675365" cy="2612452"/>
            </a:xfrm>
            <a:prstGeom prst="roundRect">
              <a:avLst>
                <a:gd name="adj" fmla="val 4389"/>
              </a:avLst>
            </a:prstGeom>
            <a:grpFill/>
            <a:ln>
              <a:noFill/>
            </a:ln>
            <a:effectLst>
              <a:outerShdw blurRad="76200" dist="38100" dir="5400000" sx="101000" sy="101000" algn="t" rotWithShape="0">
                <a:prstClr val="black">
                  <a:alpha val="10000"/>
                </a:prstClr>
              </a:outerShdw>
            </a:effectLst>
          </p:spPr>
          <p:txBody>
            <a:bodyPr wrap="square" lIns="108000" tIns="108000" rIns="108000" bIns="108000" rtlCol="0" anchor="t">
              <a:no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a:ln>
                    <a:noFill/>
                  </a:ln>
                  <a:solidFill>
                    <a:srgbClr val="00B050"/>
                  </a:solidFill>
                  <a:effectLst/>
                  <a:uLnTx/>
                  <a:uFillTx/>
                  <a:latin typeface="Poppins SemiBold" panose="00000700000000000000" pitchFamily="2" charset="0"/>
                  <a:ea typeface="+mn-ea"/>
                  <a:cs typeface="Poppins SemiBold" panose="00000700000000000000" pitchFamily="2" charset="0"/>
                </a:rPr>
                <a:t>Intelligent Analytics Assistant Agent</a:t>
              </a:r>
            </a:p>
          </p:txBody>
        </p:sp>
        <p:sp>
          <p:nvSpPr>
            <p:cNvPr id="12" name="TextBox 11">
              <a:extLst>
                <a:ext uri="{FF2B5EF4-FFF2-40B4-BE49-F238E27FC236}">
                  <a16:creationId xmlns:a16="http://schemas.microsoft.com/office/drawing/2014/main" id="{0DBC46ED-F923-491F-A25B-CFF738A2E566}"/>
                </a:ext>
              </a:extLst>
            </p:cNvPr>
            <p:cNvSpPr txBox="1"/>
            <p:nvPr/>
          </p:nvSpPr>
          <p:spPr>
            <a:xfrm>
              <a:off x="496567" y="2748444"/>
              <a:ext cx="1675365" cy="2612452"/>
            </a:xfrm>
            <a:prstGeom prst="roundRect">
              <a:avLst>
                <a:gd name="adj" fmla="val 4389"/>
              </a:avLst>
            </a:prstGeom>
            <a:grpFill/>
            <a:ln>
              <a:noFill/>
            </a:ln>
            <a:effectLst>
              <a:outerShdw blurRad="76200" dist="38100" dir="5400000" sx="101000" sy="101000" algn="t" rotWithShape="0">
                <a:prstClr val="black">
                  <a:alpha val="10000"/>
                </a:prstClr>
              </a:outerShdw>
            </a:effectLst>
          </p:spPr>
          <p:txBody>
            <a:bodyPr wrap="square" lIns="108000" tIns="108000" rIns="108000" bIns="108000" rtlCol="0" anchor="t">
              <a:no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a:ln>
                    <a:noFill/>
                  </a:ln>
                  <a:solidFill>
                    <a:srgbClr val="00B050"/>
                  </a:solidFill>
                  <a:effectLst/>
                  <a:uLnTx/>
                  <a:uFillTx/>
                  <a:latin typeface="Poppins SemiBold" panose="00000700000000000000" pitchFamily="2" charset="0"/>
                  <a:ea typeface="+mn-ea"/>
                  <a:cs typeface="Poppins SemiBold" panose="00000700000000000000" pitchFamily="2" charset="0"/>
                </a:rPr>
                <a:t>Intelligent Data Ingestion Agent</a:t>
              </a:r>
            </a:p>
          </p:txBody>
        </p:sp>
        <p:sp>
          <p:nvSpPr>
            <p:cNvPr id="17" name="TextBox 16">
              <a:extLst>
                <a:ext uri="{FF2B5EF4-FFF2-40B4-BE49-F238E27FC236}">
                  <a16:creationId xmlns:a16="http://schemas.microsoft.com/office/drawing/2014/main" id="{71D7C658-6D06-C2F4-FD51-A80EFBA28BBA}"/>
                </a:ext>
              </a:extLst>
            </p:cNvPr>
            <p:cNvSpPr txBox="1"/>
            <p:nvPr/>
          </p:nvSpPr>
          <p:spPr>
            <a:xfrm>
              <a:off x="10115318" y="2748444"/>
              <a:ext cx="1675365" cy="2612452"/>
            </a:xfrm>
            <a:prstGeom prst="roundRect">
              <a:avLst>
                <a:gd name="adj" fmla="val 4389"/>
              </a:avLst>
            </a:prstGeom>
            <a:grpFill/>
            <a:ln>
              <a:noFill/>
            </a:ln>
            <a:effectLst>
              <a:outerShdw blurRad="76200" dist="38100" dir="5400000" sx="101000" sy="101000" algn="t" rotWithShape="0">
                <a:prstClr val="black">
                  <a:alpha val="10000"/>
                </a:prstClr>
              </a:outerShdw>
            </a:effectLst>
          </p:spPr>
          <p:txBody>
            <a:bodyPr wrap="square" lIns="108000" tIns="108000" rIns="108000" bIns="108000" rtlCol="0" anchor="t">
              <a:no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lang="en-US" sz="1200" b="1">
                  <a:solidFill>
                    <a:srgbClr val="00B050"/>
                  </a:solidFill>
                  <a:latin typeface="Poppins SemiBold" panose="00000700000000000000" pitchFamily="2" charset="0"/>
                  <a:cs typeface="Poppins SemiBold" panose="00000700000000000000" pitchFamily="2" charset="0"/>
                </a:rPr>
                <a:t>Converse With Data</a:t>
              </a:r>
              <a:endParaRPr kumimoji="0" lang="en-US" sz="1200" b="1" i="0" u="none" strike="noStrike" kern="1200" cap="none" spc="0" normalizeH="0" baseline="0" noProof="0">
                <a:ln>
                  <a:noFill/>
                </a:ln>
                <a:solidFill>
                  <a:srgbClr val="00B050"/>
                </a:solidFill>
                <a:effectLst/>
                <a:uLnTx/>
                <a:uFillTx/>
                <a:latin typeface="Poppins SemiBold" panose="00000700000000000000" pitchFamily="2" charset="0"/>
                <a:ea typeface="+mn-ea"/>
                <a:cs typeface="Poppins SemiBold" panose="00000700000000000000" pitchFamily="2" charset="0"/>
              </a:endParaRPr>
            </a:p>
          </p:txBody>
        </p:sp>
      </p:grpSp>
      <p:sp>
        <p:nvSpPr>
          <p:cNvPr id="24" name="Rounded Rectangle 11">
            <a:extLst>
              <a:ext uri="{FF2B5EF4-FFF2-40B4-BE49-F238E27FC236}">
                <a16:creationId xmlns:a16="http://schemas.microsoft.com/office/drawing/2014/main" id="{AFF32009-2578-DEAC-DD72-976C8C81015D}"/>
              </a:ext>
            </a:extLst>
          </p:cNvPr>
          <p:cNvSpPr/>
          <p:nvPr/>
        </p:nvSpPr>
        <p:spPr>
          <a:xfrm>
            <a:off x="496560" y="5766610"/>
            <a:ext cx="11294118" cy="629221"/>
          </a:xfrm>
          <a:prstGeom prst="roundRect">
            <a:avLst/>
          </a:prstGeom>
          <a:solidFill>
            <a:schemeClr val="bg1">
              <a:lumMod val="95000"/>
            </a:schemeClr>
          </a:solidFill>
          <a:ln>
            <a:noFill/>
          </a:ln>
          <a:effectLst>
            <a:outerShdw blurRad="76200" dist="38100" dir="5400000" sx="101000" sy="101000" algn="t" rotWithShape="0">
              <a:prstClr val="black">
                <a:alpha val="10000"/>
              </a:prstClr>
            </a:outerShdw>
          </a:effectLst>
        </p:spPr>
        <p:txBody>
          <a:bodyPr wrap="square" lIns="108000" tIns="108000" rIns="108000" bIns="108000" rtlCol="0" anchor="t">
            <a:noAutofit/>
          </a:bodyPr>
          <a:lstStyle/>
          <a:p>
            <a:pPr algn="ctr">
              <a:spcAft>
                <a:spcPts val="200"/>
              </a:spcAft>
            </a:pPr>
            <a:r>
              <a:rPr lang="en-US" sz="1200" b="1" dirty="0">
                <a:solidFill>
                  <a:srgbClr val="00B050"/>
                </a:solidFill>
                <a:latin typeface="Poppins SemiBold" panose="00000700000000000000" pitchFamily="2" charset="0"/>
                <a:cs typeface="Poppins SemiBold" panose="00000700000000000000" pitchFamily="2" charset="0"/>
              </a:rPr>
              <a:t>Natural Language Portal</a:t>
            </a:r>
          </a:p>
          <a:p>
            <a:pPr algn="ctr">
              <a:spcAft>
                <a:spcPts val="200"/>
              </a:spcAft>
            </a:pPr>
            <a:r>
              <a:rPr lang="en-US" sz="1100" i="1" dirty="0">
                <a:solidFill>
                  <a:schemeClr val="accent1">
                    <a:lumMod val="10000"/>
                  </a:schemeClr>
                </a:solidFill>
                <a:latin typeface="+mj-lt"/>
                <a:cs typeface="Poppins" panose="00000500000000000000" pitchFamily="2" charset="0"/>
              </a:rPr>
              <a:t>Users describe goals in plain English, and the portal’s AI intelligently interprets and orchestrates tasks across data services</a:t>
            </a:r>
          </a:p>
        </p:txBody>
      </p:sp>
      <p:pic>
        <p:nvPicPr>
          <p:cNvPr id="26" name="Graphic 25">
            <a:extLst>
              <a:ext uri="{FF2B5EF4-FFF2-40B4-BE49-F238E27FC236}">
                <a16:creationId xmlns:a16="http://schemas.microsoft.com/office/drawing/2014/main" id="{1DCD20C1-F28B-6746-90A1-B55F5C680A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5825" y="1474624"/>
            <a:ext cx="540000" cy="540000"/>
          </a:xfrm>
          <a:prstGeom prst="rect">
            <a:avLst/>
          </a:prstGeom>
        </p:spPr>
      </p:pic>
      <p:sp>
        <p:nvSpPr>
          <p:cNvPr id="30" name="TextBox 29">
            <a:extLst>
              <a:ext uri="{FF2B5EF4-FFF2-40B4-BE49-F238E27FC236}">
                <a16:creationId xmlns:a16="http://schemas.microsoft.com/office/drawing/2014/main" id="{9549C2DA-52E6-1BE1-AFA5-26B20AF76494}"/>
              </a:ext>
            </a:extLst>
          </p:cNvPr>
          <p:cNvSpPr txBox="1"/>
          <p:nvPr/>
        </p:nvSpPr>
        <p:spPr>
          <a:xfrm>
            <a:off x="496566" y="3543365"/>
            <a:ext cx="1755531" cy="1708160"/>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Enables AI based data ingestion through NLU, source connectivity, schema detection, and ingestion scheduling</a:t>
            </a:r>
          </a:p>
          <a:p>
            <a:pPr marL="171450" indent="-171450" eaLnBrk="0" fontAlgn="base" hangingPunct="0">
              <a:spcBef>
                <a:spcPct val="0"/>
              </a:spcBef>
              <a:spcAft>
                <a:spcPts val="600"/>
              </a:spcAft>
              <a:buFont typeface="Arial" panose="020B0604020202020204" pitchFamily="34" charset="0"/>
              <a:buChar char="•"/>
            </a:pPr>
            <a:r>
              <a:rPr lang="en-US" sz="1000">
                <a:solidFill>
                  <a:schemeClr val="accent1">
                    <a:lumMod val="10000"/>
                  </a:schemeClr>
                </a:solidFill>
                <a:latin typeface="Poppins" panose="00000500000000000000" pitchFamily="2" charset="0"/>
                <a:cs typeface="Poppins" panose="00000500000000000000" pitchFamily="2" charset="0"/>
              </a:rPr>
              <a:t>Integrates with </a:t>
            </a:r>
            <a:r>
              <a:rPr lang="en-US" sz="1000" err="1">
                <a:solidFill>
                  <a:schemeClr val="accent1">
                    <a:lumMod val="10000"/>
                  </a:schemeClr>
                </a:solidFill>
                <a:latin typeface="Poppins" panose="00000500000000000000" pitchFamily="2" charset="0"/>
                <a:cs typeface="Poppins" panose="00000500000000000000" pitchFamily="2" charset="0"/>
              </a:rPr>
              <a:t>Fivetran</a:t>
            </a:r>
            <a:r>
              <a:rPr lang="en-US" sz="1000">
                <a:solidFill>
                  <a:schemeClr val="accent1">
                    <a:lumMod val="10000"/>
                  </a:schemeClr>
                </a:solidFill>
                <a:latin typeface="Poppins" panose="00000500000000000000" pitchFamily="2" charset="0"/>
                <a:cs typeface="Poppins" panose="00000500000000000000" pitchFamily="2" charset="0"/>
              </a:rPr>
              <a:t>, </a:t>
            </a:r>
            <a:r>
              <a:rPr lang="en-US" sz="1000" err="1">
                <a:solidFill>
                  <a:schemeClr val="accent1">
                    <a:lumMod val="10000"/>
                  </a:schemeClr>
                </a:solidFill>
                <a:latin typeface="Poppins" panose="00000500000000000000" pitchFamily="2" charset="0"/>
                <a:cs typeface="Poppins" panose="00000500000000000000" pitchFamily="2" charset="0"/>
              </a:rPr>
              <a:t>etc</a:t>
            </a:r>
            <a:r>
              <a:rPr lang="en-US" sz="1000">
                <a:solidFill>
                  <a:schemeClr val="accent1">
                    <a:lumMod val="10000"/>
                  </a:schemeClr>
                </a:solidFill>
                <a:latin typeface="Poppins" panose="00000500000000000000" pitchFamily="2" charset="0"/>
                <a:cs typeface="Poppins" panose="00000500000000000000" pitchFamily="2" charset="0"/>
              </a:rPr>
              <a:t> for intelligent, context-aware data ingestion</a:t>
            </a:r>
          </a:p>
        </p:txBody>
      </p:sp>
      <p:sp>
        <p:nvSpPr>
          <p:cNvPr id="32" name="TextBox 31">
            <a:extLst>
              <a:ext uri="{FF2B5EF4-FFF2-40B4-BE49-F238E27FC236}">
                <a16:creationId xmlns:a16="http://schemas.microsoft.com/office/drawing/2014/main" id="{6F1E62CF-CC50-20F9-3E77-2FAD4131FC1F}"/>
              </a:ext>
            </a:extLst>
          </p:cNvPr>
          <p:cNvSpPr txBox="1"/>
          <p:nvPr/>
        </p:nvSpPr>
        <p:spPr>
          <a:xfrm>
            <a:off x="2420317" y="3543365"/>
            <a:ext cx="1675365" cy="1400383"/>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Applies </a:t>
            </a:r>
            <a:r>
              <a:rPr kumimoji="0" lang="en-US" altLang="en-US" sz="1000" b="0" i="0" u="none" strike="noStrike" cap="none" normalizeH="0" baseline="0" err="1">
                <a:ln>
                  <a:noFill/>
                </a:ln>
                <a:solidFill>
                  <a:schemeClr val="accent1">
                    <a:lumMod val="10000"/>
                  </a:schemeClr>
                </a:solidFill>
                <a:effectLst/>
                <a:latin typeface="Poppins" panose="00000500000000000000" pitchFamily="2" charset="0"/>
                <a:cs typeface="Poppins" panose="00000500000000000000" pitchFamily="2" charset="0"/>
              </a:rPr>
              <a:t>dbt</a:t>
            </a: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-style transformations to prepare analytics-ready datasets</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Integrates with </a:t>
            </a:r>
            <a:r>
              <a:rPr kumimoji="0" lang="en-US" altLang="en-US" sz="1000" b="0" i="0" u="none" strike="noStrike" cap="none" normalizeH="0" baseline="0" err="1">
                <a:ln>
                  <a:noFill/>
                </a:ln>
                <a:solidFill>
                  <a:schemeClr val="accent1">
                    <a:lumMod val="10000"/>
                  </a:schemeClr>
                </a:solidFill>
                <a:effectLst/>
                <a:latin typeface="Poppins" panose="00000500000000000000" pitchFamily="2" charset="0"/>
                <a:cs typeface="Poppins" panose="00000500000000000000" pitchFamily="2" charset="0"/>
              </a:rPr>
              <a:t>dbt</a:t>
            </a: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 for smart modeling, performance tuning, and lineage tracking</a:t>
            </a:r>
          </a:p>
        </p:txBody>
      </p:sp>
      <p:sp>
        <p:nvSpPr>
          <p:cNvPr id="33" name="TextBox 32">
            <a:extLst>
              <a:ext uri="{FF2B5EF4-FFF2-40B4-BE49-F238E27FC236}">
                <a16:creationId xmlns:a16="http://schemas.microsoft.com/office/drawing/2014/main" id="{392F6201-FE16-B58E-6FD3-5597D79C76C6}"/>
              </a:ext>
            </a:extLst>
          </p:cNvPr>
          <p:cNvSpPr txBox="1"/>
          <p:nvPr/>
        </p:nvSpPr>
        <p:spPr>
          <a:xfrm>
            <a:off x="4344066" y="3543365"/>
            <a:ext cx="1675365" cy="1554272"/>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Integrates with Dataiku and Snowflake to support self-service analytics</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AI-based insights and text-to-SQL capabilities for ad-hoc analysis.</a:t>
            </a:r>
          </a:p>
        </p:txBody>
      </p:sp>
      <p:sp>
        <p:nvSpPr>
          <p:cNvPr id="34" name="TextBox 33">
            <a:extLst>
              <a:ext uri="{FF2B5EF4-FFF2-40B4-BE49-F238E27FC236}">
                <a16:creationId xmlns:a16="http://schemas.microsoft.com/office/drawing/2014/main" id="{F2888FC8-8F08-6421-9966-D7491DD4B460}"/>
              </a:ext>
            </a:extLst>
          </p:cNvPr>
          <p:cNvSpPr txBox="1"/>
          <p:nvPr/>
        </p:nvSpPr>
        <p:spPr>
          <a:xfrm>
            <a:off x="6267815" y="3543365"/>
            <a:ext cx="1755528" cy="1938992"/>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AI based platform monitoring, performance and data pipeline health</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Interfaces with Datadog for real-time observability and alert</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E</a:t>
            </a:r>
            <a:r>
              <a:rPr lang="en-US" altLang="en-US" sz="1000">
                <a:solidFill>
                  <a:schemeClr val="accent1">
                    <a:lumMod val="10000"/>
                  </a:schemeClr>
                </a:solidFill>
                <a:latin typeface="Poppins" panose="00000500000000000000" pitchFamily="2" charset="0"/>
                <a:cs typeface="Poppins" panose="00000500000000000000" pitchFamily="2" charset="0"/>
              </a:rPr>
              <a:t>nsure optimized performance and cost</a:t>
            </a:r>
            <a:endPar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endParaRPr>
          </a:p>
        </p:txBody>
      </p:sp>
      <p:sp>
        <p:nvSpPr>
          <p:cNvPr id="35" name="TextBox 34">
            <a:extLst>
              <a:ext uri="{FF2B5EF4-FFF2-40B4-BE49-F238E27FC236}">
                <a16:creationId xmlns:a16="http://schemas.microsoft.com/office/drawing/2014/main" id="{A22DF969-D6D4-ED46-F2B4-5F46CB81AC62}"/>
              </a:ext>
            </a:extLst>
          </p:cNvPr>
          <p:cNvSpPr txBox="1"/>
          <p:nvPr/>
        </p:nvSpPr>
        <p:spPr>
          <a:xfrm>
            <a:off x="8191564" y="3543365"/>
            <a:ext cx="1675365" cy="1554272"/>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Intelligent data cataloging, smart access control, and robust compliance automation</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Leverages </a:t>
            </a:r>
            <a:r>
              <a:rPr kumimoji="0" lang="en-US" altLang="en-US" sz="1000" b="0" i="0" u="none" strike="noStrike" cap="none" normalizeH="0" baseline="0" err="1">
                <a:ln>
                  <a:noFill/>
                </a:ln>
                <a:solidFill>
                  <a:schemeClr val="accent1">
                    <a:lumMod val="10000"/>
                  </a:schemeClr>
                </a:solidFill>
                <a:effectLst/>
                <a:latin typeface="Poppins" panose="00000500000000000000" pitchFamily="2" charset="0"/>
                <a:cs typeface="Poppins" panose="00000500000000000000" pitchFamily="2" charset="0"/>
              </a:rPr>
              <a:t>Atlan</a:t>
            </a:r>
            <a:r>
              <a:rPr lang="en-US" altLang="en-US" sz="1000">
                <a:solidFill>
                  <a:schemeClr val="accent1">
                    <a:lumMod val="10000"/>
                  </a:schemeClr>
                </a:solidFill>
                <a:latin typeface="Poppins" panose="00000500000000000000" pitchFamily="2" charset="0"/>
                <a:cs typeface="Poppins" panose="00000500000000000000" pitchFamily="2" charset="0"/>
              </a:rPr>
              <a:t>/</a:t>
            </a: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 </a:t>
            </a:r>
            <a:r>
              <a:rPr kumimoji="0" lang="en-US" altLang="en-US" sz="1000" b="0" i="0" u="none" strike="noStrike" cap="none" normalizeH="0" baseline="0" err="1">
                <a:ln>
                  <a:noFill/>
                </a:ln>
                <a:solidFill>
                  <a:schemeClr val="accent1">
                    <a:lumMod val="10000"/>
                  </a:schemeClr>
                </a:solidFill>
                <a:effectLst/>
                <a:latin typeface="Poppins" panose="00000500000000000000" pitchFamily="2" charset="0"/>
                <a:cs typeface="Poppins" panose="00000500000000000000" pitchFamily="2" charset="0"/>
              </a:rPr>
              <a:t>Immuta</a:t>
            </a:r>
            <a:r>
              <a:rPr lang="en-US" altLang="en-US" sz="1000">
                <a:solidFill>
                  <a:schemeClr val="accent1">
                    <a:lumMod val="10000"/>
                  </a:schemeClr>
                </a:solidFill>
                <a:latin typeface="Poppins" panose="00000500000000000000" pitchFamily="2" charset="0"/>
                <a:cs typeface="Poppins" panose="00000500000000000000" pitchFamily="2" charset="0"/>
              </a:rPr>
              <a:t> </a:t>
            </a:r>
            <a:r>
              <a:rPr kumimoji="0" lang="en-US" altLang="en-US" sz="1000" b="0" i="0" u="none" strike="noStrike" cap="none" normalizeH="0" baseline="0">
                <a:ln>
                  <a:noFill/>
                </a:ln>
                <a:solidFill>
                  <a:schemeClr val="accent1">
                    <a:lumMod val="10000"/>
                  </a:schemeClr>
                </a:solidFill>
                <a:effectLst/>
                <a:latin typeface="Poppins" panose="00000500000000000000" pitchFamily="2" charset="0"/>
                <a:cs typeface="Poppins" panose="00000500000000000000" pitchFamily="2" charset="0"/>
              </a:rPr>
              <a:t>for intelligent data governance</a:t>
            </a:r>
          </a:p>
        </p:txBody>
      </p:sp>
      <p:sp>
        <p:nvSpPr>
          <p:cNvPr id="36" name="TextBox 35">
            <a:extLst>
              <a:ext uri="{FF2B5EF4-FFF2-40B4-BE49-F238E27FC236}">
                <a16:creationId xmlns:a16="http://schemas.microsoft.com/office/drawing/2014/main" id="{FFED8DA9-04C4-8CDB-42DE-DB387197BBAD}"/>
              </a:ext>
            </a:extLst>
          </p:cNvPr>
          <p:cNvSpPr txBox="1"/>
          <p:nvPr/>
        </p:nvSpPr>
        <p:spPr>
          <a:xfrm>
            <a:off x="10035151" y="3560368"/>
            <a:ext cx="1789810" cy="1862048"/>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dirty="0">
                <a:ln>
                  <a:noFill/>
                </a:ln>
                <a:solidFill>
                  <a:schemeClr val="accent1">
                    <a:lumMod val="10000"/>
                  </a:schemeClr>
                </a:solidFill>
                <a:effectLst/>
                <a:latin typeface="Poppins" panose="00000500000000000000" pitchFamily="2" charset="0"/>
                <a:cs typeface="Poppins" panose="00000500000000000000" pitchFamily="2" charset="0"/>
              </a:rPr>
              <a:t>Enables users to query data using plain English via automatic SQL generation</a:t>
            </a:r>
            <a:r>
              <a:rPr lang="en-US" altLang="en-US" sz="1000" dirty="0">
                <a:solidFill>
                  <a:schemeClr val="accent1">
                    <a:lumMod val="10000"/>
                  </a:schemeClr>
                </a:solidFill>
                <a:latin typeface="Poppins" panose="00000500000000000000" pitchFamily="2" charset="0"/>
                <a:cs typeface="Poppins" panose="00000500000000000000" pitchFamily="2" charset="0"/>
              </a:rPr>
              <a:t>, </a:t>
            </a:r>
            <a:r>
              <a:rPr kumimoji="0" lang="en-US" altLang="en-US" sz="1000" b="0" i="0" u="none" strike="noStrike" cap="none" normalizeH="0" baseline="0" dirty="0">
                <a:ln>
                  <a:noFill/>
                </a:ln>
                <a:solidFill>
                  <a:schemeClr val="accent1">
                    <a:lumMod val="10000"/>
                  </a:schemeClr>
                </a:solidFill>
                <a:effectLst/>
                <a:latin typeface="Poppins" panose="00000500000000000000" pitchFamily="2" charset="0"/>
                <a:cs typeface="Poppins" panose="00000500000000000000" pitchFamily="2" charset="0"/>
              </a:rPr>
              <a:t>execution and dashboards</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000" b="0" i="0" u="none" strike="noStrike" cap="none" normalizeH="0" baseline="0" dirty="0">
                <a:ln>
                  <a:noFill/>
                </a:ln>
                <a:solidFill>
                  <a:schemeClr val="accent1">
                    <a:lumMod val="10000"/>
                  </a:schemeClr>
                </a:solidFill>
                <a:effectLst/>
                <a:latin typeface="Poppins" panose="00000500000000000000" pitchFamily="2" charset="0"/>
                <a:cs typeface="Poppins" panose="00000500000000000000" pitchFamily="2" charset="0"/>
              </a:rPr>
              <a:t>Simplifies data access for non-technical users through text-to-SQL capabilities through DV</a:t>
            </a:r>
          </a:p>
        </p:txBody>
      </p:sp>
      <p:cxnSp>
        <p:nvCxnSpPr>
          <p:cNvPr id="58" name="Straight Arrow Connector 57">
            <a:extLst>
              <a:ext uri="{FF2B5EF4-FFF2-40B4-BE49-F238E27FC236}">
                <a16:creationId xmlns:a16="http://schemas.microsoft.com/office/drawing/2014/main" id="{86B008F0-5C58-698A-2D22-69F720D54722}"/>
              </a:ext>
            </a:extLst>
          </p:cNvPr>
          <p:cNvCxnSpPr>
            <a:cxnSpLocks/>
          </p:cNvCxnSpPr>
          <p:nvPr/>
        </p:nvCxnSpPr>
        <p:spPr>
          <a:xfrm flipH="1">
            <a:off x="1334248" y="5396756"/>
            <a:ext cx="2" cy="369854"/>
          </a:xfrm>
          <a:prstGeom prst="straightConnector1">
            <a:avLst/>
          </a:prstGeom>
          <a:ln w="28575">
            <a:solidFill>
              <a:schemeClr val="bg2">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587EA07-6DE2-53A5-7A49-67BC2373A055}"/>
              </a:ext>
            </a:extLst>
          </p:cNvPr>
          <p:cNvCxnSpPr>
            <a:cxnSpLocks/>
          </p:cNvCxnSpPr>
          <p:nvPr/>
        </p:nvCxnSpPr>
        <p:spPr>
          <a:xfrm flipH="1">
            <a:off x="3257999" y="5396756"/>
            <a:ext cx="2" cy="369854"/>
          </a:xfrm>
          <a:prstGeom prst="straightConnector1">
            <a:avLst/>
          </a:prstGeom>
          <a:ln w="28575">
            <a:solidFill>
              <a:schemeClr val="bg2">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C5FCAC5-E1ED-BFEF-446B-1A0D5A1C7CF5}"/>
              </a:ext>
            </a:extLst>
          </p:cNvPr>
          <p:cNvCxnSpPr>
            <a:cxnSpLocks/>
          </p:cNvCxnSpPr>
          <p:nvPr/>
        </p:nvCxnSpPr>
        <p:spPr>
          <a:xfrm flipH="1">
            <a:off x="5181750" y="5396756"/>
            <a:ext cx="2" cy="369854"/>
          </a:xfrm>
          <a:prstGeom prst="straightConnector1">
            <a:avLst/>
          </a:prstGeom>
          <a:ln w="28575">
            <a:solidFill>
              <a:schemeClr val="bg2">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EDB1E60-15C7-4891-2AB5-0B37F6EBEF64}"/>
              </a:ext>
            </a:extLst>
          </p:cNvPr>
          <p:cNvCxnSpPr>
            <a:cxnSpLocks/>
          </p:cNvCxnSpPr>
          <p:nvPr/>
        </p:nvCxnSpPr>
        <p:spPr>
          <a:xfrm flipH="1">
            <a:off x="7105501" y="5396756"/>
            <a:ext cx="2" cy="369854"/>
          </a:xfrm>
          <a:prstGeom prst="straightConnector1">
            <a:avLst/>
          </a:prstGeom>
          <a:ln w="28575">
            <a:solidFill>
              <a:schemeClr val="bg2">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3AAB45E-7367-C482-6589-0390538F5637}"/>
              </a:ext>
            </a:extLst>
          </p:cNvPr>
          <p:cNvCxnSpPr>
            <a:cxnSpLocks/>
          </p:cNvCxnSpPr>
          <p:nvPr/>
        </p:nvCxnSpPr>
        <p:spPr>
          <a:xfrm flipH="1">
            <a:off x="9029252" y="5396756"/>
            <a:ext cx="2" cy="369854"/>
          </a:xfrm>
          <a:prstGeom prst="straightConnector1">
            <a:avLst/>
          </a:prstGeom>
          <a:ln w="28575">
            <a:solidFill>
              <a:schemeClr val="bg2">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A1F5EBC7-BFC6-DD45-72A0-EADF18283F9C}"/>
              </a:ext>
            </a:extLst>
          </p:cNvPr>
          <p:cNvCxnSpPr>
            <a:cxnSpLocks/>
          </p:cNvCxnSpPr>
          <p:nvPr/>
        </p:nvCxnSpPr>
        <p:spPr>
          <a:xfrm flipH="1">
            <a:off x="10953003" y="5396756"/>
            <a:ext cx="2" cy="369854"/>
          </a:xfrm>
          <a:prstGeom prst="straightConnector1">
            <a:avLst/>
          </a:prstGeom>
          <a:ln w="28575">
            <a:solidFill>
              <a:schemeClr val="bg2">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E057EE91-31C5-E3F2-64B9-6EF6DFBBF0BF}"/>
              </a:ext>
            </a:extLst>
          </p:cNvPr>
          <p:cNvSpPr txBox="1"/>
          <p:nvPr/>
        </p:nvSpPr>
        <p:spPr>
          <a:xfrm>
            <a:off x="379314" y="2474173"/>
            <a:ext cx="2133750" cy="261610"/>
          </a:xfrm>
          <a:prstGeom prst="rect">
            <a:avLst/>
          </a:prstGeom>
          <a:noFill/>
        </p:spPr>
        <p:txBody>
          <a:bodyPr wrap="square">
            <a:spAutoFit/>
          </a:bodyPr>
          <a:lstStyle/>
          <a:p>
            <a:r>
              <a:rPr kumimoji="0" lang="en-US" sz="1050" b="1" i="0" strike="noStrike" kern="1200" cap="none" spc="0" normalizeH="0" baseline="0" noProof="0">
                <a:ln>
                  <a:noFill/>
                </a:ln>
                <a:solidFill>
                  <a:schemeClr val="tx2">
                    <a:lumMod val="90000"/>
                    <a:lumOff val="10000"/>
                  </a:schemeClr>
                </a:solidFill>
                <a:effectLst/>
                <a:uLnTx/>
                <a:uFillTx/>
                <a:latin typeface="Poppins" panose="00000500000000000000" pitchFamily="2" charset="0"/>
                <a:ea typeface="+mn-ea"/>
                <a:cs typeface="Poppins" panose="00000500000000000000" pitchFamily="2" charset="0"/>
              </a:rPr>
              <a:t>Multi-Agent Orchestration</a:t>
            </a:r>
            <a:endParaRPr lang="en-IN" sz="1050">
              <a:solidFill>
                <a:schemeClr val="tx2">
                  <a:lumMod val="90000"/>
                  <a:lumOff val="10000"/>
                </a:schemeClr>
              </a:solidFill>
            </a:endParaRPr>
          </a:p>
        </p:txBody>
      </p:sp>
    </p:spTree>
    <p:extLst>
      <p:ext uri="{BB962C8B-B14F-4D97-AF65-F5344CB8AC3E}">
        <p14:creationId xmlns:p14="http://schemas.microsoft.com/office/powerpoint/2010/main" val="4102449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F52D-72E8-B5BF-5DD1-B5B90853C4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E69037-C9A4-0E7D-C0B9-1E30731E6055}"/>
              </a:ext>
            </a:extLst>
          </p:cNvPr>
          <p:cNvSpPr>
            <a:spLocks noGrp="1"/>
          </p:cNvSpPr>
          <p:nvPr>
            <p:ph type="sldNum" sz="quarter" idx="4"/>
          </p:nvPr>
        </p:nvSpPr>
        <p:spPr/>
        <p:txBody>
          <a:bodyPr/>
          <a:lstStyle/>
          <a:p>
            <a:fld id="{330EA680-D336-4FF7-8B7A-9848BB0A1C32}" type="slidenum">
              <a:rPr lang="en-US" smtClean="0"/>
              <a:pPr/>
              <a:t>5</a:t>
            </a:fld>
            <a:endParaRPr lang="en-US"/>
          </a:p>
        </p:txBody>
      </p:sp>
      <p:sp>
        <p:nvSpPr>
          <p:cNvPr id="4" name="Title 3">
            <a:extLst>
              <a:ext uri="{FF2B5EF4-FFF2-40B4-BE49-F238E27FC236}">
                <a16:creationId xmlns:a16="http://schemas.microsoft.com/office/drawing/2014/main" id="{6A1D2064-453E-E158-ABA7-764E8EDF741B}"/>
              </a:ext>
            </a:extLst>
          </p:cNvPr>
          <p:cNvSpPr>
            <a:spLocks noGrp="1"/>
          </p:cNvSpPr>
          <p:nvPr>
            <p:ph type="title"/>
          </p:nvPr>
        </p:nvSpPr>
        <p:spPr/>
        <p:txBody>
          <a:bodyPr>
            <a:normAutofit/>
          </a:bodyPr>
          <a:lstStyle/>
          <a:p>
            <a:r>
              <a:rPr lang="en-IN" sz="2400">
                <a:solidFill>
                  <a:schemeClr val="accent1">
                    <a:lumMod val="10000"/>
                  </a:schemeClr>
                </a:solidFill>
                <a:latin typeface="Poppins"/>
                <a:cs typeface="Poppins"/>
              </a:rPr>
              <a:t>Where do the Agents lie across the Data SDLC</a:t>
            </a:r>
          </a:p>
        </p:txBody>
      </p:sp>
      <p:sp>
        <p:nvSpPr>
          <p:cNvPr id="148" name="TextBox 147">
            <a:extLst>
              <a:ext uri="{FF2B5EF4-FFF2-40B4-BE49-F238E27FC236}">
                <a16:creationId xmlns:a16="http://schemas.microsoft.com/office/drawing/2014/main" id="{9621D80A-9E9D-E8F8-5B62-203DFA90A768}"/>
              </a:ext>
            </a:extLst>
          </p:cNvPr>
          <p:cNvSpPr txBox="1"/>
          <p:nvPr/>
        </p:nvSpPr>
        <p:spPr>
          <a:xfrm>
            <a:off x="10334240" y="48147"/>
            <a:ext cx="1736373" cy="276999"/>
          </a:xfrm>
          <a:prstGeom prst="rect">
            <a:avLst/>
          </a:prstGeom>
          <a:noFill/>
        </p:spPr>
        <p:txBody>
          <a:bodyPr wrap="none" rtlCol="0">
            <a:spAutoFit/>
          </a:bodyPr>
          <a:lstStyle/>
          <a:p>
            <a:r>
              <a:rPr lang="en-US" sz="1200">
                <a:latin typeface="Poppins" pitchFamily="2" charset="77"/>
                <a:cs typeface="Poppins" pitchFamily="2" charset="77"/>
              </a:rPr>
              <a:t>Illustrative Use Case</a:t>
            </a:r>
          </a:p>
        </p:txBody>
      </p:sp>
      <p:grpSp>
        <p:nvGrpSpPr>
          <p:cNvPr id="162" name="Group 161">
            <a:extLst>
              <a:ext uri="{FF2B5EF4-FFF2-40B4-BE49-F238E27FC236}">
                <a16:creationId xmlns:a16="http://schemas.microsoft.com/office/drawing/2014/main" id="{7104DCCC-3E09-5AB2-88DB-2124DFDB1CD2}"/>
              </a:ext>
            </a:extLst>
          </p:cNvPr>
          <p:cNvGrpSpPr/>
          <p:nvPr/>
        </p:nvGrpSpPr>
        <p:grpSpPr>
          <a:xfrm>
            <a:off x="6449692" y="1011590"/>
            <a:ext cx="2108619" cy="400110"/>
            <a:chOff x="6670336" y="1010518"/>
            <a:chExt cx="2108619" cy="400110"/>
          </a:xfrm>
        </p:grpSpPr>
        <p:sp>
          <p:nvSpPr>
            <p:cNvPr id="151" name="Freeform: Shape 150">
              <a:extLst>
                <a:ext uri="{FF2B5EF4-FFF2-40B4-BE49-F238E27FC236}">
                  <a16:creationId xmlns:a16="http://schemas.microsoft.com/office/drawing/2014/main" id="{757DCEC4-2E68-A235-2D6D-4D3C60229BF5}"/>
                </a:ext>
              </a:extLst>
            </p:cNvPr>
            <p:cNvSpPr/>
            <p:nvPr/>
          </p:nvSpPr>
          <p:spPr>
            <a:xfrm rot="14368">
              <a:off x="6670336" y="1049943"/>
              <a:ext cx="288000" cy="288000"/>
            </a:xfrm>
            <a:custGeom>
              <a:avLst/>
              <a:gdLst>
                <a:gd name="connsiteX0" fmla="*/ 397123 w 477797"/>
                <a:gd name="connsiteY0" fmla="*/ 220793 h 588329"/>
                <a:gd name="connsiteX1" fmla="*/ 275652 w 477797"/>
                <a:gd name="connsiteY1" fmla="*/ 220793 h 588329"/>
                <a:gd name="connsiteX2" fmla="*/ 275652 w 477797"/>
                <a:gd name="connsiteY2" fmla="*/ 137179 h 588329"/>
                <a:gd name="connsiteX3" fmla="*/ 302558 w 477797"/>
                <a:gd name="connsiteY3" fmla="*/ 36766 h 588329"/>
                <a:gd name="connsiteX4" fmla="*/ 202145 w 477797"/>
                <a:gd name="connsiteY4" fmla="*/ 9860 h 588329"/>
                <a:gd name="connsiteX5" fmla="*/ 175240 w 477797"/>
                <a:gd name="connsiteY5" fmla="*/ 110273 h 588329"/>
                <a:gd name="connsiteX6" fmla="*/ 202145 w 477797"/>
                <a:gd name="connsiteY6" fmla="*/ 137179 h 588329"/>
                <a:gd name="connsiteX7" fmla="*/ 202145 w 477797"/>
                <a:gd name="connsiteY7" fmla="*/ 220793 h 588329"/>
                <a:gd name="connsiteX8" fmla="*/ 80674 w 477797"/>
                <a:gd name="connsiteY8" fmla="*/ 220793 h 588329"/>
                <a:gd name="connsiteX9" fmla="*/ 0 w 477797"/>
                <a:gd name="connsiteY9" fmla="*/ 301467 h 588329"/>
                <a:gd name="connsiteX10" fmla="*/ 0 w 477797"/>
                <a:gd name="connsiteY10" fmla="*/ 507655 h 588329"/>
                <a:gd name="connsiteX11" fmla="*/ 80674 w 477797"/>
                <a:gd name="connsiteY11" fmla="*/ 588330 h 588329"/>
                <a:gd name="connsiteX12" fmla="*/ 397123 w 477797"/>
                <a:gd name="connsiteY12" fmla="*/ 588330 h 588329"/>
                <a:gd name="connsiteX13" fmla="*/ 477797 w 477797"/>
                <a:gd name="connsiteY13" fmla="*/ 507655 h 588329"/>
                <a:gd name="connsiteX14" fmla="*/ 477797 w 477797"/>
                <a:gd name="connsiteY14" fmla="*/ 301467 h 588329"/>
                <a:gd name="connsiteX15" fmla="*/ 397123 w 477797"/>
                <a:gd name="connsiteY15" fmla="*/ 220793 h 588329"/>
                <a:gd name="connsiteX16" fmla="*/ 147015 w 477797"/>
                <a:gd name="connsiteY16" fmla="*/ 459692 h 588329"/>
                <a:gd name="connsiteX17" fmla="*/ 91884 w 477797"/>
                <a:gd name="connsiteY17" fmla="*/ 404561 h 588329"/>
                <a:gd name="connsiteX18" fmla="*/ 147015 w 477797"/>
                <a:gd name="connsiteY18" fmla="*/ 349431 h 588329"/>
                <a:gd name="connsiteX19" fmla="*/ 202145 w 477797"/>
                <a:gd name="connsiteY19" fmla="*/ 404561 h 588329"/>
                <a:gd name="connsiteX20" fmla="*/ 147015 w 477797"/>
                <a:gd name="connsiteY20" fmla="*/ 459692 h 588329"/>
                <a:gd name="connsiteX21" fmla="*/ 330783 w 477797"/>
                <a:gd name="connsiteY21" fmla="*/ 459692 h 588329"/>
                <a:gd name="connsiteX22" fmla="*/ 275652 w 477797"/>
                <a:gd name="connsiteY22" fmla="*/ 404561 h 588329"/>
                <a:gd name="connsiteX23" fmla="*/ 330783 w 477797"/>
                <a:gd name="connsiteY23" fmla="*/ 349431 h 588329"/>
                <a:gd name="connsiteX24" fmla="*/ 385913 w 477797"/>
                <a:gd name="connsiteY24" fmla="*/ 404561 h 588329"/>
                <a:gd name="connsiteX25" fmla="*/ 330783 w 477797"/>
                <a:gd name="connsiteY25" fmla="*/ 459692 h 5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7797" h="588329">
                  <a:moveTo>
                    <a:pt x="397123" y="220793"/>
                  </a:moveTo>
                  <a:lnTo>
                    <a:pt x="275652" y="220793"/>
                  </a:lnTo>
                  <a:lnTo>
                    <a:pt x="275652" y="137179"/>
                  </a:lnTo>
                  <a:cubicBezTo>
                    <a:pt x="310811" y="116880"/>
                    <a:pt x="322857" y="71924"/>
                    <a:pt x="302558" y="36766"/>
                  </a:cubicBezTo>
                  <a:cubicBezTo>
                    <a:pt x="282259" y="1608"/>
                    <a:pt x="237304" y="-10438"/>
                    <a:pt x="202145" y="9860"/>
                  </a:cubicBezTo>
                  <a:cubicBezTo>
                    <a:pt x="166987" y="30159"/>
                    <a:pt x="154941" y="75115"/>
                    <a:pt x="175240" y="110273"/>
                  </a:cubicBezTo>
                  <a:cubicBezTo>
                    <a:pt x="181692" y="121448"/>
                    <a:pt x="190970" y="130727"/>
                    <a:pt x="202145" y="137179"/>
                  </a:cubicBezTo>
                  <a:lnTo>
                    <a:pt x="202145" y="220793"/>
                  </a:lnTo>
                  <a:lnTo>
                    <a:pt x="80674" y="220793"/>
                  </a:lnTo>
                  <a:cubicBezTo>
                    <a:pt x="36162" y="220894"/>
                    <a:pt x="101" y="256955"/>
                    <a:pt x="0" y="301467"/>
                  </a:cubicBezTo>
                  <a:lnTo>
                    <a:pt x="0" y="507655"/>
                  </a:lnTo>
                  <a:cubicBezTo>
                    <a:pt x="101" y="552168"/>
                    <a:pt x="36162" y="588229"/>
                    <a:pt x="80674" y="588330"/>
                  </a:cubicBezTo>
                  <a:lnTo>
                    <a:pt x="397123" y="588330"/>
                  </a:lnTo>
                  <a:cubicBezTo>
                    <a:pt x="441635" y="588229"/>
                    <a:pt x="477696" y="552168"/>
                    <a:pt x="477797" y="507655"/>
                  </a:cubicBezTo>
                  <a:lnTo>
                    <a:pt x="477797" y="301467"/>
                  </a:lnTo>
                  <a:cubicBezTo>
                    <a:pt x="477696" y="256955"/>
                    <a:pt x="441635" y="220894"/>
                    <a:pt x="397123" y="220793"/>
                  </a:cubicBezTo>
                  <a:close/>
                  <a:moveTo>
                    <a:pt x="147015" y="459692"/>
                  </a:moveTo>
                  <a:cubicBezTo>
                    <a:pt x="116566" y="459692"/>
                    <a:pt x="91884" y="435010"/>
                    <a:pt x="91884" y="404561"/>
                  </a:cubicBezTo>
                  <a:cubicBezTo>
                    <a:pt x="91884" y="374113"/>
                    <a:pt x="116566" y="349431"/>
                    <a:pt x="147015" y="349431"/>
                  </a:cubicBezTo>
                  <a:cubicBezTo>
                    <a:pt x="177463" y="349431"/>
                    <a:pt x="202145" y="374113"/>
                    <a:pt x="202145" y="404561"/>
                  </a:cubicBezTo>
                  <a:cubicBezTo>
                    <a:pt x="202145" y="435010"/>
                    <a:pt x="177463" y="459692"/>
                    <a:pt x="147015" y="459692"/>
                  </a:cubicBezTo>
                  <a:close/>
                  <a:moveTo>
                    <a:pt x="330783" y="459692"/>
                  </a:moveTo>
                  <a:cubicBezTo>
                    <a:pt x="300334" y="459692"/>
                    <a:pt x="275652" y="435010"/>
                    <a:pt x="275652" y="404561"/>
                  </a:cubicBezTo>
                  <a:cubicBezTo>
                    <a:pt x="275652" y="374113"/>
                    <a:pt x="300334" y="349431"/>
                    <a:pt x="330783" y="349431"/>
                  </a:cubicBezTo>
                  <a:cubicBezTo>
                    <a:pt x="361231" y="349431"/>
                    <a:pt x="385913" y="374113"/>
                    <a:pt x="385913" y="404561"/>
                  </a:cubicBezTo>
                  <a:cubicBezTo>
                    <a:pt x="385913" y="435010"/>
                    <a:pt x="361231" y="459692"/>
                    <a:pt x="330783" y="459692"/>
                  </a:cubicBezTo>
                  <a:close/>
                </a:path>
              </a:pathLst>
            </a:custGeom>
            <a:solidFill>
              <a:srgbClr val="09894C"/>
            </a:solidFill>
            <a:ln w="183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91B94C"/>
                </a:solidFill>
                <a:effectLst/>
                <a:uLnTx/>
                <a:uFillTx/>
                <a:latin typeface="Poppins Light" panose="00000400000000000000" pitchFamily="2" charset="0"/>
                <a:ea typeface="+mn-ea"/>
                <a:cs typeface="Poppins Light" panose="00000400000000000000" pitchFamily="2" charset="0"/>
              </a:endParaRPr>
            </a:p>
          </p:txBody>
        </p:sp>
        <p:sp>
          <p:nvSpPr>
            <p:cNvPr id="153" name="TextBox 152">
              <a:extLst>
                <a:ext uri="{FF2B5EF4-FFF2-40B4-BE49-F238E27FC236}">
                  <a16:creationId xmlns:a16="http://schemas.microsoft.com/office/drawing/2014/main" id="{BFADBAF8-8602-1C24-4C25-8C4FC1CC7063}"/>
                </a:ext>
              </a:extLst>
            </p:cNvPr>
            <p:cNvSpPr txBox="1"/>
            <p:nvPr/>
          </p:nvSpPr>
          <p:spPr>
            <a:xfrm>
              <a:off x="6958937" y="1010518"/>
              <a:ext cx="182001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IN" sz="1000" b="1" u="none">
                  <a:solidFill>
                    <a:srgbClr val="00B050"/>
                  </a:solidFill>
                  <a:latin typeface="Poppins"/>
                  <a:cs typeface="Poppins"/>
                </a:rPr>
                <a:t>Intelligent Data Ingestion Agent (IDIA)</a:t>
              </a:r>
            </a:p>
          </p:txBody>
        </p:sp>
      </p:grpSp>
      <p:grpSp>
        <p:nvGrpSpPr>
          <p:cNvPr id="163" name="Group 162">
            <a:extLst>
              <a:ext uri="{FF2B5EF4-FFF2-40B4-BE49-F238E27FC236}">
                <a16:creationId xmlns:a16="http://schemas.microsoft.com/office/drawing/2014/main" id="{EF4437A8-3C33-7F47-007E-CBDDF922649A}"/>
              </a:ext>
            </a:extLst>
          </p:cNvPr>
          <p:cNvGrpSpPr/>
          <p:nvPr/>
        </p:nvGrpSpPr>
        <p:grpSpPr>
          <a:xfrm>
            <a:off x="6449091" y="1406990"/>
            <a:ext cx="2108619" cy="400110"/>
            <a:chOff x="4660315" y="1003975"/>
            <a:chExt cx="2108619" cy="400110"/>
          </a:xfrm>
        </p:grpSpPr>
        <p:sp>
          <p:nvSpPr>
            <p:cNvPr id="154" name="Freeform: Shape 153">
              <a:extLst>
                <a:ext uri="{FF2B5EF4-FFF2-40B4-BE49-F238E27FC236}">
                  <a16:creationId xmlns:a16="http://schemas.microsoft.com/office/drawing/2014/main" id="{37868088-E356-8AC8-AE7D-71775983B2CA}"/>
                </a:ext>
              </a:extLst>
            </p:cNvPr>
            <p:cNvSpPr/>
            <p:nvPr/>
          </p:nvSpPr>
          <p:spPr>
            <a:xfrm rot="14368">
              <a:off x="4660315" y="1043400"/>
              <a:ext cx="288000" cy="288000"/>
            </a:xfrm>
            <a:custGeom>
              <a:avLst/>
              <a:gdLst>
                <a:gd name="connsiteX0" fmla="*/ 397123 w 477797"/>
                <a:gd name="connsiteY0" fmla="*/ 220793 h 588329"/>
                <a:gd name="connsiteX1" fmla="*/ 275652 w 477797"/>
                <a:gd name="connsiteY1" fmla="*/ 220793 h 588329"/>
                <a:gd name="connsiteX2" fmla="*/ 275652 w 477797"/>
                <a:gd name="connsiteY2" fmla="*/ 137179 h 588329"/>
                <a:gd name="connsiteX3" fmla="*/ 302558 w 477797"/>
                <a:gd name="connsiteY3" fmla="*/ 36766 h 588329"/>
                <a:gd name="connsiteX4" fmla="*/ 202145 w 477797"/>
                <a:gd name="connsiteY4" fmla="*/ 9860 h 588329"/>
                <a:gd name="connsiteX5" fmla="*/ 175240 w 477797"/>
                <a:gd name="connsiteY5" fmla="*/ 110273 h 588329"/>
                <a:gd name="connsiteX6" fmla="*/ 202145 w 477797"/>
                <a:gd name="connsiteY6" fmla="*/ 137179 h 588329"/>
                <a:gd name="connsiteX7" fmla="*/ 202145 w 477797"/>
                <a:gd name="connsiteY7" fmla="*/ 220793 h 588329"/>
                <a:gd name="connsiteX8" fmla="*/ 80674 w 477797"/>
                <a:gd name="connsiteY8" fmla="*/ 220793 h 588329"/>
                <a:gd name="connsiteX9" fmla="*/ 0 w 477797"/>
                <a:gd name="connsiteY9" fmla="*/ 301467 h 588329"/>
                <a:gd name="connsiteX10" fmla="*/ 0 w 477797"/>
                <a:gd name="connsiteY10" fmla="*/ 507655 h 588329"/>
                <a:gd name="connsiteX11" fmla="*/ 80674 w 477797"/>
                <a:gd name="connsiteY11" fmla="*/ 588330 h 588329"/>
                <a:gd name="connsiteX12" fmla="*/ 397123 w 477797"/>
                <a:gd name="connsiteY12" fmla="*/ 588330 h 588329"/>
                <a:gd name="connsiteX13" fmla="*/ 477797 w 477797"/>
                <a:gd name="connsiteY13" fmla="*/ 507655 h 588329"/>
                <a:gd name="connsiteX14" fmla="*/ 477797 w 477797"/>
                <a:gd name="connsiteY14" fmla="*/ 301467 h 588329"/>
                <a:gd name="connsiteX15" fmla="*/ 397123 w 477797"/>
                <a:gd name="connsiteY15" fmla="*/ 220793 h 588329"/>
                <a:gd name="connsiteX16" fmla="*/ 147015 w 477797"/>
                <a:gd name="connsiteY16" fmla="*/ 459692 h 588329"/>
                <a:gd name="connsiteX17" fmla="*/ 91884 w 477797"/>
                <a:gd name="connsiteY17" fmla="*/ 404561 h 588329"/>
                <a:gd name="connsiteX18" fmla="*/ 147015 w 477797"/>
                <a:gd name="connsiteY18" fmla="*/ 349431 h 588329"/>
                <a:gd name="connsiteX19" fmla="*/ 202145 w 477797"/>
                <a:gd name="connsiteY19" fmla="*/ 404561 h 588329"/>
                <a:gd name="connsiteX20" fmla="*/ 147015 w 477797"/>
                <a:gd name="connsiteY20" fmla="*/ 459692 h 588329"/>
                <a:gd name="connsiteX21" fmla="*/ 330783 w 477797"/>
                <a:gd name="connsiteY21" fmla="*/ 459692 h 588329"/>
                <a:gd name="connsiteX22" fmla="*/ 275652 w 477797"/>
                <a:gd name="connsiteY22" fmla="*/ 404561 h 588329"/>
                <a:gd name="connsiteX23" fmla="*/ 330783 w 477797"/>
                <a:gd name="connsiteY23" fmla="*/ 349431 h 588329"/>
                <a:gd name="connsiteX24" fmla="*/ 385913 w 477797"/>
                <a:gd name="connsiteY24" fmla="*/ 404561 h 588329"/>
                <a:gd name="connsiteX25" fmla="*/ 330783 w 477797"/>
                <a:gd name="connsiteY25" fmla="*/ 459692 h 5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7797" h="588329">
                  <a:moveTo>
                    <a:pt x="397123" y="220793"/>
                  </a:moveTo>
                  <a:lnTo>
                    <a:pt x="275652" y="220793"/>
                  </a:lnTo>
                  <a:lnTo>
                    <a:pt x="275652" y="137179"/>
                  </a:lnTo>
                  <a:cubicBezTo>
                    <a:pt x="310811" y="116880"/>
                    <a:pt x="322857" y="71924"/>
                    <a:pt x="302558" y="36766"/>
                  </a:cubicBezTo>
                  <a:cubicBezTo>
                    <a:pt x="282259" y="1608"/>
                    <a:pt x="237304" y="-10438"/>
                    <a:pt x="202145" y="9860"/>
                  </a:cubicBezTo>
                  <a:cubicBezTo>
                    <a:pt x="166987" y="30159"/>
                    <a:pt x="154941" y="75115"/>
                    <a:pt x="175240" y="110273"/>
                  </a:cubicBezTo>
                  <a:cubicBezTo>
                    <a:pt x="181692" y="121448"/>
                    <a:pt x="190970" y="130727"/>
                    <a:pt x="202145" y="137179"/>
                  </a:cubicBezTo>
                  <a:lnTo>
                    <a:pt x="202145" y="220793"/>
                  </a:lnTo>
                  <a:lnTo>
                    <a:pt x="80674" y="220793"/>
                  </a:lnTo>
                  <a:cubicBezTo>
                    <a:pt x="36162" y="220894"/>
                    <a:pt x="101" y="256955"/>
                    <a:pt x="0" y="301467"/>
                  </a:cubicBezTo>
                  <a:lnTo>
                    <a:pt x="0" y="507655"/>
                  </a:lnTo>
                  <a:cubicBezTo>
                    <a:pt x="101" y="552168"/>
                    <a:pt x="36162" y="588229"/>
                    <a:pt x="80674" y="588330"/>
                  </a:cubicBezTo>
                  <a:lnTo>
                    <a:pt x="397123" y="588330"/>
                  </a:lnTo>
                  <a:cubicBezTo>
                    <a:pt x="441635" y="588229"/>
                    <a:pt x="477696" y="552168"/>
                    <a:pt x="477797" y="507655"/>
                  </a:cubicBezTo>
                  <a:lnTo>
                    <a:pt x="477797" y="301467"/>
                  </a:lnTo>
                  <a:cubicBezTo>
                    <a:pt x="477696" y="256955"/>
                    <a:pt x="441635" y="220894"/>
                    <a:pt x="397123" y="220793"/>
                  </a:cubicBezTo>
                  <a:close/>
                  <a:moveTo>
                    <a:pt x="147015" y="459692"/>
                  </a:moveTo>
                  <a:cubicBezTo>
                    <a:pt x="116566" y="459692"/>
                    <a:pt x="91884" y="435010"/>
                    <a:pt x="91884" y="404561"/>
                  </a:cubicBezTo>
                  <a:cubicBezTo>
                    <a:pt x="91884" y="374113"/>
                    <a:pt x="116566" y="349431"/>
                    <a:pt x="147015" y="349431"/>
                  </a:cubicBezTo>
                  <a:cubicBezTo>
                    <a:pt x="177463" y="349431"/>
                    <a:pt x="202145" y="374113"/>
                    <a:pt x="202145" y="404561"/>
                  </a:cubicBezTo>
                  <a:cubicBezTo>
                    <a:pt x="202145" y="435010"/>
                    <a:pt x="177463" y="459692"/>
                    <a:pt x="147015" y="459692"/>
                  </a:cubicBezTo>
                  <a:close/>
                  <a:moveTo>
                    <a:pt x="330783" y="459692"/>
                  </a:moveTo>
                  <a:cubicBezTo>
                    <a:pt x="300334" y="459692"/>
                    <a:pt x="275652" y="435010"/>
                    <a:pt x="275652" y="404561"/>
                  </a:cubicBezTo>
                  <a:cubicBezTo>
                    <a:pt x="275652" y="374113"/>
                    <a:pt x="300334" y="349431"/>
                    <a:pt x="330783" y="349431"/>
                  </a:cubicBezTo>
                  <a:cubicBezTo>
                    <a:pt x="361231" y="349431"/>
                    <a:pt x="385913" y="374113"/>
                    <a:pt x="385913" y="404561"/>
                  </a:cubicBezTo>
                  <a:cubicBezTo>
                    <a:pt x="385913" y="435010"/>
                    <a:pt x="361231" y="459692"/>
                    <a:pt x="330783" y="459692"/>
                  </a:cubicBezTo>
                  <a:close/>
                </a:path>
              </a:pathLst>
            </a:custGeom>
            <a:solidFill>
              <a:srgbClr val="09894C"/>
            </a:solidFill>
            <a:ln w="183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91B94C"/>
                </a:solidFill>
                <a:effectLst/>
                <a:uLnTx/>
                <a:uFillTx/>
                <a:latin typeface="Poppins Light" panose="00000400000000000000" pitchFamily="2" charset="0"/>
                <a:ea typeface="+mn-ea"/>
                <a:cs typeface="Poppins Light" panose="00000400000000000000" pitchFamily="2" charset="0"/>
              </a:endParaRPr>
            </a:p>
          </p:txBody>
        </p:sp>
        <p:sp>
          <p:nvSpPr>
            <p:cNvPr id="155" name="TextBox 154">
              <a:extLst>
                <a:ext uri="{FF2B5EF4-FFF2-40B4-BE49-F238E27FC236}">
                  <a16:creationId xmlns:a16="http://schemas.microsoft.com/office/drawing/2014/main" id="{0022206C-02D3-3BDD-996D-74482E0C9503}"/>
                </a:ext>
              </a:extLst>
            </p:cNvPr>
            <p:cNvSpPr txBox="1"/>
            <p:nvPr/>
          </p:nvSpPr>
          <p:spPr>
            <a:xfrm>
              <a:off x="4948916" y="1003975"/>
              <a:ext cx="182001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IN" sz="1000" b="1" u="none">
                  <a:solidFill>
                    <a:srgbClr val="00B050"/>
                  </a:solidFill>
                  <a:latin typeface="Poppins"/>
                  <a:cs typeface="Poppins"/>
                </a:rPr>
                <a:t>Smart Transformation Agent  (STA)</a:t>
              </a:r>
            </a:p>
          </p:txBody>
        </p:sp>
      </p:grpSp>
      <p:grpSp>
        <p:nvGrpSpPr>
          <p:cNvPr id="166" name="Group 165">
            <a:extLst>
              <a:ext uri="{FF2B5EF4-FFF2-40B4-BE49-F238E27FC236}">
                <a16:creationId xmlns:a16="http://schemas.microsoft.com/office/drawing/2014/main" id="{1E9034C2-54EF-BA21-5526-C8C806DCFE34}"/>
              </a:ext>
            </a:extLst>
          </p:cNvPr>
          <p:cNvGrpSpPr/>
          <p:nvPr/>
        </p:nvGrpSpPr>
        <p:grpSpPr>
          <a:xfrm>
            <a:off x="9136126" y="1340614"/>
            <a:ext cx="2108619" cy="400110"/>
            <a:chOff x="9383612" y="1010518"/>
            <a:chExt cx="2108619" cy="400110"/>
          </a:xfrm>
        </p:grpSpPr>
        <p:sp>
          <p:nvSpPr>
            <p:cNvPr id="156" name="Freeform: Shape 155">
              <a:extLst>
                <a:ext uri="{FF2B5EF4-FFF2-40B4-BE49-F238E27FC236}">
                  <a16:creationId xmlns:a16="http://schemas.microsoft.com/office/drawing/2014/main" id="{7DBA64DE-F563-D088-0BBC-AE9803400E53}"/>
                </a:ext>
              </a:extLst>
            </p:cNvPr>
            <p:cNvSpPr/>
            <p:nvPr/>
          </p:nvSpPr>
          <p:spPr>
            <a:xfrm rot="14368">
              <a:off x="9383612" y="1049943"/>
              <a:ext cx="288000" cy="288000"/>
            </a:xfrm>
            <a:custGeom>
              <a:avLst/>
              <a:gdLst>
                <a:gd name="connsiteX0" fmla="*/ 397123 w 477797"/>
                <a:gd name="connsiteY0" fmla="*/ 220793 h 588329"/>
                <a:gd name="connsiteX1" fmla="*/ 275652 w 477797"/>
                <a:gd name="connsiteY1" fmla="*/ 220793 h 588329"/>
                <a:gd name="connsiteX2" fmla="*/ 275652 w 477797"/>
                <a:gd name="connsiteY2" fmla="*/ 137179 h 588329"/>
                <a:gd name="connsiteX3" fmla="*/ 302558 w 477797"/>
                <a:gd name="connsiteY3" fmla="*/ 36766 h 588329"/>
                <a:gd name="connsiteX4" fmla="*/ 202145 w 477797"/>
                <a:gd name="connsiteY4" fmla="*/ 9860 h 588329"/>
                <a:gd name="connsiteX5" fmla="*/ 175240 w 477797"/>
                <a:gd name="connsiteY5" fmla="*/ 110273 h 588329"/>
                <a:gd name="connsiteX6" fmla="*/ 202145 w 477797"/>
                <a:gd name="connsiteY6" fmla="*/ 137179 h 588329"/>
                <a:gd name="connsiteX7" fmla="*/ 202145 w 477797"/>
                <a:gd name="connsiteY7" fmla="*/ 220793 h 588329"/>
                <a:gd name="connsiteX8" fmla="*/ 80674 w 477797"/>
                <a:gd name="connsiteY8" fmla="*/ 220793 h 588329"/>
                <a:gd name="connsiteX9" fmla="*/ 0 w 477797"/>
                <a:gd name="connsiteY9" fmla="*/ 301467 h 588329"/>
                <a:gd name="connsiteX10" fmla="*/ 0 w 477797"/>
                <a:gd name="connsiteY10" fmla="*/ 507655 h 588329"/>
                <a:gd name="connsiteX11" fmla="*/ 80674 w 477797"/>
                <a:gd name="connsiteY11" fmla="*/ 588330 h 588329"/>
                <a:gd name="connsiteX12" fmla="*/ 397123 w 477797"/>
                <a:gd name="connsiteY12" fmla="*/ 588330 h 588329"/>
                <a:gd name="connsiteX13" fmla="*/ 477797 w 477797"/>
                <a:gd name="connsiteY13" fmla="*/ 507655 h 588329"/>
                <a:gd name="connsiteX14" fmla="*/ 477797 w 477797"/>
                <a:gd name="connsiteY14" fmla="*/ 301467 h 588329"/>
                <a:gd name="connsiteX15" fmla="*/ 397123 w 477797"/>
                <a:gd name="connsiteY15" fmla="*/ 220793 h 588329"/>
                <a:gd name="connsiteX16" fmla="*/ 147015 w 477797"/>
                <a:gd name="connsiteY16" fmla="*/ 459692 h 588329"/>
                <a:gd name="connsiteX17" fmla="*/ 91884 w 477797"/>
                <a:gd name="connsiteY17" fmla="*/ 404561 h 588329"/>
                <a:gd name="connsiteX18" fmla="*/ 147015 w 477797"/>
                <a:gd name="connsiteY18" fmla="*/ 349431 h 588329"/>
                <a:gd name="connsiteX19" fmla="*/ 202145 w 477797"/>
                <a:gd name="connsiteY19" fmla="*/ 404561 h 588329"/>
                <a:gd name="connsiteX20" fmla="*/ 147015 w 477797"/>
                <a:gd name="connsiteY20" fmla="*/ 459692 h 588329"/>
                <a:gd name="connsiteX21" fmla="*/ 330783 w 477797"/>
                <a:gd name="connsiteY21" fmla="*/ 459692 h 588329"/>
                <a:gd name="connsiteX22" fmla="*/ 275652 w 477797"/>
                <a:gd name="connsiteY22" fmla="*/ 404561 h 588329"/>
                <a:gd name="connsiteX23" fmla="*/ 330783 w 477797"/>
                <a:gd name="connsiteY23" fmla="*/ 349431 h 588329"/>
                <a:gd name="connsiteX24" fmla="*/ 385913 w 477797"/>
                <a:gd name="connsiteY24" fmla="*/ 404561 h 588329"/>
                <a:gd name="connsiteX25" fmla="*/ 330783 w 477797"/>
                <a:gd name="connsiteY25" fmla="*/ 459692 h 5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7797" h="588329">
                  <a:moveTo>
                    <a:pt x="397123" y="220793"/>
                  </a:moveTo>
                  <a:lnTo>
                    <a:pt x="275652" y="220793"/>
                  </a:lnTo>
                  <a:lnTo>
                    <a:pt x="275652" y="137179"/>
                  </a:lnTo>
                  <a:cubicBezTo>
                    <a:pt x="310811" y="116880"/>
                    <a:pt x="322857" y="71924"/>
                    <a:pt x="302558" y="36766"/>
                  </a:cubicBezTo>
                  <a:cubicBezTo>
                    <a:pt x="282259" y="1608"/>
                    <a:pt x="237304" y="-10438"/>
                    <a:pt x="202145" y="9860"/>
                  </a:cubicBezTo>
                  <a:cubicBezTo>
                    <a:pt x="166987" y="30159"/>
                    <a:pt x="154941" y="75115"/>
                    <a:pt x="175240" y="110273"/>
                  </a:cubicBezTo>
                  <a:cubicBezTo>
                    <a:pt x="181692" y="121448"/>
                    <a:pt x="190970" y="130727"/>
                    <a:pt x="202145" y="137179"/>
                  </a:cubicBezTo>
                  <a:lnTo>
                    <a:pt x="202145" y="220793"/>
                  </a:lnTo>
                  <a:lnTo>
                    <a:pt x="80674" y="220793"/>
                  </a:lnTo>
                  <a:cubicBezTo>
                    <a:pt x="36162" y="220894"/>
                    <a:pt x="101" y="256955"/>
                    <a:pt x="0" y="301467"/>
                  </a:cubicBezTo>
                  <a:lnTo>
                    <a:pt x="0" y="507655"/>
                  </a:lnTo>
                  <a:cubicBezTo>
                    <a:pt x="101" y="552168"/>
                    <a:pt x="36162" y="588229"/>
                    <a:pt x="80674" y="588330"/>
                  </a:cubicBezTo>
                  <a:lnTo>
                    <a:pt x="397123" y="588330"/>
                  </a:lnTo>
                  <a:cubicBezTo>
                    <a:pt x="441635" y="588229"/>
                    <a:pt x="477696" y="552168"/>
                    <a:pt x="477797" y="507655"/>
                  </a:cubicBezTo>
                  <a:lnTo>
                    <a:pt x="477797" y="301467"/>
                  </a:lnTo>
                  <a:cubicBezTo>
                    <a:pt x="477696" y="256955"/>
                    <a:pt x="441635" y="220894"/>
                    <a:pt x="397123" y="220793"/>
                  </a:cubicBezTo>
                  <a:close/>
                  <a:moveTo>
                    <a:pt x="147015" y="459692"/>
                  </a:moveTo>
                  <a:cubicBezTo>
                    <a:pt x="116566" y="459692"/>
                    <a:pt x="91884" y="435010"/>
                    <a:pt x="91884" y="404561"/>
                  </a:cubicBezTo>
                  <a:cubicBezTo>
                    <a:pt x="91884" y="374113"/>
                    <a:pt x="116566" y="349431"/>
                    <a:pt x="147015" y="349431"/>
                  </a:cubicBezTo>
                  <a:cubicBezTo>
                    <a:pt x="177463" y="349431"/>
                    <a:pt x="202145" y="374113"/>
                    <a:pt x="202145" y="404561"/>
                  </a:cubicBezTo>
                  <a:cubicBezTo>
                    <a:pt x="202145" y="435010"/>
                    <a:pt x="177463" y="459692"/>
                    <a:pt x="147015" y="459692"/>
                  </a:cubicBezTo>
                  <a:close/>
                  <a:moveTo>
                    <a:pt x="330783" y="459692"/>
                  </a:moveTo>
                  <a:cubicBezTo>
                    <a:pt x="300334" y="459692"/>
                    <a:pt x="275652" y="435010"/>
                    <a:pt x="275652" y="404561"/>
                  </a:cubicBezTo>
                  <a:cubicBezTo>
                    <a:pt x="275652" y="374113"/>
                    <a:pt x="300334" y="349431"/>
                    <a:pt x="330783" y="349431"/>
                  </a:cubicBezTo>
                  <a:cubicBezTo>
                    <a:pt x="361231" y="349431"/>
                    <a:pt x="385913" y="374113"/>
                    <a:pt x="385913" y="404561"/>
                  </a:cubicBezTo>
                  <a:cubicBezTo>
                    <a:pt x="385913" y="435010"/>
                    <a:pt x="361231" y="459692"/>
                    <a:pt x="330783" y="459692"/>
                  </a:cubicBezTo>
                  <a:close/>
                </a:path>
              </a:pathLst>
            </a:custGeom>
            <a:solidFill>
              <a:srgbClr val="09894C"/>
            </a:solidFill>
            <a:ln w="183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91B94C"/>
                </a:solidFill>
                <a:effectLst/>
                <a:uLnTx/>
                <a:uFillTx/>
                <a:latin typeface="Poppins Light" panose="00000400000000000000" pitchFamily="2" charset="0"/>
                <a:ea typeface="+mn-ea"/>
                <a:cs typeface="Poppins Light" panose="00000400000000000000" pitchFamily="2" charset="0"/>
              </a:endParaRPr>
            </a:p>
          </p:txBody>
        </p:sp>
        <p:sp>
          <p:nvSpPr>
            <p:cNvPr id="157" name="TextBox 156">
              <a:extLst>
                <a:ext uri="{FF2B5EF4-FFF2-40B4-BE49-F238E27FC236}">
                  <a16:creationId xmlns:a16="http://schemas.microsoft.com/office/drawing/2014/main" id="{CE95B7EB-1BAA-9D12-1192-6DFC656EBCDB}"/>
                </a:ext>
              </a:extLst>
            </p:cNvPr>
            <p:cNvSpPr txBox="1"/>
            <p:nvPr/>
          </p:nvSpPr>
          <p:spPr>
            <a:xfrm>
              <a:off x="9672213" y="1010518"/>
              <a:ext cx="1820018" cy="400110"/>
            </a:xfrm>
            <a:prstGeom prst="rect">
              <a:avLst/>
            </a:prstGeom>
            <a:noFill/>
          </p:spPr>
          <p:txBody>
            <a:bodyPr wrap="square">
              <a:spAutoFit/>
            </a:bodyPr>
            <a:lstStyle/>
            <a:p>
              <a:r>
                <a:rPr lang="en-IN" sz="1000" b="1" u="none">
                  <a:solidFill>
                    <a:srgbClr val="00B050"/>
                  </a:solidFill>
                  <a:latin typeface="Poppins"/>
                  <a:cs typeface="Poppins"/>
                </a:rPr>
                <a:t>Intelligent Analytics Assistant Agent (IAAA)</a:t>
              </a:r>
            </a:p>
          </p:txBody>
        </p:sp>
      </p:grpSp>
      <p:grpSp>
        <p:nvGrpSpPr>
          <p:cNvPr id="161" name="Group 160">
            <a:extLst>
              <a:ext uri="{FF2B5EF4-FFF2-40B4-BE49-F238E27FC236}">
                <a16:creationId xmlns:a16="http://schemas.microsoft.com/office/drawing/2014/main" id="{DD3971A7-4570-2FFE-0174-C5C0249EDE01}"/>
              </a:ext>
            </a:extLst>
          </p:cNvPr>
          <p:cNvGrpSpPr/>
          <p:nvPr/>
        </p:nvGrpSpPr>
        <p:grpSpPr>
          <a:xfrm>
            <a:off x="274324" y="1602658"/>
            <a:ext cx="11217907" cy="4433651"/>
            <a:chOff x="118873" y="1494824"/>
            <a:chExt cx="11217907" cy="4799528"/>
          </a:xfrm>
        </p:grpSpPr>
        <p:sp>
          <p:nvSpPr>
            <p:cNvPr id="5" name="Abgerundetes Rechteck 18">
              <a:extLst>
                <a:ext uri="{FF2B5EF4-FFF2-40B4-BE49-F238E27FC236}">
                  <a16:creationId xmlns:a16="http://schemas.microsoft.com/office/drawing/2014/main" id="{9585FB80-3F5D-2857-0DE6-51438F164320}"/>
                </a:ext>
              </a:extLst>
            </p:cNvPr>
            <p:cNvSpPr/>
            <p:nvPr/>
          </p:nvSpPr>
          <p:spPr bwMode="auto">
            <a:xfrm>
              <a:off x="118873" y="3722970"/>
              <a:ext cx="11217907" cy="521003"/>
            </a:xfrm>
            <a:prstGeom prst="roundRect">
              <a:avLst>
                <a:gd name="adj" fmla="val 18138"/>
              </a:avLst>
            </a:prstGeom>
            <a:solidFill>
              <a:srgbClr val="E7F0FD"/>
            </a:solidFill>
            <a:ln w="12700">
              <a:noFill/>
              <a:miter lim="800000"/>
              <a:headEnd/>
              <a:tailEnd/>
            </a:ln>
            <a:effectLst/>
          </p:spPr>
          <p:txBody>
            <a:bodyPr lIns="72000" tIns="0" rIns="0" bIns="0" anchor="ctr" anchorCtr="0">
              <a:noAutofit/>
            </a:bodyPr>
            <a:lstStyle/>
            <a:p>
              <a:pPr marL="88900" marR="0" lvl="0" indent="-88900" algn="l" defTabSz="914400" rtl="0" eaLnBrk="1" fontAlgn="base" latinLnBrk="0" hangingPunct="1">
                <a:lnSpc>
                  <a:spcPct val="90000"/>
                </a:lnSpc>
                <a:spcBef>
                  <a:spcPct val="0"/>
                </a:spcBef>
                <a:spcAft>
                  <a:spcPts val="600"/>
                </a:spcAft>
                <a:buClr>
                  <a:srgbClr val="FFFFFF">
                    <a:lumMod val="50000"/>
                  </a:srgbClr>
                </a:buClr>
                <a:buSzPct val="80000"/>
                <a:buFontTx/>
                <a:buNone/>
                <a:tabLst>
                  <a:tab pos="361950" algn="r"/>
                  <a:tab pos="1076325" algn="r"/>
                  <a:tab pos="1790700" algn="r"/>
                  <a:tab pos="2514600" algn="r"/>
                  <a:tab pos="3228975" algn="r"/>
                  <a:tab pos="3943350" algn="r"/>
                  <a:tab pos="4667250" algn="r"/>
                  <a:tab pos="5381625" algn="r"/>
                  <a:tab pos="6096000" algn="r"/>
                  <a:tab pos="6819900" algn="r"/>
                  <a:tab pos="7534275" algn="r"/>
                </a:tabLst>
                <a:defRPr/>
              </a:pPr>
              <a:endParaRPr kumimoji="0" lang="en-US" sz="2000" b="1" i="0" u="none" strike="noStrike" kern="1200" cap="none" spc="0" normalizeH="0" baseline="0" noProof="1">
                <a:ln>
                  <a:noFill/>
                </a:ln>
                <a:solidFill>
                  <a:srgbClr val="1E1E1E">
                    <a:lumMod val="65000"/>
                    <a:lumOff val="35000"/>
                  </a:srgbClr>
                </a:solidFill>
                <a:effectLst>
                  <a:innerShdw blurRad="63500" dist="63500" dir="13500000">
                    <a:prstClr val="black">
                      <a:alpha val="50000"/>
                    </a:prstClr>
                  </a:innerShdw>
                </a:effectLst>
                <a:uLnTx/>
                <a:uFillTx/>
                <a:latin typeface="Arial" pitchFamily="34" charset="0"/>
                <a:ea typeface="+mn-ea"/>
                <a:cs typeface="Arial" pitchFamily="34" charset="0"/>
              </a:endParaRPr>
            </a:p>
          </p:txBody>
        </p:sp>
        <p:sp>
          <p:nvSpPr>
            <p:cNvPr id="6" name="Rechteck 3">
              <a:extLst>
                <a:ext uri="{FF2B5EF4-FFF2-40B4-BE49-F238E27FC236}">
                  <a16:creationId xmlns:a16="http://schemas.microsoft.com/office/drawing/2014/main" id="{C4AA07A2-7802-C4BF-6864-F8858138ED16}"/>
                </a:ext>
              </a:extLst>
            </p:cNvPr>
            <p:cNvSpPr/>
            <p:nvPr/>
          </p:nvSpPr>
          <p:spPr bwMode="auto">
            <a:xfrm>
              <a:off x="220777" y="3956745"/>
              <a:ext cx="10980000" cy="72000"/>
            </a:xfrm>
            <a:prstGeom prst="rect">
              <a:avLst/>
            </a:prstGeom>
            <a:solidFill>
              <a:srgbClr val="10B869"/>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1E1E1E"/>
                </a:solidFill>
                <a:effectLst/>
                <a:uLnTx/>
                <a:uFillTx/>
                <a:latin typeface="Arial" pitchFamily="34" charset="0"/>
                <a:ea typeface="+mn-ea"/>
                <a:cs typeface="Arial" pitchFamily="34" charset="0"/>
              </a:endParaRPr>
            </a:p>
          </p:txBody>
        </p:sp>
        <p:sp>
          <p:nvSpPr>
            <p:cNvPr id="8" name="Ellipse 19">
              <a:extLst>
                <a:ext uri="{FF2B5EF4-FFF2-40B4-BE49-F238E27FC236}">
                  <a16:creationId xmlns:a16="http://schemas.microsoft.com/office/drawing/2014/main" id="{8FCEDB02-FDAA-C992-BEAB-D6368C651A63}"/>
                </a:ext>
              </a:extLst>
            </p:cNvPr>
            <p:cNvSpPr/>
            <p:nvPr/>
          </p:nvSpPr>
          <p:spPr bwMode="auto">
            <a:xfrm>
              <a:off x="2264590" y="3919942"/>
              <a:ext cx="142063" cy="142063"/>
            </a:xfrm>
            <a:prstGeom prst="ellipse">
              <a:avLst/>
            </a:prstGeom>
            <a:solidFill>
              <a:schemeClr val="accent1">
                <a:lumMod val="25000"/>
              </a:schemeClr>
            </a:solidFill>
            <a:ln w="12700" cap="flat" cmpd="sng" algn="ctr">
              <a:noFill/>
              <a:prstDash val="solid"/>
              <a:round/>
              <a:headEnd type="none" w="med" len="med"/>
              <a:tailEnd type="none" w="med" len="med"/>
            </a:ln>
            <a:effectLst/>
            <a:scene3d>
              <a:camera prst="orthographicFront"/>
              <a:lightRig rig="threePt" dir="t">
                <a:rot lat="0" lon="0" rev="1200000"/>
              </a:lightRig>
            </a:scene3d>
            <a:sp3d/>
          </p:spPr>
          <p:txBody>
            <a:bodyPr vert="horz" wrap="none" lIns="9144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1E1E1E"/>
                </a:solidFill>
                <a:effectLst/>
                <a:uLnTx/>
                <a:uFillTx/>
                <a:latin typeface="Arial" pitchFamily="34" charset="0"/>
                <a:ea typeface="+mn-ea"/>
                <a:cs typeface="Arial" pitchFamily="34" charset="0"/>
              </a:endParaRPr>
            </a:p>
          </p:txBody>
        </p:sp>
        <p:sp>
          <p:nvSpPr>
            <p:cNvPr id="12" name="Ellipse 19">
              <a:extLst>
                <a:ext uri="{FF2B5EF4-FFF2-40B4-BE49-F238E27FC236}">
                  <a16:creationId xmlns:a16="http://schemas.microsoft.com/office/drawing/2014/main" id="{44133F0C-C71C-BE3F-8DF3-86477A5424FA}"/>
                </a:ext>
              </a:extLst>
            </p:cNvPr>
            <p:cNvSpPr/>
            <p:nvPr/>
          </p:nvSpPr>
          <p:spPr bwMode="auto">
            <a:xfrm>
              <a:off x="7637458" y="3919942"/>
              <a:ext cx="142063" cy="142063"/>
            </a:xfrm>
            <a:prstGeom prst="ellipse">
              <a:avLst/>
            </a:prstGeom>
            <a:solidFill>
              <a:schemeClr val="accent1">
                <a:lumMod val="25000"/>
              </a:schemeClr>
            </a:solidFill>
            <a:ln w="12700" cap="flat" cmpd="sng" algn="ctr">
              <a:noFill/>
              <a:prstDash val="solid"/>
              <a:round/>
              <a:headEnd type="none" w="med" len="med"/>
              <a:tailEnd type="none" w="med" len="med"/>
            </a:ln>
            <a:effectLst/>
            <a:scene3d>
              <a:camera prst="orthographicFront"/>
              <a:lightRig rig="threePt" dir="t">
                <a:rot lat="0" lon="0" rev="1200000"/>
              </a:lightRig>
            </a:scene3d>
            <a:sp3d/>
          </p:spPr>
          <p:txBody>
            <a:bodyPr vert="horz" wrap="none" lIns="9144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1E1E1E"/>
                </a:solidFill>
                <a:effectLst/>
                <a:uLnTx/>
                <a:uFillTx/>
                <a:latin typeface="Arial" pitchFamily="34" charset="0"/>
                <a:ea typeface="+mn-ea"/>
                <a:cs typeface="Arial" pitchFamily="34" charset="0"/>
              </a:endParaRPr>
            </a:p>
          </p:txBody>
        </p:sp>
        <p:cxnSp>
          <p:nvCxnSpPr>
            <p:cNvPr id="15" name="Gerade Verbindung 28">
              <a:extLst>
                <a:ext uri="{FF2B5EF4-FFF2-40B4-BE49-F238E27FC236}">
                  <a16:creationId xmlns:a16="http://schemas.microsoft.com/office/drawing/2014/main" id="{435A2ABE-55DA-EBBA-765B-020287075BBC}"/>
                </a:ext>
              </a:extLst>
            </p:cNvPr>
            <p:cNvCxnSpPr/>
            <p:nvPr/>
          </p:nvCxnSpPr>
          <p:spPr bwMode="auto">
            <a:xfrm flipH="1" flipV="1">
              <a:off x="2327113" y="4023495"/>
              <a:ext cx="1" cy="720000"/>
            </a:xfrm>
            <a:prstGeom prst="line">
              <a:avLst/>
            </a:prstGeom>
            <a:solidFill>
              <a:srgbClr val="DDDDDD"/>
            </a:solidFill>
            <a:ln w="12700" cap="flat" cmpd="sng" algn="ctr">
              <a:solidFill>
                <a:srgbClr val="0070C0"/>
              </a:solidFill>
              <a:prstDash val="sysDash"/>
              <a:round/>
              <a:headEnd type="none" w="med" len="med"/>
              <a:tailEnd type="none" w="med" len="med"/>
            </a:ln>
            <a:effectLst/>
          </p:spPr>
        </p:cxnSp>
        <p:cxnSp>
          <p:nvCxnSpPr>
            <p:cNvPr id="16" name="Gerade Verbindung 28">
              <a:extLst>
                <a:ext uri="{FF2B5EF4-FFF2-40B4-BE49-F238E27FC236}">
                  <a16:creationId xmlns:a16="http://schemas.microsoft.com/office/drawing/2014/main" id="{A09B0386-4690-660D-B39E-E803630FD063}"/>
                </a:ext>
              </a:extLst>
            </p:cNvPr>
            <p:cNvCxnSpPr/>
            <p:nvPr/>
          </p:nvCxnSpPr>
          <p:spPr bwMode="auto">
            <a:xfrm flipH="1" flipV="1">
              <a:off x="5023072" y="4023495"/>
              <a:ext cx="1" cy="720000"/>
            </a:xfrm>
            <a:prstGeom prst="line">
              <a:avLst/>
            </a:prstGeom>
            <a:solidFill>
              <a:srgbClr val="DDDDDD"/>
            </a:solidFill>
            <a:ln w="12700" cap="flat" cmpd="sng" algn="ctr">
              <a:solidFill>
                <a:srgbClr val="0070C0"/>
              </a:solidFill>
              <a:prstDash val="sysDash"/>
              <a:round/>
              <a:headEnd type="none" w="med" len="med"/>
              <a:tailEnd type="none" w="med" len="med"/>
            </a:ln>
            <a:effectLst/>
          </p:spPr>
        </p:cxnSp>
        <p:cxnSp>
          <p:nvCxnSpPr>
            <p:cNvPr id="17" name="Gerade Verbindung 28">
              <a:extLst>
                <a:ext uri="{FF2B5EF4-FFF2-40B4-BE49-F238E27FC236}">
                  <a16:creationId xmlns:a16="http://schemas.microsoft.com/office/drawing/2014/main" id="{9ECD590F-830D-52D2-324B-AAC4B195CDF9}"/>
                </a:ext>
              </a:extLst>
            </p:cNvPr>
            <p:cNvCxnSpPr/>
            <p:nvPr/>
          </p:nvCxnSpPr>
          <p:spPr bwMode="auto">
            <a:xfrm flipH="1" flipV="1">
              <a:off x="7708997" y="4023495"/>
              <a:ext cx="1" cy="720000"/>
            </a:xfrm>
            <a:prstGeom prst="line">
              <a:avLst/>
            </a:prstGeom>
            <a:solidFill>
              <a:srgbClr val="DDDDDD"/>
            </a:solidFill>
            <a:ln w="12700" cap="flat" cmpd="sng" algn="ctr">
              <a:solidFill>
                <a:srgbClr val="0070C0"/>
              </a:solidFill>
              <a:prstDash val="sysDash"/>
              <a:round/>
              <a:headEnd type="none" w="med" len="med"/>
              <a:tailEnd type="none" w="med" len="med"/>
            </a:ln>
            <a:effectLst/>
          </p:spPr>
        </p:cxnSp>
        <p:cxnSp>
          <p:nvCxnSpPr>
            <p:cNvPr id="18" name="Gerade Verbindung 28">
              <a:extLst>
                <a:ext uri="{FF2B5EF4-FFF2-40B4-BE49-F238E27FC236}">
                  <a16:creationId xmlns:a16="http://schemas.microsoft.com/office/drawing/2014/main" id="{6FED99A6-2055-9716-9225-9DCB93EB316F}"/>
                </a:ext>
              </a:extLst>
            </p:cNvPr>
            <p:cNvCxnSpPr/>
            <p:nvPr/>
          </p:nvCxnSpPr>
          <p:spPr bwMode="auto">
            <a:xfrm flipH="1" flipV="1">
              <a:off x="10394922" y="4023495"/>
              <a:ext cx="1" cy="720000"/>
            </a:xfrm>
            <a:prstGeom prst="line">
              <a:avLst/>
            </a:prstGeom>
            <a:solidFill>
              <a:srgbClr val="DDDDDD"/>
            </a:solidFill>
            <a:ln w="12700" cap="flat" cmpd="sng" algn="ctr">
              <a:solidFill>
                <a:srgbClr val="0070C0"/>
              </a:solidFill>
              <a:prstDash val="sysDash"/>
              <a:round/>
              <a:headEnd type="none" w="med" len="med"/>
              <a:tailEnd type="none" w="med" len="med"/>
            </a:ln>
            <a:effectLst/>
          </p:spPr>
        </p:cxnSp>
        <p:sp>
          <p:nvSpPr>
            <p:cNvPr id="19" name="Rectangle: Rounded Corners 18">
              <a:extLst>
                <a:ext uri="{FF2B5EF4-FFF2-40B4-BE49-F238E27FC236}">
                  <a16:creationId xmlns:a16="http://schemas.microsoft.com/office/drawing/2014/main" id="{BBF12143-B5BE-3C5E-7CE3-29C7B6510714}"/>
                </a:ext>
              </a:extLst>
            </p:cNvPr>
            <p:cNvSpPr/>
            <p:nvPr/>
          </p:nvSpPr>
          <p:spPr>
            <a:xfrm>
              <a:off x="592268" y="4362495"/>
              <a:ext cx="1751773" cy="482199"/>
            </a:xfrm>
            <a:prstGeom prst="roundRect">
              <a:avLst/>
            </a:prstGeom>
            <a:solidFill>
              <a:schemeClr val="bg1"/>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Data &amp; Technical Requirements</a:t>
              </a:r>
            </a:p>
          </p:txBody>
        </p:sp>
        <p:cxnSp>
          <p:nvCxnSpPr>
            <p:cNvPr id="23" name="Gerade Verbindung 28">
              <a:extLst>
                <a:ext uri="{FF2B5EF4-FFF2-40B4-BE49-F238E27FC236}">
                  <a16:creationId xmlns:a16="http://schemas.microsoft.com/office/drawing/2014/main" id="{96461808-4DDD-912C-2D4C-B4437B981C38}"/>
                </a:ext>
              </a:extLst>
            </p:cNvPr>
            <p:cNvCxnSpPr/>
            <p:nvPr/>
          </p:nvCxnSpPr>
          <p:spPr bwMode="auto">
            <a:xfrm flipH="1" flipV="1">
              <a:off x="992019" y="3261135"/>
              <a:ext cx="1" cy="720000"/>
            </a:xfrm>
            <a:prstGeom prst="line">
              <a:avLst/>
            </a:prstGeom>
            <a:solidFill>
              <a:srgbClr val="DDDDDD"/>
            </a:solidFill>
            <a:ln w="12700" cap="flat" cmpd="sng" algn="ctr">
              <a:solidFill>
                <a:srgbClr val="0070C0"/>
              </a:solidFill>
              <a:prstDash val="sysDash"/>
              <a:round/>
              <a:headEnd type="none" w="med" len="med"/>
              <a:tailEnd type="none" w="med" len="med"/>
            </a:ln>
            <a:effectLst/>
          </p:spPr>
        </p:cxnSp>
        <p:sp>
          <p:nvSpPr>
            <p:cNvPr id="24" name="Rectangle: Rounded Corners 23">
              <a:extLst>
                <a:ext uri="{FF2B5EF4-FFF2-40B4-BE49-F238E27FC236}">
                  <a16:creationId xmlns:a16="http://schemas.microsoft.com/office/drawing/2014/main" id="{ECC9F5AE-9C67-1E79-809F-E9DFAC4C95BB}"/>
                </a:ext>
              </a:extLst>
            </p:cNvPr>
            <p:cNvSpPr/>
            <p:nvPr/>
          </p:nvSpPr>
          <p:spPr>
            <a:xfrm>
              <a:off x="3270783" y="4361223"/>
              <a:ext cx="1751773" cy="482199"/>
            </a:xfrm>
            <a:prstGeom prst="roundRect">
              <a:avLst/>
            </a:prstGeom>
            <a:solidFill>
              <a:schemeClr val="bg1"/>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Data Modeling</a:t>
              </a:r>
            </a:p>
          </p:txBody>
        </p:sp>
        <p:cxnSp>
          <p:nvCxnSpPr>
            <p:cNvPr id="28" name="Gerade Verbindung 28">
              <a:extLst>
                <a:ext uri="{FF2B5EF4-FFF2-40B4-BE49-F238E27FC236}">
                  <a16:creationId xmlns:a16="http://schemas.microsoft.com/office/drawing/2014/main" id="{44B67919-444B-76B2-4910-FD5A6C6F627F}"/>
                </a:ext>
              </a:extLst>
            </p:cNvPr>
            <p:cNvCxnSpPr/>
            <p:nvPr/>
          </p:nvCxnSpPr>
          <p:spPr bwMode="auto">
            <a:xfrm flipH="1" flipV="1">
              <a:off x="3678453" y="3261135"/>
              <a:ext cx="1" cy="720000"/>
            </a:xfrm>
            <a:prstGeom prst="line">
              <a:avLst/>
            </a:prstGeom>
            <a:solidFill>
              <a:srgbClr val="DDDDDD"/>
            </a:solidFill>
            <a:ln w="12700" cap="flat" cmpd="sng" algn="ctr">
              <a:solidFill>
                <a:srgbClr val="0070C0"/>
              </a:solidFill>
              <a:prstDash val="sysDash"/>
              <a:round/>
              <a:headEnd type="none" w="med" len="med"/>
              <a:tailEnd type="none" w="med" len="med"/>
            </a:ln>
            <a:effectLst/>
          </p:spPr>
        </p:cxnSp>
        <p:sp>
          <p:nvSpPr>
            <p:cNvPr id="30" name="Rectangle: Rounded Corners 29">
              <a:extLst>
                <a:ext uri="{FF2B5EF4-FFF2-40B4-BE49-F238E27FC236}">
                  <a16:creationId xmlns:a16="http://schemas.microsoft.com/office/drawing/2014/main" id="{38EDC396-4371-96B3-EE63-CAA793AFFD98}"/>
                </a:ext>
              </a:extLst>
            </p:cNvPr>
            <p:cNvSpPr/>
            <p:nvPr/>
          </p:nvSpPr>
          <p:spPr>
            <a:xfrm>
              <a:off x="5957216" y="4362495"/>
              <a:ext cx="1751773" cy="482199"/>
            </a:xfrm>
            <a:prstGeom prst="roundRect">
              <a:avLst/>
            </a:prstGeom>
            <a:solidFill>
              <a:schemeClr val="bg1"/>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Data Product Build</a:t>
              </a:r>
            </a:p>
          </p:txBody>
        </p:sp>
        <p:cxnSp>
          <p:nvCxnSpPr>
            <p:cNvPr id="33" name="Gerade Verbindung 28">
              <a:extLst>
                <a:ext uri="{FF2B5EF4-FFF2-40B4-BE49-F238E27FC236}">
                  <a16:creationId xmlns:a16="http://schemas.microsoft.com/office/drawing/2014/main" id="{FE41D595-DCD9-B7F4-EFFD-7B03359755A0}"/>
                </a:ext>
              </a:extLst>
            </p:cNvPr>
            <p:cNvCxnSpPr/>
            <p:nvPr/>
          </p:nvCxnSpPr>
          <p:spPr bwMode="auto">
            <a:xfrm flipH="1" flipV="1">
              <a:off x="6356467" y="3261135"/>
              <a:ext cx="1" cy="720000"/>
            </a:xfrm>
            <a:prstGeom prst="line">
              <a:avLst/>
            </a:prstGeom>
            <a:solidFill>
              <a:srgbClr val="DDDDDD"/>
            </a:solidFill>
            <a:ln w="12700" cap="flat" cmpd="sng" algn="ctr">
              <a:solidFill>
                <a:srgbClr val="0070C0"/>
              </a:solidFill>
              <a:prstDash val="sysDash"/>
              <a:round/>
              <a:headEnd type="none" w="med" len="med"/>
              <a:tailEnd type="none" w="med" len="med"/>
            </a:ln>
            <a:effectLst/>
          </p:spPr>
        </p:cxnSp>
        <p:sp>
          <p:nvSpPr>
            <p:cNvPr id="34" name="Rectangle: Rounded Corners 33">
              <a:extLst>
                <a:ext uri="{FF2B5EF4-FFF2-40B4-BE49-F238E27FC236}">
                  <a16:creationId xmlns:a16="http://schemas.microsoft.com/office/drawing/2014/main" id="{87119908-C720-1617-B621-10DE92E184CF}"/>
                </a:ext>
              </a:extLst>
            </p:cNvPr>
            <p:cNvSpPr/>
            <p:nvPr/>
          </p:nvSpPr>
          <p:spPr>
            <a:xfrm>
              <a:off x="8643149" y="4361223"/>
              <a:ext cx="1751773" cy="482199"/>
            </a:xfrm>
            <a:prstGeom prst="roundRect">
              <a:avLst/>
            </a:prstGeom>
            <a:solidFill>
              <a:schemeClr val="bg1"/>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Deployment &amp; Operations</a:t>
              </a:r>
            </a:p>
          </p:txBody>
        </p:sp>
        <p:cxnSp>
          <p:nvCxnSpPr>
            <p:cNvPr id="38" name="Gerade Verbindung 28">
              <a:extLst>
                <a:ext uri="{FF2B5EF4-FFF2-40B4-BE49-F238E27FC236}">
                  <a16:creationId xmlns:a16="http://schemas.microsoft.com/office/drawing/2014/main" id="{183B3EBD-98BE-E7D7-15DC-E589C16C8A20}"/>
                </a:ext>
              </a:extLst>
            </p:cNvPr>
            <p:cNvCxnSpPr/>
            <p:nvPr/>
          </p:nvCxnSpPr>
          <p:spPr bwMode="auto">
            <a:xfrm flipH="1" flipV="1">
              <a:off x="9051320" y="3261135"/>
              <a:ext cx="1" cy="720000"/>
            </a:xfrm>
            <a:prstGeom prst="line">
              <a:avLst/>
            </a:prstGeom>
            <a:solidFill>
              <a:srgbClr val="DDDDDD"/>
            </a:solidFill>
            <a:ln w="12700" cap="flat" cmpd="sng" algn="ctr">
              <a:solidFill>
                <a:srgbClr val="0070C0"/>
              </a:solidFill>
              <a:prstDash val="sysDash"/>
              <a:round/>
              <a:headEnd type="none" w="med" len="med"/>
              <a:tailEnd type="none" w="med" len="med"/>
            </a:ln>
            <a:effectLst/>
          </p:spPr>
        </p:cxnSp>
        <p:sp>
          <p:nvSpPr>
            <p:cNvPr id="39" name="Rectangle: Rounded Corners 38">
              <a:extLst>
                <a:ext uri="{FF2B5EF4-FFF2-40B4-BE49-F238E27FC236}">
                  <a16:creationId xmlns:a16="http://schemas.microsoft.com/office/drawing/2014/main" id="{11334208-5A8B-40B3-CD00-29CEEE422923}"/>
                </a:ext>
              </a:extLst>
            </p:cNvPr>
            <p:cNvSpPr/>
            <p:nvPr/>
          </p:nvSpPr>
          <p:spPr>
            <a:xfrm>
              <a:off x="982494" y="3116151"/>
              <a:ext cx="1751773" cy="482199"/>
            </a:xfrm>
            <a:prstGeom prst="roundRect">
              <a:avLst/>
            </a:prstGeom>
            <a:solidFill>
              <a:schemeClr val="bg1"/>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Business &amp; Functional Requirements</a:t>
              </a:r>
            </a:p>
          </p:txBody>
        </p:sp>
        <p:sp>
          <p:nvSpPr>
            <p:cNvPr id="40" name="Rectangle: Rounded Corners 39">
              <a:extLst>
                <a:ext uri="{FF2B5EF4-FFF2-40B4-BE49-F238E27FC236}">
                  <a16:creationId xmlns:a16="http://schemas.microsoft.com/office/drawing/2014/main" id="{768C0F0A-A2DE-D60C-32F4-D0AD55270C90}"/>
                </a:ext>
              </a:extLst>
            </p:cNvPr>
            <p:cNvSpPr/>
            <p:nvPr/>
          </p:nvSpPr>
          <p:spPr>
            <a:xfrm>
              <a:off x="3670886" y="3116151"/>
              <a:ext cx="1751773" cy="482199"/>
            </a:xfrm>
            <a:prstGeom prst="roundRect">
              <a:avLst/>
            </a:prstGeom>
            <a:solidFill>
              <a:schemeClr val="bg1"/>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Solution Design &amp; Architecture</a:t>
              </a:r>
            </a:p>
          </p:txBody>
        </p:sp>
        <p:sp>
          <p:nvSpPr>
            <p:cNvPr id="41" name="Rectangle: Rounded Corners 40">
              <a:extLst>
                <a:ext uri="{FF2B5EF4-FFF2-40B4-BE49-F238E27FC236}">
                  <a16:creationId xmlns:a16="http://schemas.microsoft.com/office/drawing/2014/main" id="{134EFF0F-15C7-3841-F34A-90ECBAD7A47B}"/>
                </a:ext>
              </a:extLst>
            </p:cNvPr>
            <p:cNvSpPr/>
            <p:nvPr/>
          </p:nvSpPr>
          <p:spPr>
            <a:xfrm>
              <a:off x="6359602" y="3116151"/>
              <a:ext cx="1751773" cy="482199"/>
            </a:xfrm>
            <a:prstGeom prst="roundRect">
              <a:avLst/>
            </a:prstGeom>
            <a:solidFill>
              <a:schemeClr val="bg1"/>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Data Ingestion / Transformation</a:t>
              </a:r>
            </a:p>
          </p:txBody>
        </p:sp>
        <p:sp>
          <p:nvSpPr>
            <p:cNvPr id="42" name="Rectangle: Rounded Corners 41">
              <a:extLst>
                <a:ext uri="{FF2B5EF4-FFF2-40B4-BE49-F238E27FC236}">
                  <a16:creationId xmlns:a16="http://schemas.microsoft.com/office/drawing/2014/main" id="{6FF34325-2E06-80F3-7DDA-B54BE82A3F37}"/>
                </a:ext>
              </a:extLst>
            </p:cNvPr>
            <p:cNvSpPr/>
            <p:nvPr/>
          </p:nvSpPr>
          <p:spPr>
            <a:xfrm>
              <a:off x="9048318" y="3116151"/>
              <a:ext cx="1751773" cy="482199"/>
            </a:xfrm>
            <a:prstGeom prst="roundRect">
              <a:avLst/>
            </a:prstGeom>
            <a:solidFill>
              <a:schemeClr val="bg1"/>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Analytics &amp; AI Product Build</a:t>
              </a:r>
            </a:p>
          </p:txBody>
        </p:sp>
        <p:sp>
          <p:nvSpPr>
            <p:cNvPr id="20" name="Rectangle: Rounded Corners 19">
              <a:extLst>
                <a:ext uri="{FF2B5EF4-FFF2-40B4-BE49-F238E27FC236}">
                  <a16:creationId xmlns:a16="http://schemas.microsoft.com/office/drawing/2014/main" id="{ED4E1A4E-E20B-C199-3ABD-47B9CB103A0C}"/>
                </a:ext>
              </a:extLst>
            </p:cNvPr>
            <p:cNvSpPr/>
            <p:nvPr/>
          </p:nvSpPr>
          <p:spPr>
            <a:xfrm>
              <a:off x="592268" y="5274548"/>
              <a:ext cx="1734329"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Detailed technical requirements</a:t>
              </a:r>
            </a:p>
          </p:txBody>
        </p:sp>
        <p:sp>
          <p:nvSpPr>
            <p:cNvPr id="21" name="Rectangle: Rounded Corners 20">
              <a:extLst>
                <a:ext uri="{FF2B5EF4-FFF2-40B4-BE49-F238E27FC236}">
                  <a16:creationId xmlns:a16="http://schemas.microsoft.com/office/drawing/2014/main" id="{AFFEA895-E671-9D81-CEBC-AE0FC64B6A11}"/>
                </a:ext>
              </a:extLst>
            </p:cNvPr>
            <p:cNvSpPr/>
            <p:nvPr/>
          </p:nvSpPr>
          <p:spPr>
            <a:xfrm>
              <a:off x="592268" y="5631438"/>
              <a:ext cx="1734329"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Validate and gather signoffs</a:t>
              </a:r>
            </a:p>
          </p:txBody>
        </p:sp>
        <p:sp>
          <p:nvSpPr>
            <p:cNvPr id="22" name="Rectangle: Rounded Corners 21">
              <a:extLst>
                <a:ext uri="{FF2B5EF4-FFF2-40B4-BE49-F238E27FC236}">
                  <a16:creationId xmlns:a16="http://schemas.microsoft.com/office/drawing/2014/main" id="{6C2CDF64-FB09-7932-213D-F1243440D53B}"/>
                </a:ext>
              </a:extLst>
            </p:cNvPr>
            <p:cNvSpPr/>
            <p:nvPr/>
          </p:nvSpPr>
          <p:spPr>
            <a:xfrm>
              <a:off x="592268" y="4917658"/>
              <a:ext cx="1734329"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Document detailed data requirements</a:t>
              </a:r>
            </a:p>
          </p:txBody>
        </p:sp>
        <p:sp>
          <p:nvSpPr>
            <p:cNvPr id="25" name="Rectangle: Rounded Corners 24">
              <a:extLst>
                <a:ext uri="{FF2B5EF4-FFF2-40B4-BE49-F238E27FC236}">
                  <a16:creationId xmlns:a16="http://schemas.microsoft.com/office/drawing/2014/main" id="{F55781B0-7CB9-2A3F-DC6D-E40A749B59CD}"/>
                </a:ext>
              </a:extLst>
            </p:cNvPr>
            <p:cNvSpPr/>
            <p:nvPr/>
          </p:nvSpPr>
          <p:spPr>
            <a:xfrm>
              <a:off x="3270783" y="5631439"/>
              <a:ext cx="1751773"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Design the Target data model</a:t>
              </a:r>
            </a:p>
          </p:txBody>
        </p:sp>
        <p:sp>
          <p:nvSpPr>
            <p:cNvPr id="26" name="Rectangle: Rounded Corners 25">
              <a:extLst>
                <a:ext uri="{FF2B5EF4-FFF2-40B4-BE49-F238E27FC236}">
                  <a16:creationId xmlns:a16="http://schemas.microsoft.com/office/drawing/2014/main" id="{C45DF93D-728F-4B6E-EEAC-A8B67E501B34}"/>
                </a:ext>
              </a:extLst>
            </p:cNvPr>
            <p:cNvSpPr/>
            <p:nvPr/>
          </p:nvSpPr>
          <p:spPr>
            <a:xfrm>
              <a:off x="3270783" y="5988329"/>
              <a:ext cx="1751773"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Develop source to target mapping</a:t>
              </a:r>
            </a:p>
          </p:txBody>
        </p:sp>
        <p:sp>
          <p:nvSpPr>
            <p:cNvPr id="27" name="Rectangle: Rounded Corners 26">
              <a:extLst>
                <a:ext uri="{FF2B5EF4-FFF2-40B4-BE49-F238E27FC236}">
                  <a16:creationId xmlns:a16="http://schemas.microsoft.com/office/drawing/2014/main" id="{1A96B45F-5777-57AC-1137-0FAF73E84745}"/>
                </a:ext>
              </a:extLst>
            </p:cNvPr>
            <p:cNvSpPr/>
            <p:nvPr/>
          </p:nvSpPr>
          <p:spPr>
            <a:xfrm>
              <a:off x="3270783" y="5274549"/>
              <a:ext cx="1751773"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Conduct Data profiling</a:t>
              </a:r>
            </a:p>
          </p:txBody>
        </p:sp>
        <p:sp>
          <p:nvSpPr>
            <p:cNvPr id="29" name="Rectangle: Rounded Corners 28">
              <a:extLst>
                <a:ext uri="{FF2B5EF4-FFF2-40B4-BE49-F238E27FC236}">
                  <a16:creationId xmlns:a16="http://schemas.microsoft.com/office/drawing/2014/main" id="{94207053-F56E-304F-6902-CC9E7E82AF0D}"/>
                </a:ext>
              </a:extLst>
            </p:cNvPr>
            <p:cNvSpPr/>
            <p:nvPr/>
          </p:nvSpPr>
          <p:spPr>
            <a:xfrm>
              <a:off x="3270782" y="4917764"/>
              <a:ext cx="1751773"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Identify detailed data sources</a:t>
              </a:r>
            </a:p>
          </p:txBody>
        </p:sp>
        <p:sp>
          <p:nvSpPr>
            <p:cNvPr id="31" name="Rectangle: Rounded Corners 30">
              <a:extLst>
                <a:ext uri="{FF2B5EF4-FFF2-40B4-BE49-F238E27FC236}">
                  <a16:creationId xmlns:a16="http://schemas.microsoft.com/office/drawing/2014/main" id="{B203E647-293B-3459-BB9A-A96C0AE30700}"/>
                </a:ext>
              </a:extLst>
            </p:cNvPr>
            <p:cNvSpPr/>
            <p:nvPr/>
          </p:nvSpPr>
          <p:spPr>
            <a:xfrm>
              <a:off x="5953326" y="4917658"/>
              <a:ext cx="1751773"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Write the code to create a data product</a:t>
              </a:r>
            </a:p>
          </p:txBody>
        </p:sp>
        <p:sp>
          <p:nvSpPr>
            <p:cNvPr id="32" name="Rectangle: Rounded Corners 31">
              <a:extLst>
                <a:ext uri="{FF2B5EF4-FFF2-40B4-BE49-F238E27FC236}">
                  <a16:creationId xmlns:a16="http://schemas.microsoft.com/office/drawing/2014/main" id="{26CB0FC6-937C-7BA6-3346-FB0E034110FB}"/>
                </a:ext>
              </a:extLst>
            </p:cNvPr>
            <p:cNvSpPr/>
            <p:nvPr/>
          </p:nvSpPr>
          <p:spPr>
            <a:xfrm>
              <a:off x="5953326" y="5274549"/>
              <a:ext cx="1751773"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Validate and iterate the code</a:t>
              </a:r>
            </a:p>
          </p:txBody>
        </p:sp>
        <p:sp>
          <p:nvSpPr>
            <p:cNvPr id="35" name="Rectangle: Rounded Corners 34">
              <a:extLst>
                <a:ext uri="{FF2B5EF4-FFF2-40B4-BE49-F238E27FC236}">
                  <a16:creationId xmlns:a16="http://schemas.microsoft.com/office/drawing/2014/main" id="{9BCE0B7A-25E3-8244-0F4F-D86E1E6F4CE5}"/>
                </a:ext>
              </a:extLst>
            </p:cNvPr>
            <p:cNvSpPr/>
            <p:nvPr/>
          </p:nvSpPr>
          <p:spPr>
            <a:xfrm>
              <a:off x="8643149" y="5274548"/>
              <a:ext cx="1751773"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CICD Pipeline Deployment</a:t>
              </a:r>
            </a:p>
          </p:txBody>
        </p:sp>
        <p:sp>
          <p:nvSpPr>
            <p:cNvPr id="36" name="Rectangle: Rounded Corners 35">
              <a:extLst>
                <a:ext uri="{FF2B5EF4-FFF2-40B4-BE49-F238E27FC236}">
                  <a16:creationId xmlns:a16="http://schemas.microsoft.com/office/drawing/2014/main" id="{3F8E6832-B82E-C66D-AF59-096137B36508}"/>
                </a:ext>
              </a:extLst>
            </p:cNvPr>
            <p:cNvSpPr/>
            <p:nvPr/>
          </p:nvSpPr>
          <p:spPr>
            <a:xfrm>
              <a:off x="8643149" y="5631439"/>
              <a:ext cx="1751773"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Periodic Refresh and Monitoring</a:t>
              </a:r>
            </a:p>
          </p:txBody>
        </p:sp>
        <p:sp>
          <p:nvSpPr>
            <p:cNvPr id="37" name="Rectangle: Rounded Corners 36">
              <a:extLst>
                <a:ext uri="{FF2B5EF4-FFF2-40B4-BE49-F238E27FC236}">
                  <a16:creationId xmlns:a16="http://schemas.microsoft.com/office/drawing/2014/main" id="{9679FCB9-3103-8B0C-041D-EDE3B394F3BA}"/>
                </a:ext>
              </a:extLst>
            </p:cNvPr>
            <p:cNvSpPr/>
            <p:nvPr/>
          </p:nvSpPr>
          <p:spPr>
            <a:xfrm>
              <a:off x="8643149" y="4917658"/>
              <a:ext cx="1751773" cy="306023"/>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Code Checkin</a:t>
              </a:r>
            </a:p>
          </p:txBody>
        </p:sp>
        <p:grpSp>
          <p:nvGrpSpPr>
            <p:cNvPr id="158" name="Group 157">
              <a:extLst>
                <a:ext uri="{FF2B5EF4-FFF2-40B4-BE49-F238E27FC236}">
                  <a16:creationId xmlns:a16="http://schemas.microsoft.com/office/drawing/2014/main" id="{F914FD81-4900-6CC6-7E72-EB7D376F6FA8}"/>
                </a:ext>
              </a:extLst>
            </p:cNvPr>
            <p:cNvGrpSpPr/>
            <p:nvPr/>
          </p:nvGrpSpPr>
          <p:grpSpPr>
            <a:xfrm>
              <a:off x="982494" y="1494824"/>
              <a:ext cx="9811074" cy="1582986"/>
              <a:chOff x="1384830" y="1384491"/>
              <a:chExt cx="9811074" cy="1617119"/>
            </a:xfrm>
          </p:grpSpPr>
          <p:sp>
            <p:nvSpPr>
              <p:cNvPr id="43" name="Rectangle: Rounded Corners 42">
                <a:extLst>
                  <a:ext uri="{FF2B5EF4-FFF2-40B4-BE49-F238E27FC236}">
                    <a16:creationId xmlns:a16="http://schemas.microsoft.com/office/drawing/2014/main" id="{D49A36F1-A73E-1D01-14C9-7BA8B67DC0DC}"/>
                  </a:ext>
                </a:extLst>
              </p:cNvPr>
              <p:cNvSpPr/>
              <p:nvPr/>
            </p:nvSpPr>
            <p:spPr>
              <a:xfrm>
                <a:off x="1384830" y="1384491"/>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Discussion with business stakeholders</a:t>
                </a:r>
              </a:p>
            </p:txBody>
          </p:sp>
          <p:sp>
            <p:nvSpPr>
              <p:cNvPr id="44" name="Rectangle: Rounded Corners 43">
                <a:extLst>
                  <a:ext uri="{FF2B5EF4-FFF2-40B4-BE49-F238E27FC236}">
                    <a16:creationId xmlns:a16="http://schemas.microsoft.com/office/drawing/2014/main" id="{AEF3CAC8-4601-53E6-8D3B-E10729C6AED8}"/>
                  </a:ext>
                </a:extLst>
              </p:cNvPr>
              <p:cNvSpPr/>
              <p:nvPr/>
            </p:nvSpPr>
            <p:spPr>
              <a:xfrm>
                <a:off x="1384830" y="1804922"/>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Document Business Requirements</a:t>
                </a:r>
              </a:p>
            </p:txBody>
          </p:sp>
          <p:sp>
            <p:nvSpPr>
              <p:cNvPr id="45" name="Rectangle: Rounded Corners 44">
                <a:extLst>
                  <a:ext uri="{FF2B5EF4-FFF2-40B4-BE49-F238E27FC236}">
                    <a16:creationId xmlns:a16="http://schemas.microsoft.com/office/drawing/2014/main" id="{2071AEB7-526E-4A36-A338-112E04F63B09}"/>
                  </a:ext>
                </a:extLst>
              </p:cNvPr>
              <p:cNvSpPr/>
              <p:nvPr/>
            </p:nvSpPr>
            <p:spPr>
              <a:xfrm>
                <a:off x="1384830" y="2223715"/>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Document Functional Requirements</a:t>
                </a:r>
              </a:p>
            </p:txBody>
          </p:sp>
          <p:sp>
            <p:nvSpPr>
              <p:cNvPr id="46" name="Rectangle: Rounded Corners 45">
                <a:extLst>
                  <a:ext uri="{FF2B5EF4-FFF2-40B4-BE49-F238E27FC236}">
                    <a16:creationId xmlns:a16="http://schemas.microsoft.com/office/drawing/2014/main" id="{23296642-C839-D3DF-9DE6-C9DA5C3F54A2}"/>
                  </a:ext>
                </a:extLst>
              </p:cNvPr>
              <p:cNvSpPr/>
              <p:nvPr/>
            </p:nvSpPr>
            <p:spPr>
              <a:xfrm>
                <a:off x="1384830" y="2642508"/>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Validate and gather business signoff</a:t>
                </a:r>
              </a:p>
            </p:txBody>
          </p:sp>
          <p:sp>
            <p:nvSpPr>
              <p:cNvPr id="47" name="Rectangle: Rounded Corners 46">
                <a:extLst>
                  <a:ext uri="{FF2B5EF4-FFF2-40B4-BE49-F238E27FC236}">
                    <a16:creationId xmlns:a16="http://schemas.microsoft.com/office/drawing/2014/main" id="{9BE5E3D0-6079-88D1-04BD-A12E457EE9DA}"/>
                  </a:ext>
                </a:extLst>
              </p:cNvPr>
              <p:cNvSpPr/>
              <p:nvPr/>
            </p:nvSpPr>
            <p:spPr>
              <a:xfrm>
                <a:off x="4073222" y="2083128"/>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Design the technical architecture</a:t>
                </a:r>
              </a:p>
            </p:txBody>
          </p:sp>
          <p:sp>
            <p:nvSpPr>
              <p:cNvPr id="48" name="Rectangle: Rounded Corners 47">
                <a:extLst>
                  <a:ext uri="{FF2B5EF4-FFF2-40B4-BE49-F238E27FC236}">
                    <a16:creationId xmlns:a16="http://schemas.microsoft.com/office/drawing/2014/main" id="{4029788B-3DF0-44ED-20F5-CCCF1DDBECA5}"/>
                  </a:ext>
                </a:extLst>
              </p:cNvPr>
              <p:cNvSpPr/>
              <p:nvPr/>
            </p:nvSpPr>
            <p:spPr>
              <a:xfrm>
                <a:off x="4073222" y="2503559"/>
                <a:ext cx="1751773" cy="484408"/>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Design data exchange protocols (e.g., API, Read from DB or IP)</a:t>
                </a:r>
              </a:p>
            </p:txBody>
          </p:sp>
          <p:sp>
            <p:nvSpPr>
              <p:cNvPr id="49" name="Rectangle: Rounded Corners 48">
                <a:extLst>
                  <a:ext uri="{FF2B5EF4-FFF2-40B4-BE49-F238E27FC236}">
                    <a16:creationId xmlns:a16="http://schemas.microsoft.com/office/drawing/2014/main" id="{5014B640-ABEA-F4F3-905C-85E219E306FC}"/>
                  </a:ext>
                </a:extLst>
              </p:cNvPr>
              <p:cNvSpPr/>
              <p:nvPr/>
            </p:nvSpPr>
            <p:spPr>
              <a:xfrm>
                <a:off x="6749160" y="2202870"/>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ierstadt" panose="020B0004020202020204" pitchFamily="34" charset="0"/>
                    <a:ea typeface="+mn-ea"/>
                    <a:cs typeface="+mn-cs"/>
                  </a:rPr>
                  <a:t>Write the code to ingest data</a:t>
                </a:r>
              </a:p>
            </p:txBody>
          </p:sp>
          <p:sp>
            <p:nvSpPr>
              <p:cNvPr id="50" name="Rectangle: Rounded Corners 49">
                <a:extLst>
                  <a:ext uri="{FF2B5EF4-FFF2-40B4-BE49-F238E27FC236}">
                    <a16:creationId xmlns:a16="http://schemas.microsoft.com/office/drawing/2014/main" id="{EAC65DAA-09E3-AFA5-E629-89315326B15A}"/>
                  </a:ext>
                </a:extLst>
              </p:cNvPr>
              <p:cNvSpPr/>
              <p:nvPr/>
            </p:nvSpPr>
            <p:spPr>
              <a:xfrm>
                <a:off x="6749160" y="2623301"/>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Validate and iterate the code to make it effective</a:t>
                </a:r>
              </a:p>
            </p:txBody>
          </p:sp>
          <p:sp>
            <p:nvSpPr>
              <p:cNvPr id="51" name="Rectangle: Rounded Corners 50">
                <a:extLst>
                  <a:ext uri="{FF2B5EF4-FFF2-40B4-BE49-F238E27FC236}">
                    <a16:creationId xmlns:a16="http://schemas.microsoft.com/office/drawing/2014/main" id="{FE7553AF-BEB0-C168-D97A-E47235B2866A}"/>
                  </a:ext>
                </a:extLst>
              </p:cNvPr>
              <p:cNvSpPr/>
              <p:nvPr/>
            </p:nvSpPr>
            <p:spPr>
              <a:xfrm>
                <a:off x="9444130" y="1791245"/>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Exploratory Data Analyses / Hypotheses Testing</a:t>
                </a:r>
              </a:p>
            </p:txBody>
          </p:sp>
          <p:sp>
            <p:nvSpPr>
              <p:cNvPr id="53" name="Rectangle: Rounded Corners 52">
                <a:extLst>
                  <a:ext uri="{FF2B5EF4-FFF2-40B4-BE49-F238E27FC236}">
                    <a16:creationId xmlns:a16="http://schemas.microsoft.com/office/drawing/2014/main" id="{FD1BE6F8-7BB3-0C87-6085-87954E765672}"/>
                  </a:ext>
                </a:extLst>
              </p:cNvPr>
              <p:cNvSpPr/>
              <p:nvPr/>
            </p:nvSpPr>
            <p:spPr>
              <a:xfrm>
                <a:off x="9444131" y="2211676"/>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BI Report &amp; Dashboard development</a:t>
                </a:r>
              </a:p>
            </p:txBody>
          </p:sp>
          <p:sp>
            <p:nvSpPr>
              <p:cNvPr id="54" name="Rectangle: Rounded Corners 53">
                <a:extLst>
                  <a:ext uri="{FF2B5EF4-FFF2-40B4-BE49-F238E27FC236}">
                    <a16:creationId xmlns:a16="http://schemas.microsoft.com/office/drawing/2014/main" id="{DDDA99AB-ADC1-E609-69A4-31CA48D1774D}"/>
                  </a:ext>
                </a:extLst>
              </p:cNvPr>
              <p:cNvSpPr/>
              <p:nvPr/>
            </p:nvSpPr>
            <p:spPr>
              <a:xfrm>
                <a:off x="9444131" y="2632107"/>
                <a:ext cx="1751773" cy="359102"/>
              </a:xfrm>
              <a:prstGeom prst="roundRect">
                <a:avLst/>
              </a:prstGeom>
              <a:solidFill>
                <a:schemeClr val="bg1"/>
              </a:solidFill>
              <a:ln>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C5CCFC">
                        <a:lumMod val="10000"/>
                      </a:srgbClr>
                    </a:solidFill>
                    <a:effectLst/>
                    <a:uLnTx/>
                    <a:uFillTx/>
                    <a:latin typeface="Bierstadt" panose="020B0004020202020204" pitchFamily="34" charset="0"/>
                    <a:ea typeface="+mn-ea"/>
                    <a:cs typeface="+mn-cs"/>
                  </a:rPr>
                  <a:t>AI Model Training and Validation</a:t>
                </a:r>
              </a:p>
            </p:txBody>
          </p:sp>
        </p:grpSp>
        <p:sp>
          <p:nvSpPr>
            <p:cNvPr id="7" name="Ellipse 19">
              <a:extLst>
                <a:ext uri="{FF2B5EF4-FFF2-40B4-BE49-F238E27FC236}">
                  <a16:creationId xmlns:a16="http://schemas.microsoft.com/office/drawing/2014/main" id="{86944CAD-6C43-4FBB-E46D-AF70682E902E}"/>
                </a:ext>
              </a:extLst>
            </p:cNvPr>
            <p:cNvSpPr/>
            <p:nvPr/>
          </p:nvSpPr>
          <p:spPr bwMode="auto">
            <a:xfrm>
              <a:off x="921373" y="3919942"/>
              <a:ext cx="142063" cy="142063"/>
            </a:xfrm>
            <a:prstGeom prst="ellipse">
              <a:avLst/>
            </a:prstGeom>
            <a:solidFill>
              <a:schemeClr val="accent1">
                <a:lumMod val="25000"/>
              </a:schemeClr>
            </a:solidFill>
            <a:ln w="12700" cap="flat" cmpd="sng" algn="ctr">
              <a:noFill/>
              <a:prstDash val="solid"/>
              <a:round/>
              <a:headEnd type="none" w="med" len="med"/>
              <a:tailEnd type="none" w="med" len="med"/>
            </a:ln>
            <a:effectLst/>
            <a:scene3d>
              <a:camera prst="orthographicFront"/>
              <a:lightRig rig="threePt" dir="t">
                <a:rot lat="0" lon="0" rev="1200000"/>
              </a:lightRig>
            </a:scene3d>
            <a:sp3d/>
          </p:spPr>
          <p:txBody>
            <a:bodyPr vert="horz" wrap="none" lIns="9144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1E1E1E"/>
                </a:solidFill>
                <a:effectLst/>
                <a:uLnTx/>
                <a:uFillTx/>
                <a:latin typeface="Arial" pitchFamily="34" charset="0"/>
                <a:ea typeface="+mn-ea"/>
                <a:cs typeface="Arial" pitchFamily="34" charset="0"/>
              </a:endParaRPr>
            </a:p>
          </p:txBody>
        </p:sp>
        <p:sp>
          <p:nvSpPr>
            <p:cNvPr id="9" name="Ellipse 19">
              <a:extLst>
                <a:ext uri="{FF2B5EF4-FFF2-40B4-BE49-F238E27FC236}">
                  <a16:creationId xmlns:a16="http://schemas.microsoft.com/office/drawing/2014/main" id="{413C8544-E391-67EE-8389-91870525C2CB}"/>
                </a:ext>
              </a:extLst>
            </p:cNvPr>
            <p:cNvSpPr/>
            <p:nvPr/>
          </p:nvSpPr>
          <p:spPr bwMode="auto">
            <a:xfrm>
              <a:off x="3607807" y="3919942"/>
              <a:ext cx="142063" cy="142063"/>
            </a:xfrm>
            <a:prstGeom prst="ellipse">
              <a:avLst/>
            </a:prstGeom>
            <a:solidFill>
              <a:schemeClr val="accent1">
                <a:lumMod val="25000"/>
              </a:schemeClr>
            </a:solidFill>
            <a:ln w="12700" cap="flat" cmpd="sng" algn="ctr">
              <a:noFill/>
              <a:prstDash val="solid"/>
              <a:round/>
              <a:headEnd type="none" w="med" len="med"/>
              <a:tailEnd type="none" w="med" len="med"/>
            </a:ln>
            <a:effectLst/>
            <a:scene3d>
              <a:camera prst="orthographicFront"/>
              <a:lightRig rig="threePt" dir="t">
                <a:rot lat="0" lon="0" rev="1200000"/>
              </a:lightRig>
            </a:scene3d>
            <a:sp3d/>
          </p:spPr>
          <p:txBody>
            <a:bodyPr vert="horz" wrap="none" lIns="9144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1E1E1E"/>
                </a:solidFill>
                <a:effectLst/>
                <a:uLnTx/>
                <a:uFillTx/>
                <a:latin typeface="Arial" pitchFamily="34" charset="0"/>
                <a:ea typeface="+mn-ea"/>
                <a:cs typeface="Arial" pitchFamily="34" charset="0"/>
              </a:endParaRPr>
            </a:p>
          </p:txBody>
        </p:sp>
        <p:sp>
          <p:nvSpPr>
            <p:cNvPr id="10" name="Ellipse 19">
              <a:extLst>
                <a:ext uri="{FF2B5EF4-FFF2-40B4-BE49-F238E27FC236}">
                  <a16:creationId xmlns:a16="http://schemas.microsoft.com/office/drawing/2014/main" id="{C1984D83-41AA-CC6B-2C16-870F008EEEAE}"/>
                </a:ext>
              </a:extLst>
            </p:cNvPr>
            <p:cNvSpPr/>
            <p:nvPr/>
          </p:nvSpPr>
          <p:spPr bwMode="auto">
            <a:xfrm>
              <a:off x="4951024" y="3919942"/>
              <a:ext cx="142063" cy="142063"/>
            </a:xfrm>
            <a:prstGeom prst="ellipse">
              <a:avLst/>
            </a:prstGeom>
            <a:solidFill>
              <a:schemeClr val="accent1">
                <a:lumMod val="25000"/>
              </a:schemeClr>
            </a:solidFill>
            <a:ln w="12700" cap="flat" cmpd="sng" algn="ctr">
              <a:noFill/>
              <a:prstDash val="solid"/>
              <a:round/>
              <a:headEnd type="none" w="med" len="med"/>
              <a:tailEnd type="none" w="med" len="med"/>
            </a:ln>
            <a:effectLst/>
            <a:scene3d>
              <a:camera prst="orthographicFront"/>
              <a:lightRig rig="threePt" dir="t">
                <a:rot lat="0" lon="0" rev="1200000"/>
              </a:lightRig>
            </a:scene3d>
            <a:sp3d/>
          </p:spPr>
          <p:txBody>
            <a:bodyPr vert="horz" wrap="none" lIns="9144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1E1E1E"/>
                </a:solidFill>
                <a:effectLst/>
                <a:uLnTx/>
                <a:uFillTx/>
                <a:latin typeface="Arial" pitchFamily="34" charset="0"/>
                <a:ea typeface="+mn-ea"/>
                <a:cs typeface="Arial" pitchFamily="34" charset="0"/>
              </a:endParaRPr>
            </a:p>
          </p:txBody>
        </p:sp>
        <p:sp>
          <p:nvSpPr>
            <p:cNvPr id="11" name="Ellipse 19">
              <a:extLst>
                <a:ext uri="{FF2B5EF4-FFF2-40B4-BE49-F238E27FC236}">
                  <a16:creationId xmlns:a16="http://schemas.microsoft.com/office/drawing/2014/main" id="{790B9B87-966C-50F8-5D3D-0029286F9D12}"/>
                </a:ext>
              </a:extLst>
            </p:cNvPr>
            <p:cNvSpPr/>
            <p:nvPr/>
          </p:nvSpPr>
          <p:spPr bwMode="auto">
            <a:xfrm>
              <a:off x="6294241" y="3919942"/>
              <a:ext cx="142063" cy="142063"/>
            </a:xfrm>
            <a:prstGeom prst="ellipse">
              <a:avLst/>
            </a:prstGeom>
            <a:solidFill>
              <a:schemeClr val="accent1">
                <a:lumMod val="25000"/>
              </a:schemeClr>
            </a:solidFill>
            <a:ln w="12700" cap="flat" cmpd="sng" algn="ctr">
              <a:noFill/>
              <a:prstDash val="solid"/>
              <a:round/>
              <a:headEnd type="none" w="med" len="med"/>
              <a:tailEnd type="none" w="med" len="med"/>
            </a:ln>
            <a:effectLst/>
            <a:scene3d>
              <a:camera prst="orthographicFront"/>
              <a:lightRig rig="threePt" dir="t">
                <a:rot lat="0" lon="0" rev="1200000"/>
              </a:lightRig>
            </a:scene3d>
            <a:sp3d/>
          </p:spPr>
          <p:txBody>
            <a:bodyPr vert="horz" wrap="none" lIns="9144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1E1E1E"/>
                </a:solidFill>
                <a:effectLst/>
                <a:uLnTx/>
                <a:uFillTx/>
                <a:latin typeface="Arial" pitchFamily="34" charset="0"/>
                <a:ea typeface="+mn-ea"/>
                <a:cs typeface="Arial" pitchFamily="34" charset="0"/>
              </a:endParaRPr>
            </a:p>
          </p:txBody>
        </p:sp>
        <p:sp>
          <p:nvSpPr>
            <p:cNvPr id="13" name="Ellipse 19">
              <a:extLst>
                <a:ext uri="{FF2B5EF4-FFF2-40B4-BE49-F238E27FC236}">
                  <a16:creationId xmlns:a16="http://schemas.microsoft.com/office/drawing/2014/main" id="{2159ADDB-B349-B977-7D81-F1C35EFD7432}"/>
                </a:ext>
              </a:extLst>
            </p:cNvPr>
            <p:cNvSpPr/>
            <p:nvPr/>
          </p:nvSpPr>
          <p:spPr bwMode="auto">
            <a:xfrm>
              <a:off x="8980675" y="3919942"/>
              <a:ext cx="142063" cy="142063"/>
            </a:xfrm>
            <a:prstGeom prst="ellipse">
              <a:avLst/>
            </a:prstGeom>
            <a:solidFill>
              <a:schemeClr val="accent1">
                <a:lumMod val="25000"/>
              </a:schemeClr>
            </a:solidFill>
            <a:ln w="12700" cap="flat" cmpd="sng" algn="ctr">
              <a:noFill/>
              <a:prstDash val="solid"/>
              <a:round/>
              <a:headEnd type="none" w="med" len="med"/>
              <a:tailEnd type="none" w="med" len="med"/>
            </a:ln>
            <a:effectLst/>
            <a:scene3d>
              <a:camera prst="orthographicFront"/>
              <a:lightRig rig="threePt" dir="t">
                <a:rot lat="0" lon="0" rev="1200000"/>
              </a:lightRig>
            </a:scene3d>
            <a:sp3d/>
          </p:spPr>
          <p:txBody>
            <a:bodyPr vert="horz" wrap="none" lIns="9144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1E1E1E"/>
                </a:solidFill>
                <a:effectLst/>
                <a:uLnTx/>
                <a:uFillTx/>
                <a:latin typeface="Arial" pitchFamily="34" charset="0"/>
                <a:ea typeface="+mn-ea"/>
                <a:cs typeface="Arial" pitchFamily="34" charset="0"/>
              </a:endParaRPr>
            </a:p>
          </p:txBody>
        </p:sp>
        <p:sp>
          <p:nvSpPr>
            <p:cNvPr id="14" name="Ellipse 19">
              <a:extLst>
                <a:ext uri="{FF2B5EF4-FFF2-40B4-BE49-F238E27FC236}">
                  <a16:creationId xmlns:a16="http://schemas.microsoft.com/office/drawing/2014/main" id="{E5DF1CAE-28D1-8B52-05A3-10FC7584F886}"/>
                </a:ext>
              </a:extLst>
            </p:cNvPr>
            <p:cNvSpPr/>
            <p:nvPr/>
          </p:nvSpPr>
          <p:spPr bwMode="auto">
            <a:xfrm>
              <a:off x="10323892" y="3919942"/>
              <a:ext cx="142063" cy="142063"/>
            </a:xfrm>
            <a:prstGeom prst="ellipse">
              <a:avLst/>
            </a:prstGeom>
            <a:solidFill>
              <a:schemeClr val="accent1">
                <a:lumMod val="25000"/>
              </a:schemeClr>
            </a:solidFill>
            <a:ln w="12700" cap="flat" cmpd="sng" algn="ctr">
              <a:noFill/>
              <a:prstDash val="solid"/>
              <a:round/>
              <a:headEnd type="none" w="med" len="med"/>
              <a:tailEnd type="none" w="med" len="med"/>
            </a:ln>
            <a:effectLst/>
            <a:scene3d>
              <a:camera prst="orthographicFront"/>
              <a:lightRig rig="threePt" dir="t">
                <a:rot lat="0" lon="0" rev="1200000"/>
              </a:lightRig>
            </a:scene3d>
            <a:sp3d/>
          </p:spPr>
          <p:txBody>
            <a:bodyPr vert="horz" wrap="none" lIns="9144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1E1E1E"/>
                </a:solidFill>
                <a:effectLst/>
                <a:uLnTx/>
                <a:uFillTx/>
                <a:latin typeface="Arial" pitchFamily="34" charset="0"/>
                <a:ea typeface="+mn-ea"/>
                <a:cs typeface="Arial" pitchFamily="34" charset="0"/>
              </a:endParaRPr>
            </a:p>
          </p:txBody>
        </p:sp>
      </p:grpSp>
      <p:sp>
        <p:nvSpPr>
          <p:cNvPr id="164" name="Right Brace 163">
            <a:extLst>
              <a:ext uri="{FF2B5EF4-FFF2-40B4-BE49-F238E27FC236}">
                <a16:creationId xmlns:a16="http://schemas.microsoft.com/office/drawing/2014/main" id="{475A6DD7-6DCB-3E86-9F53-0D5A81575AC9}"/>
              </a:ext>
            </a:extLst>
          </p:cNvPr>
          <p:cNvSpPr/>
          <p:nvPr/>
        </p:nvSpPr>
        <p:spPr>
          <a:xfrm rot="16200000">
            <a:off x="7272096" y="996440"/>
            <a:ext cx="168089" cy="1917255"/>
          </a:xfrm>
          <a:prstGeom prst="righ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7" name="Right Brace 166">
            <a:extLst>
              <a:ext uri="{FF2B5EF4-FFF2-40B4-BE49-F238E27FC236}">
                <a16:creationId xmlns:a16="http://schemas.microsoft.com/office/drawing/2014/main" id="{CA7F9F16-A9CA-AF16-AC3C-55D03743E46A}"/>
              </a:ext>
            </a:extLst>
          </p:cNvPr>
          <p:cNvSpPr/>
          <p:nvPr/>
        </p:nvSpPr>
        <p:spPr>
          <a:xfrm rot="5400000">
            <a:off x="5931909" y="838474"/>
            <a:ext cx="223958" cy="10592339"/>
          </a:xfrm>
          <a:prstGeom prst="righ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8" name="Right Brace 167">
            <a:extLst>
              <a:ext uri="{FF2B5EF4-FFF2-40B4-BE49-F238E27FC236}">
                <a16:creationId xmlns:a16="http://schemas.microsoft.com/office/drawing/2014/main" id="{9F9AE9E2-D668-F0DF-9C30-201977FA2765}"/>
              </a:ext>
            </a:extLst>
          </p:cNvPr>
          <p:cNvSpPr/>
          <p:nvPr/>
        </p:nvSpPr>
        <p:spPr>
          <a:xfrm rot="16200000">
            <a:off x="9994481" y="909656"/>
            <a:ext cx="168089" cy="1917255"/>
          </a:xfrm>
          <a:prstGeom prst="righ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nvGrpSpPr>
          <p:cNvPr id="169" name="Group 168">
            <a:extLst>
              <a:ext uri="{FF2B5EF4-FFF2-40B4-BE49-F238E27FC236}">
                <a16:creationId xmlns:a16="http://schemas.microsoft.com/office/drawing/2014/main" id="{3601A119-3021-A6E3-778E-EF9D03398ECD}"/>
              </a:ext>
            </a:extLst>
          </p:cNvPr>
          <p:cNvGrpSpPr/>
          <p:nvPr/>
        </p:nvGrpSpPr>
        <p:grpSpPr>
          <a:xfrm>
            <a:off x="6527847" y="6369013"/>
            <a:ext cx="2108619" cy="400110"/>
            <a:chOff x="9383612" y="1010518"/>
            <a:chExt cx="2108619" cy="400110"/>
          </a:xfrm>
        </p:grpSpPr>
        <p:sp>
          <p:nvSpPr>
            <p:cNvPr id="170" name="Freeform: Shape 169">
              <a:extLst>
                <a:ext uri="{FF2B5EF4-FFF2-40B4-BE49-F238E27FC236}">
                  <a16:creationId xmlns:a16="http://schemas.microsoft.com/office/drawing/2014/main" id="{005AC513-96CE-692F-1F10-C859F1FE263B}"/>
                </a:ext>
              </a:extLst>
            </p:cNvPr>
            <p:cNvSpPr/>
            <p:nvPr/>
          </p:nvSpPr>
          <p:spPr>
            <a:xfrm rot="14368">
              <a:off x="9383612" y="1049943"/>
              <a:ext cx="288000" cy="288000"/>
            </a:xfrm>
            <a:custGeom>
              <a:avLst/>
              <a:gdLst>
                <a:gd name="connsiteX0" fmla="*/ 397123 w 477797"/>
                <a:gd name="connsiteY0" fmla="*/ 220793 h 588329"/>
                <a:gd name="connsiteX1" fmla="*/ 275652 w 477797"/>
                <a:gd name="connsiteY1" fmla="*/ 220793 h 588329"/>
                <a:gd name="connsiteX2" fmla="*/ 275652 w 477797"/>
                <a:gd name="connsiteY2" fmla="*/ 137179 h 588329"/>
                <a:gd name="connsiteX3" fmla="*/ 302558 w 477797"/>
                <a:gd name="connsiteY3" fmla="*/ 36766 h 588329"/>
                <a:gd name="connsiteX4" fmla="*/ 202145 w 477797"/>
                <a:gd name="connsiteY4" fmla="*/ 9860 h 588329"/>
                <a:gd name="connsiteX5" fmla="*/ 175240 w 477797"/>
                <a:gd name="connsiteY5" fmla="*/ 110273 h 588329"/>
                <a:gd name="connsiteX6" fmla="*/ 202145 w 477797"/>
                <a:gd name="connsiteY6" fmla="*/ 137179 h 588329"/>
                <a:gd name="connsiteX7" fmla="*/ 202145 w 477797"/>
                <a:gd name="connsiteY7" fmla="*/ 220793 h 588329"/>
                <a:gd name="connsiteX8" fmla="*/ 80674 w 477797"/>
                <a:gd name="connsiteY8" fmla="*/ 220793 h 588329"/>
                <a:gd name="connsiteX9" fmla="*/ 0 w 477797"/>
                <a:gd name="connsiteY9" fmla="*/ 301467 h 588329"/>
                <a:gd name="connsiteX10" fmla="*/ 0 w 477797"/>
                <a:gd name="connsiteY10" fmla="*/ 507655 h 588329"/>
                <a:gd name="connsiteX11" fmla="*/ 80674 w 477797"/>
                <a:gd name="connsiteY11" fmla="*/ 588330 h 588329"/>
                <a:gd name="connsiteX12" fmla="*/ 397123 w 477797"/>
                <a:gd name="connsiteY12" fmla="*/ 588330 h 588329"/>
                <a:gd name="connsiteX13" fmla="*/ 477797 w 477797"/>
                <a:gd name="connsiteY13" fmla="*/ 507655 h 588329"/>
                <a:gd name="connsiteX14" fmla="*/ 477797 w 477797"/>
                <a:gd name="connsiteY14" fmla="*/ 301467 h 588329"/>
                <a:gd name="connsiteX15" fmla="*/ 397123 w 477797"/>
                <a:gd name="connsiteY15" fmla="*/ 220793 h 588329"/>
                <a:gd name="connsiteX16" fmla="*/ 147015 w 477797"/>
                <a:gd name="connsiteY16" fmla="*/ 459692 h 588329"/>
                <a:gd name="connsiteX17" fmla="*/ 91884 w 477797"/>
                <a:gd name="connsiteY17" fmla="*/ 404561 h 588329"/>
                <a:gd name="connsiteX18" fmla="*/ 147015 w 477797"/>
                <a:gd name="connsiteY18" fmla="*/ 349431 h 588329"/>
                <a:gd name="connsiteX19" fmla="*/ 202145 w 477797"/>
                <a:gd name="connsiteY19" fmla="*/ 404561 h 588329"/>
                <a:gd name="connsiteX20" fmla="*/ 147015 w 477797"/>
                <a:gd name="connsiteY20" fmla="*/ 459692 h 588329"/>
                <a:gd name="connsiteX21" fmla="*/ 330783 w 477797"/>
                <a:gd name="connsiteY21" fmla="*/ 459692 h 588329"/>
                <a:gd name="connsiteX22" fmla="*/ 275652 w 477797"/>
                <a:gd name="connsiteY22" fmla="*/ 404561 h 588329"/>
                <a:gd name="connsiteX23" fmla="*/ 330783 w 477797"/>
                <a:gd name="connsiteY23" fmla="*/ 349431 h 588329"/>
                <a:gd name="connsiteX24" fmla="*/ 385913 w 477797"/>
                <a:gd name="connsiteY24" fmla="*/ 404561 h 588329"/>
                <a:gd name="connsiteX25" fmla="*/ 330783 w 477797"/>
                <a:gd name="connsiteY25" fmla="*/ 459692 h 5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7797" h="588329">
                  <a:moveTo>
                    <a:pt x="397123" y="220793"/>
                  </a:moveTo>
                  <a:lnTo>
                    <a:pt x="275652" y="220793"/>
                  </a:lnTo>
                  <a:lnTo>
                    <a:pt x="275652" y="137179"/>
                  </a:lnTo>
                  <a:cubicBezTo>
                    <a:pt x="310811" y="116880"/>
                    <a:pt x="322857" y="71924"/>
                    <a:pt x="302558" y="36766"/>
                  </a:cubicBezTo>
                  <a:cubicBezTo>
                    <a:pt x="282259" y="1608"/>
                    <a:pt x="237304" y="-10438"/>
                    <a:pt x="202145" y="9860"/>
                  </a:cubicBezTo>
                  <a:cubicBezTo>
                    <a:pt x="166987" y="30159"/>
                    <a:pt x="154941" y="75115"/>
                    <a:pt x="175240" y="110273"/>
                  </a:cubicBezTo>
                  <a:cubicBezTo>
                    <a:pt x="181692" y="121448"/>
                    <a:pt x="190970" y="130727"/>
                    <a:pt x="202145" y="137179"/>
                  </a:cubicBezTo>
                  <a:lnTo>
                    <a:pt x="202145" y="220793"/>
                  </a:lnTo>
                  <a:lnTo>
                    <a:pt x="80674" y="220793"/>
                  </a:lnTo>
                  <a:cubicBezTo>
                    <a:pt x="36162" y="220894"/>
                    <a:pt x="101" y="256955"/>
                    <a:pt x="0" y="301467"/>
                  </a:cubicBezTo>
                  <a:lnTo>
                    <a:pt x="0" y="507655"/>
                  </a:lnTo>
                  <a:cubicBezTo>
                    <a:pt x="101" y="552168"/>
                    <a:pt x="36162" y="588229"/>
                    <a:pt x="80674" y="588330"/>
                  </a:cubicBezTo>
                  <a:lnTo>
                    <a:pt x="397123" y="588330"/>
                  </a:lnTo>
                  <a:cubicBezTo>
                    <a:pt x="441635" y="588229"/>
                    <a:pt x="477696" y="552168"/>
                    <a:pt x="477797" y="507655"/>
                  </a:cubicBezTo>
                  <a:lnTo>
                    <a:pt x="477797" y="301467"/>
                  </a:lnTo>
                  <a:cubicBezTo>
                    <a:pt x="477696" y="256955"/>
                    <a:pt x="441635" y="220894"/>
                    <a:pt x="397123" y="220793"/>
                  </a:cubicBezTo>
                  <a:close/>
                  <a:moveTo>
                    <a:pt x="147015" y="459692"/>
                  </a:moveTo>
                  <a:cubicBezTo>
                    <a:pt x="116566" y="459692"/>
                    <a:pt x="91884" y="435010"/>
                    <a:pt x="91884" y="404561"/>
                  </a:cubicBezTo>
                  <a:cubicBezTo>
                    <a:pt x="91884" y="374113"/>
                    <a:pt x="116566" y="349431"/>
                    <a:pt x="147015" y="349431"/>
                  </a:cubicBezTo>
                  <a:cubicBezTo>
                    <a:pt x="177463" y="349431"/>
                    <a:pt x="202145" y="374113"/>
                    <a:pt x="202145" y="404561"/>
                  </a:cubicBezTo>
                  <a:cubicBezTo>
                    <a:pt x="202145" y="435010"/>
                    <a:pt x="177463" y="459692"/>
                    <a:pt x="147015" y="459692"/>
                  </a:cubicBezTo>
                  <a:close/>
                  <a:moveTo>
                    <a:pt x="330783" y="459692"/>
                  </a:moveTo>
                  <a:cubicBezTo>
                    <a:pt x="300334" y="459692"/>
                    <a:pt x="275652" y="435010"/>
                    <a:pt x="275652" y="404561"/>
                  </a:cubicBezTo>
                  <a:cubicBezTo>
                    <a:pt x="275652" y="374113"/>
                    <a:pt x="300334" y="349431"/>
                    <a:pt x="330783" y="349431"/>
                  </a:cubicBezTo>
                  <a:cubicBezTo>
                    <a:pt x="361231" y="349431"/>
                    <a:pt x="385913" y="374113"/>
                    <a:pt x="385913" y="404561"/>
                  </a:cubicBezTo>
                  <a:cubicBezTo>
                    <a:pt x="385913" y="435010"/>
                    <a:pt x="361231" y="459692"/>
                    <a:pt x="330783" y="459692"/>
                  </a:cubicBezTo>
                  <a:close/>
                </a:path>
              </a:pathLst>
            </a:custGeom>
            <a:solidFill>
              <a:srgbClr val="09894C"/>
            </a:solidFill>
            <a:ln w="183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91B94C"/>
                </a:solidFill>
                <a:effectLst/>
                <a:uLnTx/>
                <a:uFillTx/>
                <a:latin typeface="Poppins Light" panose="00000400000000000000" pitchFamily="2" charset="0"/>
                <a:ea typeface="+mn-ea"/>
                <a:cs typeface="Poppins Light" panose="00000400000000000000" pitchFamily="2" charset="0"/>
              </a:endParaRPr>
            </a:p>
          </p:txBody>
        </p:sp>
        <p:sp>
          <p:nvSpPr>
            <p:cNvPr id="171" name="TextBox 170">
              <a:extLst>
                <a:ext uri="{FF2B5EF4-FFF2-40B4-BE49-F238E27FC236}">
                  <a16:creationId xmlns:a16="http://schemas.microsoft.com/office/drawing/2014/main" id="{88436504-3A41-A678-06BD-99B5AFE6FDF6}"/>
                </a:ext>
              </a:extLst>
            </p:cNvPr>
            <p:cNvSpPr txBox="1"/>
            <p:nvPr/>
          </p:nvSpPr>
          <p:spPr>
            <a:xfrm>
              <a:off x="9672213" y="1010518"/>
              <a:ext cx="1820018" cy="400110"/>
            </a:xfrm>
            <a:prstGeom prst="rect">
              <a:avLst/>
            </a:prstGeom>
            <a:noFill/>
          </p:spPr>
          <p:txBody>
            <a:bodyPr wrap="square">
              <a:spAutoFit/>
            </a:bodyPr>
            <a:lstStyle/>
            <a:p>
              <a:r>
                <a:rPr lang="en-IN" sz="1000" b="1" u="none">
                  <a:solidFill>
                    <a:srgbClr val="00B050"/>
                  </a:solidFill>
                  <a:latin typeface="Poppins"/>
                  <a:cs typeface="Poppins"/>
                </a:rPr>
                <a:t>Smart Governance Agent (SGA)</a:t>
              </a:r>
            </a:p>
          </p:txBody>
        </p:sp>
      </p:grpSp>
      <p:grpSp>
        <p:nvGrpSpPr>
          <p:cNvPr id="172" name="Group 171">
            <a:extLst>
              <a:ext uri="{FF2B5EF4-FFF2-40B4-BE49-F238E27FC236}">
                <a16:creationId xmlns:a16="http://schemas.microsoft.com/office/drawing/2014/main" id="{2D2EA1B2-FF89-F653-072F-40B8476544ED}"/>
              </a:ext>
            </a:extLst>
          </p:cNvPr>
          <p:cNvGrpSpPr/>
          <p:nvPr/>
        </p:nvGrpSpPr>
        <p:grpSpPr>
          <a:xfrm>
            <a:off x="3905321" y="6330189"/>
            <a:ext cx="2108619" cy="400110"/>
            <a:chOff x="9383612" y="1010518"/>
            <a:chExt cx="2108619" cy="400110"/>
          </a:xfrm>
        </p:grpSpPr>
        <p:sp>
          <p:nvSpPr>
            <p:cNvPr id="173" name="Freeform: Shape 172">
              <a:extLst>
                <a:ext uri="{FF2B5EF4-FFF2-40B4-BE49-F238E27FC236}">
                  <a16:creationId xmlns:a16="http://schemas.microsoft.com/office/drawing/2014/main" id="{688DDEBE-86D9-E1E0-DB7F-0C2144CE7159}"/>
                </a:ext>
              </a:extLst>
            </p:cNvPr>
            <p:cNvSpPr/>
            <p:nvPr/>
          </p:nvSpPr>
          <p:spPr>
            <a:xfrm rot="14368">
              <a:off x="9383612" y="1049943"/>
              <a:ext cx="288000" cy="288000"/>
            </a:xfrm>
            <a:custGeom>
              <a:avLst/>
              <a:gdLst>
                <a:gd name="connsiteX0" fmla="*/ 397123 w 477797"/>
                <a:gd name="connsiteY0" fmla="*/ 220793 h 588329"/>
                <a:gd name="connsiteX1" fmla="*/ 275652 w 477797"/>
                <a:gd name="connsiteY1" fmla="*/ 220793 h 588329"/>
                <a:gd name="connsiteX2" fmla="*/ 275652 w 477797"/>
                <a:gd name="connsiteY2" fmla="*/ 137179 h 588329"/>
                <a:gd name="connsiteX3" fmla="*/ 302558 w 477797"/>
                <a:gd name="connsiteY3" fmla="*/ 36766 h 588329"/>
                <a:gd name="connsiteX4" fmla="*/ 202145 w 477797"/>
                <a:gd name="connsiteY4" fmla="*/ 9860 h 588329"/>
                <a:gd name="connsiteX5" fmla="*/ 175240 w 477797"/>
                <a:gd name="connsiteY5" fmla="*/ 110273 h 588329"/>
                <a:gd name="connsiteX6" fmla="*/ 202145 w 477797"/>
                <a:gd name="connsiteY6" fmla="*/ 137179 h 588329"/>
                <a:gd name="connsiteX7" fmla="*/ 202145 w 477797"/>
                <a:gd name="connsiteY7" fmla="*/ 220793 h 588329"/>
                <a:gd name="connsiteX8" fmla="*/ 80674 w 477797"/>
                <a:gd name="connsiteY8" fmla="*/ 220793 h 588329"/>
                <a:gd name="connsiteX9" fmla="*/ 0 w 477797"/>
                <a:gd name="connsiteY9" fmla="*/ 301467 h 588329"/>
                <a:gd name="connsiteX10" fmla="*/ 0 w 477797"/>
                <a:gd name="connsiteY10" fmla="*/ 507655 h 588329"/>
                <a:gd name="connsiteX11" fmla="*/ 80674 w 477797"/>
                <a:gd name="connsiteY11" fmla="*/ 588330 h 588329"/>
                <a:gd name="connsiteX12" fmla="*/ 397123 w 477797"/>
                <a:gd name="connsiteY12" fmla="*/ 588330 h 588329"/>
                <a:gd name="connsiteX13" fmla="*/ 477797 w 477797"/>
                <a:gd name="connsiteY13" fmla="*/ 507655 h 588329"/>
                <a:gd name="connsiteX14" fmla="*/ 477797 w 477797"/>
                <a:gd name="connsiteY14" fmla="*/ 301467 h 588329"/>
                <a:gd name="connsiteX15" fmla="*/ 397123 w 477797"/>
                <a:gd name="connsiteY15" fmla="*/ 220793 h 588329"/>
                <a:gd name="connsiteX16" fmla="*/ 147015 w 477797"/>
                <a:gd name="connsiteY16" fmla="*/ 459692 h 588329"/>
                <a:gd name="connsiteX17" fmla="*/ 91884 w 477797"/>
                <a:gd name="connsiteY17" fmla="*/ 404561 h 588329"/>
                <a:gd name="connsiteX18" fmla="*/ 147015 w 477797"/>
                <a:gd name="connsiteY18" fmla="*/ 349431 h 588329"/>
                <a:gd name="connsiteX19" fmla="*/ 202145 w 477797"/>
                <a:gd name="connsiteY19" fmla="*/ 404561 h 588329"/>
                <a:gd name="connsiteX20" fmla="*/ 147015 w 477797"/>
                <a:gd name="connsiteY20" fmla="*/ 459692 h 588329"/>
                <a:gd name="connsiteX21" fmla="*/ 330783 w 477797"/>
                <a:gd name="connsiteY21" fmla="*/ 459692 h 588329"/>
                <a:gd name="connsiteX22" fmla="*/ 275652 w 477797"/>
                <a:gd name="connsiteY22" fmla="*/ 404561 h 588329"/>
                <a:gd name="connsiteX23" fmla="*/ 330783 w 477797"/>
                <a:gd name="connsiteY23" fmla="*/ 349431 h 588329"/>
                <a:gd name="connsiteX24" fmla="*/ 385913 w 477797"/>
                <a:gd name="connsiteY24" fmla="*/ 404561 h 588329"/>
                <a:gd name="connsiteX25" fmla="*/ 330783 w 477797"/>
                <a:gd name="connsiteY25" fmla="*/ 459692 h 5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7797" h="588329">
                  <a:moveTo>
                    <a:pt x="397123" y="220793"/>
                  </a:moveTo>
                  <a:lnTo>
                    <a:pt x="275652" y="220793"/>
                  </a:lnTo>
                  <a:lnTo>
                    <a:pt x="275652" y="137179"/>
                  </a:lnTo>
                  <a:cubicBezTo>
                    <a:pt x="310811" y="116880"/>
                    <a:pt x="322857" y="71924"/>
                    <a:pt x="302558" y="36766"/>
                  </a:cubicBezTo>
                  <a:cubicBezTo>
                    <a:pt x="282259" y="1608"/>
                    <a:pt x="237304" y="-10438"/>
                    <a:pt x="202145" y="9860"/>
                  </a:cubicBezTo>
                  <a:cubicBezTo>
                    <a:pt x="166987" y="30159"/>
                    <a:pt x="154941" y="75115"/>
                    <a:pt x="175240" y="110273"/>
                  </a:cubicBezTo>
                  <a:cubicBezTo>
                    <a:pt x="181692" y="121448"/>
                    <a:pt x="190970" y="130727"/>
                    <a:pt x="202145" y="137179"/>
                  </a:cubicBezTo>
                  <a:lnTo>
                    <a:pt x="202145" y="220793"/>
                  </a:lnTo>
                  <a:lnTo>
                    <a:pt x="80674" y="220793"/>
                  </a:lnTo>
                  <a:cubicBezTo>
                    <a:pt x="36162" y="220894"/>
                    <a:pt x="101" y="256955"/>
                    <a:pt x="0" y="301467"/>
                  </a:cubicBezTo>
                  <a:lnTo>
                    <a:pt x="0" y="507655"/>
                  </a:lnTo>
                  <a:cubicBezTo>
                    <a:pt x="101" y="552168"/>
                    <a:pt x="36162" y="588229"/>
                    <a:pt x="80674" y="588330"/>
                  </a:cubicBezTo>
                  <a:lnTo>
                    <a:pt x="397123" y="588330"/>
                  </a:lnTo>
                  <a:cubicBezTo>
                    <a:pt x="441635" y="588229"/>
                    <a:pt x="477696" y="552168"/>
                    <a:pt x="477797" y="507655"/>
                  </a:cubicBezTo>
                  <a:lnTo>
                    <a:pt x="477797" y="301467"/>
                  </a:lnTo>
                  <a:cubicBezTo>
                    <a:pt x="477696" y="256955"/>
                    <a:pt x="441635" y="220894"/>
                    <a:pt x="397123" y="220793"/>
                  </a:cubicBezTo>
                  <a:close/>
                  <a:moveTo>
                    <a:pt x="147015" y="459692"/>
                  </a:moveTo>
                  <a:cubicBezTo>
                    <a:pt x="116566" y="459692"/>
                    <a:pt x="91884" y="435010"/>
                    <a:pt x="91884" y="404561"/>
                  </a:cubicBezTo>
                  <a:cubicBezTo>
                    <a:pt x="91884" y="374113"/>
                    <a:pt x="116566" y="349431"/>
                    <a:pt x="147015" y="349431"/>
                  </a:cubicBezTo>
                  <a:cubicBezTo>
                    <a:pt x="177463" y="349431"/>
                    <a:pt x="202145" y="374113"/>
                    <a:pt x="202145" y="404561"/>
                  </a:cubicBezTo>
                  <a:cubicBezTo>
                    <a:pt x="202145" y="435010"/>
                    <a:pt x="177463" y="459692"/>
                    <a:pt x="147015" y="459692"/>
                  </a:cubicBezTo>
                  <a:close/>
                  <a:moveTo>
                    <a:pt x="330783" y="459692"/>
                  </a:moveTo>
                  <a:cubicBezTo>
                    <a:pt x="300334" y="459692"/>
                    <a:pt x="275652" y="435010"/>
                    <a:pt x="275652" y="404561"/>
                  </a:cubicBezTo>
                  <a:cubicBezTo>
                    <a:pt x="275652" y="374113"/>
                    <a:pt x="300334" y="349431"/>
                    <a:pt x="330783" y="349431"/>
                  </a:cubicBezTo>
                  <a:cubicBezTo>
                    <a:pt x="361231" y="349431"/>
                    <a:pt x="385913" y="374113"/>
                    <a:pt x="385913" y="404561"/>
                  </a:cubicBezTo>
                  <a:cubicBezTo>
                    <a:pt x="385913" y="435010"/>
                    <a:pt x="361231" y="459692"/>
                    <a:pt x="330783" y="459692"/>
                  </a:cubicBezTo>
                  <a:close/>
                </a:path>
              </a:pathLst>
            </a:custGeom>
            <a:solidFill>
              <a:srgbClr val="09894C"/>
            </a:solidFill>
            <a:ln w="183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91B94C"/>
                </a:solidFill>
                <a:effectLst/>
                <a:uLnTx/>
                <a:uFillTx/>
                <a:latin typeface="Poppins Light" panose="00000400000000000000" pitchFamily="2" charset="0"/>
                <a:ea typeface="+mn-ea"/>
                <a:cs typeface="Poppins Light" panose="00000400000000000000" pitchFamily="2" charset="0"/>
              </a:endParaRPr>
            </a:p>
          </p:txBody>
        </p:sp>
        <p:sp>
          <p:nvSpPr>
            <p:cNvPr id="174" name="TextBox 173">
              <a:extLst>
                <a:ext uri="{FF2B5EF4-FFF2-40B4-BE49-F238E27FC236}">
                  <a16:creationId xmlns:a16="http://schemas.microsoft.com/office/drawing/2014/main" id="{801BB89F-BB36-9486-E1EE-C0733AFD27B0}"/>
                </a:ext>
              </a:extLst>
            </p:cNvPr>
            <p:cNvSpPr txBox="1"/>
            <p:nvPr/>
          </p:nvSpPr>
          <p:spPr>
            <a:xfrm>
              <a:off x="9672213" y="1010518"/>
              <a:ext cx="1820018" cy="400110"/>
            </a:xfrm>
            <a:prstGeom prst="rect">
              <a:avLst/>
            </a:prstGeom>
            <a:noFill/>
          </p:spPr>
          <p:txBody>
            <a:bodyPr wrap="square">
              <a:spAutoFit/>
            </a:bodyPr>
            <a:lstStyle/>
            <a:p>
              <a:r>
                <a:rPr lang="en-US" sz="1000" b="1" u="none">
                  <a:solidFill>
                    <a:srgbClr val="00B050"/>
                  </a:solidFill>
                  <a:latin typeface="Poppins"/>
                  <a:cs typeface="Poppins"/>
                </a:rPr>
                <a:t>Smart Health Monitor Agent (SHMA)</a:t>
              </a:r>
              <a:endParaRPr lang="en-IN" sz="1000" b="1" u="none">
                <a:solidFill>
                  <a:srgbClr val="00B050"/>
                </a:solidFill>
                <a:latin typeface="Poppins"/>
                <a:cs typeface="Poppins"/>
              </a:endParaRPr>
            </a:p>
          </p:txBody>
        </p:sp>
      </p:grpSp>
      <p:sp>
        <p:nvSpPr>
          <p:cNvPr id="175" name="Oval 174">
            <a:extLst>
              <a:ext uri="{FF2B5EF4-FFF2-40B4-BE49-F238E27FC236}">
                <a16:creationId xmlns:a16="http://schemas.microsoft.com/office/drawing/2014/main" id="{408F29E5-0979-5F30-F559-A2751FF3A5E1}"/>
              </a:ext>
            </a:extLst>
          </p:cNvPr>
          <p:cNvSpPr/>
          <p:nvPr/>
        </p:nvSpPr>
        <p:spPr>
          <a:xfrm>
            <a:off x="6178791" y="1147288"/>
            <a:ext cx="180000" cy="180000"/>
          </a:xfrm>
          <a:prstGeom prst="ellipse">
            <a:avLst/>
          </a:prstGeom>
          <a:solidFill>
            <a:schemeClr val="accent1">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latin typeface="Poppins" panose="00000500000000000000" pitchFamily="2" charset="0"/>
                <a:cs typeface="Poppins" panose="00000500000000000000" pitchFamily="2" charset="0"/>
              </a:rPr>
              <a:t>1</a:t>
            </a:r>
          </a:p>
        </p:txBody>
      </p:sp>
      <p:sp>
        <p:nvSpPr>
          <p:cNvPr id="176" name="Oval 175">
            <a:extLst>
              <a:ext uri="{FF2B5EF4-FFF2-40B4-BE49-F238E27FC236}">
                <a16:creationId xmlns:a16="http://schemas.microsoft.com/office/drawing/2014/main" id="{2F40E2E1-24D8-A0B3-E703-45C6B95D6B5F}"/>
              </a:ext>
            </a:extLst>
          </p:cNvPr>
          <p:cNvSpPr/>
          <p:nvPr/>
        </p:nvSpPr>
        <p:spPr>
          <a:xfrm>
            <a:off x="6193786" y="1535232"/>
            <a:ext cx="180000" cy="180000"/>
          </a:xfrm>
          <a:prstGeom prst="ellipse">
            <a:avLst/>
          </a:prstGeom>
          <a:solidFill>
            <a:schemeClr val="accent1">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latin typeface="Poppins" panose="00000500000000000000" pitchFamily="2" charset="0"/>
                <a:cs typeface="Poppins" panose="00000500000000000000" pitchFamily="2" charset="0"/>
              </a:rPr>
              <a:t>2</a:t>
            </a:r>
          </a:p>
        </p:txBody>
      </p:sp>
      <p:sp>
        <p:nvSpPr>
          <p:cNvPr id="177" name="Oval 176">
            <a:extLst>
              <a:ext uri="{FF2B5EF4-FFF2-40B4-BE49-F238E27FC236}">
                <a16:creationId xmlns:a16="http://schemas.microsoft.com/office/drawing/2014/main" id="{989D90E8-D271-2ED9-01EF-EF4EAB5305E4}"/>
              </a:ext>
            </a:extLst>
          </p:cNvPr>
          <p:cNvSpPr/>
          <p:nvPr/>
        </p:nvSpPr>
        <p:spPr>
          <a:xfrm>
            <a:off x="8900924" y="1486987"/>
            <a:ext cx="180000" cy="180000"/>
          </a:xfrm>
          <a:prstGeom prst="ellipse">
            <a:avLst/>
          </a:prstGeom>
          <a:solidFill>
            <a:schemeClr val="accent1">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latin typeface="Poppins" panose="00000500000000000000" pitchFamily="2" charset="0"/>
                <a:cs typeface="Poppins" panose="00000500000000000000" pitchFamily="2" charset="0"/>
              </a:rPr>
              <a:t>3</a:t>
            </a:r>
          </a:p>
        </p:txBody>
      </p:sp>
      <p:sp>
        <p:nvSpPr>
          <p:cNvPr id="178" name="Oval 177">
            <a:extLst>
              <a:ext uri="{FF2B5EF4-FFF2-40B4-BE49-F238E27FC236}">
                <a16:creationId xmlns:a16="http://schemas.microsoft.com/office/drawing/2014/main" id="{FA637CCF-A6AC-9475-62B6-AD69569DBAD8}"/>
              </a:ext>
            </a:extLst>
          </p:cNvPr>
          <p:cNvSpPr/>
          <p:nvPr/>
        </p:nvSpPr>
        <p:spPr>
          <a:xfrm>
            <a:off x="3638122" y="6472830"/>
            <a:ext cx="180000" cy="180000"/>
          </a:xfrm>
          <a:prstGeom prst="ellipse">
            <a:avLst/>
          </a:prstGeom>
          <a:solidFill>
            <a:schemeClr val="accent1">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latin typeface="Poppins" panose="00000500000000000000" pitchFamily="2" charset="0"/>
                <a:cs typeface="Poppins" panose="00000500000000000000" pitchFamily="2" charset="0"/>
              </a:rPr>
              <a:t>4</a:t>
            </a:r>
          </a:p>
        </p:txBody>
      </p:sp>
      <p:sp>
        <p:nvSpPr>
          <p:cNvPr id="179" name="Oval 178">
            <a:extLst>
              <a:ext uri="{FF2B5EF4-FFF2-40B4-BE49-F238E27FC236}">
                <a16:creationId xmlns:a16="http://schemas.microsoft.com/office/drawing/2014/main" id="{C60853CF-E2F3-3079-41A4-40C2D00E7E9D}"/>
              </a:ext>
            </a:extLst>
          </p:cNvPr>
          <p:cNvSpPr/>
          <p:nvPr/>
        </p:nvSpPr>
        <p:spPr>
          <a:xfrm>
            <a:off x="6264106" y="6488086"/>
            <a:ext cx="180000" cy="180000"/>
          </a:xfrm>
          <a:prstGeom prst="ellipse">
            <a:avLst/>
          </a:prstGeom>
          <a:solidFill>
            <a:schemeClr val="accent1">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latin typeface="Poppins" panose="00000500000000000000" pitchFamily="2" charset="0"/>
                <a:cs typeface="Poppins" panose="00000500000000000000" pitchFamily="2" charset="0"/>
              </a:rPr>
              <a:t>5</a:t>
            </a:r>
          </a:p>
        </p:txBody>
      </p:sp>
    </p:spTree>
    <p:extLst>
      <p:ext uri="{BB962C8B-B14F-4D97-AF65-F5344CB8AC3E}">
        <p14:creationId xmlns:p14="http://schemas.microsoft.com/office/powerpoint/2010/main" val="2759864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40F7B-ADE6-3A78-5C43-5E275CD184B4}"/>
            </a:ext>
          </a:extLst>
        </p:cNvPr>
        <p:cNvGrpSpPr/>
        <p:nvPr/>
      </p:nvGrpSpPr>
      <p:grpSpPr>
        <a:xfrm>
          <a:off x="0" y="0"/>
          <a:ext cx="0" cy="0"/>
          <a:chOff x="0" y="0"/>
          <a:chExt cx="0" cy="0"/>
        </a:xfrm>
      </p:grpSpPr>
      <p:sp>
        <p:nvSpPr>
          <p:cNvPr id="2" name="Text Placeholder 5">
            <a:extLst>
              <a:ext uri="{FF2B5EF4-FFF2-40B4-BE49-F238E27FC236}">
                <a16:creationId xmlns:a16="http://schemas.microsoft.com/office/drawing/2014/main" id="{6154C6D6-34C8-6765-D087-1504DA896356}"/>
              </a:ext>
            </a:extLst>
          </p:cNvPr>
          <p:cNvSpPr txBox="1">
            <a:spLocks/>
          </p:cNvSpPr>
          <p:nvPr/>
        </p:nvSpPr>
        <p:spPr>
          <a:xfrm>
            <a:off x="1000085" y="423250"/>
            <a:ext cx="10822653" cy="427809"/>
          </a:xfrm>
          <a:prstGeom prst="rect">
            <a:avLst/>
          </a:prstGeom>
          <a:noFill/>
        </p:spPr>
        <p:txBody>
          <a:bodyPr wrap="square" lIns="91440" tIns="45720" rIns="91440" bIns="45720" anchor="t">
            <a:spAutoFit/>
          </a:bodyPr>
          <a:lstStyle>
            <a:lvl1pPr indent="0" defTabSz="457200">
              <a:lnSpc>
                <a:spcPct val="90000"/>
              </a:lnSpc>
              <a:spcBef>
                <a:spcPts val="500"/>
              </a:spcBef>
              <a:buFont typeface="Arial" panose="020B0604020202020204" pitchFamily="34" charset="0"/>
              <a:buNone/>
              <a:defRPr sz="3100" b="1">
                <a:solidFill>
                  <a:srgbClr val="38FFFF"/>
                </a:solidFill>
                <a:latin typeface="Calibri" panose="020F0502020204030204"/>
              </a:defRPr>
            </a:lvl1pPr>
            <a:lvl2pPr marL="408297" indent="-136099" defTabSz="544396">
              <a:lnSpc>
                <a:spcPct val="90000"/>
              </a:lnSpc>
              <a:spcBef>
                <a:spcPts val="298"/>
              </a:spcBef>
              <a:buFont typeface="Arial" panose="020B0604020202020204" pitchFamily="34" charset="0"/>
              <a:buChar char="•"/>
              <a:defRPr sz="2700">
                <a:solidFill>
                  <a:srgbClr val="39ADAC"/>
                </a:solidFill>
                <a:latin typeface="Lato" panose="020F0502020204030203" pitchFamily="34" charset="77"/>
              </a:defRPr>
            </a:lvl2pPr>
            <a:lvl3pPr marL="680496" indent="-136099" defTabSz="544396">
              <a:lnSpc>
                <a:spcPct val="90000"/>
              </a:lnSpc>
              <a:spcBef>
                <a:spcPts val="298"/>
              </a:spcBef>
              <a:buFont typeface="Arial" panose="020B0604020202020204" pitchFamily="34" charset="0"/>
              <a:buChar char="•"/>
              <a:defRPr sz="2700">
                <a:solidFill>
                  <a:srgbClr val="39ADAC"/>
                </a:solidFill>
                <a:latin typeface="Lato" panose="020F0502020204030203" pitchFamily="34" charset="77"/>
              </a:defRPr>
            </a:lvl3pPr>
            <a:lvl4pPr marL="952694" indent="-136099" defTabSz="544396">
              <a:lnSpc>
                <a:spcPct val="90000"/>
              </a:lnSpc>
              <a:spcBef>
                <a:spcPts val="298"/>
              </a:spcBef>
              <a:buFont typeface="Arial" panose="020B0604020202020204" pitchFamily="34" charset="0"/>
              <a:buChar char="•"/>
              <a:defRPr sz="2700">
                <a:solidFill>
                  <a:srgbClr val="39ADAC"/>
                </a:solidFill>
                <a:latin typeface="Lato" panose="020F0502020204030203" pitchFamily="34" charset="77"/>
              </a:defRPr>
            </a:lvl4pPr>
            <a:lvl5pPr marL="1224892" indent="-136099" defTabSz="544396">
              <a:lnSpc>
                <a:spcPct val="90000"/>
              </a:lnSpc>
              <a:spcBef>
                <a:spcPts val="298"/>
              </a:spcBef>
              <a:buFont typeface="Arial" panose="020B0604020202020204" pitchFamily="34" charset="0"/>
              <a:buChar char="•"/>
              <a:defRPr sz="2700">
                <a:solidFill>
                  <a:srgbClr val="39ADAC"/>
                </a:solidFill>
                <a:latin typeface="Lato" panose="020F0502020204030203" pitchFamily="34" charset="77"/>
              </a:defRPr>
            </a:lvl5pPr>
            <a:lvl6pPr marL="1497091" indent="-136099" defTabSz="544396">
              <a:lnSpc>
                <a:spcPct val="90000"/>
              </a:lnSpc>
              <a:spcBef>
                <a:spcPts val="298"/>
              </a:spcBef>
              <a:buFont typeface="Arial" panose="020B0604020202020204" pitchFamily="34" charset="0"/>
              <a:buChar char="•"/>
              <a:defRPr sz="1072"/>
            </a:lvl6pPr>
            <a:lvl7pPr marL="1769289" indent="-136099" defTabSz="544396">
              <a:lnSpc>
                <a:spcPct val="90000"/>
              </a:lnSpc>
              <a:spcBef>
                <a:spcPts val="298"/>
              </a:spcBef>
              <a:buFont typeface="Arial" panose="020B0604020202020204" pitchFamily="34" charset="0"/>
              <a:buChar char="•"/>
              <a:defRPr sz="1072"/>
            </a:lvl7pPr>
            <a:lvl8pPr marL="2041487" indent="-136099" defTabSz="544396">
              <a:lnSpc>
                <a:spcPct val="90000"/>
              </a:lnSpc>
              <a:spcBef>
                <a:spcPts val="298"/>
              </a:spcBef>
              <a:buFont typeface="Arial" panose="020B0604020202020204" pitchFamily="34" charset="0"/>
              <a:buChar char="•"/>
              <a:defRPr sz="1072"/>
            </a:lvl8pPr>
            <a:lvl9pPr marL="2313685" indent="-136099" defTabSz="544396">
              <a:lnSpc>
                <a:spcPct val="90000"/>
              </a:lnSpc>
              <a:spcBef>
                <a:spcPts val="298"/>
              </a:spcBef>
              <a:buFont typeface="Arial" panose="020B0604020202020204" pitchFamily="34" charset="0"/>
              <a:buChar char="•"/>
              <a:defRPr sz="1072"/>
            </a:lvl9pPr>
          </a:lstStyle>
          <a:p>
            <a:pPr defTabSz="914400">
              <a:spcBef>
                <a:spcPts val="0"/>
              </a:spcBef>
              <a:buSzPts val="2800"/>
              <a:defRPr/>
            </a:pPr>
            <a:r>
              <a:rPr lang="en-US" sz="2400">
                <a:solidFill>
                  <a:schemeClr val="accent1">
                    <a:lumMod val="10000"/>
                  </a:schemeClr>
                </a:solidFill>
                <a:latin typeface="Poppins" panose="00000500000000000000" pitchFamily="2" charset="0"/>
                <a:cs typeface="Poppins" panose="00000500000000000000" pitchFamily="2" charset="0"/>
              </a:rPr>
              <a:t>Intelligent Data Ingestion Agent (IDIA)</a:t>
            </a:r>
            <a:endParaRPr kumimoji="0" lang="en-US" sz="2400" b="1" i="0" u="none" strike="noStrike" kern="1200" cap="none" spc="0" normalizeH="0" baseline="0" noProof="0">
              <a:ln>
                <a:noFill/>
              </a:ln>
              <a:solidFill>
                <a:schemeClr val="accent1">
                  <a:lumMod val="10000"/>
                </a:schemeClr>
              </a:solidFill>
              <a:effectLst/>
              <a:uLnTx/>
              <a:uFillTx/>
              <a:latin typeface="Poppins" panose="00000500000000000000" pitchFamily="2" charset="0"/>
              <a:cs typeface="Poppins" panose="00000500000000000000" pitchFamily="2" charset="0"/>
            </a:endParaRPr>
          </a:p>
        </p:txBody>
      </p:sp>
      <p:pic>
        <p:nvPicPr>
          <p:cNvPr id="4" name="Picture 3" descr="A diagram of a process&#10;&#10;Description automatically generated">
            <a:extLst>
              <a:ext uri="{FF2B5EF4-FFF2-40B4-BE49-F238E27FC236}">
                <a16:creationId xmlns:a16="http://schemas.microsoft.com/office/drawing/2014/main" id="{7635FD60-EFC6-F160-BA15-3AD53AD43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6683" y="1350431"/>
            <a:ext cx="6564796" cy="2062823"/>
          </a:xfrm>
          <a:prstGeom prst="rect">
            <a:avLst/>
          </a:prstGeom>
        </p:spPr>
      </p:pic>
      <p:graphicFrame>
        <p:nvGraphicFramePr>
          <p:cNvPr id="26" name="Table 25">
            <a:extLst>
              <a:ext uri="{FF2B5EF4-FFF2-40B4-BE49-F238E27FC236}">
                <a16:creationId xmlns:a16="http://schemas.microsoft.com/office/drawing/2014/main" id="{13F3288B-D0A8-E9F8-FCED-26C077DBB412}"/>
              </a:ext>
            </a:extLst>
          </p:cNvPr>
          <p:cNvGraphicFramePr>
            <a:graphicFrameLocks noGrp="1"/>
          </p:cNvGraphicFramePr>
          <p:nvPr>
            <p:extLst>
              <p:ext uri="{D42A27DB-BD31-4B8C-83A1-F6EECF244321}">
                <p14:modId xmlns:p14="http://schemas.microsoft.com/office/powerpoint/2010/main" val="3390515221"/>
              </p:ext>
            </p:extLst>
          </p:nvPr>
        </p:nvGraphicFramePr>
        <p:xfrm>
          <a:off x="0" y="3413254"/>
          <a:ext cx="12192000" cy="3444746"/>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52945393"/>
                    </a:ext>
                  </a:extLst>
                </a:gridCol>
                <a:gridCol w="2032000">
                  <a:extLst>
                    <a:ext uri="{9D8B030D-6E8A-4147-A177-3AD203B41FA5}">
                      <a16:colId xmlns:a16="http://schemas.microsoft.com/office/drawing/2014/main" val="767890866"/>
                    </a:ext>
                  </a:extLst>
                </a:gridCol>
                <a:gridCol w="2032000">
                  <a:extLst>
                    <a:ext uri="{9D8B030D-6E8A-4147-A177-3AD203B41FA5}">
                      <a16:colId xmlns:a16="http://schemas.microsoft.com/office/drawing/2014/main" val="1362695543"/>
                    </a:ext>
                  </a:extLst>
                </a:gridCol>
                <a:gridCol w="2032000">
                  <a:extLst>
                    <a:ext uri="{9D8B030D-6E8A-4147-A177-3AD203B41FA5}">
                      <a16:colId xmlns:a16="http://schemas.microsoft.com/office/drawing/2014/main" val="1551790016"/>
                    </a:ext>
                  </a:extLst>
                </a:gridCol>
                <a:gridCol w="2032000">
                  <a:extLst>
                    <a:ext uri="{9D8B030D-6E8A-4147-A177-3AD203B41FA5}">
                      <a16:colId xmlns:a16="http://schemas.microsoft.com/office/drawing/2014/main" val="2091394678"/>
                    </a:ext>
                  </a:extLst>
                </a:gridCol>
                <a:gridCol w="2032000">
                  <a:extLst>
                    <a:ext uri="{9D8B030D-6E8A-4147-A177-3AD203B41FA5}">
                      <a16:colId xmlns:a16="http://schemas.microsoft.com/office/drawing/2014/main" val="3057010584"/>
                    </a:ext>
                  </a:extLst>
                </a:gridCol>
              </a:tblGrid>
              <a:tr h="436012">
                <a:tc>
                  <a:txBody>
                    <a:bodyPr/>
                    <a:lstStyle/>
                    <a:p>
                      <a:pPr algn="ctr"/>
                      <a:r>
                        <a:rPr lang="en-US" sz="1100">
                          <a:latin typeface="Poppins" panose="00000500000000000000" pitchFamily="2" charset="0"/>
                          <a:cs typeface="Poppins" panose="00000500000000000000" pitchFamily="2" charset="0"/>
                        </a:rPr>
                        <a:t>Capability Abstraction</a:t>
                      </a:r>
                    </a:p>
                  </a:txBody>
                  <a:tcPr anchor="ctr">
                    <a:solidFill>
                      <a:srgbClr val="00B050"/>
                    </a:solidFill>
                  </a:tcPr>
                </a:tc>
                <a:tc>
                  <a:txBody>
                    <a:bodyPr/>
                    <a:lstStyle/>
                    <a:p>
                      <a:pPr algn="ctr"/>
                      <a:r>
                        <a:rPr lang="en-US" sz="1100">
                          <a:latin typeface="Poppins" panose="00000500000000000000" pitchFamily="2" charset="0"/>
                          <a:cs typeface="Poppins" panose="00000500000000000000" pitchFamily="2" charset="0"/>
                        </a:rPr>
                        <a:t>Intelligent Input Processing</a:t>
                      </a:r>
                    </a:p>
                  </a:txBody>
                  <a:tcPr anchor="ctr">
                    <a:solidFill>
                      <a:srgbClr val="00B050"/>
                    </a:solidFill>
                  </a:tcPr>
                </a:tc>
                <a:tc>
                  <a:txBody>
                    <a:bodyPr/>
                    <a:lstStyle/>
                    <a:p>
                      <a:pPr algn="ctr"/>
                      <a:r>
                        <a:rPr lang="en-US" sz="1100">
                          <a:latin typeface="Poppins" panose="00000500000000000000" pitchFamily="2" charset="0"/>
                          <a:cs typeface="Poppins" panose="00000500000000000000" pitchFamily="2" charset="0"/>
                        </a:rPr>
                        <a:t>Adaptive Configuration</a:t>
                      </a:r>
                    </a:p>
                  </a:txBody>
                  <a:tcPr anchor="ctr">
                    <a:solidFill>
                      <a:srgbClr val="00B050"/>
                    </a:solidFill>
                  </a:tcPr>
                </a:tc>
                <a:tc>
                  <a:txBody>
                    <a:bodyPr/>
                    <a:lstStyle/>
                    <a:p>
                      <a:pPr algn="ctr"/>
                      <a:r>
                        <a:rPr lang="en-US" sz="1100">
                          <a:latin typeface="Poppins" panose="00000500000000000000" pitchFamily="2" charset="0"/>
                          <a:cs typeface="Poppins" panose="00000500000000000000" pitchFamily="2" charset="0"/>
                        </a:rPr>
                        <a:t>Intelligent Output Processing</a:t>
                      </a:r>
                    </a:p>
                  </a:txBody>
                  <a:tcPr anchor="ctr">
                    <a:solidFill>
                      <a:srgbClr val="00B050"/>
                    </a:solidFill>
                  </a:tcPr>
                </a:tc>
                <a:tc>
                  <a:txBody>
                    <a:bodyPr/>
                    <a:lstStyle/>
                    <a:p>
                      <a:pPr algn="ctr"/>
                      <a:r>
                        <a:rPr lang="en-US" sz="1100">
                          <a:latin typeface="Poppins" panose="00000500000000000000" pitchFamily="2" charset="0"/>
                          <a:cs typeface="Poppins" panose="00000500000000000000" pitchFamily="2" charset="0"/>
                        </a:rPr>
                        <a:t>Continuous Learning &amp; Optimization</a:t>
                      </a:r>
                    </a:p>
                  </a:txBody>
                  <a:tcPr anchor="ctr">
                    <a:solidFill>
                      <a:srgbClr val="00B050"/>
                    </a:solidFill>
                  </a:tcPr>
                </a:tc>
                <a:tc>
                  <a:txBody>
                    <a:bodyPr/>
                    <a:lstStyle/>
                    <a:p>
                      <a:pPr algn="ctr"/>
                      <a:r>
                        <a:rPr lang="en-US" sz="1100">
                          <a:latin typeface="Poppins" panose="00000500000000000000" pitchFamily="2" charset="0"/>
                          <a:cs typeface="Poppins" panose="00000500000000000000" pitchFamily="2" charset="0"/>
                        </a:rPr>
                        <a:t>Collaborate</a:t>
                      </a:r>
                    </a:p>
                  </a:txBody>
                  <a:tcPr anchor="ctr">
                    <a:solidFill>
                      <a:srgbClr val="00B050"/>
                    </a:solidFill>
                  </a:tcPr>
                </a:tc>
                <a:extLst>
                  <a:ext uri="{0D108BD9-81ED-4DB2-BD59-A6C34878D82A}">
                    <a16:rowId xmlns:a16="http://schemas.microsoft.com/office/drawing/2014/main" val="3057094059"/>
                  </a:ext>
                </a:extLst>
              </a:tr>
              <a:tr h="3008734">
                <a:tc>
                  <a:txBody>
                    <a:bodyPr/>
                    <a:lstStyle/>
                    <a:p>
                      <a:pPr marL="171450" lvl="0" indent="-171450">
                        <a:buFont typeface="Arial" panose="020B0604020202020204" pitchFamily="34" charset="0"/>
                        <a:buChar char="•"/>
                      </a:pPr>
                      <a:r>
                        <a:rPr lang="en-US" sz="900" b="0">
                          <a:solidFill>
                            <a:srgbClr val="000000"/>
                          </a:solidFill>
                          <a:latin typeface="Poppins" panose="00000500000000000000" pitchFamily="2" charset="0"/>
                          <a:cs typeface="Poppins" panose="00000500000000000000" pitchFamily="2" charset="0"/>
                        </a:rPr>
                        <a:t>Knowledge Repository: Fivetran's capabilities, supported connectors, APIs, and best practices </a:t>
                      </a:r>
                    </a:p>
                    <a:p>
                      <a:pPr marL="171450" lvl="0" indent="-171450">
                        <a:buFont typeface="Arial" panose="020B0604020202020204" pitchFamily="34" charset="0"/>
                        <a:buChar char="•"/>
                      </a:pPr>
                      <a:endParaRPr lang="en-US" sz="900" b="0">
                        <a:solidFill>
                          <a:srgbClr val="000000"/>
                        </a:solidFill>
                        <a:latin typeface="Poppins" panose="00000500000000000000" pitchFamily="2" charset="0"/>
                        <a:cs typeface="Poppins" panose="00000500000000000000" pitchFamily="2" charset="0"/>
                      </a:endParaRPr>
                    </a:p>
                    <a:p>
                      <a:pPr marL="171450" lvl="0" indent="-171450">
                        <a:buFont typeface="Arial" panose="020B0604020202020204" pitchFamily="34" charset="0"/>
                        <a:buChar char="•"/>
                      </a:pPr>
                      <a:r>
                        <a:rPr lang="en-US" sz="900" b="0">
                          <a:solidFill>
                            <a:srgbClr val="000000"/>
                          </a:solidFill>
                          <a:latin typeface="Poppins" panose="00000500000000000000" pitchFamily="2" charset="0"/>
                          <a:cs typeface="Poppins" panose="00000500000000000000" pitchFamily="2" charset="0"/>
                        </a:rPr>
                        <a:t>Connector Registry: Detailed information about each connector's schema, parameters, limitations, and usage patterns </a:t>
                      </a:r>
                    </a:p>
                    <a:p>
                      <a:pPr marL="171450" lvl="0" indent="-171450">
                        <a:buFont typeface="Arial" panose="020B0604020202020204" pitchFamily="34" charset="0"/>
                        <a:buChar char="•"/>
                      </a:pPr>
                      <a:endParaRPr lang="en-US" sz="900" b="0">
                        <a:solidFill>
                          <a:srgbClr val="000000"/>
                        </a:solidFill>
                        <a:latin typeface="Poppins" panose="00000500000000000000" pitchFamily="2" charset="0"/>
                        <a:cs typeface="Poppins" panose="00000500000000000000" pitchFamily="2" charset="0"/>
                      </a:endParaRPr>
                    </a:p>
                    <a:p>
                      <a:pPr marL="171450" lvl="0" indent="-171450">
                        <a:buFont typeface="Arial" panose="020B0604020202020204" pitchFamily="34" charset="0"/>
                        <a:buChar char="•"/>
                      </a:pPr>
                      <a:r>
                        <a:rPr lang="en-US" sz="900" b="0">
                          <a:solidFill>
                            <a:srgbClr val="000000"/>
                          </a:solidFill>
                          <a:latin typeface="Poppins" panose="00000500000000000000" pitchFamily="2" charset="0"/>
                          <a:cs typeface="Poppins" panose="00000500000000000000" pitchFamily="2" charset="0"/>
                        </a:rPr>
                        <a:t>Capability Mapping: A structured representation of what Fivetran can and cannot do, allowing for rapid capabilit</a:t>
                      </a:r>
                      <a:r>
                        <a:rPr lang="en-US" sz="900">
                          <a:solidFill>
                            <a:srgbClr val="000000"/>
                          </a:solidFill>
                          <a:latin typeface="Poppins" panose="00000500000000000000" pitchFamily="2" charset="0"/>
                          <a:cs typeface="Poppins" panose="00000500000000000000" pitchFamily="2" charset="0"/>
                        </a:rPr>
                        <a:t>y matching</a:t>
                      </a:r>
                      <a:endParaRPr lang="en-US" sz="1000">
                        <a:solidFill>
                          <a:srgbClr val="000000"/>
                        </a:solidFill>
                        <a:latin typeface="Poppins" panose="00000500000000000000" pitchFamily="2" charset="0"/>
                        <a:cs typeface="Poppins" panose="00000500000000000000" pitchFamily="2" charset="0"/>
                      </a:endParaRPr>
                    </a:p>
                  </a:txBody>
                  <a:tcPr marL="45720" marR="45720">
                    <a:solidFill>
                      <a:schemeClr val="bg1">
                        <a:lumMod val="95000"/>
                      </a:schemeClr>
                    </a:solidFill>
                  </a:tcPr>
                </a:tc>
                <a:tc>
                  <a:txBody>
                    <a:bodyPr/>
                    <a:lstStyle/>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Natural Language Understanding to interpret user requests</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Categorization of request  through Intent Classification</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Identification of data sources, destination targets, and parameters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Intelligent identification of the relationship of source tables and suggest tables for ingestion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User Profile Integration: Adapting to user expertise level and preferences .</a:t>
                      </a:r>
                    </a:p>
                    <a:p>
                      <a:pPr marL="171450" lvl="0" indent="-171450" algn="l" defTabSz="914400" rtl="0" eaLnBrk="1" latinLnBrk="0" hangingPunct="1">
                        <a:buFont typeface="Arial" panose="020B0604020202020204" pitchFamily="34" charset="0"/>
                        <a:buChar char="•"/>
                      </a:pPr>
                      <a:endParaRPr lang="en-US" sz="1000" kern="1200">
                        <a:solidFill>
                          <a:srgbClr val="000000"/>
                        </a:solidFill>
                        <a:latin typeface="Poppins" panose="00000500000000000000" pitchFamily="2" charset="0"/>
                        <a:ea typeface="+mn-ea"/>
                        <a:cs typeface="Poppins" panose="00000500000000000000" pitchFamily="2" charset="0"/>
                      </a:endParaRPr>
                    </a:p>
                  </a:txBody>
                  <a:tcPr marL="45720" marR="45720">
                    <a:solidFill>
                      <a:schemeClr val="bg1">
                        <a:lumMod val="95000"/>
                      </a:schemeClr>
                    </a:solidFill>
                  </a:tcPr>
                </a:tc>
                <a:tc>
                  <a:txBody>
                    <a:bodyPr/>
                    <a:lstStyle/>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Intelligent selection and sequencing of Fivetran API calls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Automated generation of optimal configuration parameters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Smart recommendations for source-to-destination field mappings</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Intelligent scheduling based on data volume and freshness requirements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Error Handling Strategy</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Custom Connectors: Intelligent build using Connector SDK and Rest APIs. </a:t>
                      </a:r>
                    </a:p>
                  </a:txBody>
                  <a:tcPr marL="45720" marR="45720">
                    <a:solidFill>
                      <a:schemeClr val="bg1">
                        <a:lumMod val="95000"/>
                      </a:schemeClr>
                    </a:solidFill>
                  </a:tcPr>
                </a:tc>
                <a:tc>
                  <a:txBody>
                    <a:bodyPr/>
                    <a:lstStyle/>
                    <a:p>
                      <a:pPr marL="171450" lvl="0" indent="-171450" algn="l" defTabSz="914400" rtl="0" eaLnBrk="1" latinLnBrk="0" hangingPunct="1">
                        <a:buFont typeface="Arial" panose="020B0604020202020204" pitchFamily="34" charset="0"/>
                        <a:buChar char="•"/>
                      </a:pPr>
                      <a:r>
                        <a:rPr lang="en-US" sz="1000" kern="1200">
                          <a:solidFill>
                            <a:srgbClr val="000000"/>
                          </a:solidFill>
                          <a:latin typeface="Poppins" panose="00000500000000000000" pitchFamily="2" charset="0"/>
                          <a:ea typeface="+mn-ea"/>
                          <a:cs typeface="Poppins" panose="00000500000000000000" pitchFamily="2" charset="0"/>
                        </a:rPr>
                        <a:t>Operational Status Interpretation: Translating technical logs into business-relevant insights </a:t>
                      </a:r>
                    </a:p>
                    <a:p>
                      <a:pPr marL="171450" lvl="0" indent="-171450" algn="l" defTabSz="914400" rtl="0" eaLnBrk="1" latinLnBrk="0" hangingPunct="1">
                        <a:buFont typeface="Arial" panose="020B0604020202020204" pitchFamily="34" charset="0"/>
                        <a:buChar char="•"/>
                      </a:pPr>
                      <a:endParaRPr lang="en-US" sz="10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1000" kern="1200">
                          <a:solidFill>
                            <a:srgbClr val="000000"/>
                          </a:solidFill>
                          <a:latin typeface="Poppins" panose="00000500000000000000" pitchFamily="2" charset="0"/>
                          <a:ea typeface="+mn-ea"/>
                          <a:cs typeface="Poppins" panose="00000500000000000000" pitchFamily="2" charset="0"/>
                        </a:rPr>
                        <a:t>Performance Analytics</a:t>
                      </a:r>
                    </a:p>
                    <a:p>
                      <a:pPr marL="0" lvl="0" indent="0" algn="l" defTabSz="914400" rtl="0" eaLnBrk="1" latinLnBrk="0" hangingPunct="1">
                        <a:buFont typeface="Arial" panose="020B0604020202020204" pitchFamily="34" charset="0"/>
                        <a:buNone/>
                      </a:pPr>
                      <a:endParaRPr lang="en-US" sz="10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1000" kern="1200">
                          <a:solidFill>
                            <a:srgbClr val="000000"/>
                          </a:solidFill>
                          <a:latin typeface="Poppins" panose="00000500000000000000" pitchFamily="2" charset="0"/>
                          <a:ea typeface="+mn-ea"/>
                          <a:cs typeface="Poppins" panose="00000500000000000000" pitchFamily="2" charset="0"/>
                        </a:rPr>
                        <a:t>Anomaly detection in data ingestion processes </a:t>
                      </a:r>
                    </a:p>
                    <a:p>
                      <a:pPr marL="171450" lvl="0" indent="-171450" algn="l" defTabSz="914400" rtl="0" eaLnBrk="1" latinLnBrk="0" hangingPunct="1">
                        <a:buFont typeface="Arial" panose="020B0604020202020204" pitchFamily="34" charset="0"/>
                        <a:buChar char="•"/>
                      </a:pPr>
                      <a:endParaRPr lang="en-US" sz="10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1000" kern="1200">
                          <a:solidFill>
                            <a:srgbClr val="000000"/>
                          </a:solidFill>
                          <a:latin typeface="Poppins" panose="00000500000000000000" pitchFamily="2" charset="0"/>
                          <a:ea typeface="+mn-ea"/>
                          <a:cs typeface="Poppins" panose="00000500000000000000" pitchFamily="2" charset="0"/>
                        </a:rPr>
                        <a:t>Business Impact Assessment</a:t>
                      </a:r>
                    </a:p>
                    <a:p>
                      <a:pPr marL="171450" lvl="0" indent="-171450" algn="l" defTabSz="914400" rtl="0" eaLnBrk="1" latinLnBrk="0" hangingPunct="1">
                        <a:buFont typeface="Arial" panose="020B0604020202020204" pitchFamily="34" charset="0"/>
                        <a:buChar char="•"/>
                      </a:pPr>
                      <a:endParaRPr lang="en-US" sz="10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1000" kern="1200">
                          <a:solidFill>
                            <a:srgbClr val="000000"/>
                          </a:solidFill>
                          <a:latin typeface="Poppins" panose="00000500000000000000" pitchFamily="2" charset="0"/>
                          <a:ea typeface="+mn-ea"/>
                          <a:cs typeface="Poppins" panose="00000500000000000000" pitchFamily="2" charset="0"/>
                        </a:rPr>
                        <a:t>Visualization Generation: Creating visual representations of ingestion health and status</a:t>
                      </a:r>
                    </a:p>
                  </a:txBody>
                  <a:tcPr marL="45720" marR="45720">
                    <a:solidFill>
                      <a:schemeClr val="bg1">
                        <a:lumMod val="95000"/>
                      </a:schemeClr>
                    </a:solidFill>
                  </a:tcPr>
                </a:tc>
                <a:tc>
                  <a:txBody>
                    <a:bodyPr/>
                    <a:lstStyle/>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Usage Pattern Analysis: Learning from historical agent interactions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Performance Monitoring: Tracking ingestion job success rates and durations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Feedback Integration: Incorporating explicit and implicit user feedback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Knowledge Base Updating: Automatically refreshing Fivetran capability information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Self-Improvement: Refining recommendation algorithms based on outcomes</a:t>
                      </a:r>
                    </a:p>
                  </a:txBody>
                  <a:tcPr marL="45720" marR="45720">
                    <a:solidFill>
                      <a:schemeClr val="bg1">
                        <a:lumMod val="95000"/>
                      </a:schemeClr>
                    </a:solidFill>
                  </a:tcPr>
                </a:tc>
                <a:tc>
                  <a:txBody>
                    <a:bodyPr/>
                    <a:lstStyle/>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Agent Communication Protocol: Structured format for inter-agent messaging</a:t>
                      </a:r>
                    </a:p>
                    <a:p>
                      <a:pPr marL="0" lvl="0" indent="0" algn="l" defTabSz="914400" rtl="0" eaLnBrk="1" latinLnBrk="0" hangingPunct="1">
                        <a:buFont typeface="Arial" panose="020B0604020202020204" pitchFamily="34" charset="0"/>
                        <a:buNone/>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Event Publishing: Broadcasting of significant events to interested agents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Service Discovery: Mechanism to identify and interact with other platform agents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Task Delegation: Framework for assigning sub-tasks to specialized agents </a:t>
                      </a:r>
                    </a:p>
                    <a:p>
                      <a:pPr marL="171450" lvl="0" indent="-171450" algn="l" defTabSz="914400" rtl="0" eaLnBrk="1" latinLnBrk="0" hangingPunct="1">
                        <a:buFont typeface="Arial" panose="020B0604020202020204" pitchFamily="34" charset="0"/>
                        <a:buChar char="•"/>
                      </a:pPr>
                      <a:endParaRPr lang="en-US" sz="900" kern="1200">
                        <a:solidFill>
                          <a:srgbClr val="000000"/>
                        </a:solidFill>
                        <a:latin typeface="Poppins" panose="00000500000000000000" pitchFamily="2" charset="0"/>
                        <a:ea typeface="+mn-ea"/>
                        <a:cs typeface="Poppins" panose="00000500000000000000" pitchFamily="2" charset="0"/>
                      </a:endParaRPr>
                    </a:p>
                    <a:p>
                      <a:pPr marL="171450" lvl="0" indent="-171450" algn="l" defTabSz="914400" rtl="0" eaLnBrk="1" latinLnBrk="0" hangingPunct="1">
                        <a:buFont typeface="Arial" panose="020B0604020202020204" pitchFamily="34" charset="0"/>
                        <a:buChar char="•"/>
                      </a:pPr>
                      <a:r>
                        <a:rPr lang="en-US" sz="900" kern="1200">
                          <a:solidFill>
                            <a:srgbClr val="000000"/>
                          </a:solidFill>
                          <a:latin typeface="Poppins" panose="00000500000000000000" pitchFamily="2" charset="0"/>
                          <a:ea typeface="+mn-ea"/>
                          <a:cs typeface="Poppins" panose="00000500000000000000" pitchFamily="2" charset="0"/>
                        </a:rPr>
                        <a:t>Collective Learning: Sharing insights gained across the agent ecosystem </a:t>
                      </a:r>
                    </a:p>
                  </a:txBody>
                  <a:tcPr marL="45720" marR="45720">
                    <a:solidFill>
                      <a:schemeClr val="bg1">
                        <a:lumMod val="95000"/>
                      </a:schemeClr>
                    </a:solidFill>
                  </a:tcPr>
                </a:tc>
                <a:extLst>
                  <a:ext uri="{0D108BD9-81ED-4DB2-BD59-A6C34878D82A}">
                    <a16:rowId xmlns:a16="http://schemas.microsoft.com/office/drawing/2014/main" val="564088350"/>
                  </a:ext>
                </a:extLst>
              </a:tr>
            </a:tbl>
          </a:graphicData>
        </a:graphic>
      </p:graphicFrame>
      <p:sp>
        <p:nvSpPr>
          <p:cNvPr id="28" name="Oval 27">
            <a:extLst>
              <a:ext uri="{FF2B5EF4-FFF2-40B4-BE49-F238E27FC236}">
                <a16:creationId xmlns:a16="http://schemas.microsoft.com/office/drawing/2014/main" id="{60EC0D88-199A-3377-C3E2-B58E3CAB6ACD}"/>
              </a:ext>
            </a:extLst>
          </p:cNvPr>
          <p:cNvSpPr/>
          <p:nvPr/>
        </p:nvSpPr>
        <p:spPr>
          <a:xfrm>
            <a:off x="0" y="3314641"/>
            <a:ext cx="240336" cy="26125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bg2">
                    <a:lumMod val="25000"/>
                  </a:schemeClr>
                </a:solidFill>
                <a:latin typeface="Bierstadt" panose="020B0004020202020204" pitchFamily="34" charset="0"/>
              </a:rPr>
              <a:t>1</a:t>
            </a:r>
          </a:p>
        </p:txBody>
      </p:sp>
      <p:sp>
        <p:nvSpPr>
          <p:cNvPr id="29" name="Oval 28">
            <a:extLst>
              <a:ext uri="{FF2B5EF4-FFF2-40B4-BE49-F238E27FC236}">
                <a16:creationId xmlns:a16="http://schemas.microsoft.com/office/drawing/2014/main" id="{810732E1-B61E-01DE-1A9E-E613B4028705}"/>
              </a:ext>
            </a:extLst>
          </p:cNvPr>
          <p:cNvSpPr/>
          <p:nvPr/>
        </p:nvSpPr>
        <p:spPr>
          <a:xfrm>
            <a:off x="2021528" y="3314639"/>
            <a:ext cx="240336" cy="26125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bg2">
                    <a:lumMod val="25000"/>
                  </a:schemeClr>
                </a:solidFill>
                <a:latin typeface="Bierstadt" panose="020B0004020202020204" pitchFamily="34" charset="0"/>
              </a:rPr>
              <a:t>2</a:t>
            </a:r>
          </a:p>
        </p:txBody>
      </p:sp>
      <p:sp>
        <p:nvSpPr>
          <p:cNvPr id="30" name="Oval 29">
            <a:extLst>
              <a:ext uri="{FF2B5EF4-FFF2-40B4-BE49-F238E27FC236}">
                <a16:creationId xmlns:a16="http://schemas.microsoft.com/office/drawing/2014/main" id="{1F031159-4BD1-C93D-DF0E-56AF4E122CA5}"/>
              </a:ext>
            </a:extLst>
          </p:cNvPr>
          <p:cNvSpPr/>
          <p:nvPr/>
        </p:nvSpPr>
        <p:spPr>
          <a:xfrm>
            <a:off x="4012869" y="3330387"/>
            <a:ext cx="240336" cy="26125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bg2">
                    <a:lumMod val="25000"/>
                  </a:schemeClr>
                </a:solidFill>
                <a:latin typeface="Bierstadt" panose="020B0004020202020204" pitchFamily="34" charset="0"/>
              </a:rPr>
              <a:t>3</a:t>
            </a:r>
          </a:p>
        </p:txBody>
      </p:sp>
      <p:sp>
        <p:nvSpPr>
          <p:cNvPr id="31" name="Oval 30">
            <a:extLst>
              <a:ext uri="{FF2B5EF4-FFF2-40B4-BE49-F238E27FC236}">
                <a16:creationId xmlns:a16="http://schemas.microsoft.com/office/drawing/2014/main" id="{2F462217-D6E4-2137-2E48-38BAA0E4D14C}"/>
              </a:ext>
            </a:extLst>
          </p:cNvPr>
          <p:cNvSpPr/>
          <p:nvPr/>
        </p:nvSpPr>
        <p:spPr>
          <a:xfrm>
            <a:off x="6073601" y="3330387"/>
            <a:ext cx="240336" cy="26125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bg2">
                    <a:lumMod val="25000"/>
                  </a:schemeClr>
                </a:solidFill>
                <a:latin typeface="Bierstadt" panose="020B0004020202020204" pitchFamily="34" charset="0"/>
              </a:rPr>
              <a:t>4</a:t>
            </a:r>
          </a:p>
        </p:txBody>
      </p:sp>
      <p:sp>
        <p:nvSpPr>
          <p:cNvPr id="32" name="Oval 31">
            <a:extLst>
              <a:ext uri="{FF2B5EF4-FFF2-40B4-BE49-F238E27FC236}">
                <a16:creationId xmlns:a16="http://schemas.microsoft.com/office/drawing/2014/main" id="{AAAD2872-6770-D85E-0209-57311408EBFF}"/>
              </a:ext>
            </a:extLst>
          </p:cNvPr>
          <p:cNvSpPr/>
          <p:nvPr/>
        </p:nvSpPr>
        <p:spPr>
          <a:xfrm>
            <a:off x="8077398" y="3314638"/>
            <a:ext cx="240336" cy="26125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bg2">
                    <a:lumMod val="25000"/>
                  </a:schemeClr>
                </a:solidFill>
                <a:latin typeface="Bierstadt" panose="020B0004020202020204" pitchFamily="34" charset="0"/>
              </a:rPr>
              <a:t>5</a:t>
            </a:r>
          </a:p>
        </p:txBody>
      </p:sp>
      <p:sp>
        <p:nvSpPr>
          <p:cNvPr id="33" name="Oval 32">
            <a:extLst>
              <a:ext uri="{FF2B5EF4-FFF2-40B4-BE49-F238E27FC236}">
                <a16:creationId xmlns:a16="http://schemas.microsoft.com/office/drawing/2014/main" id="{0553CA29-E9DA-2982-6144-54437F57EA2B}"/>
              </a:ext>
            </a:extLst>
          </p:cNvPr>
          <p:cNvSpPr/>
          <p:nvPr/>
        </p:nvSpPr>
        <p:spPr>
          <a:xfrm>
            <a:off x="10116682" y="3314637"/>
            <a:ext cx="240336" cy="26125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bg2">
                    <a:lumMod val="25000"/>
                  </a:schemeClr>
                </a:solidFill>
                <a:latin typeface="Bierstadt" panose="020B0004020202020204" pitchFamily="34" charset="0"/>
              </a:rPr>
              <a:t>6</a:t>
            </a:r>
          </a:p>
        </p:txBody>
      </p:sp>
      <p:sp>
        <p:nvSpPr>
          <p:cNvPr id="35" name="TextBox 34">
            <a:extLst>
              <a:ext uri="{FF2B5EF4-FFF2-40B4-BE49-F238E27FC236}">
                <a16:creationId xmlns:a16="http://schemas.microsoft.com/office/drawing/2014/main" id="{C8333F71-FAB0-9CD9-9578-18B328B9F9BD}"/>
              </a:ext>
            </a:extLst>
          </p:cNvPr>
          <p:cNvSpPr txBox="1"/>
          <p:nvPr/>
        </p:nvSpPr>
        <p:spPr>
          <a:xfrm>
            <a:off x="9285514" y="1826655"/>
            <a:ext cx="2427496" cy="1015663"/>
          </a:xfrm>
          <a:prstGeom prst="rect">
            <a:avLst/>
          </a:prstGeom>
          <a:noFill/>
        </p:spPr>
        <p:txBody>
          <a:bodyPr wrap="square" rtlCol="0">
            <a:spAutoFit/>
          </a:bodyPr>
          <a:lstStyle/>
          <a:p>
            <a:r>
              <a:rPr lang="en-US" sz="1200" kern="0">
                <a:solidFill>
                  <a:srgbClr val="000000"/>
                </a:solidFill>
                <a:effectLst/>
                <a:latin typeface="Poppins" panose="00000500000000000000" pitchFamily="2" charset="0"/>
                <a:ea typeface="Times New Roman" panose="02020603050405020304" pitchFamily="18" charset="0"/>
                <a:cs typeface="Poppins" panose="00000500000000000000" pitchFamily="2" charset="0"/>
              </a:rPr>
              <a:t>This agent wraps around Fivetran, a powerful ETL tool, to provide intelligent, context-aware data ingestion capabilities.</a:t>
            </a:r>
            <a:r>
              <a:rPr lang="en-US" sz="1200">
                <a:solidFill>
                  <a:srgbClr val="000000"/>
                </a:solidFill>
                <a:effectLst/>
                <a:latin typeface="Poppins" panose="00000500000000000000" pitchFamily="2" charset="0"/>
                <a:cs typeface="Poppins" panose="00000500000000000000" pitchFamily="2" charset="0"/>
              </a:rPr>
              <a:t> </a:t>
            </a:r>
            <a:endParaRPr lang="en-US" sz="1200">
              <a:solidFill>
                <a:srgbClr val="000000"/>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97389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B61B-78AE-C7BE-359E-AC2020B3A3E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39E124-21C4-3CB5-A7A5-319CF0D2658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srgbClr val="02072A">
                    <a:tint val="75000"/>
                  </a:srgbClr>
                </a:solidFill>
                <a:effectLst/>
                <a:uLnTx/>
                <a:uFillTx/>
                <a:latin typeface="Bierstadt"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02072A">
                  <a:tint val="75000"/>
                </a:srgbClr>
              </a:solidFill>
              <a:effectLst/>
              <a:uLnTx/>
              <a:uFillTx/>
              <a:latin typeface="Bierstadt" panose="020B0004020202020204" pitchFamily="34" charset="0"/>
              <a:ea typeface="+mn-ea"/>
              <a:cs typeface="+mn-cs"/>
            </a:endParaRPr>
          </a:p>
        </p:txBody>
      </p:sp>
      <p:sp>
        <p:nvSpPr>
          <p:cNvPr id="5" name="Title 3">
            <a:extLst>
              <a:ext uri="{FF2B5EF4-FFF2-40B4-BE49-F238E27FC236}">
                <a16:creationId xmlns:a16="http://schemas.microsoft.com/office/drawing/2014/main" id="{EEA37F5A-6582-DEF2-509B-A42893A32273}"/>
              </a:ext>
            </a:extLst>
          </p:cNvPr>
          <p:cNvSpPr>
            <a:spLocks noGrp="1"/>
          </p:cNvSpPr>
          <p:nvPr>
            <p:ph type="title"/>
          </p:nvPr>
        </p:nvSpPr>
        <p:spPr>
          <a:xfrm>
            <a:off x="885824" y="301051"/>
            <a:ext cx="11058525" cy="773333"/>
          </a:xfrm>
        </p:spPr>
        <p:txBody>
          <a:bodyPr>
            <a:noAutofit/>
          </a:bodyPr>
          <a:lstStyle/>
          <a:p>
            <a:pPr marL="0" marR="0" lvl="0" indent="0" algn="l" defTabSz="914400" rtl="0" eaLnBrk="1" fontAlgn="auto" latinLnBrk="0" hangingPunct="1">
              <a:lnSpc>
                <a:spcPct val="90000"/>
              </a:lnSpc>
              <a:spcBef>
                <a:spcPts val="0"/>
              </a:spcBef>
              <a:spcAft>
                <a:spcPts val="0"/>
              </a:spcAft>
              <a:buClrTx/>
              <a:buSzPts val="2800"/>
              <a:buFont typeface="Arial" panose="020B0604020202020204" pitchFamily="34" charset="0"/>
              <a:buNone/>
              <a:tabLst/>
              <a:defRPr/>
            </a:pPr>
            <a:r>
              <a:rPr kumimoji="0" lang="en-US" sz="2400" b="1" i="0" u="none" strike="noStrike" kern="1200" cap="none" spc="0" normalizeH="0" baseline="0" noProof="0">
                <a:ln>
                  <a:noFill/>
                </a:ln>
                <a:solidFill>
                  <a:srgbClr val="02072A"/>
                </a:solidFill>
                <a:effectLst/>
                <a:uLnTx/>
                <a:uFillTx/>
                <a:latin typeface="Poppins" panose="00000500000000000000" pitchFamily="2" charset="0"/>
                <a:cs typeface="Poppins" panose="00000500000000000000" pitchFamily="2" charset="0"/>
              </a:rPr>
              <a:t>Technical Implementation Architecture </a:t>
            </a:r>
          </a:p>
        </p:txBody>
      </p:sp>
      <p:sp>
        <p:nvSpPr>
          <p:cNvPr id="2" name="Rectangle: Rounded Corners 1">
            <a:extLst>
              <a:ext uri="{FF2B5EF4-FFF2-40B4-BE49-F238E27FC236}">
                <a16:creationId xmlns:a16="http://schemas.microsoft.com/office/drawing/2014/main" id="{9FB3FA88-FD06-EFAB-C124-D16424DCD452}"/>
              </a:ext>
            </a:extLst>
          </p:cNvPr>
          <p:cNvSpPr/>
          <p:nvPr/>
        </p:nvSpPr>
        <p:spPr>
          <a:xfrm>
            <a:off x="276225" y="1743075"/>
            <a:ext cx="1828393" cy="3990975"/>
          </a:xfrm>
          <a:prstGeom prst="roundRect">
            <a:avLst>
              <a:gd name="adj" fmla="val 9099"/>
            </a:avLst>
          </a:prstGeom>
          <a:gradFill flip="none" rotWithShape="1">
            <a:gsLst>
              <a:gs pos="35000">
                <a:srgbClr val="F5F5F5"/>
              </a:gs>
              <a:gs pos="100000">
                <a:srgbClr val="EAEAEB"/>
              </a:gs>
              <a:gs pos="3000">
                <a:sysClr val="window" lastClr="FFFFFF"/>
              </a:gs>
            </a:gsLst>
            <a:lin ang="16200000" scaled="1"/>
            <a:tileRect/>
          </a:gradFill>
          <a:ln w="12700" cap="flat" cmpd="sng" algn="ctr">
            <a:noFill/>
            <a:prstDash val="solid"/>
            <a:miter lim="800000"/>
          </a:ln>
          <a:effectLst/>
        </p:spPr>
        <p:txBody>
          <a:bodyPr tIns="612000" rtlCol="0" anchor="t"/>
          <a:lstStyle/>
          <a:p>
            <a:pPr algn="ctr"/>
            <a:r>
              <a:rPr lang="en-US" sz="1200" b="1" kern="0">
                <a:solidFill>
                  <a:schemeClr val="tx2">
                    <a:lumMod val="90000"/>
                    <a:lumOff val="10000"/>
                  </a:schemeClr>
                </a:solidFill>
                <a:latin typeface="Poppins" panose="00000500000000000000" pitchFamily="2" charset="0"/>
                <a:cs typeface="Poppins" panose="00000500000000000000" pitchFamily="2" charset="0"/>
              </a:rPr>
              <a:t>Vector Knowledge Store</a:t>
            </a:r>
            <a:endParaRPr lang="en-IN" sz="1200" b="1" kern="0">
              <a:solidFill>
                <a:schemeClr val="tx2">
                  <a:lumMod val="90000"/>
                  <a:lumOff val="10000"/>
                </a:schemeClr>
              </a:solidFill>
              <a:latin typeface="Poppins" panose="00000500000000000000" pitchFamily="2" charset="0"/>
              <a:cs typeface="Poppins" panose="00000500000000000000" pitchFamily="2" charset="0"/>
            </a:endParaRPr>
          </a:p>
        </p:txBody>
      </p:sp>
      <p:sp>
        <p:nvSpPr>
          <p:cNvPr id="4" name="Rectangle: Rounded Corners 3">
            <a:extLst>
              <a:ext uri="{FF2B5EF4-FFF2-40B4-BE49-F238E27FC236}">
                <a16:creationId xmlns:a16="http://schemas.microsoft.com/office/drawing/2014/main" id="{613A06A6-F95F-D2BE-BC60-61DFC7D09283}"/>
              </a:ext>
            </a:extLst>
          </p:cNvPr>
          <p:cNvSpPr/>
          <p:nvPr/>
        </p:nvSpPr>
        <p:spPr>
          <a:xfrm>
            <a:off x="2223216" y="1743075"/>
            <a:ext cx="1828393" cy="3990975"/>
          </a:xfrm>
          <a:prstGeom prst="roundRect">
            <a:avLst>
              <a:gd name="adj" fmla="val 9099"/>
            </a:avLst>
          </a:prstGeom>
          <a:gradFill flip="none" rotWithShape="1">
            <a:gsLst>
              <a:gs pos="35000">
                <a:srgbClr val="F5F5F5"/>
              </a:gs>
              <a:gs pos="100000">
                <a:srgbClr val="EAEAEB"/>
              </a:gs>
              <a:gs pos="3000">
                <a:sysClr val="window" lastClr="FFFFFF"/>
              </a:gs>
            </a:gsLst>
            <a:lin ang="16200000" scaled="1"/>
            <a:tileRect/>
          </a:gradFill>
          <a:ln w="12700" cap="flat" cmpd="sng" algn="ctr">
            <a:noFill/>
            <a:prstDash val="solid"/>
            <a:miter lim="800000"/>
          </a:ln>
          <a:effectLst/>
        </p:spPr>
        <p:txBody>
          <a:bodyPr tIns="612000" rtlCol="0" anchor="t"/>
          <a:lstStyle/>
          <a:p>
            <a:pPr algn="ctr"/>
            <a:r>
              <a:rPr lang="en-US" sz="1200" b="1" kern="0">
                <a:solidFill>
                  <a:schemeClr val="tx2">
                    <a:lumMod val="90000"/>
                    <a:lumOff val="10000"/>
                  </a:schemeClr>
                </a:solidFill>
                <a:latin typeface="Poppins" panose="00000500000000000000" pitchFamily="2" charset="0"/>
                <a:cs typeface="Poppins" panose="00000500000000000000" pitchFamily="2" charset="0"/>
              </a:rPr>
              <a:t>NLP Engine</a:t>
            </a:r>
            <a:endParaRPr lang="en-IN" sz="1200" b="1" kern="0">
              <a:solidFill>
                <a:schemeClr val="tx2">
                  <a:lumMod val="90000"/>
                  <a:lumOff val="10000"/>
                </a:schemeClr>
              </a:solidFill>
              <a:latin typeface="Poppins" panose="00000500000000000000" pitchFamily="2" charset="0"/>
              <a:cs typeface="Poppins" panose="00000500000000000000" pitchFamily="2" charset="0"/>
            </a:endParaRPr>
          </a:p>
        </p:txBody>
      </p:sp>
      <p:sp>
        <p:nvSpPr>
          <p:cNvPr id="6" name="Rectangle: Rounded Corners 5">
            <a:extLst>
              <a:ext uri="{FF2B5EF4-FFF2-40B4-BE49-F238E27FC236}">
                <a16:creationId xmlns:a16="http://schemas.microsoft.com/office/drawing/2014/main" id="{F923941E-1F16-427A-8512-6DAD7B8EC8C4}"/>
              </a:ext>
            </a:extLst>
          </p:cNvPr>
          <p:cNvSpPr/>
          <p:nvPr/>
        </p:nvSpPr>
        <p:spPr>
          <a:xfrm>
            <a:off x="4170207" y="1743075"/>
            <a:ext cx="1828393" cy="3990975"/>
          </a:xfrm>
          <a:prstGeom prst="roundRect">
            <a:avLst>
              <a:gd name="adj" fmla="val 9099"/>
            </a:avLst>
          </a:prstGeom>
          <a:gradFill flip="none" rotWithShape="1">
            <a:gsLst>
              <a:gs pos="35000">
                <a:srgbClr val="F5F5F5"/>
              </a:gs>
              <a:gs pos="100000">
                <a:srgbClr val="EAEAEB"/>
              </a:gs>
              <a:gs pos="3000">
                <a:sysClr val="window" lastClr="FFFFFF"/>
              </a:gs>
            </a:gsLst>
            <a:lin ang="16200000" scaled="1"/>
            <a:tileRect/>
          </a:gradFill>
          <a:ln w="12700" cap="flat" cmpd="sng" algn="ctr">
            <a:noFill/>
            <a:prstDash val="solid"/>
            <a:miter lim="800000"/>
          </a:ln>
          <a:effectLst/>
        </p:spPr>
        <p:txBody>
          <a:bodyPr tIns="612000" rtlCol="0" anchor="t"/>
          <a:lstStyle/>
          <a:p>
            <a:pPr algn="ctr"/>
            <a:r>
              <a:rPr lang="en-US" sz="1200" b="1" kern="0">
                <a:solidFill>
                  <a:schemeClr val="tx2">
                    <a:lumMod val="90000"/>
                    <a:lumOff val="10000"/>
                  </a:schemeClr>
                </a:solidFill>
                <a:latin typeface="Poppins" panose="00000500000000000000" pitchFamily="2" charset="0"/>
                <a:cs typeface="Poppins" panose="00000500000000000000" pitchFamily="2" charset="0"/>
              </a:rPr>
              <a:t>API Integration Layer</a:t>
            </a:r>
            <a:endParaRPr lang="en-IN" sz="1200" b="1" kern="0">
              <a:solidFill>
                <a:schemeClr val="tx2">
                  <a:lumMod val="90000"/>
                  <a:lumOff val="10000"/>
                </a:schemeClr>
              </a:solidFill>
              <a:latin typeface="Poppins" panose="00000500000000000000" pitchFamily="2" charset="0"/>
              <a:cs typeface="Poppins" panose="00000500000000000000" pitchFamily="2" charset="0"/>
            </a:endParaRPr>
          </a:p>
        </p:txBody>
      </p:sp>
      <p:sp>
        <p:nvSpPr>
          <p:cNvPr id="7" name="Rectangle: Rounded Corners 6">
            <a:extLst>
              <a:ext uri="{FF2B5EF4-FFF2-40B4-BE49-F238E27FC236}">
                <a16:creationId xmlns:a16="http://schemas.microsoft.com/office/drawing/2014/main" id="{2DA0C477-F3BB-89C1-6A18-973C0A6A8B1C}"/>
              </a:ext>
            </a:extLst>
          </p:cNvPr>
          <p:cNvSpPr/>
          <p:nvPr/>
        </p:nvSpPr>
        <p:spPr>
          <a:xfrm>
            <a:off x="6117199" y="1743075"/>
            <a:ext cx="1828393" cy="3990975"/>
          </a:xfrm>
          <a:prstGeom prst="roundRect">
            <a:avLst>
              <a:gd name="adj" fmla="val 9099"/>
            </a:avLst>
          </a:prstGeom>
          <a:gradFill flip="none" rotWithShape="1">
            <a:gsLst>
              <a:gs pos="35000">
                <a:srgbClr val="F5F5F5"/>
              </a:gs>
              <a:gs pos="100000">
                <a:srgbClr val="EAEAEB"/>
              </a:gs>
              <a:gs pos="3000">
                <a:sysClr val="window" lastClr="FFFFFF"/>
              </a:gs>
            </a:gsLst>
            <a:lin ang="16200000" scaled="1"/>
            <a:tileRect/>
          </a:gradFill>
          <a:ln w="12700" cap="flat" cmpd="sng" algn="ctr">
            <a:noFill/>
            <a:prstDash val="solid"/>
            <a:miter lim="800000"/>
          </a:ln>
          <a:effectLst/>
        </p:spPr>
        <p:txBody>
          <a:bodyPr tIns="612000" rtlCol="0" anchor="t"/>
          <a:lstStyle/>
          <a:p>
            <a:pPr algn="ctr"/>
            <a:r>
              <a:rPr lang="en-US" sz="1200" b="1" kern="0">
                <a:solidFill>
                  <a:schemeClr val="tx2">
                    <a:lumMod val="90000"/>
                    <a:lumOff val="10000"/>
                  </a:schemeClr>
                </a:solidFill>
                <a:latin typeface="Poppins" panose="00000500000000000000" pitchFamily="2" charset="0"/>
                <a:cs typeface="Poppins" panose="00000500000000000000" pitchFamily="2" charset="0"/>
              </a:rPr>
              <a:t>Workflow Engine</a:t>
            </a:r>
            <a:endParaRPr lang="en-IN" sz="1200" b="1" kern="0">
              <a:solidFill>
                <a:schemeClr val="tx2">
                  <a:lumMod val="90000"/>
                  <a:lumOff val="10000"/>
                </a:schemeClr>
              </a:solidFill>
              <a:latin typeface="Poppins" panose="00000500000000000000" pitchFamily="2" charset="0"/>
              <a:cs typeface="Poppins" panose="00000500000000000000" pitchFamily="2" charset="0"/>
            </a:endParaRPr>
          </a:p>
        </p:txBody>
      </p:sp>
      <p:sp>
        <p:nvSpPr>
          <p:cNvPr id="8" name="Rectangle: Rounded Corners 7">
            <a:extLst>
              <a:ext uri="{FF2B5EF4-FFF2-40B4-BE49-F238E27FC236}">
                <a16:creationId xmlns:a16="http://schemas.microsoft.com/office/drawing/2014/main" id="{EF9A1AAB-02FA-4F37-A33F-AF30176F25DE}"/>
              </a:ext>
            </a:extLst>
          </p:cNvPr>
          <p:cNvSpPr/>
          <p:nvPr/>
        </p:nvSpPr>
        <p:spPr>
          <a:xfrm>
            <a:off x="8064190" y="1743075"/>
            <a:ext cx="1828393" cy="3990975"/>
          </a:xfrm>
          <a:prstGeom prst="roundRect">
            <a:avLst>
              <a:gd name="adj" fmla="val 9099"/>
            </a:avLst>
          </a:prstGeom>
          <a:gradFill flip="none" rotWithShape="1">
            <a:gsLst>
              <a:gs pos="35000">
                <a:srgbClr val="F5F5F5"/>
              </a:gs>
              <a:gs pos="100000">
                <a:srgbClr val="EAEAEB"/>
              </a:gs>
              <a:gs pos="3000">
                <a:sysClr val="window" lastClr="FFFFFF"/>
              </a:gs>
            </a:gsLst>
            <a:lin ang="16200000" scaled="1"/>
            <a:tileRect/>
          </a:gradFill>
          <a:ln w="12700" cap="flat" cmpd="sng" algn="ctr">
            <a:noFill/>
            <a:prstDash val="solid"/>
            <a:miter lim="800000"/>
          </a:ln>
          <a:effectLst/>
        </p:spPr>
        <p:txBody>
          <a:bodyPr tIns="612000" rtlCol="0" anchor="t"/>
          <a:lstStyle/>
          <a:p>
            <a:pPr algn="ctr"/>
            <a:r>
              <a:rPr lang="en-US" sz="1200" b="1" kern="0">
                <a:solidFill>
                  <a:schemeClr val="tx2">
                    <a:lumMod val="90000"/>
                    <a:lumOff val="10000"/>
                  </a:schemeClr>
                </a:solidFill>
                <a:latin typeface="Poppins" panose="00000500000000000000" pitchFamily="2" charset="0"/>
                <a:cs typeface="Poppins" panose="00000500000000000000" pitchFamily="2" charset="0"/>
              </a:rPr>
              <a:t>Monitoring &amp; Analytics</a:t>
            </a:r>
            <a:endParaRPr lang="en-IN" sz="1200" b="1" kern="0">
              <a:solidFill>
                <a:schemeClr val="tx2">
                  <a:lumMod val="90000"/>
                  <a:lumOff val="10000"/>
                </a:schemeClr>
              </a:solidFill>
              <a:latin typeface="Poppins" panose="00000500000000000000" pitchFamily="2" charset="0"/>
              <a:cs typeface="Poppins" panose="00000500000000000000" pitchFamily="2" charset="0"/>
            </a:endParaRPr>
          </a:p>
        </p:txBody>
      </p:sp>
      <p:sp>
        <p:nvSpPr>
          <p:cNvPr id="9" name="Rectangle: Rounded Corners 8">
            <a:extLst>
              <a:ext uri="{FF2B5EF4-FFF2-40B4-BE49-F238E27FC236}">
                <a16:creationId xmlns:a16="http://schemas.microsoft.com/office/drawing/2014/main" id="{6DA865AA-BBA0-482F-D6C3-D805F16B291C}"/>
              </a:ext>
            </a:extLst>
          </p:cNvPr>
          <p:cNvSpPr/>
          <p:nvPr/>
        </p:nvSpPr>
        <p:spPr>
          <a:xfrm>
            <a:off x="10011181" y="1743075"/>
            <a:ext cx="1828393" cy="3990975"/>
          </a:xfrm>
          <a:prstGeom prst="roundRect">
            <a:avLst>
              <a:gd name="adj" fmla="val 9099"/>
            </a:avLst>
          </a:prstGeom>
          <a:gradFill flip="none" rotWithShape="1">
            <a:gsLst>
              <a:gs pos="35000">
                <a:srgbClr val="F5F5F5"/>
              </a:gs>
              <a:gs pos="100000">
                <a:srgbClr val="EAEAEB"/>
              </a:gs>
              <a:gs pos="3000">
                <a:sysClr val="window" lastClr="FFFFFF"/>
              </a:gs>
            </a:gsLst>
            <a:lin ang="16200000" scaled="1"/>
            <a:tileRect/>
          </a:gradFill>
          <a:ln w="12700" cap="flat" cmpd="sng" algn="ctr">
            <a:noFill/>
            <a:prstDash val="solid"/>
            <a:miter lim="800000"/>
          </a:ln>
          <a:effectLst/>
        </p:spPr>
        <p:txBody>
          <a:bodyPr tIns="612000" rtlCol="0" anchor="t"/>
          <a:lstStyle/>
          <a:p>
            <a:pPr algn="ctr"/>
            <a:r>
              <a:rPr lang="en-US" sz="1200" b="1" kern="0">
                <a:solidFill>
                  <a:schemeClr val="tx2">
                    <a:lumMod val="90000"/>
                    <a:lumOff val="10000"/>
                  </a:schemeClr>
                </a:solidFill>
                <a:latin typeface="Poppins" panose="00000500000000000000" pitchFamily="2" charset="0"/>
                <a:cs typeface="Poppins" panose="00000500000000000000" pitchFamily="2" charset="0"/>
              </a:rPr>
              <a:t>Agent Communication Bus</a:t>
            </a:r>
            <a:endParaRPr lang="en-IN" sz="1200" b="1" kern="0">
              <a:solidFill>
                <a:schemeClr val="tx2">
                  <a:lumMod val="90000"/>
                  <a:lumOff val="10000"/>
                </a:schemeClr>
              </a:solidFill>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DE5842FF-A22F-9B03-2D47-CE66F0FD7F76}"/>
              </a:ext>
            </a:extLst>
          </p:cNvPr>
          <p:cNvSpPr txBox="1"/>
          <p:nvPr/>
        </p:nvSpPr>
        <p:spPr>
          <a:xfrm>
            <a:off x="276225" y="2957060"/>
            <a:ext cx="1828392" cy="2391680"/>
          </a:xfrm>
          <a:prstGeom prst="rect">
            <a:avLst/>
          </a:prstGeom>
          <a:noFill/>
        </p:spPr>
        <p:txBody>
          <a:bodyPr wrap="square">
            <a:spAutoFit/>
          </a:bodyPr>
          <a:lstStyle/>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Embeddings of Fivetran documentation, API references, and best practices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Semantic search capabilities for rapid knowledge retrieval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Regular update mechanism to stay current with Fivetran releases </a:t>
            </a:r>
          </a:p>
        </p:txBody>
      </p:sp>
      <p:sp>
        <p:nvSpPr>
          <p:cNvPr id="13" name="TextBox 12">
            <a:extLst>
              <a:ext uri="{FF2B5EF4-FFF2-40B4-BE49-F238E27FC236}">
                <a16:creationId xmlns:a16="http://schemas.microsoft.com/office/drawing/2014/main" id="{75429B98-9AA4-04FF-1F87-0688D800C4F7}"/>
              </a:ext>
            </a:extLst>
          </p:cNvPr>
          <p:cNvSpPr txBox="1"/>
          <p:nvPr/>
        </p:nvSpPr>
        <p:spPr>
          <a:xfrm>
            <a:off x="2223215" y="2957060"/>
            <a:ext cx="1828393" cy="2391680"/>
          </a:xfrm>
          <a:prstGeom prst="rect">
            <a:avLst/>
          </a:prstGeom>
          <a:noFill/>
        </p:spPr>
        <p:txBody>
          <a:bodyPr wrap="square">
            <a:spAutoFit/>
          </a:bodyPr>
          <a:lstStyle/>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Fine-tuned LLM for data integration domain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Specialized models for technical parameter extraction and validation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Few-shot learning capabilities for adapting to organization-specific terminology</a:t>
            </a:r>
          </a:p>
        </p:txBody>
      </p:sp>
      <p:sp>
        <p:nvSpPr>
          <p:cNvPr id="15" name="TextBox 14">
            <a:extLst>
              <a:ext uri="{FF2B5EF4-FFF2-40B4-BE49-F238E27FC236}">
                <a16:creationId xmlns:a16="http://schemas.microsoft.com/office/drawing/2014/main" id="{92C7C00E-D2A0-C557-6BB7-A39F2EC50A8D}"/>
              </a:ext>
            </a:extLst>
          </p:cNvPr>
          <p:cNvSpPr txBox="1"/>
          <p:nvPr/>
        </p:nvSpPr>
        <p:spPr>
          <a:xfrm>
            <a:off x="4170207" y="2957060"/>
            <a:ext cx="1828394" cy="1930016"/>
          </a:xfrm>
          <a:prstGeom prst="rect">
            <a:avLst/>
          </a:prstGeom>
          <a:noFill/>
        </p:spPr>
        <p:txBody>
          <a:bodyPr wrap="square">
            <a:spAutoFit/>
          </a:bodyPr>
          <a:lstStyle/>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Authentication and authorization management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Rate limiting and request optimization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Response caching and connection pooling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Error handling and retry logic</a:t>
            </a:r>
          </a:p>
        </p:txBody>
      </p:sp>
      <p:sp>
        <p:nvSpPr>
          <p:cNvPr id="17" name="TextBox 16">
            <a:extLst>
              <a:ext uri="{FF2B5EF4-FFF2-40B4-BE49-F238E27FC236}">
                <a16:creationId xmlns:a16="http://schemas.microsoft.com/office/drawing/2014/main" id="{444DDE7A-5EF7-82E5-C6EC-08C93B9A4D78}"/>
              </a:ext>
            </a:extLst>
          </p:cNvPr>
          <p:cNvSpPr txBox="1"/>
          <p:nvPr/>
        </p:nvSpPr>
        <p:spPr>
          <a:xfrm>
            <a:off x="6074802" y="2957060"/>
            <a:ext cx="1870790" cy="2109552"/>
          </a:xfrm>
          <a:prstGeom prst="rect">
            <a:avLst/>
          </a:prstGeom>
          <a:noFill/>
        </p:spPr>
        <p:txBody>
          <a:bodyPr wrap="square">
            <a:spAutoFit/>
          </a:bodyPr>
          <a:lstStyle/>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State management for multi-step ingestion processes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Parallel execution of independent tasks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Checkpoint and recovery mechanisms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Long-running operation management </a:t>
            </a:r>
          </a:p>
        </p:txBody>
      </p:sp>
      <p:sp>
        <p:nvSpPr>
          <p:cNvPr id="19" name="TextBox 18">
            <a:extLst>
              <a:ext uri="{FF2B5EF4-FFF2-40B4-BE49-F238E27FC236}">
                <a16:creationId xmlns:a16="http://schemas.microsoft.com/office/drawing/2014/main" id="{B51774E8-A009-39EF-0033-C4F6B3CDD546}"/>
              </a:ext>
            </a:extLst>
          </p:cNvPr>
          <p:cNvSpPr txBox="1"/>
          <p:nvPr/>
        </p:nvSpPr>
        <p:spPr>
          <a:xfrm>
            <a:off x="8021793" y="2957060"/>
            <a:ext cx="1870790" cy="2289088"/>
          </a:xfrm>
          <a:prstGeom prst="rect">
            <a:avLst/>
          </a:prstGeom>
          <a:noFill/>
        </p:spPr>
        <p:txBody>
          <a:bodyPr wrap="square">
            <a:spAutoFit/>
          </a:bodyPr>
          <a:lstStyle/>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Real-time metrics collection from Fivetran APIs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Performance benchmarking against historical data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Predictive analytics for resource planning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Anomaly detection for early issue identification </a:t>
            </a:r>
          </a:p>
        </p:txBody>
      </p:sp>
      <p:sp>
        <p:nvSpPr>
          <p:cNvPr id="21" name="TextBox 20">
            <a:extLst>
              <a:ext uri="{FF2B5EF4-FFF2-40B4-BE49-F238E27FC236}">
                <a16:creationId xmlns:a16="http://schemas.microsoft.com/office/drawing/2014/main" id="{A6AA7077-F06A-12F1-8358-C4BFA0FBC0C1}"/>
              </a:ext>
            </a:extLst>
          </p:cNvPr>
          <p:cNvSpPr txBox="1"/>
          <p:nvPr/>
        </p:nvSpPr>
        <p:spPr>
          <a:xfrm>
            <a:off x="9968784" y="2957060"/>
            <a:ext cx="1870790" cy="2468625"/>
          </a:xfrm>
          <a:prstGeom prst="rect">
            <a:avLst/>
          </a:prstGeom>
          <a:noFill/>
        </p:spPr>
        <p:txBody>
          <a:bodyPr wrap="square">
            <a:spAutoFit/>
          </a:bodyPr>
          <a:lstStyle/>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Event-driven architecture for inter-agent communication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Standardized message formats for agent interoperability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Prioritization mechanisms for urgent notifications </a:t>
            </a:r>
          </a:p>
          <a:p>
            <a:pPr marL="180975" indent="-180975" algn="l" rtl="0" fontAlgn="base">
              <a:lnSpc>
                <a:spcPts val="1350"/>
              </a:lnSpc>
              <a:spcAft>
                <a:spcPts val="600"/>
              </a:spcAft>
              <a:buFont typeface="Arial" panose="020B0604020202020204" pitchFamily="34" charset="0"/>
              <a:buChar char="•"/>
            </a:pPr>
            <a:r>
              <a:rPr lang="en-US" sz="1000" b="0" i="0">
                <a:solidFill>
                  <a:srgbClr val="000000"/>
                </a:solidFill>
                <a:effectLst/>
                <a:latin typeface="Poppins" panose="00000500000000000000" pitchFamily="2" charset="0"/>
                <a:cs typeface="Poppins" panose="00000500000000000000" pitchFamily="2" charset="0"/>
              </a:rPr>
              <a:t>Audit logging of all inter-agent interactions</a:t>
            </a:r>
          </a:p>
        </p:txBody>
      </p:sp>
      <p:pic>
        <p:nvPicPr>
          <p:cNvPr id="2050" name="Picture 2" descr="Knowledge icons for free download | Freepik">
            <a:extLst>
              <a:ext uri="{FF2B5EF4-FFF2-40B4-BE49-F238E27FC236}">
                <a16:creationId xmlns:a16="http://schemas.microsoft.com/office/drawing/2014/main" id="{3754A734-DFB2-FF56-3A07-CC38D27845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224" y="1848818"/>
            <a:ext cx="396000" cy="396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Natural language processing, nlp techniques, text analysis, language  understanding, nlp technology, language processing, nlp tools icon -">
            <a:extLst>
              <a:ext uri="{FF2B5EF4-FFF2-40B4-BE49-F238E27FC236}">
                <a16:creationId xmlns:a16="http://schemas.microsoft.com/office/drawing/2014/main" id="{A66EA4B3-99B6-1538-7CAC-E81CF89C17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4886" y="1820369"/>
            <a:ext cx="468000" cy="4680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ntegrated Icon PNG Images, Vectors Free Download - Pngtree">
            <a:extLst>
              <a:ext uri="{FF2B5EF4-FFF2-40B4-BE49-F238E27FC236}">
                <a16:creationId xmlns:a16="http://schemas.microsoft.com/office/drawing/2014/main" id="{73726AD2-9BA5-FCF6-CBEE-BE653B0223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5952" y="1862804"/>
            <a:ext cx="468000" cy="46800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Workflow Icon PNG Images, Vectors Free Download - Pngtree">
            <a:extLst>
              <a:ext uri="{FF2B5EF4-FFF2-40B4-BE49-F238E27FC236}">
                <a16:creationId xmlns:a16="http://schemas.microsoft.com/office/drawing/2014/main" id="{D122D7F4-8620-D12C-7C47-8E5FD33ECF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0060" y="1879649"/>
            <a:ext cx="432000" cy="432000"/>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Analytics - Free computer icons">
            <a:extLst>
              <a:ext uri="{FF2B5EF4-FFF2-40B4-BE49-F238E27FC236}">
                <a16:creationId xmlns:a16="http://schemas.microsoft.com/office/drawing/2014/main" id="{00A9AB5A-8E2B-FFCA-4593-45836C1869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77188" y="192842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Development, experience, interaction, software, user icon - Download on  Iconfinder">
            <a:extLst>
              <a:ext uri="{FF2B5EF4-FFF2-40B4-BE49-F238E27FC236}">
                <a16:creationId xmlns:a16="http://schemas.microsoft.com/office/drawing/2014/main" id="{C3BE6360-2156-A1A0-E197-68029A8DBE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24179" y="1928422"/>
            <a:ext cx="360000"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1046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10650-D3CD-F172-74A5-F37AEB9C9425}"/>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CB7D0450-EE4E-B894-7384-BC6DA4049B4B}"/>
              </a:ext>
            </a:extLst>
          </p:cNvPr>
          <p:cNvSpPr>
            <a:spLocks noGrp="1"/>
          </p:cNvSpPr>
          <p:nvPr>
            <p:ph type="title"/>
          </p:nvPr>
        </p:nvSpPr>
        <p:spPr>
          <a:xfrm>
            <a:off x="885824" y="301051"/>
            <a:ext cx="11058525" cy="773333"/>
          </a:xfrm>
        </p:spPr>
        <p:txBody>
          <a:bodyPr>
            <a:noAutofit/>
          </a:bodyPr>
          <a:lstStyle/>
          <a:p>
            <a:pPr marL="0" marR="0" lvl="0" indent="0" algn="l" defTabSz="914400" rtl="0" eaLnBrk="1" fontAlgn="auto" latinLnBrk="0" hangingPunct="1">
              <a:lnSpc>
                <a:spcPct val="90000"/>
              </a:lnSpc>
              <a:spcBef>
                <a:spcPts val="0"/>
              </a:spcBef>
              <a:spcAft>
                <a:spcPts val="0"/>
              </a:spcAft>
              <a:buClrTx/>
              <a:buSzPts val="2800"/>
              <a:buFont typeface="Arial" panose="020B0604020202020204" pitchFamily="34" charset="0"/>
              <a:buNone/>
              <a:tabLst/>
              <a:defRPr/>
            </a:pPr>
            <a:r>
              <a:rPr kumimoji="0" lang="en-US" sz="2400" b="1" i="0" u="none" strike="noStrike" kern="1200" cap="none" spc="0" normalizeH="0" baseline="0" noProof="0">
                <a:ln>
                  <a:noFill/>
                </a:ln>
                <a:solidFill>
                  <a:srgbClr val="02072A"/>
                </a:solidFill>
                <a:effectLst/>
                <a:uLnTx/>
                <a:uFillTx/>
                <a:latin typeface="Poppins" panose="00000500000000000000" pitchFamily="2" charset="0"/>
                <a:cs typeface="Poppins" panose="00000500000000000000" pitchFamily="2" charset="0"/>
              </a:rPr>
              <a:t>Implementation Timeline </a:t>
            </a:r>
          </a:p>
        </p:txBody>
      </p:sp>
      <p:sp>
        <p:nvSpPr>
          <p:cNvPr id="2" name="Rectangle: Rounded Corners 1">
            <a:extLst>
              <a:ext uri="{FF2B5EF4-FFF2-40B4-BE49-F238E27FC236}">
                <a16:creationId xmlns:a16="http://schemas.microsoft.com/office/drawing/2014/main" id="{06BC8A95-E689-2C98-1B4A-C69DB0CB0028}"/>
              </a:ext>
            </a:extLst>
          </p:cNvPr>
          <p:cNvSpPr/>
          <p:nvPr/>
        </p:nvSpPr>
        <p:spPr>
          <a:xfrm>
            <a:off x="1476375" y="1619251"/>
            <a:ext cx="3191765" cy="428624"/>
          </a:xfrm>
          <a:prstGeom prst="roundRect">
            <a:avLst>
              <a:gd name="adj" fmla="val 9099"/>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algn="ctr"/>
            <a:r>
              <a:rPr lang="en-US" sz="1200" b="1" i="0">
                <a:solidFill>
                  <a:schemeClr val="tx2"/>
                </a:solidFill>
                <a:effectLst/>
                <a:latin typeface="Poppins" panose="00000500000000000000" pitchFamily="2" charset="0"/>
                <a:cs typeface="Poppins" panose="00000500000000000000" pitchFamily="2" charset="0"/>
              </a:rPr>
              <a:t>Phase 1</a:t>
            </a:r>
            <a:endParaRPr lang="en-IN" sz="1200">
              <a:solidFill>
                <a:schemeClr val="tx2"/>
              </a:solidFill>
              <a:latin typeface="Poppins" panose="00000500000000000000" pitchFamily="2" charset="0"/>
              <a:cs typeface="Poppins" panose="00000500000000000000" pitchFamily="2" charset="0"/>
            </a:endParaRPr>
          </a:p>
        </p:txBody>
      </p:sp>
      <p:sp>
        <p:nvSpPr>
          <p:cNvPr id="10" name="Rectangle: Rounded Corners 9">
            <a:extLst>
              <a:ext uri="{FF2B5EF4-FFF2-40B4-BE49-F238E27FC236}">
                <a16:creationId xmlns:a16="http://schemas.microsoft.com/office/drawing/2014/main" id="{28A68DC7-7074-7573-CBAB-77CFD384D315}"/>
              </a:ext>
            </a:extLst>
          </p:cNvPr>
          <p:cNvSpPr/>
          <p:nvPr/>
        </p:nvSpPr>
        <p:spPr>
          <a:xfrm>
            <a:off x="4954936" y="1619251"/>
            <a:ext cx="3191765" cy="428624"/>
          </a:xfrm>
          <a:prstGeom prst="roundRect">
            <a:avLst>
              <a:gd name="adj" fmla="val 9099"/>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algn="ctr"/>
            <a:r>
              <a:rPr lang="en-US" sz="1200" b="1" i="0">
                <a:solidFill>
                  <a:schemeClr val="tx2"/>
                </a:solidFill>
                <a:effectLst/>
                <a:latin typeface="Poppins" panose="00000500000000000000" pitchFamily="2" charset="0"/>
                <a:cs typeface="Poppins" panose="00000500000000000000" pitchFamily="2" charset="0"/>
              </a:rPr>
              <a:t>Phase 2</a:t>
            </a:r>
            <a:endParaRPr lang="en-IN" sz="1200">
              <a:solidFill>
                <a:schemeClr val="tx2"/>
              </a:solidFill>
              <a:latin typeface="Poppins" panose="00000500000000000000" pitchFamily="2" charset="0"/>
              <a:cs typeface="Poppins" panose="00000500000000000000" pitchFamily="2" charset="0"/>
            </a:endParaRPr>
          </a:p>
        </p:txBody>
      </p:sp>
      <p:sp>
        <p:nvSpPr>
          <p:cNvPr id="12" name="Rectangle: Rounded Corners 11">
            <a:extLst>
              <a:ext uri="{FF2B5EF4-FFF2-40B4-BE49-F238E27FC236}">
                <a16:creationId xmlns:a16="http://schemas.microsoft.com/office/drawing/2014/main" id="{C9C58848-E766-1BE6-38AB-B98FECE4F44E}"/>
              </a:ext>
            </a:extLst>
          </p:cNvPr>
          <p:cNvSpPr/>
          <p:nvPr/>
        </p:nvSpPr>
        <p:spPr>
          <a:xfrm>
            <a:off x="8433496" y="1619251"/>
            <a:ext cx="3191765" cy="428624"/>
          </a:xfrm>
          <a:prstGeom prst="roundRect">
            <a:avLst>
              <a:gd name="adj" fmla="val 9099"/>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algn="ctr"/>
            <a:r>
              <a:rPr lang="en-US" sz="1200" b="1" i="0">
                <a:solidFill>
                  <a:schemeClr val="tx2"/>
                </a:solidFill>
                <a:effectLst/>
                <a:latin typeface="Poppins" panose="00000500000000000000" pitchFamily="2" charset="0"/>
                <a:cs typeface="Poppins" panose="00000500000000000000" pitchFamily="2" charset="0"/>
              </a:rPr>
              <a:t>Phase 3</a:t>
            </a:r>
            <a:endParaRPr lang="en-IN" sz="1200">
              <a:solidFill>
                <a:schemeClr val="tx2"/>
              </a:solidFill>
              <a:latin typeface="Poppins" panose="00000500000000000000" pitchFamily="2" charset="0"/>
              <a:cs typeface="Poppins" panose="00000500000000000000" pitchFamily="2" charset="0"/>
            </a:endParaRPr>
          </a:p>
        </p:txBody>
      </p:sp>
      <p:cxnSp>
        <p:nvCxnSpPr>
          <p:cNvPr id="18" name="Straight Arrow Connector 17">
            <a:extLst>
              <a:ext uri="{FF2B5EF4-FFF2-40B4-BE49-F238E27FC236}">
                <a16:creationId xmlns:a16="http://schemas.microsoft.com/office/drawing/2014/main" id="{B17AA339-879A-307D-A9F6-592A1867CCEF}"/>
              </a:ext>
            </a:extLst>
          </p:cNvPr>
          <p:cNvCxnSpPr/>
          <p:nvPr/>
        </p:nvCxnSpPr>
        <p:spPr>
          <a:xfrm>
            <a:off x="1476374" y="2295525"/>
            <a:ext cx="3191765" cy="0"/>
          </a:xfrm>
          <a:prstGeom prst="straightConnector1">
            <a:avLst/>
          </a:prstGeom>
          <a:ln w="1270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EAE6C570-D627-8FF3-BD59-3C0FB970F499}"/>
              </a:ext>
            </a:extLst>
          </p:cNvPr>
          <p:cNvSpPr/>
          <p:nvPr/>
        </p:nvSpPr>
        <p:spPr>
          <a:xfrm>
            <a:off x="2578361" y="2162175"/>
            <a:ext cx="987790" cy="26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solidFill>
                  <a:schemeClr val="tx2"/>
                </a:solidFill>
                <a:latin typeface="Poppins" panose="00000500000000000000" pitchFamily="2" charset="0"/>
                <a:cs typeface="Poppins" panose="00000500000000000000" pitchFamily="2" charset="0"/>
              </a:rPr>
              <a:t>1.5 months</a:t>
            </a:r>
          </a:p>
        </p:txBody>
      </p:sp>
      <p:cxnSp>
        <p:nvCxnSpPr>
          <p:cNvPr id="22" name="Straight Arrow Connector 21">
            <a:extLst>
              <a:ext uri="{FF2B5EF4-FFF2-40B4-BE49-F238E27FC236}">
                <a16:creationId xmlns:a16="http://schemas.microsoft.com/office/drawing/2014/main" id="{61DF6221-B0C2-E782-7E75-7667E5859869}"/>
              </a:ext>
            </a:extLst>
          </p:cNvPr>
          <p:cNvCxnSpPr/>
          <p:nvPr/>
        </p:nvCxnSpPr>
        <p:spPr>
          <a:xfrm>
            <a:off x="4954936" y="2295525"/>
            <a:ext cx="3191765" cy="0"/>
          </a:xfrm>
          <a:prstGeom prst="straightConnector1">
            <a:avLst/>
          </a:prstGeom>
          <a:ln w="1270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2913F24-BC79-172F-13F0-38B506721900}"/>
              </a:ext>
            </a:extLst>
          </p:cNvPr>
          <p:cNvSpPr/>
          <p:nvPr/>
        </p:nvSpPr>
        <p:spPr>
          <a:xfrm>
            <a:off x="6056922" y="2162175"/>
            <a:ext cx="987790" cy="26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solidFill>
                  <a:schemeClr val="tx2"/>
                </a:solidFill>
                <a:latin typeface="Poppins" panose="00000500000000000000" pitchFamily="2" charset="0"/>
                <a:cs typeface="Poppins" panose="00000500000000000000" pitchFamily="2" charset="0"/>
              </a:rPr>
              <a:t>2 months</a:t>
            </a:r>
          </a:p>
        </p:txBody>
      </p:sp>
      <p:cxnSp>
        <p:nvCxnSpPr>
          <p:cNvPr id="24" name="Straight Arrow Connector 23">
            <a:extLst>
              <a:ext uri="{FF2B5EF4-FFF2-40B4-BE49-F238E27FC236}">
                <a16:creationId xmlns:a16="http://schemas.microsoft.com/office/drawing/2014/main" id="{8FD99BF2-42FA-C040-AAAC-387EC18EEE4B}"/>
              </a:ext>
            </a:extLst>
          </p:cNvPr>
          <p:cNvCxnSpPr/>
          <p:nvPr/>
        </p:nvCxnSpPr>
        <p:spPr>
          <a:xfrm>
            <a:off x="8433496" y="2295525"/>
            <a:ext cx="3191765" cy="0"/>
          </a:xfrm>
          <a:prstGeom prst="straightConnector1">
            <a:avLst/>
          </a:prstGeom>
          <a:ln w="1270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203A226-AEA2-B01C-A98F-9EAC0FA70B2A}"/>
              </a:ext>
            </a:extLst>
          </p:cNvPr>
          <p:cNvSpPr/>
          <p:nvPr/>
        </p:nvSpPr>
        <p:spPr>
          <a:xfrm>
            <a:off x="9535483" y="2162175"/>
            <a:ext cx="987790" cy="26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solidFill>
                  <a:schemeClr val="tx2"/>
                </a:solidFill>
                <a:latin typeface="Poppins" panose="00000500000000000000" pitchFamily="2" charset="0"/>
                <a:cs typeface="Poppins" panose="00000500000000000000" pitchFamily="2" charset="0"/>
              </a:rPr>
              <a:t>1 month</a:t>
            </a:r>
          </a:p>
        </p:txBody>
      </p:sp>
      <p:sp>
        <p:nvSpPr>
          <p:cNvPr id="26" name="Rectangle: Rounded Corners 25">
            <a:extLst>
              <a:ext uri="{FF2B5EF4-FFF2-40B4-BE49-F238E27FC236}">
                <a16:creationId xmlns:a16="http://schemas.microsoft.com/office/drawing/2014/main" id="{DAF263F0-BB0F-3EF9-84AC-83B89D948864}"/>
              </a:ext>
            </a:extLst>
          </p:cNvPr>
          <p:cNvSpPr/>
          <p:nvPr/>
        </p:nvSpPr>
        <p:spPr>
          <a:xfrm>
            <a:off x="1476374" y="2662238"/>
            <a:ext cx="3191765" cy="1766886"/>
          </a:xfrm>
          <a:prstGeom prst="roundRect">
            <a:avLst>
              <a:gd name="adj" fmla="val 4952"/>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108000" rIns="0" bIns="36000" rtlCol="0" anchor="t"/>
          <a:lstStyle/>
          <a:p>
            <a:pPr marL="180975" indent="-180975" algn="l" rtl="0" fontAlgn="base">
              <a:lnSpc>
                <a:spcPts val="1350"/>
              </a:lnSpc>
              <a:spcAft>
                <a:spcPts val="600"/>
              </a:spcAft>
              <a:buFont typeface="Arial" panose="020B0604020202020204" pitchFamily="34" charset="0"/>
              <a:buChar char="•"/>
            </a:pPr>
            <a:r>
              <a:rPr lang="en-US" sz="1200" b="0" i="0">
                <a:solidFill>
                  <a:srgbClr val="000000"/>
                </a:solidFill>
                <a:effectLst/>
                <a:latin typeface="Poppins"/>
                <a:cs typeface="Poppins"/>
              </a:rPr>
              <a:t>Establish core knowledge base for </a:t>
            </a:r>
            <a:r>
              <a:rPr lang="en-US" sz="1200" b="0" i="0" err="1">
                <a:solidFill>
                  <a:srgbClr val="000000"/>
                </a:solidFill>
                <a:effectLst/>
                <a:latin typeface="Poppins"/>
                <a:cs typeface="Poppins"/>
              </a:rPr>
              <a:t>Fivetran</a:t>
            </a:r>
            <a:r>
              <a:rPr lang="en-US" sz="1200" b="0" i="0">
                <a:solidFill>
                  <a:srgbClr val="000000"/>
                </a:solidFill>
                <a:effectLst/>
                <a:latin typeface="Poppins"/>
                <a:cs typeface="Poppins"/>
              </a:rPr>
              <a:t> capabilities </a:t>
            </a:r>
          </a:p>
          <a:p>
            <a:pPr marL="180975" indent="-180975" algn="l" rtl="0" fontAlgn="base">
              <a:lnSpc>
                <a:spcPts val="1350"/>
              </a:lnSpc>
              <a:spcAft>
                <a:spcPts val="600"/>
              </a:spcAft>
              <a:buFont typeface="Arial" panose="020B0604020202020204" pitchFamily="34" charset="0"/>
              <a:buChar char="•"/>
            </a:pPr>
            <a:r>
              <a:rPr lang="en-US" sz="1200" b="0" i="0">
                <a:solidFill>
                  <a:srgbClr val="000000"/>
                </a:solidFill>
                <a:effectLst/>
                <a:latin typeface="Poppins"/>
                <a:cs typeface="Poppins"/>
              </a:rPr>
              <a:t>Implement basic NLU for ingestion requests </a:t>
            </a:r>
          </a:p>
          <a:p>
            <a:pPr marL="180975" indent="-180975" algn="l" rtl="0" fontAlgn="base">
              <a:lnSpc>
                <a:spcPts val="1350"/>
              </a:lnSpc>
              <a:spcAft>
                <a:spcPts val="600"/>
              </a:spcAft>
              <a:buFont typeface="Arial" panose="020B0604020202020204" pitchFamily="34" charset="0"/>
              <a:buChar char="•"/>
            </a:pPr>
            <a:r>
              <a:rPr lang="en-US" sz="1200" b="0" i="0">
                <a:solidFill>
                  <a:srgbClr val="000000"/>
                </a:solidFill>
                <a:effectLst/>
                <a:latin typeface="Poppins"/>
                <a:cs typeface="Poppins"/>
              </a:rPr>
              <a:t>Create fundamental API integration framework</a:t>
            </a:r>
          </a:p>
          <a:p>
            <a:pPr marL="180975" indent="-180975">
              <a:lnSpc>
                <a:spcPts val="1350"/>
              </a:lnSpc>
              <a:spcAft>
                <a:spcPts val="600"/>
              </a:spcAft>
              <a:buFont typeface="Arial" panose="020B0604020202020204" pitchFamily="34" charset="0"/>
              <a:buChar char="•"/>
            </a:pPr>
            <a:r>
              <a:rPr lang="en-US" sz="1200">
                <a:solidFill>
                  <a:srgbClr val="000000"/>
                </a:solidFill>
                <a:latin typeface="Poppins"/>
                <a:cs typeface="Poppins"/>
              </a:rPr>
              <a:t>AI based Relationship insights of Source data model</a:t>
            </a:r>
            <a:endParaRPr lang="en-US" sz="1200">
              <a:solidFill>
                <a:srgbClr val="000000"/>
              </a:solidFill>
              <a:latin typeface="Poppins" panose="00000500000000000000" pitchFamily="2" charset="0"/>
              <a:cs typeface="Poppins" panose="00000500000000000000" pitchFamily="2" charset="0"/>
            </a:endParaRPr>
          </a:p>
        </p:txBody>
      </p:sp>
      <p:sp>
        <p:nvSpPr>
          <p:cNvPr id="27" name="Rectangle: Rounded Corners 26">
            <a:extLst>
              <a:ext uri="{FF2B5EF4-FFF2-40B4-BE49-F238E27FC236}">
                <a16:creationId xmlns:a16="http://schemas.microsoft.com/office/drawing/2014/main" id="{112D2639-7FFA-9ACA-9CFE-853D809B99F9}"/>
              </a:ext>
            </a:extLst>
          </p:cNvPr>
          <p:cNvSpPr/>
          <p:nvPr/>
        </p:nvSpPr>
        <p:spPr>
          <a:xfrm>
            <a:off x="4954934" y="2662238"/>
            <a:ext cx="3191765" cy="1766886"/>
          </a:xfrm>
          <a:prstGeom prst="roundRect">
            <a:avLst>
              <a:gd name="adj" fmla="val 4952"/>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108000" rIns="0" bIns="36000" rtlCol="0" anchor="t"/>
          <a:lstStyle/>
          <a:p>
            <a:pPr marL="180975" indent="-180975" algn="l" rtl="0" fontAlgn="base">
              <a:lnSpc>
                <a:spcPts val="1350"/>
              </a:lnSpc>
              <a:spcAft>
                <a:spcPts val="600"/>
              </a:spcAft>
              <a:buFont typeface="Arial" panose="020B0604020202020204" pitchFamily="34" charset="0"/>
              <a:buChar char="•"/>
            </a:pPr>
            <a:r>
              <a:rPr lang="en-US" sz="1200" b="0" i="0">
                <a:solidFill>
                  <a:srgbClr val="000000"/>
                </a:solidFill>
                <a:effectLst/>
                <a:latin typeface="Poppins"/>
                <a:cs typeface="Poppins"/>
              </a:rPr>
              <a:t>Implement support for top 10-15 most common connectors </a:t>
            </a:r>
          </a:p>
          <a:p>
            <a:pPr marL="180975" indent="-180975" algn="l" rtl="0" fontAlgn="base">
              <a:lnSpc>
                <a:spcPts val="1350"/>
              </a:lnSpc>
              <a:spcAft>
                <a:spcPts val="600"/>
              </a:spcAft>
              <a:buFont typeface="Arial" panose="020B0604020202020204" pitchFamily="34" charset="0"/>
              <a:buChar char="•"/>
            </a:pPr>
            <a:r>
              <a:rPr lang="en-US" sz="1200" b="0" i="0">
                <a:solidFill>
                  <a:srgbClr val="000000"/>
                </a:solidFill>
                <a:effectLst/>
                <a:latin typeface="Poppins"/>
                <a:cs typeface="Poppins"/>
              </a:rPr>
              <a:t>Develop basic schema mapping recommendations </a:t>
            </a:r>
          </a:p>
          <a:p>
            <a:pPr marL="180975" indent="-180975" algn="l" rtl="0" fontAlgn="base">
              <a:lnSpc>
                <a:spcPts val="1350"/>
              </a:lnSpc>
              <a:spcAft>
                <a:spcPts val="600"/>
              </a:spcAft>
              <a:buFont typeface="Arial" panose="020B0604020202020204" pitchFamily="34" charset="0"/>
              <a:buChar char="•"/>
            </a:pPr>
            <a:r>
              <a:rPr lang="en-US" sz="1200" b="0" i="0">
                <a:solidFill>
                  <a:srgbClr val="000000"/>
                </a:solidFill>
                <a:effectLst/>
                <a:latin typeface="Poppins"/>
                <a:cs typeface="Poppins"/>
              </a:rPr>
              <a:t>Create initial monitoring and reporting capabilities </a:t>
            </a:r>
          </a:p>
          <a:p>
            <a:pPr marL="180975" indent="-180975">
              <a:lnSpc>
                <a:spcPts val="1350"/>
              </a:lnSpc>
              <a:spcAft>
                <a:spcPts val="600"/>
              </a:spcAft>
              <a:buFont typeface="Arial" panose="020B0604020202020204" pitchFamily="34" charset="0"/>
              <a:buChar char="•"/>
            </a:pPr>
            <a:r>
              <a:rPr lang="en-US" sz="1200">
                <a:solidFill>
                  <a:srgbClr val="000000"/>
                </a:solidFill>
                <a:latin typeface="Poppins"/>
                <a:cs typeface="Poppins"/>
              </a:rPr>
              <a:t>AI based build for custom connectors using SDK and API</a:t>
            </a:r>
            <a:endParaRPr lang="en-US" sz="1200">
              <a:solidFill>
                <a:srgbClr val="000000"/>
              </a:solidFill>
              <a:latin typeface="Poppins" panose="00000500000000000000" pitchFamily="2" charset="0"/>
              <a:cs typeface="Poppins" panose="00000500000000000000" pitchFamily="2" charset="0"/>
            </a:endParaRPr>
          </a:p>
        </p:txBody>
      </p:sp>
      <p:sp>
        <p:nvSpPr>
          <p:cNvPr id="28" name="Rectangle: Rounded Corners 27">
            <a:extLst>
              <a:ext uri="{FF2B5EF4-FFF2-40B4-BE49-F238E27FC236}">
                <a16:creationId xmlns:a16="http://schemas.microsoft.com/office/drawing/2014/main" id="{AA037094-A6CF-5185-EB04-8E9766DA6A5C}"/>
              </a:ext>
            </a:extLst>
          </p:cNvPr>
          <p:cNvSpPr/>
          <p:nvPr/>
        </p:nvSpPr>
        <p:spPr>
          <a:xfrm>
            <a:off x="8433493" y="2662238"/>
            <a:ext cx="3191765" cy="1766886"/>
          </a:xfrm>
          <a:prstGeom prst="roundRect">
            <a:avLst>
              <a:gd name="adj" fmla="val 4952"/>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108000" rIns="0" bIns="36000" rtlCol="0" anchor="t"/>
          <a:lstStyle/>
          <a:p>
            <a:pPr marL="180975" indent="-180975" algn="l" rtl="0" fontAlgn="base">
              <a:lnSpc>
                <a:spcPts val="1350"/>
              </a:lnSpc>
              <a:spcAft>
                <a:spcPts val="600"/>
              </a:spcAft>
              <a:buFont typeface="Arial" panose="020B0604020202020204" pitchFamily="34" charset="0"/>
              <a:buChar char="•"/>
            </a:pPr>
            <a:r>
              <a:rPr lang="en-US" sz="1200" b="0" i="0">
                <a:solidFill>
                  <a:srgbClr val="000000"/>
                </a:solidFill>
                <a:effectLst/>
                <a:latin typeface="Poppins"/>
                <a:cs typeface="Poppins"/>
              </a:rPr>
              <a:t>Test with real user scenarios </a:t>
            </a:r>
          </a:p>
          <a:p>
            <a:pPr marL="180975" indent="-180975" algn="l" rtl="0" fontAlgn="base">
              <a:lnSpc>
                <a:spcPts val="1350"/>
              </a:lnSpc>
              <a:spcAft>
                <a:spcPts val="600"/>
              </a:spcAft>
              <a:buFont typeface="Arial" panose="020B0604020202020204" pitchFamily="34" charset="0"/>
              <a:buChar char="•"/>
            </a:pPr>
            <a:r>
              <a:rPr lang="en-US" sz="1200" b="0" i="0">
                <a:solidFill>
                  <a:srgbClr val="000000"/>
                </a:solidFill>
                <a:effectLst/>
                <a:latin typeface="Poppins"/>
                <a:cs typeface="Poppins"/>
              </a:rPr>
              <a:t>Refine NLU capabilities based on test results </a:t>
            </a:r>
          </a:p>
          <a:p>
            <a:pPr marL="180975" indent="-180975">
              <a:lnSpc>
                <a:spcPts val="1350"/>
              </a:lnSpc>
              <a:spcAft>
                <a:spcPts val="600"/>
              </a:spcAft>
              <a:buFont typeface="Arial" panose="020B0604020202020204" pitchFamily="34" charset="0"/>
              <a:buChar char="•"/>
            </a:pPr>
            <a:r>
              <a:rPr lang="en-US" sz="1200">
                <a:solidFill>
                  <a:srgbClr val="000000"/>
                </a:solidFill>
                <a:latin typeface="Poppins"/>
                <a:ea typeface="+mn-lt"/>
                <a:cs typeface="Poppins"/>
              </a:rPr>
              <a:t>Non-</a:t>
            </a:r>
            <a:r>
              <a:rPr lang="en-US" sz="1200" err="1">
                <a:solidFill>
                  <a:srgbClr val="000000"/>
                </a:solidFill>
                <a:latin typeface="Poppins"/>
                <a:ea typeface="+mn-lt"/>
                <a:cs typeface="Poppins"/>
              </a:rPr>
              <a:t>Fivetran</a:t>
            </a:r>
            <a:r>
              <a:rPr lang="en-US" sz="1200">
                <a:solidFill>
                  <a:srgbClr val="000000"/>
                </a:solidFill>
                <a:latin typeface="Poppins"/>
                <a:ea typeface="+mn-lt"/>
                <a:cs typeface="Poppins"/>
              </a:rPr>
              <a:t> Data movement over FTP to a target data model</a:t>
            </a:r>
            <a:endParaRPr lang="en-US" sz="1200">
              <a:solidFill>
                <a:srgbClr val="000000"/>
              </a:solidFill>
              <a:latin typeface="Poppins"/>
              <a:cs typeface="Poppins"/>
            </a:endParaRPr>
          </a:p>
          <a:p>
            <a:pPr marL="180975" indent="-180975" algn="l" rtl="0" fontAlgn="base">
              <a:lnSpc>
                <a:spcPts val="1350"/>
              </a:lnSpc>
              <a:spcAft>
                <a:spcPts val="600"/>
              </a:spcAft>
              <a:buFont typeface="Arial" panose="020B0604020202020204" pitchFamily="34" charset="0"/>
              <a:buChar char="•"/>
            </a:pPr>
            <a:r>
              <a:rPr lang="en-US" sz="1200" b="0" i="0">
                <a:solidFill>
                  <a:srgbClr val="000000"/>
                </a:solidFill>
                <a:effectLst/>
                <a:latin typeface="Poppins"/>
                <a:cs typeface="Poppins"/>
              </a:rPr>
              <a:t>Implement basic error handling and recovery </a:t>
            </a:r>
          </a:p>
          <a:p>
            <a:pPr>
              <a:lnSpc>
                <a:spcPts val="1350"/>
              </a:lnSpc>
              <a:spcAft>
                <a:spcPts val="600"/>
              </a:spcAft>
            </a:pPr>
            <a:endParaRPr lang="en-US" sz="1200">
              <a:solidFill>
                <a:srgbClr val="000000"/>
              </a:solidFill>
              <a:latin typeface="Poppins"/>
              <a:cs typeface="Poppins"/>
            </a:endParaRPr>
          </a:p>
        </p:txBody>
      </p:sp>
      <p:sp>
        <p:nvSpPr>
          <p:cNvPr id="29" name="Rectangle: Rounded Corners 28">
            <a:extLst>
              <a:ext uri="{FF2B5EF4-FFF2-40B4-BE49-F238E27FC236}">
                <a16:creationId xmlns:a16="http://schemas.microsoft.com/office/drawing/2014/main" id="{20AD5A26-E9C3-68D8-F6B7-9D6169AC569E}"/>
              </a:ext>
            </a:extLst>
          </p:cNvPr>
          <p:cNvSpPr/>
          <p:nvPr/>
        </p:nvSpPr>
        <p:spPr>
          <a:xfrm>
            <a:off x="1476374" y="4595813"/>
            <a:ext cx="3181182" cy="1652587"/>
          </a:xfrm>
          <a:prstGeom prst="roundRect">
            <a:avLst>
              <a:gd name="adj" fmla="val 4952"/>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108000" rIns="0" bIns="36000" rtlCol="0" anchor="t"/>
          <a:lstStyle/>
          <a:p>
            <a:pPr marL="180975" indent="-180975" algn="l" rtl="0" fontAlgn="base">
              <a:lnSpc>
                <a:spcPts val="1350"/>
              </a:lnSpc>
              <a:spcAft>
                <a:spcPts val="600"/>
              </a:spcAft>
              <a:buFont typeface="Wingdings" panose="05000000000000000000" pitchFamily="2" charset="2"/>
              <a:buChar char="ü"/>
            </a:pPr>
            <a:r>
              <a:rPr lang="en-US" sz="1200" b="0" i="0">
                <a:solidFill>
                  <a:srgbClr val="000000"/>
                </a:solidFill>
                <a:effectLst/>
                <a:latin typeface="Poppins"/>
                <a:cs typeface="Poppins"/>
              </a:rPr>
              <a:t>Vector database of </a:t>
            </a:r>
            <a:r>
              <a:rPr lang="en-US" sz="1200" b="0" i="0" err="1">
                <a:solidFill>
                  <a:srgbClr val="000000"/>
                </a:solidFill>
                <a:effectLst/>
                <a:latin typeface="Poppins"/>
                <a:cs typeface="Poppins"/>
              </a:rPr>
              <a:t>Fivetran</a:t>
            </a:r>
            <a:r>
              <a:rPr lang="en-US" sz="1200" b="0" i="0">
                <a:solidFill>
                  <a:srgbClr val="000000"/>
                </a:solidFill>
                <a:effectLst/>
                <a:latin typeface="Poppins"/>
                <a:cs typeface="Poppins"/>
              </a:rPr>
              <a:t> connector documentation </a:t>
            </a:r>
          </a:p>
          <a:p>
            <a:pPr marL="180975" indent="-180975" algn="l" rtl="0" fontAlgn="base">
              <a:lnSpc>
                <a:spcPts val="1350"/>
              </a:lnSpc>
              <a:spcAft>
                <a:spcPts val="600"/>
              </a:spcAft>
              <a:buFont typeface="Wingdings" panose="05000000000000000000" pitchFamily="2" charset="2"/>
              <a:buChar char="ü"/>
            </a:pPr>
            <a:r>
              <a:rPr lang="en-US" sz="1200" b="0" i="0">
                <a:solidFill>
                  <a:srgbClr val="000000"/>
                </a:solidFill>
                <a:effectLst/>
                <a:latin typeface="Poppins"/>
                <a:cs typeface="Poppins"/>
              </a:rPr>
              <a:t>Basic intent classification model </a:t>
            </a:r>
          </a:p>
          <a:p>
            <a:pPr marL="180975" indent="-180975" algn="l" rtl="0" fontAlgn="base">
              <a:lnSpc>
                <a:spcPts val="1350"/>
              </a:lnSpc>
              <a:spcAft>
                <a:spcPts val="600"/>
              </a:spcAft>
              <a:buFont typeface="Wingdings" panose="05000000000000000000" pitchFamily="2" charset="2"/>
              <a:buChar char="ü"/>
            </a:pPr>
            <a:r>
              <a:rPr lang="en-US" sz="1200" b="0" i="0">
                <a:solidFill>
                  <a:srgbClr val="000000"/>
                </a:solidFill>
                <a:effectLst/>
                <a:latin typeface="Poppins"/>
                <a:cs typeface="Poppins"/>
              </a:rPr>
              <a:t>Core API integration layer with authentication</a:t>
            </a:r>
          </a:p>
          <a:p>
            <a:pPr marL="180975" indent="-180975">
              <a:lnSpc>
                <a:spcPts val="1350"/>
              </a:lnSpc>
              <a:spcAft>
                <a:spcPts val="600"/>
              </a:spcAft>
              <a:buFont typeface="Wingdings" panose="05000000000000000000" pitchFamily="2" charset="2"/>
              <a:buChar char="ü"/>
            </a:pPr>
            <a:r>
              <a:rPr lang="en-US" sz="1200">
                <a:solidFill>
                  <a:srgbClr val="000000"/>
                </a:solidFill>
                <a:latin typeface="Poppins"/>
                <a:cs typeface="Poppins"/>
              </a:rPr>
              <a:t>Entity relationship between data assets in the source</a:t>
            </a:r>
            <a:endParaRPr lang="en-US" sz="1200">
              <a:solidFill>
                <a:srgbClr val="000000"/>
              </a:solidFill>
              <a:latin typeface="Poppins" panose="00000500000000000000" pitchFamily="2" charset="0"/>
              <a:cs typeface="Poppins" panose="00000500000000000000" pitchFamily="2" charset="0"/>
            </a:endParaRPr>
          </a:p>
        </p:txBody>
      </p:sp>
      <p:sp>
        <p:nvSpPr>
          <p:cNvPr id="30" name="Rectangle: Rounded Corners 29">
            <a:extLst>
              <a:ext uri="{FF2B5EF4-FFF2-40B4-BE49-F238E27FC236}">
                <a16:creationId xmlns:a16="http://schemas.microsoft.com/office/drawing/2014/main" id="{1BDC4DB6-0291-3BB0-0EF8-5F9D98BE89BE}"/>
              </a:ext>
            </a:extLst>
          </p:cNvPr>
          <p:cNvSpPr/>
          <p:nvPr/>
        </p:nvSpPr>
        <p:spPr>
          <a:xfrm>
            <a:off x="4954934" y="4595813"/>
            <a:ext cx="3191765" cy="1652587"/>
          </a:xfrm>
          <a:prstGeom prst="roundRect">
            <a:avLst>
              <a:gd name="adj" fmla="val 4952"/>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108000" rIns="0" bIns="36000" rtlCol="0" anchor="t"/>
          <a:lstStyle/>
          <a:p>
            <a:pPr marL="180975" indent="-180975" algn="l" rtl="0" fontAlgn="base">
              <a:lnSpc>
                <a:spcPts val="1350"/>
              </a:lnSpc>
              <a:spcAft>
                <a:spcPts val="600"/>
              </a:spcAft>
              <a:buFont typeface="Wingdings" panose="05000000000000000000" pitchFamily="2" charset="2"/>
              <a:buChar char="ü"/>
            </a:pPr>
            <a:r>
              <a:rPr lang="en-US" sz="1200" b="0" i="0">
                <a:solidFill>
                  <a:srgbClr val="000000"/>
                </a:solidFill>
                <a:effectLst/>
                <a:latin typeface="Poppins" panose="00000500000000000000" pitchFamily="2" charset="0"/>
                <a:cs typeface="Poppins" panose="00000500000000000000" pitchFamily="2" charset="0"/>
              </a:rPr>
              <a:t>Functional connector setup and configuration </a:t>
            </a:r>
          </a:p>
          <a:p>
            <a:pPr marL="180975" indent="-180975" algn="l" rtl="0" fontAlgn="base">
              <a:lnSpc>
                <a:spcPts val="1350"/>
              </a:lnSpc>
              <a:spcAft>
                <a:spcPts val="600"/>
              </a:spcAft>
              <a:buFont typeface="Wingdings" panose="05000000000000000000" pitchFamily="2" charset="2"/>
              <a:buChar char="ü"/>
            </a:pPr>
            <a:r>
              <a:rPr lang="en-US" sz="1200" b="0" i="0">
                <a:solidFill>
                  <a:srgbClr val="000000"/>
                </a:solidFill>
                <a:effectLst/>
                <a:latin typeface="Poppins" panose="00000500000000000000" pitchFamily="2" charset="0"/>
                <a:cs typeface="Poppins" panose="00000500000000000000" pitchFamily="2" charset="0"/>
              </a:rPr>
              <a:t>Basic schema mapping functionality </a:t>
            </a:r>
          </a:p>
          <a:p>
            <a:pPr marL="180975" indent="-180975" algn="l" rtl="0" fontAlgn="base">
              <a:lnSpc>
                <a:spcPts val="1350"/>
              </a:lnSpc>
              <a:spcAft>
                <a:spcPts val="600"/>
              </a:spcAft>
              <a:buFont typeface="Wingdings" panose="05000000000000000000" pitchFamily="2" charset="2"/>
              <a:buChar char="ü"/>
            </a:pPr>
            <a:r>
              <a:rPr lang="en-US" sz="1200" b="0" i="0">
                <a:solidFill>
                  <a:srgbClr val="000000"/>
                </a:solidFill>
                <a:effectLst/>
                <a:latin typeface="Poppins" panose="00000500000000000000" pitchFamily="2" charset="0"/>
                <a:cs typeface="Poppins" panose="00000500000000000000" pitchFamily="2" charset="0"/>
              </a:rPr>
              <a:t>Simple monitoring dashboard </a:t>
            </a:r>
          </a:p>
        </p:txBody>
      </p:sp>
      <p:sp>
        <p:nvSpPr>
          <p:cNvPr id="31" name="Rectangle: Rounded Corners 30">
            <a:extLst>
              <a:ext uri="{FF2B5EF4-FFF2-40B4-BE49-F238E27FC236}">
                <a16:creationId xmlns:a16="http://schemas.microsoft.com/office/drawing/2014/main" id="{929D2123-A602-F754-D6DE-7C8798B19BA6}"/>
              </a:ext>
            </a:extLst>
          </p:cNvPr>
          <p:cNvSpPr/>
          <p:nvPr/>
        </p:nvSpPr>
        <p:spPr>
          <a:xfrm>
            <a:off x="8433493" y="4595813"/>
            <a:ext cx="3191765" cy="1652587"/>
          </a:xfrm>
          <a:prstGeom prst="roundRect">
            <a:avLst>
              <a:gd name="adj" fmla="val 4952"/>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108000" rIns="0" bIns="36000" rtlCol="0" anchor="t"/>
          <a:lstStyle/>
          <a:p>
            <a:pPr marL="180975" indent="-180975" algn="l" rtl="0" fontAlgn="base">
              <a:lnSpc>
                <a:spcPts val="1350"/>
              </a:lnSpc>
              <a:spcAft>
                <a:spcPts val="600"/>
              </a:spcAft>
              <a:buFont typeface="Wingdings" panose="05000000000000000000" pitchFamily="2" charset="2"/>
              <a:buChar char="ü"/>
            </a:pPr>
            <a:r>
              <a:rPr lang="en-US" sz="1200" b="0" i="0">
                <a:solidFill>
                  <a:srgbClr val="000000"/>
                </a:solidFill>
                <a:effectLst/>
                <a:latin typeface="Poppins"/>
                <a:cs typeface="Poppins"/>
              </a:rPr>
              <a:t>Validated agent for production use </a:t>
            </a:r>
          </a:p>
          <a:p>
            <a:pPr marL="180975" indent="-180975">
              <a:lnSpc>
                <a:spcPts val="1350"/>
              </a:lnSpc>
              <a:spcAft>
                <a:spcPts val="600"/>
              </a:spcAft>
              <a:buFont typeface="Wingdings" panose="05000000000000000000" pitchFamily="2" charset="2"/>
              <a:buChar char="ü"/>
            </a:pPr>
            <a:r>
              <a:rPr lang="en-US" sz="1200">
                <a:solidFill>
                  <a:srgbClr val="000000"/>
                </a:solidFill>
                <a:latin typeface="Poppins"/>
                <a:cs typeface="Poppins"/>
              </a:rPr>
              <a:t>Support FTP sources</a:t>
            </a:r>
          </a:p>
          <a:p>
            <a:pPr marL="180975" indent="-180975" algn="l" rtl="0" fontAlgn="base">
              <a:lnSpc>
                <a:spcPts val="1350"/>
              </a:lnSpc>
              <a:spcAft>
                <a:spcPts val="600"/>
              </a:spcAft>
              <a:buFont typeface="Wingdings" panose="05000000000000000000" pitchFamily="2" charset="2"/>
              <a:buChar char="ü"/>
            </a:pPr>
            <a:r>
              <a:rPr lang="en-US" sz="1200" b="0" i="0">
                <a:solidFill>
                  <a:srgbClr val="000000"/>
                </a:solidFill>
                <a:effectLst/>
                <a:latin typeface="Poppins"/>
                <a:cs typeface="Poppins"/>
              </a:rPr>
              <a:t>Initial user documentation </a:t>
            </a:r>
          </a:p>
          <a:p>
            <a:pPr marL="180975" indent="-180975" algn="l" rtl="0" fontAlgn="base">
              <a:lnSpc>
                <a:spcPts val="1350"/>
              </a:lnSpc>
              <a:spcAft>
                <a:spcPts val="600"/>
              </a:spcAft>
              <a:buFont typeface="Wingdings" panose="05000000000000000000" pitchFamily="2" charset="2"/>
              <a:buChar char="ü"/>
            </a:pPr>
            <a:r>
              <a:rPr lang="en-US" sz="1200" b="0" i="0">
                <a:solidFill>
                  <a:srgbClr val="000000"/>
                </a:solidFill>
                <a:effectLst/>
                <a:latin typeface="Poppins"/>
                <a:cs typeface="Poppins"/>
              </a:rPr>
              <a:t>Simple training module for citizen users </a:t>
            </a:r>
          </a:p>
        </p:txBody>
      </p:sp>
      <p:sp>
        <p:nvSpPr>
          <p:cNvPr id="33" name="TextBox 32">
            <a:extLst>
              <a:ext uri="{FF2B5EF4-FFF2-40B4-BE49-F238E27FC236}">
                <a16:creationId xmlns:a16="http://schemas.microsoft.com/office/drawing/2014/main" id="{19234DD2-3E2C-DA47-E15D-C9E6DB350D29}"/>
              </a:ext>
            </a:extLst>
          </p:cNvPr>
          <p:cNvSpPr txBox="1"/>
          <p:nvPr/>
        </p:nvSpPr>
        <p:spPr>
          <a:xfrm>
            <a:off x="66151" y="3268682"/>
            <a:ext cx="1266825" cy="276999"/>
          </a:xfrm>
          <a:prstGeom prst="rect">
            <a:avLst/>
          </a:prstGeom>
          <a:noFill/>
        </p:spPr>
        <p:txBody>
          <a:bodyPr wrap="square" rtlCol="0">
            <a:spAutoFit/>
          </a:bodyPr>
          <a:lstStyle/>
          <a:p>
            <a:pPr algn="ctr"/>
            <a:r>
              <a:rPr lang="en-IN" sz="1200" b="1">
                <a:solidFill>
                  <a:srgbClr val="00B050"/>
                </a:solidFill>
                <a:latin typeface="Poppins" panose="00000500000000000000" pitchFamily="2" charset="0"/>
                <a:cs typeface="Poppins" panose="00000500000000000000" pitchFamily="2" charset="0"/>
              </a:rPr>
              <a:t>Objectives</a:t>
            </a:r>
          </a:p>
        </p:txBody>
      </p:sp>
      <p:sp>
        <p:nvSpPr>
          <p:cNvPr id="34" name="TextBox 33">
            <a:extLst>
              <a:ext uri="{FF2B5EF4-FFF2-40B4-BE49-F238E27FC236}">
                <a16:creationId xmlns:a16="http://schemas.microsoft.com/office/drawing/2014/main" id="{DCEF2A0F-A34F-8F9E-0367-913FE5652A78}"/>
              </a:ext>
            </a:extLst>
          </p:cNvPr>
          <p:cNvSpPr txBox="1"/>
          <p:nvPr/>
        </p:nvSpPr>
        <p:spPr>
          <a:xfrm>
            <a:off x="66151" y="5140731"/>
            <a:ext cx="1266825" cy="276999"/>
          </a:xfrm>
          <a:prstGeom prst="rect">
            <a:avLst/>
          </a:prstGeom>
          <a:noFill/>
        </p:spPr>
        <p:txBody>
          <a:bodyPr wrap="square" rtlCol="0">
            <a:spAutoFit/>
          </a:bodyPr>
          <a:lstStyle/>
          <a:p>
            <a:pPr algn="ctr"/>
            <a:r>
              <a:rPr lang="en-IN" sz="1200" b="1">
                <a:solidFill>
                  <a:srgbClr val="00B050"/>
                </a:solidFill>
                <a:latin typeface="Poppins" panose="00000500000000000000" pitchFamily="2" charset="0"/>
                <a:cs typeface="Poppins" panose="00000500000000000000" pitchFamily="2" charset="0"/>
              </a:rPr>
              <a:t>Deliverables</a:t>
            </a:r>
          </a:p>
        </p:txBody>
      </p:sp>
    </p:spTree>
    <p:extLst>
      <p:ext uri="{BB962C8B-B14F-4D97-AF65-F5344CB8AC3E}">
        <p14:creationId xmlns:p14="http://schemas.microsoft.com/office/powerpoint/2010/main" val="4109387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B49B7-2656-9216-C6C1-17522FB9F4A7}"/>
            </a:ext>
          </a:extLst>
        </p:cNvPr>
        <p:cNvGrpSpPr/>
        <p:nvPr/>
      </p:nvGrpSpPr>
      <p:grpSpPr>
        <a:xfrm>
          <a:off x="0" y="0"/>
          <a:ext cx="0" cy="0"/>
          <a:chOff x="0" y="0"/>
          <a:chExt cx="0" cy="0"/>
        </a:xfrm>
      </p:grpSpPr>
      <p:sp>
        <p:nvSpPr>
          <p:cNvPr id="6" name="Title 20">
            <a:extLst>
              <a:ext uri="{FF2B5EF4-FFF2-40B4-BE49-F238E27FC236}">
                <a16:creationId xmlns:a16="http://schemas.microsoft.com/office/drawing/2014/main" id="{2E5ACD16-412B-90E4-2703-6E63D9AC5D41}"/>
              </a:ext>
            </a:extLst>
          </p:cNvPr>
          <p:cNvSpPr>
            <a:spLocks noGrp="1"/>
          </p:cNvSpPr>
          <p:nvPr>
            <p:ph type="title"/>
          </p:nvPr>
        </p:nvSpPr>
        <p:spPr>
          <a:xfrm>
            <a:off x="872800" y="378049"/>
            <a:ext cx="10515600" cy="569991"/>
          </a:xfrm>
        </p:spPr>
        <p:txBody>
          <a:bodyPr>
            <a:normAutofit/>
          </a:bodyPr>
          <a:lstStyle/>
          <a:p>
            <a:r>
              <a:rPr lang="en-IN" sz="2400">
                <a:solidFill>
                  <a:schemeClr val="tx2"/>
                </a:solidFill>
                <a:latin typeface="Poppins"/>
                <a:cs typeface="Poppins"/>
              </a:rPr>
              <a:t>Execution Plan – Phase 1</a:t>
            </a:r>
          </a:p>
        </p:txBody>
      </p:sp>
      <p:graphicFrame>
        <p:nvGraphicFramePr>
          <p:cNvPr id="24" name="Table 23">
            <a:extLst>
              <a:ext uri="{FF2B5EF4-FFF2-40B4-BE49-F238E27FC236}">
                <a16:creationId xmlns:a16="http://schemas.microsoft.com/office/drawing/2014/main" id="{FF76E3DC-1091-C363-0D80-2951EC92844F}"/>
              </a:ext>
            </a:extLst>
          </p:cNvPr>
          <p:cNvGraphicFramePr>
            <a:graphicFrameLocks noGrp="1"/>
          </p:cNvGraphicFramePr>
          <p:nvPr>
            <p:extLst>
              <p:ext uri="{D42A27DB-BD31-4B8C-83A1-F6EECF244321}">
                <p14:modId xmlns:p14="http://schemas.microsoft.com/office/powerpoint/2010/main" val="1206230721"/>
              </p:ext>
            </p:extLst>
          </p:nvPr>
        </p:nvGraphicFramePr>
        <p:xfrm>
          <a:off x="1873859" y="1098850"/>
          <a:ext cx="8892753" cy="5475453"/>
        </p:xfrm>
        <a:graphic>
          <a:graphicData uri="http://schemas.openxmlformats.org/drawingml/2006/table">
            <a:tbl>
              <a:tblPr firstRow="1" bandRow="1">
                <a:effectLst/>
              </a:tblPr>
              <a:tblGrid>
                <a:gridCol w="1917025">
                  <a:extLst>
                    <a:ext uri="{9D8B030D-6E8A-4147-A177-3AD203B41FA5}">
                      <a16:colId xmlns:a16="http://schemas.microsoft.com/office/drawing/2014/main" val="1618511665"/>
                    </a:ext>
                  </a:extLst>
                </a:gridCol>
                <a:gridCol w="6975728">
                  <a:extLst>
                    <a:ext uri="{9D8B030D-6E8A-4147-A177-3AD203B41FA5}">
                      <a16:colId xmlns:a16="http://schemas.microsoft.com/office/drawing/2014/main" val="45097547"/>
                    </a:ext>
                  </a:extLst>
                </a:gridCol>
              </a:tblGrid>
              <a:tr h="353432">
                <a:tc>
                  <a:txBody>
                    <a:bodyPr/>
                    <a:lstStyle/>
                    <a:p>
                      <a:pPr algn="ctr" fontAlgn="b"/>
                      <a:r>
                        <a:rPr lang="en-US" sz="1100" b="1" i="0">
                          <a:solidFill>
                            <a:schemeClr val="bg1"/>
                          </a:solidFill>
                          <a:effectLst/>
                          <a:latin typeface="Poppins" panose="00000500000000000000" pitchFamily="2" charset="0"/>
                          <a:ea typeface="Lato" panose="020F0502020204030203" pitchFamily="34" charset="0"/>
                          <a:cs typeface="Poppins" panose="00000500000000000000" pitchFamily="2" charset="0"/>
                        </a:rPr>
                        <a:t>Week</a:t>
                      </a:r>
                    </a:p>
                  </a:txBody>
                  <a:tcPr anchor="ctr">
                    <a:lnL w="12700" cap="flat" cmpd="sng" algn="ctr">
                      <a:noFill/>
                      <a:prstDash val="dot"/>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algn="ctr" fontAlgn="b"/>
                      <a:r>
                        <a:rPr lang="en-US" sz="1100" b="1" i="0">
                          <a:solidFill>
                            <a:schemeClr val="bg1"/>
                          </a:solidFill>
                          <a:effectLst/>
                          <a:latin typeface="Poppins"/>
                          <a:ea typeface="Lato"/>
                          <a:cs typeface="Poppins"/>
                        </a:rPr>
                        <a:t>Activity</a:t>
                      </a:r>
                      <a:endParaRPr lang="en-US" sz="1200" i="1">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0" marR="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extLst>
                  <a:ext uri="{0D108BD9-81ED-4DB2-BD59-A6C34878D82A}">
                    <a16:rowId xmlns:a16="http://schemas.microsoft.com/office/drawing/2014/main" val="751755024"/>
                  </a:ext>
                </a:extLst>
              </a:tr>
              <a:tr h="360338">
                <a:tc rowSpan="2">
                  <a:txBody>
                    <a:bodyPr/>
                    <a:lstStyle/>
                    <a:p>
                      <a:pPr lvl="0" algn="ctr" fontAlgn="base"/>
                      <a:r>
                        <a:rPr lang="en-US" sz="1100" b="1">
                          <a:solidFill>
                            <a:srgbClr val="000000"/>
                          </a:solidFill>
                          <a:effectLst/>
                          <a:latin typeface="Poppins"/>
                          <a:cs typeface="Poppins"/>
                        </a:rPr>
                        <a:t>Week 1</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fontAlgn="base"/>
                      <a:r>
                        <a:rPr lang="en-US" sz="1200" i="0">
                          <a:latin typeface="Poppins" panose="00000500000000000000" pitchFamily="2" charset="0"/>
                          <a:cs typeface="Poppins" panose="00000500000000000000" pitchFamily="2" charset="0"/>
                        </a:rPr>
                        <a:t>Architecture finalization &amp; data flow design</a:t>
                      </a:r>
                      <a:endParaRPr lang="en-US" sz="1200" b="1" i="0">
                        <a:solidFill>
                          <a:srgbClr val="91B94C"/>
                        </a:solidFill>
                        <a:effectLst/>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20705112"/>
                  </a:ext>
                </a:extLst>
              </a:tr>
              <a:tr h="320414">
                <a:tc vMerge="1">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Break down into backend, AI, FE modules</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645083"/>
                  </a:ext>
                </a:extLst>
              </a:tr>
              <a:tr h="307115">
                <a:tc rowSpan="3">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lvl="0" algn="ctr">
                        <a:buNone/>
                      </a:pPr>
                      <a:r>
                        <a:rPr lang="en-US" sz="1100" b="1">
                          <a:solidFill>
                            <a:srgbClr val="000000"/>
                          </a:solidFill>
                          <a:effectLst/>
                          <a:latin typeface="Poppins"/>
                          <a:cs typeface="Poppins"/>
                        </a:rPr>
                        <a:t>Week 2</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i="0">
                          <a:solidFill>
                            <a:schemeClr val="tx1"/>
                          </a:solidFill>
                          <a:latin typeface="Poppins" panose="00000500000000000000" pitchFamily="2" charset="0"/>
                          <a:cs typeface="Poppins" panose="00000500000000000000" pitchFamily="2" charset="0"/>
                        </a:rPr>
                        <a:t>Setup </a:t>
                      </a:r>
                      <a:r>
                        <a:rPr lang="fr-FR" sz="1200" i="0" err="1">
                          <a:solidFill>
                            <a:schemeClr val="tx1"/>
                          </a:solidFill>
                          <a:latin typeface="Poppins" panose="00000500000000000000" pitchFamily="2" charset="0"/>
                          <a:cs typeface="Poppins" panose="00000500000000000000" pitchFamily="2" charset="0"/>
                        </a:rPr>
                        <a:t>PoC</a:t>
                      </a:r>
                      <a:r>
                        <a:rPr lang="fr-FR" sz="1200" i="0">
                          <a:solidFill>
                            <a:schemeClr val="tx1"/>
                          </a:solidFill>
                          <a:latin typeface="Poppins" panose="00000500000000000000" pitchFamily="2" charset="0"/>
                          <a:cs typeface="Poppins" panose="00000500000000000000" pitchFamily="2" charset="0"/>
                        </a:rPr>
                        <a:t> Azure </a:t>
                      </a:r>
                      <a:r>
                        <a:rPr lang="fr-FR" sz="1200" i="0" err="1">
                          <a:solidFill>
                            <a:schemeClr val="tx1"/>
                          </a:solidFill>
                          <a:latin typeface="Poppins" panose="00000500000000000000" pitchFamily="2" charset="0"/>
                          <a:cs typeface="Poppins" panose="00000500000000000000" pitchFamily="2" charset="0"/>
                        </a:rPr>
                        <a:t>environment</a:t>
                      </a:r>
                      <a:r>
                        <a:rPr lang="fr-FR" sz="1200" i="0">
                          <a:solidFill>
                            <a:schemeClr val="tx1"/>
                          </a:solidFill>
                          <a:latin typeface="Poppins" panose="00000500000000000000" pitchFamily="2" charset="0"/>
                          <a:cs typeface="Poppins" panose="00000500000000000000" pitchFamily="2" charset="0"/>
                        </a:rPr>
                        <a:t> + repos</a:t>
                      </a:r>
                      <a:endParaRPr lang="en-IN"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8678406"/>
                  </a:ext>
                </a:extLst>
              </a:tr>
              <a:tr h="320414">
                <a:tc vMerge="1">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lvl="0" fontAlgn="base"/>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Create base backend &amp; frontend code</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4293243"/>
                  </a:ext>
                </a:extLst>
              </a:tr>
              <a:tr h="289186">
                <a:tc vMerge="1">
                  <a:txBody>
                    <a:bodyPr/>
                    <a:lstStyle/>
                    <a:p>
                      <a:pPr lvl="0" fontAlgn="base"/>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de-DE" sz="1200" i="0">
                          <a:solidFill>
                            <a:schemeClr val="tx1"/>
                          </a:solidFill>
                          <a:latin typeface="Poppins" panose="00000500000000000000" pitchFamily="2" charset="0"/>
                          <a:cs typeface="Poppins" panose="00000500000000000000" pitchFamily="2" charset="0"/>
                        </a:rPr>
                        <a:t>Setup DB schema (App DB)</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4012509"/>
                  </a:ext>
                </a:extLst>
              </a:tr>
              <a:tr h="320414">
                <a:tc rowSpan="3">
                  <a:txBody>
                    <a:bodyPr/>
                    <a:lstStyle/>
                    <a:p>
                      <a:pPr lvl="0" algn="ctr" fontAlgn="base"/>
                      <a:r>
                        <a:rPr lang="en-US" sz="1100" b="1">
                          <a:solidFill>
                            <a:srgbClr val="000000"/>
                          </a:solidFill>
                          <a:effectLst/>
                          <a:latin typeface="Poppins"/>
                          <a:cs typeface="Poppins"/>
                        </a:rPr>
                        <a:t>Week 3</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Populate Fivetran ingestion knowledge base</a:t>
                      </a:r>
                      <a:endParaRPr lang="en-IN"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3382122"/>
                  </a:ext>
                </a:extLst>
              </a:tr>
              <a:tr h="320414">
                <a:tc vMerge="1">
                  <a:txBody>
                    <a:bodyPr/>
                    <a:lstStyle/>
                    <a:p>
                      <a:pPr lvl="0" fontAlgn="base"/>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de-DE" sz="1200" i="0">
                          <a:solidFill>
                            <a:schemeClr val="tx1"/>
                          </a:solidFill>
                          <a:latin typeface="Poppins" panose="00000500000000000000" pitchFamily="2" charset="0"/>
                          <a:cs typeface="Poppins" panose="00000500000000000000" pitchFamily="2" charset="0"/>
                        </a:rPr>
                        <a:t>Setup &amp; test vector DB </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785577"/>
                  </a:ext>
                </a:extLst>
              </a:tr>
              <a:tr h="320414">
                <a:tc vMerge="1">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Design table relationship model from catalog</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862262"/>
                  </a:ext>
                </a:extLst>
              </a:tr>
              <a:tr h="320414">
                <a:tc rowSpan="2">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100" b="1">
                          <a:solidFill>
                            <a:srgbClr val="000000"/>
                          </a:solidFill>
                          <a:effectLst/>
                          <a:latin typeface="Poppins"/>
                          <a:cs typeface="Poppins"/>
                        </a:rPr>
                        <a:t>Week 4</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de-DE" sz="1200" i="0">
                          <a:solidFill>
                            <a:schemeClr val="tx1"/>
                          </a:solidFill>
                          <a:latin typeface="Poppins" panose="00000500000000000000" pitchFamily="2" charset="0"/>
                          <a:cs typeface="Poppins" panose="00000500000000000000" pitchFamily="2" charset="0"/>
                        </a:rPr>
                        <a:t>Integrate Fivetran API</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929147"/>
                  </a:ext>
                </a:extLst>
              </a:tr>
              <a:tr h="320414">
                <a:tc vMerge="1">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i="0" err="1">
                          <a:solidFill>
                            <a:schemeClr val="tx1"/>
                          </a:solidFill>
                          <a:latin typeface="Poppins" panose="00000500000000000000" pitchFamily="2" charset="0"/>
                          <a:cs typeface="Poppins" panose="00000500000000000000" pitchFamily="2" charset="0"/>
                        </a:rPr>
                        <a:t>Define</a:t>
                      </a:r>
                      <a:r>
                        <a:rPr lang="fr-FR" sz="1200" i="0">
                          <a:solidFill>
                            <a:schemeClr val="tx1"/>
                          </a:solidFill>
                          <a:latin typeface="Poppins" panose="00000500000000000000" pitchFamily="2" charset="0"/>
                          <a:cs typeface="Poppins" panose="00000500000000000000" pitchFamily="2" charset="0"/>
                        </a:rPr>
                        <a:t> NLU </a:t>
                      </a:r>
                      <a:r>
                        <a:rPr lang="fr-FR" sz="1200" i="0" err="1">
                          <a:solidFill>
                            <a:schemeClr val="tx1"/>
                          </a:solidFill>
                          <a:latin typeface="Poppins" panose="00000500000000000000" pitchFamily="2" charset="0"/>
                          <a:cs typeface="Poppins" panose="00000500000000000000" pitchFamily="2" charset="0"/>
                        </a:rPr>
                        <a:t>intent</a:t>
                      </a:r>
                      <a:r>
                        <a:rPr lang="fr-FR" sz="1200" i="0">
                          <a:solidFill>
                            <a:schemeClr val="tx1"/>
                          </a:solidFill>
                          <a:latin typeface="Poppins" panose="00000500000000000000" pitchFamily="2" charset="0"/>
                          <a:cs typeface="Poppins" panose="00000500000000000000" pitchFamily="2" charset="0"/>
                        </a:rPr>
                        <a:t> classes + </a:t>
                      </a:r>
                      <a:r>
                        <a:rPr lang="fr-FR" sz="1200" i="0" err="1">
                          <a:solidFill>
                            <a:schemeClr val="tx1"/>
                          </a:solidFill>
                          <a:latin typeface="Poppins" panose="00000500000000000000" pitchFamily="2" charset="0"/>
                          <a:cs typeface="Poppins" panose="00000500000000000000" pitchFamily="2" charset="0"/>
                        </a:rPr>
                        <a:t>GenAI</a:t>
                      </a:r>
                      <a:r>
                        <a:rPr lang="fr-FR" sz="1200" i="0">
                          <a:solidFill>
                            <a:schemeClr val="tx1"/>
                          </a:solidFill>
                          <a:latin typeface="Poppins" panose="00000500000000000000" pitchFamily="2" charset="0"/>
                          <a:cs typeface="Poppins" panose="00000500000000000000" pitchFamily="2" charset="0"/>
                        </a:rPr>
                        <a:t> prompt </a:t>
                      </a:r>
                      <a:r>
                        <a:rPr lang="fr-FR" sz="1200" i="0" err="1">
                          <a:solidFill>
                            <a:schemeClr val="tx1"/>
                          </a:solidFill>
                          <a:latin typeface="Poppins" panose="00000500000000000000" pitchFamily="2" charset="0"/>
                          <a:cs typeface="Poppins" panose="00000500000000000000" pitchFamily="2" charset="0"/>
                        </a:rPr>
                        <a:t>templates</a:t>
                      </a:r>
                      <a:endParaRPr lang="fr-FR"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3477475"/>
                  </a:ext>
                </a:extLst>
              </a:tr>
              <a:tr h="320414">
                <a:tc rowSpan="3">
                  <a:txBody>
                    <a:bodyPr/>
                    <a:lstStyle/>
                    <a:p>
                      <a:pPr lvl="0" algn="ctr">
                        <a:buNone/>
                      </a:pPr>
                      <a:r>
                        <a:rPr lang="en-US" sz="1100" b="1">
                          <a:solidFill>
                            <a:srgbClr val="000000"/>
                          </a:solidFill>
                          <a:effectLst/>
                          <a:latin typeface="Poppins"/>
                          <a:cs typeface="Poppins"/>
                        </a:rPr>
                        <a:t>Week 5</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Implement GenAI call to extract metadata from a sample source</a:t>
                      </a:r>
                      <a:endParaRPr lang="fr-FR"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1527060"/>
                  </a:ext>
                </a:extLst>
              </a:tr>
              <a:tr h="320414">
                <a:tc vMerge="1">
                  <a:txBody>
                    <a:body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i="0">
                          <a:solidFill>
                            <a:schemeClr val="tx1"/>
                          </a:solidFill>
                          <a:latin typeface="Poppins" panose="00000500000000000000" pitchFamily="2" charset="0"/>
                          <a:cs typeface="Poppins" panose="00000500000000000000" pitchFamily="2" charset="0"/>
                        </a:rPr>
                        <a:t>API + vector retrieval integration</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5146086"/>
                  </a:ext>
                </a:extLst>
              </a:tr>
              <a:tr h="320414">
                <a:tc vMerge="1">
                  <a:txBody>
                    <a:body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Connect FE to ingestion API</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317854"/>
                  </a:ext>
                </a:extLst>
              </a:tr>
              <a:tr h="320414">
                <a:tc rowSpan="3">
                  <a:txBody>
                    <a:bodyPr/>
                    <a:lstStyle/>
                    <a:p>
                      <a:pPr lvl="0" algn="ctr">
                        <a:buNone/>
                      </a:pPr>
                      <a:r>
                        <a:rPr lang="en-US" sz="1100" b="1">
                          <a:solidFill>
                            <a:srgbClr val="000000"/>
                          </a:solidFill>
                          <a:effectLst/>
                          <a:latin typeface="Poppins"/>
                          <a:cs typeface="Poppins"/>
                        </a:rPr>
                        <a:t>Week 6</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Integration testing</a:t>
                      </a:r>
                      <a:endParaRPr lang="fr-FR"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611638"/>
                  </a:ext>
                </a:extLst>
              </a:tr>
              <a:tr h="320414">
                <a:tc vMerge="1">
                  <a:txBody>
                    <a:body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Internal dry-run of ingestion flow</a:t>
                      </a:r>
                      <a:endParaRPr lang="fr-FR"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2880761"/>
                  </a:ext>
                </a:extLst>
              </a:tr>
              <a:tr h="320414">
                <a:tc vMerge="1">
                  <a:txBody>
                    <a:body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Phase 1 demo &amp; documentation</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8341317"/>
                  </a:ext>
                </a:extLst>
              </a:tr>
            </a:tbl>
          </a:graphicData>
        </a:graphic>
      </p:graphicFrame>
    </p:spTree>
    <p:extLst>
      <p:ext uri="{BB962C8B-B14F-4D97-AF65-F5344CB8AC3E}">
        <p14:creationId xmlns:p14="http://schemas.microsoft.com/office/powerpoint/2010/main" val="4157948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065B9-BCC9-000D-C2C2-7A915AEAE939}"/>
            </a:ext>
          </a:extLst>
        </p:cNvPr>
        <p:cNvGrpSpPr/>
        <p:nvPr/>
      </p:nvGrpSpPr>
      <p:grpSpPr>
        <a:xfrm>
          <a:off x="0" y="0"/>
          <a:ext cx="0" cy="0"/>
          <a:chOff x="0" y="0"/>
          <a:chExt cx="0" cy="0"/>
        </a:xfrm>
      </p:grpSpPr>
      <p:sp>
        <p:nvSpPr>
          <p:cNvPr id="6" name="Title 20">
            <a:extLst>
              <a:ext uri="{FF2B5EF4-FFF2-40B4-BE49-F238E27FC236}">
                <a16:creationId xmlns:a16="http://schemas.microsoft.com/office/drawing/2014/main" id="{6C4D8FB3-37BD-350E-4DAA-F89FDDC70490}"/>
              </a:ext>
            </a:extLst>
          </p:cNvPr>
          <p:cNvSpPr>
            <a:spLocks noGrp="1"/>
          </p:cNvSpPr>
          <p:nvPr>
            <p:ph type="title"/>
          </p:nvPr>
        </p:nvSpPr>
        <p:spPr>
          <a:xfrm>
            <a:off x="872800" y="378049"/>
            <a:ext cx="10515600" cy="569991"/>
          </a:xfrm>
        </p:spPr>
        <p:txBody>
          <a:bodyPr>
            <a:normAutofit/>
          </a:bodyPr>
          <a:lstStyle/>
          <a:p>
            <a:r>
              <a:rPr lang="en-IN" sz="2400">
                <a:solidFill>
                  <a:schemeClr val="tx2"/>
                </a:solidFill>
                <a:latin typeface="Poppins"/>
                <a:cs typeface="Poppins"/>
              </a:rPr>
              <a:t>Execution Plan – Phase 2</a:t>
            </a:r>
          </a:p>
        </p:txBody>
      </p:sp>
      <p:graphicFrame>
        <p:nvGraphicFramePr>
          <p:cNvPr id="24" name="Table 23">
            <a:extLst>
              <a:ext uri="{FF2B5EF4-FFF2-40B4-BE49-F238E27FC236}">
                <a16:creationId xmlns:a16="http://schemas.microsoft.com/office/drawing/2014/main" id="{E5AE7E7D-8CBD-CC66-93AA-70C3613EF1D6}"/>
              </a:ext>
            </a:extLst>
          </p:cNvPr>
          <p:cNvGraphicFramePr>
            <a:graphicFrameLocks noGrp="1"/>
          </p:cNvGraphicFramePr>
          <p:nvPr>
            <p:extLst>
              <p:ext uri="{D42A27DB-BD31-4B8C-83A1-F6EECF244321}">
                <p14:modId xmlns:p14="http://schemas.microsoft.com/office/powerpoint/2010/main" val="189614443"/>
              </p:ext>
            </p:extLst>
          </p:nvPr>
        </p:nvGraphicFramePr>
        <p:xfrm>
          <a:off x="1775248" y="1251250"/>
          <a:ext cx="8892753" cy="4785383"/>
        </p:xfrm>
        <a:graphic>
          <a:graphicData uri="http://schemas.openxmlformats.org/drawingml/2006/table">
            <a:tbl>
              <a:tblPr firstRow="1" bandRow="1">
                <a:effectLst/>
              </a:tblPr>
              <a:tblGrid>
                <a:gridCol w="1917025">
                  <a:extLst>
                    <a:ext uri="{9D8B030D-6E8A-4147-A177-3AD203B41FA5}">
                      <a16:colId xmlns:a16="http://schemas.microsoft.com/office/drawing/2014/main" val="1618511665"/>
                    </a:ext>
                  </a:extLst>
                </a:gridCol>
                <a:gridCol w="6975728">
                  <a:extLst>
                    <a:ext uri="{9D8B030D-6E8A-4147-A177-3AD203B41FA5}">
                      <a16:colId xmlns:a16="http://schemas.microsoft.com/office/drawing/2014/main" val="45097547"/>
                    </a:ext>
                  </a:extLst>
                </a:gridCol>
              </a:tblGrid>
              <a:tr h="304190">
                <a:tc>
                  <a:txBody>
                    <a:bodyPr/>
                    <a:lstStyle/>
                    <a:p>
                      <a:pPr algn="ctr" fontAlgn="b"/>
                      <a:r>
                        <a:rPr lang="en-US" sz="1100" b="1" i="0">
                          <a:solidFill>
                            <a:schemeClr val="bg1"/>
                          </a:solidFill>
                          <a:effectLst/>
                          <a:latin typeface="Poppins" panose="00000500000000000000" pitchFamily="2" charset="0"/>
                          <a:ea typeface="Lato" panose="020F0502020204030203" pitchFamily="34" charset="0"/>
                          <a:cs typeface="Poppins" panose="00000500000000000000" pitchFamily="2" charset="0"/>
                        </a:rPr>
                        <a:t>Week</a:t>
                      </a:r>
                    </a:p>
                  </a:txBody>
                  <a:tcPr anchor="ctr">
                    <a:lnL w="12700" cap="flat" cmpd="sng" algn="ctr">
                      <a:noFill/>
                      <a:prstDash val="dot"/>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algn="ctr" fontAlgn="b"/>
                      <a:r>
                        <a:rPr lang="en-US" sz="1100" b="1" i="0">
                          <a:solidFill>
                            <a:schemeClr val="bg1"/>
                          </a:solidFill>
                          <a:effectLst/>
                          <a:latin typeface="Poppins"/>
                          <a:ea typeface="Lato"/>
                          <a:cs typeface="Poppins"/>
                        </a:rPr>
                        <a:t>Activity</a:t>
                      </a:r>
                      <a:endParaRPr lang="en-US" sz="1200" i="1">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0" marR="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extLst>
                  <a:ext uri="{0D108BD9-81ED-4DB2-BD59-A6C34878D82A}">
                    <a16:rowId xmlns:a16="http://schemas.microsoft.com/office/drawing/2014/main" val="751755024"/>
                  </a:ext>
                </a:extLst>
              </a:tr>
              <a:tr h="360338">
                <a:tc rowSpan="2">
                  <a:txBody>
                    <a:bodyPr/>
                    <a:lstStyle/>
                    <a:p>
                      <a:pPr lvl="0" algn="ctr" fontAlgn="base"/>
                      <a:r>
                        <a:rPr lang="en-US" sz="1100" b="1">
                          <a:solidFill>
                            <a:srgbClr val="000000"/>
                          </a:solidFill>
                          <a:effectLst/>
                          <a:latin typeface="Poppins"/>
                          <a:cs typeface="Poppins"/>
                        </a:rPr>
                        <a:t>Week 7-8</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fontAlgn="base"/>
                      <a:r>
                        <a:rPr lang="en-US" sz="1200" i="0">
                          <a:latin typeface="Poppins" panose="00000500000000000000" pitchFamily="2" charset="0"/>
                          <a:cs typeface="Poppins" panose="00000500000000000000" pitchFamily="2" charset="0"/>
                        </a:rPr>
                        <a:t>Add support for top 10 Fivetran connectors </a:t>
                      </a:r>
                      <a:endParaRPr lang="en-US" sz="1200" b="1" i="0">
                        <a:solidFill>
                          <a:srgbClr val="91B94C"/>
                        </a:solidFill>
                        <a:effectLst/>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20705112"/>
                  </a:ext>
                </a:extLst>
              </a:tr>
              <a:tr h="320414">
                <a:tc vMerge="1">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Design tables mapping prompt/template</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645083"/>
                  </a:ext>
                </a:extLst>
              </a:tr>
              <a:tr h="307115">
                <a:tc rowSpan="3">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lvl="0" algn="ctr">
                        <a:buNone/>
                      </a:pPr>
                      <a:r>
                        <a:rPr lang="en-US" sz="1100" b="1">
                          <a:solidFill>
                            <a:srgbClr val="000000"/>
                          </a:solidFill>
                          <a:effectLst/>
                          <a:latin typeface="Poppins"/>
                          <a:cs typeface="Poppins"/>
                        </a:rPr>
                        <a:t>Week 9-10</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Poppins" panose="00000500000000000000" pitchFamily="2" charset="0"/>
                          <a:cs typeface="Poppins" panose="00000500000000000000" pitchFamily="2" charset="0"/>
                        </a:rPr>
                        <a:t>Integrate tables mapping output into FE</a:t>
                      </a:r>
                      <a:endParaRPr lang="en-IN"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8678406"/>
                  </a:ext>
                </a:extLst>
              </a:tr>
              <a:tr h="320414">
                <a:tc vMerge="1">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lvl="0" fontAlgn="base"/>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a:latin typeface="Poppins" panose="00000500000000000000" pitchFamily="2" charset="0"/>
                          <a:cs typeface="Poppins" panose="00000500000000000000" pitchFamily="2" charset="0"/>
                        </a:rPr>
                        <a:t>Logging of job status/errors</a:t>
                      </a:r>
                      <a:endParaRPr lang="en-US"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4293243"/>
                  </a:ext>
                </a:extLst>
              </a:tr>
              <a:tr h="289186">
                <a:tc vMerge="1">
                  <a:txBody>
                    <a:bodyPr/>
                    <a:lstStyle/>
                    <a:p>
                      <a:pPr lvl="0" fontAlgn="base"/>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de-DE" sz="1200" i="0">
                          <a:solidFill>
                            <a:schemeClr val="tx1"/>
                          </a:solidFill>
                          <a:latin typeface="Poppins" panose="00000500000000000000" pitchFamily="2" charset="0"/>
                          <a:cs typeface="Poppins" panose="00000500000000000000" pitchFamily="2" charset="0"/>
                        </a:rPr>
                        <a:t>SSO Integration</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4012509"/>
                  </a:ext>
                </a:extLst>
              </a:tr>
              <a:tr h="320414">
                <a:tc rowSpan="2">
                  <a:txBody>
                    <a:bodyPr/>
                    <a:lstStyle/>
                    <a:p>
                      <a:pPr lvl="0" algn="ctr" fontAlgn="base"/>
                      <a:r>
                        <a:rPr lang="en-US" sz="1100" b="1">
                          <a:solidFill>
                            <a:srgbClr val="000000"/>
                          </a:solidFill>
                          <a:effectLst/>
                          <a:latin typeface="Poppins"/>
                          <a:cs typeface="Poppins"/>
                        </a:rPr>
                        <a:t>Week 11-12</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a:latin typeface="Poppins" panose="00000500000000000000" pitchFamily="2" charset="0"/>
                          <a:cs typeface="Poppins" panose="00000500000000000000" pitchFamily="2" charset="0"/>
                        </a:rPr>
                        <a:t>Build GenAI-assisted flow to auto-generate Fivetran SDK-based connector</a:t>
                      </a:r>
                      <a:endParaRPr lang="en-IN"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3382122"/>
                  </a:ext>
                </a:extLst>
              </a:tr>
              <a:tr h="320414">
                <a:tc vMerge="1">
                  <a:txBody>
                    <a:bodyPr/>
                    <a:lstStyle/>
                    <a:p>
                      <a:pPr lvl="0" fontAlgn="base"/>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IN" sz="1200">
                          <a:latin typeface="Poppins" panose="00000500000000000000" pitchFamily="2" charset="0"/>
                          <a:cs typeface="Poppins" panose="00000500000000000000" pitchFamily="2" charset="0"/>
                        </a:rPr>
                        <a:t>Add Fallback Error Messaging</a:t>
                      </a:r>
                      <a:endParaRPr lang="de-DE"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785577"/>
                  </a:ext>
                </a:extLst>
              </a:tr>
              <a:tr h="320414">
                <a:tc rowSpan="2">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100" b="1">
                          <a:solidFill>
                            <a:srgbClr val="000000"/>
                          </a:solidFill>
                          <a:effectLst/>
                          <a:latin typeface="Poppins"/>
                          <a:cs typeface="Poppins"/>
                        </a:rPr>
                        <a:t>Week 13</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a:latin typeface="Poppins" panose="00000500000000000000" pitchFamily="2" charset="0"/>
                          <a:cs typeface="Poppins" panose="00000500000000000000" pitchFamily="2" charset="0"/>
                        </a:rPr>
                        <a:t>Internal testing of 10 connector flows</a:t>
                      </a:r>
                      <a:endParaRPr lang="de-DE" sz="1200" b="1"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929147"/>
                  </a:ext>
                </a:extLst>
              </a:tr>
              <a:tr h="320414">
                <a:tc vMerge="1">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Helvetica Light"/>
                        </a:defRPr>
                      </a:lvl1pPr>
                      <a:lvl2pPr marL="457200" algn="l" defTabSz="914400" rtl="0" eaLnBrk="1" latinLnBrk="0" hangingPunct="1">
                        <a:defRPr sz="1800" kern="1200">
                          <a:solidFill>
                            <a:schemeClr val="dk1"/>
                          </a:solidFill>
                          <a:latin typeface="Helvetica Light"/>
                        </a:defRPr>
                      </a:lvl2pPr>
                      <a:lvl3pPr marL="914400" algn="l" defTabSz="914400" rtl="0" eaLnBrk="1" latinLnBrk="0" hangingPunct="1">
                        <a:defRPr sz="1800" kern="1200">
                          <a:solidFill>
                            <a:schemeClr val="dk1"/>
                          </a:solidFill>
                          <a:latin typeface="Helvetica Light"/>
                        </a:defRPr>
                      </a:lvl3pPr>
                      <a:lvl4pPr marL="1371600" algn="l" defTabSz="914400" rtl="0" eaLnBrk="1" latinLnBrk="0" hangingPunct="1">
                        <a:defRPr sz="1800" kern="1200">
                          <a:solidFill>
                            <a:schemeClr val="dk1"/>
                          </a:solidFill>
                          <a:latin typeface="Helvetica Light"/>
                        </a:defRPr>
                      </a:lvl4pPr>
                      <a:lvl5pPr marL="1828800" algn="l" defTabSz="914400" rtl="0" eaLnBrk="1" latinLnBrk="0" hangingPunct="1">
                        <a:defRPr sz="1800" kern="1200">
                          <a:solidFill>
                            <a:schemeClr val="dk1"/>
                          </a:solidFill>
                          <a:latin typeface="Helvetica Light"/>
                        </a:defRPr>
                      </a:lvl5pPr>
                      <a:lvl6pPr marL="2286000" algn="l" defTabSz="914400" rtl="0" eaLnBrk="1" latinLnBrk="0" hangingPunct="1">
                        <a:defRPr sz="1800" kern="1200">
                          <a:solidFill>
                            <a:schemeClr val="dk1"/>
                          </a:solidFill>
                          <a:latin typeface="Helvetica Light"/>
                        </a:defRPr>
                      </a:lvl6pPr>
                      <a:lvl7pPr marL="2743200" algn="l" defTabSz="914400" rtl="0" eaLnBrk="1" latinLnBrk="0" hangingPunct="1">
                        <a:defRPr sz="1800" kern="1200">
                          <a:solidFill>
                            <a:schemeClr val="dk1"/>
                          </a:solidFill>
                          <a:latin typeface="Helvetica Light"/>
                        </a:defRPr>
                      </a:lvl7pPr>
                      <a:lvl8pPr marL="3200400" algn="l" defTabSz="914400" rtl="0" eaLnBrk="1" latinLnBrk="0" hangingPunct="1">
                        <a:defRPr sz="1800" kern="1200">
                          <a:solidFill>
                            <a:schemeClr val="dk1"/>
                          </a:solidFill>
                          <a:latin typeface="Helvetica Light"/>
                        </a:defRPr>
                      </a:lvl8pPr>
                      <a:lvl9pPr marL="3657600" algn="l" defTabSz="914400" rtl="0" eaLnBrk="1" latinLnBrk="0" hangingPunct="1">
                        <a:defRPr sz="1800" kern="1200">
                          <a:solidFill>
                            <a:schemeClr val="dk1"/>
                          </a:solidFill>
                          <a:latin typeface="Helvetica Ligh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i="0">
                          <a:solidFill>
                            <a:schemeClr val="tx1"/>
                          </a:solidFill>
                          <a:latin typeface="Poppins" panose="00000500000000000000" pitchFamily="2" charset="0"/>
                          <a:cs typeface="Poppins" panose="00000500000000000000" pitchFamily="2" charset="0"/>
                        </a:rPr>
                        <a:t>Monitoring Dashboard UX</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3477475"/>
                  </a:ext>
                </a:extLst>
              </a:tr>
              <a:tr h="320414">
                <a:tc rowSpan="2">
                  <a:txBody>
                    <a:bodyPr/>
                    <a:lstStyle/>
                    <a:p>
                      <a:pPr lvl="0" algn="ctr">
                        <a:buNone/>
                      </a:pPr>
                      <a:r>
                        <a:rPr lang="en-US" sz="1100" b="1">
                          <a:solidFill>
                            <a:srgbClr val="000000"/>
                          </a:solidFill>
                          <a:effectLst/>
                          <a:latin typeface="Poppins"/>
                          <a:cs typeface="Poppins"/>
                        </a:rPr>
                        <a:t>Week 14</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Poppins" panose="00000500000000000000" pitchFamily="2" charset="0"/>
                          <a:cs typeface="Poppins" panose="00000500000000000000" pitchFamily="2" charset="0"/>
                        </a:rPr>
                        <a:t>QA testing + dry run</a:t>
                      </a:r>
                      <a:endParaRPr lang="fr-FR"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1527060"/>
                  </a:ext>
                </a:extLst>
              </a:tr>
              <a:tr h="320414">
                <a:tc vMerge="1">
                  <a:txBody>
                    <a:body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i="0">
                          <a:solidFill>
                            <a:schemeClr val="tx1"/>
                          </a:solidFill>
                          <a:latin typeface="Poppins" panose="00000500000000000000" pitchFamily="2" charset="0"/>
                          <a:cs typeface="Poppins" panose="00000500000000000000" pitchFamily="2" charset="0"/>
                        </a:rPr>
                        <a:t>UI/UX Refinements</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5146086"/>
                  </a:ext>
                </a:extLst>
              </a:tr>
              <a:tr h="320414">
                <a:tc rowSpan="3">
                  <a:txBody>
                    <a:bodyPr/>
                    <a:lstStyle/>
                    <a:p>
                      <a:pPr lvl="0" algn="ctr">
                        <a:buNone/>
                      </a:pPr>
                      <a:r>
                        <a:rPr lang="en-US" sz="1100" b="1">
                          <a:solidFill>
                            <a:srgbClr val="000000"/>
                          </a:solidFill>
                          <a:effectLst/>
                          <a:latin typeface="Poppins"/>
                          <a:cs typeface="Poppins"/>
                        </a:rPr>
                        <a:t>Week 15</a:t>
                      </a: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Poppins" panose="00000500000000000000" pitchFamily="2" charset="0"/>
                          <a:cs typeface="Poppins" panose="00000500000000000000" pitchFamily="2" charset="0"/>
                        </a:rPr>
                        <a:t>Feedback incorporation</a:t>
                      </a:r>
                      <a:endParaRPr lang="fr-FR"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611638"/>
                  </a:ext>
                </a:extLst>
              </a:tr>
              <a:tr h="320414">
                <a:tc vMerge="1">
                  <a:txBody>
                    <a:body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Poppins" panose="00000500000000000000" pitchFamily="2" charset="0"/>
                          <a:cs typeface="Poppins" panose="00000500000000000000" pitchFamily="2" charset="0"/>
                        </a:rPr>
                        <a:t>Final round of deployment tests</a:t>
                      </a:r>
                      <a:endParaRPr lang="fr-FR" sz="1200" i="0">
                        <a:solidFill>
                          <a:schemeClr val="tx1"/>
                        </a:solidFill>
                        <a:latin typeface="Poppins" panose="00000500000000000000" pitchFamily="2" charset="0"/>
                        <a:cs typeface="Poppins" panose="00000500000000000000" pitchFamily="2" charset="0"/>
                      </a:endParaRP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2880761"/>
                  </a:ext>
                </a:extLst>
              </a:tr>
              <a:tr h="320414">
                <a:tc vMerge="1">
                  <a:txBody>
                    <a:bodyPr/>
                    <a:lstStyle/>
                    <a:p>
                      <a:pPr lvl="0">
                        <a:buNone/>
                      </a:pPr>
                      <a:endParaRPr lang="en-US" sz="1100">
                        <a:solidFill>
                          <a:srgbClr val="000000"/>
                        </a:solidFill>
                        <a:effectLst/>
                        <a:latin typeface="Poppins"/>
                        <a:cs typeface="Poppins"/>
                      </a:endParaRPr>
                    </a:p>
                  </a:txBody>
                  <a:tcPr marL="45720" marR="45720" anchor="ctr">
                    <a:lnL w="9525" cap="flat" cmpd="sng" algn="ctr">
                      <a:noFill/>
                      <a:prstDash val="dot"/>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tx1"/>
                          </a:solidFill>
                          <a:latin typeface="Poppins" panose="00000500000000000000" pitchFamily="2" charset="0"/>
                          <a:cs typeface="Poppins" panose="00000500000000000000" pitchFamily="2" charset="0"/>
                        </a:rPr>
                        <a:t>Phase 2 wrap-up demo &amp; documentation</a:t>
                      </a:r>
                    </a:p>
                  </a:txBody>
                  <a:tcPr anchor="ctr">
                    <a:lnL w="9525" cap="flat" cmpd="sng" algn="ctr">
                      <a:solidFill>
                        <a:schemeClr val="bg1">
                          <a:lumMod val="85000"/>
                        </a:schemeClr>
                      </a:solidFill>
                      <a:prstDash val="lgDash"/>
                      <a:round/>
                      <a:headEnd type="none" w="med" len="med"/>
                      <a:tailEnd type="none" w="med" len="med"/>
                    </a:lnL>
                    <a:lnR w="9525" cap="flat" cmpd="sng" algn="ctr">
                      <a:solidFill>
                        <a:schemeClr val="bg1">
                          <a:lumMod val="85000"/>
                        </a:schemeClr>
                      </a:solidFill>
                      <a:prstDash val="lgDash"/>
                      <a:round/>
                      <a:headEnd type="none" w="med" len="med"/>
                      <a:tailEnd type="none" w="med" len="med"/>
                    </a:lnR>
                    <a:lnT w="6350" cap="flat" cmpd="sng" algn="ctr">
                      <a:solidFill>
                        <a:schemeClr val="bg2">
                          <a:lumMod val="85000"/>
                        </a:schemeClr>
                      </a:solidFill>
                      <a:prstDash val="solid"/>
                      <a:round/>
                      <a:headEnd type="none" w="med" len="med"/>
                      <a:tailEnd type="none" w="med" len="med"/>
                    </a:lnT>
                    <a:lnB w="6350"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8341317"/>
                  </a:ext>
                </a:extLst>
              </a:tr>
            </a:tbl>
          </a:graphicData>
        </a:graphic>
      </p:graphicFrame>
    </p:spTree>
    <p:extLst>
      <p:ext uri="{BB962C8B-B14F-4D97-AF65-F5344CB8AC3E}">
        <p14:creationId xmlns:p14="http://schemas.microsoft.com/office/powerpoint/2010/main" val="3614508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414A1-FC4B-CDB0-90D5-FF60B0002CC3}"/>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CB0F991-B858-4DE4-4386-D7285EC3BB6F}"/>
              </a:ext>
            </a:extLst>
          </p:cNvPr>
          <p:cNvCxnSpPr>
            <a:cxnSpLocks/>
          </p:cNvCxnSpPr>
          <p:nvPr/>
        </p:nvCxnSpPr>
        <p:spPr>
          <a:xfrm flipH="1" flipV="1">
            <a:off x="8943229" y="4035277"/>
            <a:ext cx="1007648" cy="783956"/>
          </a:xfrm>
          <a:prstGeom prst="line">
            <a:avLst/>
          </a:prstGeom>
          <a:noFill/>
          <a:ln w="952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635B66E0-A980-82F6-218C-E45B8DD4B5EE}"/>
              </a:ext>
            </a:extLst>
          </p:cNvPr>
          <p:cNvCxnSpPr>
            <a:cxnSpLocks/>
          </p:cNvCxnSpPr>
          <p:nvPr/>
        </p:nvCxnSpPr>
        <p:spPr>
          <a:xfrm flipH="1">
            <a:off x="2543591" y="3038055"/>
            <a:ext cx="1872262" cy="1830647"/>
          </a:xfrm>
          <a:prstGeom prst="line">
            <a:avLst/>
          </a:prstGeom>
          <a:noFill/>
          <a:ln w="952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cxnSp>
        <p:nvCxnSpPr>
          <p:cNvPr id="4" name="Straight Connector 3">
            <a:extLst>
              <a:ext uri="{FF2B5EF4-FFF2-40B4-BE49-F238E27FC236}">
                <a16:creationId xmlns:a16="http://schemas.microsoft.com/office/drawing/2014/main" id="{C715438F-E215-4C8E-FE98-3FF2389E0005}"/>
              </a:ext>
            </a:extLst>
          </p:cNvPr>
          <p:cNvCxnSpPr>
            <a:cxnSpLocks/>
          </p:cNvCxnSpPr>
          <p:nvPr/>
        </p:nvCxnSpPr>
        <p:spPr>
          <a:xfrm>
            <a:off x="2486025" y="2992554"/>
            <a:ext cx="2028478" cy="1816087"/>
          </a:xfrm>
          <a:prstGeom prst="line">
            <a:avLst/>
          </a:prstGeom>
          <a:noFill/>
          <a:ln w="952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3" name="Slide Number Placeholder 2">
            <a:extLst>
              <a:ext uri="{FF2B5EF4-FFF2-40B4-BE49-F238E27FC236}">
                <a16:creationId xmlns:a16="http://schemas.microsoft.com/office/drawing/2014/main" id="{F7BA4B40-A7D8-4FDF-E4AF-D2BA46D077D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srgbClr val="02072A">
                    <a:tint val="75000"/>
                  </a:srgbClr>
                </a:solidFill>
                <a:effectLst/>
                <a:uLnTx/>
                <a:uFillTx/>
                <a:latin typeface="Bierstadt"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02072A">
                  <a:tint val="75000"/>
                </a:srgbClr>
              </a:solidFill>
              <a:effectLst/>
              <a:uLnTx/>
              <a:uFillTx/>
              <a:latin typeface="Bierstadt" panose="020B0004020202020204" pitchFamily="34" charset="0"/>
              <a:ea typeface="+mn-ea"/>
              <a:cs typeface="+mn-cs"/>
            </a:endParaRPr>
          </a:p>
        </p:txBody>
      </p:sp>
      <p:sp>
        <p:nvSpPr>
          <p:cNvPr id="5" name="Title 3">
            <a:extLst>
              <a:ext uri="{FF2B5EF4-FFF2-40B4-BE49-F238E27FC236}">
                <a16:creationId xmlns:a16="http://schemas.microsoft.com/office/drawing/2014/main" id="{E746BF55-EB85-DFEB-BCF7-C1BBB04293FD}"/>
              </a:ext>
            </a:extLst>
          </p:cNvPr>
          <p:cNvSpPr>
            <a:spLocks noGrp="1"/>
          </p:cNvSpPr>
          <p:nvPr>
            <p:ph type="title"/>
          </p:nvPr>
        </p:nvSpPr>
        <p:spPr>
          <a:xfrm>
            <a:off x="885824" y="301051"/>
            <a:ext cx="11058525" cy="773333"/>
          </a:xfrm>
        </p:spPr>
        <p:txBody>
          <a:bodyPr>
            <a:noAutofit/>
          </a:bodyPr>
          <a:lstStyle/>
          <a:p>
            <a:pPr marL="0" marR="0" lvl="0" indent="0" algn="l" defTabSz="914400" rtl="0" eaLnBrk="1" fontAlgn="auto" latinLnBrk="0" hangingPunct="1">
              <a:lnSpc>
                <a:spcPct val="90000"/>
              </a:lnSpc>
              <a:spcBef>
                <a:spcPts val="0"/>
              </a:spcBef>
              <a:spcAft>
                <a:spcPts val="0"/>
              </a:spcAft>
              <a:buClrTx/>
              <a:buSzPts val="2800"/>
              <a:buFont typeface="Arial" panose="020B0604020202020204" pitchFamily="34" charset="0"/>
              <a:buNone/>
              <a:tabLst/>
              <a:defRPr/>
            </a:pPr>
            <a:r>
              <a:rPr kumimoji="0" lang="en-US" sz="2400" b="1" i="0" u="none" strike="noStrike" kern="1200" cap="none" spc="0" normalizeH="0" baseline="0" noProof="0">
                <a:ln>
                  <a:noFill/>
                </a:ln>
                <a:solidFill>
                  <a:srgbClr val="02072A"/>
                </a:solidFill>
                <a:effectLst/>
                <a:uLnTx/>
                <a:uFillTx/>
                <a:latin typeface="Poppins" panose="00000500000000000000" pitchFamily="2" charset="0"/>
                <a:cs typeface="Poppins" panose="00000500000000000000" pitchFamily="2" charset="0"/>
              </a:rPr>
              <a:t>Delivery Pod Structure</a:t>
            </a:r>
          </a:p>
        </p:txBody>
      </p:sp>
      <p:cxnSp>
        <p:nvCxnSpPr>
          <p:cNvPr id="21" name="Straight Connector 20">
            <a:extLst>
              <a:ext uri="{FF2B5EF4-FFF2-40B4-BE49-F238E27FC236}">
                <a16:creationId xmlns:a16="http://schemas.microsoft.com/office/drawing/2014/main" id="{1C1918CF-C4AB-1ABD-1195-A023835D3BE6}"/>
              </a:ext>
            </a:extLst>
          </p:cNvPr>
          <p:cNvCxnSpPr>
            <a:cxnSpLocks/>
          </p:cNvCxnSpPr>
          <p:nvPr/>
        </p:nvCxnSpPr>
        <p:spPr>
          <a:xfrm rot="14368" flipH="1">
            <a:off x="3486332" y="2711787"/>
            <a:ext cx="0" cy="2520000"/>
          </a:xfrm>
          <a:prstGeom prst="line">
            <a:avLst/>
          </a:prstGeom>
          <a:noFill/>
          <a:ln w="952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96BEAB1F-781E-EF7F-879F-4689B28FA204}"/>
              </a:ext>
            </a:extLst>
          </p:cNvPr>
          <p:cNvCxnSpPr>
            <a:cxnSpLocks/>
          </p:cNvCxnSpPr>
          <p:nvPr/>
        </p:nvCxnSpPr>
        <p:spPr>
          <a:xfrm>
            <a:off x="2099632" y="3915040"/>
            <a:ext cx="2664000" cy="0"/>
          </a:xfrm>
          <a:prstGeom prst="line">
            <a:avLst/>
          </a:prstGeom>
          <a:noFill/>
          <a:ln w="952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23" name="Oval 22">
            <a:extLst>
              <a:ext uri="{FF2B5EF4-FFF2-40B4-BE49-F238E27FC236}">
                <a16:creationId xmlns:a16="http://schemas.microsoft.com/office/drawing/2014/main" id="{24C849C6-1FB3-50C8-319D-87A9A1F7054E}"/>
              </a:ext>
            </a:extLst>
          </p:cNvPr>
          <p:cNvSpPr/>
          <p:nvPr/>
        </p:nvSpPr>
        <p:spPr>
          <a:xfrm rot="20670144">
            <a:off x="1576547" y="2122225"/>
            <a:ext cx="3797379" cy="3685999"/>
          </a:xfrm>
          <a:prstGeom prst="ellipse">
            <a:avLst/>
          </a:prstGeom>
          <a:noFill/>
          <a:ln w="952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u="none" strike="noStrike" kern="1200" cap="none" spc="0" normalizeH="0" baseline="0" noProof="0">
              <a:ln>
                <a:noFill/>
              </a:ln>
              <a:solidFill>
                <a:srgbClr val="FEFFFF"/>
              </a:solidFill>
              <a:effectLst/>
              <a:uLnTx/>
              <a:uFillTx/>
              <a:latin typeface="Poppins Light" panose="00000400000000000000" pitchFamily="2" charset="0"/>
              <a:cs typeface="Poppins Light" panose="00000400000000000000" pitchFamily="2" charset="0"/>
            </a:endParaRPr>
          </a:p>
        </p:txBody>
      </p:sp>
      <p:sp>
        <p:nvSpPr>
          <p:cNvPr id="24" name="Oval 23">
            <a:extLst>
              <a:ext uri="{FF2B5EF4-FFF2-40B4-BE49-F238E27FC236}">
                <a16:creationId xmlns:a16="http://schemas.microsoft.com/office/drawing/2014/main" id="{2D46D2BE-002E-134C-DB95-2C72311A3A9C}"/>
              </a:ext>
            </a:extLst>
          </p:cNvPr>
          <p:cNvSpPr/>
          <p:nvPr/>
        </p:nvSpPr>
        <p:spPr>
          <a:xfrm rot="20341833">
            <a:off x="3008564" y="1781397"/>
            <a:ext cx="936000" cy="936000"/>
          </a:xfrm>
          <a:prstGeom prst="ellipse">
            <a:avLst/>
          </a:prstGeom>
          <a:solidFill>
            <a:srgbClr val="F0F1FE"/>
          </a:solidFill>
          <a:ln w="6350">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u="none" strike="noStrike" kern="1200" cap="none" spc="0" normalizeH="0" baseline="0" noProof="0">
              <a:ln>
                <a:noFill/>
              </a:ln>
              <a:solidFill>
                <a:srgbClr val="FEFFFF"/>
              </a:solidFill>
              <a:effectLst/>
              <a:uLnTx/>
              <a:uFillTx/>
              <a:latin typeface="Poppins Light" panose="00000400000000000000" pitchFamily="2" charset="0"/>
              <a:cs typeface="Poppins Light" panose="00000400000000000000" pitchFamily="2" charset="0"/>
            </a:endParaRPr>
          </a:p>
        </p:txBody>
      </p:sp>
      <p:sp>
        <p:nvSpPr>
          <p:cNvPr id="29" name="TextBox 28">
            <a:extLst>
              <a:ext uri="{FF2B5EF4-FFF2-40B4-BE49-F238E27FC236}">
                <a16:creationId xmlns:a16="http://schemas.microsoft.com/office/drawing/2014/main" id="{91BE1D49-E579-CC9C-7387-67950B324648}"/>
              </a:ext>
            </a:extLst>
          </p:cNvPr>
          <p:cNvSpPr txBox="1"/>
          <p:nvPr/>
        </p:nvSpPr>
        <p:spPr>
          <a:xfrm rot="14368">
            <a:off x="2958115" y="2187974"/>
            <a:ext cx="102915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rPr>
              <a:t>Project Manager</a:t>
            </a:r>
          </a:p>
        </p:txBody>
      </p:sp>
      <p:sp>
        <p:nvSpPr>
          <p:cNvPr id="61" name="Oval 60">
            <a:extLst>
              <a:ext uri="{FF2B5EF4-FFF2-40B4-BE49-F238E27FC236}">
                <a16:creationId xmlns:a16="http://schemas.microsoft.com/office/drawing/2014/main" id="{26F4B612-D240-3B21-BB9F-4A4FDC79956B}"/>
              </a:ext>
            </a:extLst>
          </p:cNvPr>
          <p:cNvSpPr/>
          <p:nvPr/>
        </p:nvSpPr>
        <p:spPr>
          <a:xfrm rot="20341833">
            <a:off x="2795459" y="3306097"/>
            <a:ext cx="1359556" cy="1318255"/>
          </a:xfrm>
          <a:prstGeom prst="ellipse">
            <a:avLst/>
          </a:prstGeom>
          <a:solidFill>
            <a:schemeClr val="accent1">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u="none" strike="noStrike" kern="1200" cap="none" spc="0" normalizeH="0" baseline="0" noProof="0">
              <a:ln>
                <a:noFill/>
              </a:ln>
              <a:solidFill>
                <a:srgbClr val="FEFFFF"/>
              </a:solidFill>
              <a:effectLst/>
              <a:uLnTx/>
              <a:uFillTx/>
              <a:latin typeface="Poppins" panose="00000500000000000000" pitchFamily="2" charset="0"/>
              <a:cs typeface="Poppins" panose="00000500000000000000" pitchFamily="2" charset="0"/>
            </a:endParaRPr>
          </a:p>
        </p:txBody>
      </p:sp>
      <p:sp>
        <p:nvSpPr>
          <p:cNvPr id="64" name="TextBox 63">
            <a:extLst>
              <a:ext uri="{FF2B5EF4-FFF2-40B4-BE49-F238E27FC236}">
                <a16:creationId xmlns:a16="http://schemas.microsoft.com/office/drawing/2014/main" id="{6484818F-28D6-1715-4DA1-BAF7196839B6}"/>
              </a:ext>
            </a:extLst>
          </p:cNvPr>
          <p:cNvSpPr txBox="1"/>
          <p:nvPr/>
        </p:nvSpPr>
        <p:spPr>
          <a:xfrm rot="14368">
            <a:off x="2745236" y="3821106"/>
            <a:ext cx="1454909" cy="253916"/>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b="1">
                <a:solidFill>
                  <a:srgbClr val="FEFFFF"/>
                </a:solidFill>
                <a:latin typeface="Poppins" panose="00000500000000000000" pitchFamily="2" charset="0"/>
                <a:cs typeface="Poppins" panose="00000500000000000000" pitchFamily="2" charset="0"/>
              </a:rPr>
              <a:t>Auxo Team</a:t>
            </a:r>
            <a:endParaRPr kumimoji="0" lang="en-IN" sz="1050" b="0" u="none" strike="noStrike" kern="1200" cap="none" spc="0" normalizeH="0" baseline="0" noProof="0">
              <a:ln>
                <a:noFill/>
              </a:ln>
              <a:solidFill>
                <a:srgbClr val="FEFFFF"/>
              </a:solidFill>
              <a:effectLst/>
              <a:uLnTx/>
              <a:uFillTx/>
              <a:latin typeface="Poppins" panose="00000500000000000000" pitchFamily="2" charset="0"/>
              <a:cs typeface="Poppins" panose="00000500000000000000" pitchFamily="2" charset="0"/>
            </a:endParaRPr>
          </a:p>
        </p:txBody>
      </p:sp>
      <p:sp>
        <p:nvSpPr>
          <p:cNvPr id="67" name="Oval 66">
            <a:extLst>
              <a:ext uri="{FF2B5EF4-FFF2-40B4-BE49-F238E27FC236}">
                <a16:creationId xmlns:a16="http://schemas.microsoft.com/office/drawing/2014/main" id="{27B3FB13-4221-BDDF-68C4-63C9D10290E1}"/>
              </a:ext>
            </a:extLst>
          </p:cNvPr>
          <p:cNvSpPr/>
          <p:nvPr/>
        </p:nvSpPr>
        <p:spPr>
          <a:xfrm rot="20341833">
            <a:off x="4753524" y="3449428"/>
            <a:ext cx="936000" cy="936000"/>
          </a:xfrm>
          <a:prstGeom prst="ellipse">
            <a:avLst/>
          </a:prstGeom>
          <a:solidFill>
            <a:srgbClr val="F0F1FE"/>
          </a:solidFill>
          <a:ln w="6350">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rgbClr val="FEFFFF"/>
              </a:solidFill>
              <a:latin typeface="Poppins Light" panose="00000400000000000000" pitchFamily="2" charset="0"/>
              <a:cs typeface="Poppins Light" panose="00000400000000000000" pitchFamily="2" charset="0"/>
            </a:endParaRPr>
          </a:p>
        </p:txBody>
      </p:sp>
      <p:pic>
        <p:nvPicPr>
          <p:cNvPr id="69" name="Graphic 68" descr="Male profile with solid fill">
            <a:extLst>
              <a:ext uri="{FF2B5EF4-FFF2-40B4-BE49-F238E27FC236}">
                <a16:creationId xmlns:a16="http://schemas.microsoft.com/office/drawing/2014/main" id="{0B93B8FB-2800-4B7B-49E5-E7B755296E9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368">
            <a:off x="3274204" y="1867808"/>
            <a:ext cx="396972" cy="400327"/>
          </a:xfrm>
          <a:prstGeom prst="rect">
            <a:avLst/>
          </a:prstGeom>
        </p:spPr>
      </p:pic>
      <p:sp>
        <p:nvSpPr>
          <p:cNvPr id="70" name="Oval 69">
            <a:extLst>
              <a:ext uri="{FF2B5EF4-FFF2-40B4-BE49-F238E27FC236}">
                <a16:creationId xmlns:a16="http://schemas.microsoft.com/office/drawing/2014/main" id="{0F31DD4F-9A0D-7190-2AAB-1DC41079AF36}"/>
              </a:ext>
            </a:extLst>
          </p:cNvPr>
          <p:cNvSpPr/>
          <p:nvPr/>
        </p:nvSpPr>
        <p:spPr>
          <a:xfrm rot="20341833">
            <a:off x="3008563" y="5226350"/>
            <a:ext cx="936000" cy="936000"/>
          </a:xfrm>
          <a:prstGeom prst="ellipse">
            <a:avLst/>
          </a:prstGeom>
          <a:solidFill>
            <a:srgbClr val="F0F1FE"/>
          </a:solidFill>
          <a:ln w="6350">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rgbClr val="FEFFFF"/>
              </a:solidFill>
              <a:latin typeface="Poppins Light" panose="00000400000000000000" pitchFamily="2" charset="0"/>
              <a:cs typeface="Poppins Light" panose="00000400000000000000" pitchFamily="2" charset="0"/>
            </a:endParaRPr>
          </a:p>
        </p:txBody>
      </p:sp>
      <p:sp>
        <p:nvSpPr>
          <p:cNvPr id="71" name="Oval 70">
            <a:extLst>
              <a:ext uri="{FF2B5EF4-FFF2-40B4-BE49-F238E27FC236}">
                <a16:creationId xmlns:a16="http://schemas.microsoft.com/office/drawing/2014/main" id="{01B272C2-19C6-5819-11EC-2EAF7E751C77}"/>
              </a:ext>
            </a:extLst>
          </p:cNvPr>
          <p:cNvSpPr/>
          <p:nvPr/>
        </p:nvSpPr>
        <p:spPr>
          <a:xfrm rot="20341833">
            <a:off x="1161802" y="3449428"/>
            <a:ext cx="936000" cy="936000"/>
          </a:xfrm>
          <a:prstGeom prst="ellipse">
            <a:avLst/>
          </a:prstGeom>
          <a:solidFill>
            <a:srgbClr val="F0F1FE"/>
          </a:solidFill>
          <a:ln w="6350">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rgbClr val="FEFFFF"/>
              </a:solidFill>
              <a:latin typeface="Poppins Light" panose="00000400000000000000" pitchFamily="2" charset="0"/>
              <a:cs typeface="Poppins Light" panose="00000400000000000000" pitchFamily="2" charset="0"/>
            </a:endParaRPr>
          </a:p>
        </p:txBody>
      </p:sp>
      <p:pic>
        <p:nvPicPr>
          <p:cNvPr id="74" name="Graphic 73" descr="Male profile with solid fill">
            <a:extLst>
              <a:ext uri="{FF2B5EF4-FFF2-40B4-BE49-F238E27FC236}">
                <a16:creationId xmlns:a16="http://schemas.microsoft.com/office/drawing/2014/main" id="{4E5E36A4-0653-B693-62EB-064E6DC45DE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368">
            <a:off x="1426862" y="3570632"/>
            <a:ext cx="396972" cy="400327"/>
          </a:xfrm>
          <a:prstGeom prst="rect">
            <a:avLst/>
          </a:prstGeom>
        </p:spPr>
      </p:pic>
      <p:sp>
        <p:nvSpPr>
          <p:cNvPr id="78" name="TextBox 77">
            <a:extLst>
              <a:ext uri="{FF2B5EF4-FFF2-40B4-BE49-F238E27FC236}">
                <a16:creationId xmlns:a16="http://schemas.microsoft.com/office/drawing/2014/main" id="{98121F67-9DB9-05BD-E278-9E8D6404D05A}"/>
              </a:ext>
            </a:extLst>
          </p:cNvPr>
          <p:cNvSpPr txBox="1"/>
          <p:nvPr/>
        </p:nvSpPr>
        <p:spPr>
          <a:xfrm rot="14368">
            <a:off x="1110799" y="3861835"/>
            <a:ext cx="102915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a:solidFill>
                  <a:srgbClr val="C5CCFC">
                    <a:lumMod val="10000"/>
                  </a:srgbClr>
                </a:solidFill>
                <a:latin typeface="Poppins Light" panose="00000400000000000000" pitchFamily="2" charset="0"/>
                <a:cs typeface="Poppins Light" panose="00000400000000000000" pitchFamily="2" charset="0"/>
              </a:rPr>
              <a:t>Back End Developer</a:t>
            </a:r>
            <a:endPar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endParaRPr>
          </a:p>
        </p:txBody>
      </p:sp>
      <p:sp>
        <p:nvSpPr>
          <p:cNvPr id="81" name="Oval 80">
            <a:extLst>
              <a:ext uri="{FF2B5EF4-FFF2-40B4-BE49-F238E27FC236}">
                <a16:creationId xmlns:a16="http://schemas.microsoft.com/office/drawing/2014/main" id="{84FEA7DC-3E37-BF6E-A8AF-F64E97D8B7A2}"/>
              </a:ext>
            </a:extLst>
          </p:cNvPr>
          <p:cNvSpPr/>
          <p:nvPr/>
        </p:nvSpPr>
        <p:spPr>
          <a:xfrm rot="20341833">
            <a:off x="1684441" y="2227148"/>
            <a:ext cx="936000" cy="936000"/>
          </a:xfrm>
          <a:prstGeom prst="ellipse">
            <a:avLst/>
          </a:prstGeom>
          <a:solidFill>
            <a:srgbClr val="F0F1FE"/>
          </a:solidFill>
          <a:ln w="6350">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u="none" strike="noStrike" kern="1200" cap="none" spc="0" normalizeH="0" baseline="0" noProof="0">
              <a:ln>
                <a:noFill/>
              </a:ln>
              <a:solidFill>
                <a:srgbClr val="FEFFFF"/>
              </a:solidFill>
              <a:effectLst/>
              <a:uLnTx/>
              <a:uFillTx/>
              <a:latin typeface="Poppins Light" panose="00000400000000000000" pitchFamily="2" charset="0"/>
              <a:cs typeface="Poppins Light" panose="00000400000000000000" pitchFamily="2" charset="0"/>
            </a:endParaRPr>
          </a:p>
        </p:txBody>
      </p:sp>
      <p:sp>
        <p:nvSpPr>
          <p:cNvPr id="82" name="Oval 81">
            <a:extLst>
              <a:ext uri="{FF2B5EF4-FFF2-40B4-BE49-F238E27FC236}">
                <a16:creationId xmlns:a16="http://schemas.microsoft.com/office/drawing/2014/main" id="{B10F2003-BD07-8A87-7618-7EB892A18B43}"/>
              </a:ext>
            </a:extLst>
          </p:cNvPr>
          <p:cNvSpPr/>
          <p:nvPr/>
        </p:nvSpPr>
        <p:spPr>
          <a:xfrm rot="20341833">
            <a:off x="1685039" y="4681693"/>
            <a:ext cx="936000" cy="936000"/>
          </a:xfrm>
          <a:prstGeom prst="ellipse">
            <a:avLst/>
          </a:prstGeom>
          <a:solidFill>
            <a:srgbClr val="F0F1FE"/>
          </a:solidFill>
          <a:ln w="6350">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u="none" strike="noStrike" kern="1200" cap="none" spc="0" normalizeH="0" baseline="0" noProof="0">
              <a:ln>
                <a:noFill/>
              </a:ln>
              <a:solidFill>
                <a:srgbClr val="FEFFFF"/>
              </a:solidFill>
              <a:effectLst/>
              <a:uLnTx/>
              <a:uFillTx/>
              <a:latin typeface="Poppins Light" panose="00000400000000000000" pitchFamily="2" charset="0"/>
              <a:cs typeface="Poppins Light" panose="00000400000000000000" pitchFamily="2" charset="0"/>
            </a:endParaRPr>
          </a:p>
        </p:txBody>
      </p:sp>
      <p:sp>
        <p:nvSpPr>
          <p:cNvPr id="83" name="Oval 82">
            <a:extLst>
              <a:ext uri="{FF2B5EF4-FFF2-40B4-BE49-F238E27FC236}">
                <a16:creationId xmlns:a16="http://schemas.microsoft.com/office/drawing/2014/main" id="{A428C749-FEE8-B447-E9F4-6730FCEE4193}"/>
              </a:ext>
            </a:extLst>
          </p:cNvPr>
          <p:cNvSpPr/>
          <p:nvPr/>
        </p:nvSpPr>
        <p:spPr>
          <a:xfrm rot="20341833">
            <a:off x="4377741" y="4681694"/>
            <a:ext cx="936000" cy="936000"/>
          </a:xfrm>
          <a:prstGeom prst="ellipse">
            <a:avLst/>
          </a:prstGeom>
          <a:solidFill>
            <a:srgbClr val="F0F1FE"/>
          </a:solidFill>
          <a:ln w="6350">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rgbClr val="FEFFFF"/>
              </a:solidFill>
              <a:latin typeface="Poppins Light" panose="00000400000000000000" pitchFamily="2" charset="0"/>
              <a:cs typeface="Poppins Light" panose="00000400000000000000" pitchFamily="2" charset="0"/>
            </a:endParaRPr>
          </a:p>
        </p:txBody>
      </p:sp>
      <p:sp>
        <p:nvSpPr>
          <p:cNvPr id="84" name="Oval 83">
            <a:extLst>
              <a:ext uri="{FF2B5EF4-FFF2-40B4-BE49-F238E27FC236}">
                <a16:creationId xmlns:a16="http://schemas.microsoft.com/office/drawing/2014/main" id="{F1ACFFF8-CB9D-9E95-9C05-14109B8922E3}"/>
              </a:ext>
            </a:extLst>
          </p:cNvPr>
          <p:cNvSpPr/>
          <p:nvPr/>
        </p:nvSpPr>
        <p:spPr>
          <a:xfrm rot="20341833">
            <a:off x="4377741" y="2227149"/>
            <a:ext cx="936000" cy="936000"/>
          </a:xfrm>
          <a:prstGeom prst="ellipse">
            <a:avLst/>
          </a:prstGeom>
          <a:solidFill>
            <a:srgbClr val="F0F1FE"/>
          </a:solidFill>
          <a:ln w="6350">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u="none" strike="noStrike" kern="1200" cap="none" spc="0" normalizeH="0" baseline="0" noProof="0">
              <a:ln>
                <a:noFill/>
              </a:ln>
              <a:solidFill>
                <a:srgbClr val="FEFFFF"/>
              </a:solidFill>
              <a:effectLst/>
              <a:uLnTx/>
              <a:uFillTx/>
              <a:latin typeface="Poppins Light" panose="00000400000000000000" pitchFamily="2" charset="0"/>
              <a:cs typeface="Poppins Light" panose="00000400000000000000" pitchFamily="2" charset="0"/>
            </a:endParaRPr>
          </a:p>
        </p:txBody>
      </p:sp>
      <p:pic>
        <p:nvPicPr>
          <p:cNvPr id="73" name="Graphic 72" descr="Male profile with solid fill">
            <a:extLst>
              <a:ext uri="{FF2B5EF4-FFF2-40B4-BE49-F238E27FC236}">
                <a16:creationId xmlns:a16="http://schemas.microsoft.com/office/drawing/2014/main" id="{E2CECE71-7C78-628D-E731-935A6DF560C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368">
            <a:off x="4656176" y="2286105"/>
            <a:ext cx="396972" cy="400327"/>
          </a:xfrm>
          <a:prstGeom prst="rect">
            <a:avLst/>
          </a:prstGeom>
        </p:spPr>
      </p:pic>
      <p:sp>
        <p:nvSpPr>
          <p:cNvPr id="76" name="TextBox 75">
            <a:extLst>
              <a:ext uri="{FF2B5EF4-FFF2-40B4-BE49-F238E27FC236}">
                <a16:creationId xmlns:a16="http://schemas.microsoft.com/office/drawing/2014/main" id="{42B97D07-8A92-7140-F910-CD0EB4738D57}"/>
              </a:ext>
            </a:extLst>
          </p:cNvPr>
          <p:cNvSpPr txBox="1"/>
          <p:nvPr/>
        </p:nvSpPr>
        <p:spPr>
          <a:xfrm rot="14368">
            <a:off x="4330057" y="2706433"/>
            <a:ext cx="1029152"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rPr>
              <a:t>ML Engineer</a:t>
            </a:r>
          </a:p>
        </p:txBody>
      </p:sp>
      <p:pic>
        <p:nvPicPr>
          <p:cNvPr id="72" name="Graphic 71" descr="Male profile with solid fill">
            <a:extLst>
              <a:ext uri="{FF2B5EF4-FFF2-40B4-BE49-F238E27FC236}">
                <a16:creationId xmlns:a16="http://schemas.microsoft.com/office/drawing/2014/main" id="{0F5EED40-056D-1C9D-9230-4C5F9B22B837}"/>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368">
            <a:off x="1935547" y="2286105"/>
            <a:ext cx="396972" cy="400327"/>
          </a:xfrm>
          <a:prstGeom prst="rect">
            <a:avLst/>
          </a:prstGeom>
        </p:spPr>
      </p:pic>
      <p:sp>
        <p:nvSpPr>
          <p:cNvPr id="75" name="TextBox 74">
            <a:extLst>
              <a:ext uri="{FF2B5EF4-FFF2-40B4-BE49-F238E27FC236}">
                <a16:creationId xmlns:a16="http://schemas.microsoft.com/office/drawing/2014/main" id="{400B3DCB-71BD-2BC7-1BEC-E24AC10931BE}"/>
              </a:ext>
            </a:extLst>
          </p:cNvPr>
          <p:cNvSpPr txBox="1"/>
          <p:nvPr/>
        </p:nvSpPr>
        <p:spPr>
          <a:xfrm rot="14368">
            <a:off x="1626289" y="2706434"/>
            <a:ext cx="1029152"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rPr>
              <a:t>ML Engineer</a:t>
            </a:r>
          </a:p>
        </p:txBody>
      </p:sp>
      <p:pic>
        <p:nvPicPr>
          <p:cNvPr id="123" name="Graphic 122" descr="Male profile with solid fill">
            <a:extLst>
              <a:ext uri="{FF2B5EF4-FFF2-40B4-BE49-F238E27FC236}">
                <a16:creationId xmlns:a16="http://schemas.microsoft.com/office/drawing/2014/main" id="{EE59670B-556A-672E-CEE8-89C9E7CA2BC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368">
            <a:off x="1943558" y="4806805"/>
            <a:ext cx="396972" cy="400327"/>
          </a:xfrm>
          <a:prstGeom prst="rect">
            <a:avLst/>
          </a:prstGeom>
        </p:spPr>
      </p:pic>
      <p:sp>
        <p:nvSpPr>
          <p:cNvPr id="124" name="TextBox 123">
            <a:extLst>
              <a:ext uri="{FF2B5EF4-FFF2-40B4-BE49-F238E27FC236}">
                <a16:creationId xmlns:a16="http://schemas.microsoft.com/office/drawing/2014/main" id="{A4F30722-0414-8241-02CB-C712EC3132D2}"/>
              </a:ext>
            </a:extLst>
          </p:cNvPr>
          <p:cNvSpPr txBox="1"/>
          <p:nvPr/>
        </p:nvSpPr>
        <p:spPr>
          <a:xfrm rot="14368">
            <a:off x="1619455" y="5089935"/>
            <a:ext cx="102915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a:solidFill>
                  <a:srgbClr val="C5CCFC">
                    <a:lumMod val="10000"/>
                  </a:srgbClr>
                </a:solidFill>
                <a:latin typeface="Poppins Light" panose="00000400000000000000" pitchFamily="2" charset="0"/>
                <a:cs typeface="Poppins Light" panose="00000400000000000000" pitchFamily="2" charset="0"/>
              </a:rPr>
              <a:t>Front End Developer</a:t>
            </a:r>
            <a:endPar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endParaRPr>
          </a:p>
        </p:txBody>
      </p:sp>
      <p:pic>
        <p:nvPicPr>
          <p:cNvPr id="125" name="Graphic 124" descr="Male profile with solid fill">
            <a:extLst>
              <a:ext uri="{FF2B5EF4-FFF2-40B4-BE49-F238E27FC236}">
                <a16:creationId xmlns:a16="http://schemas.microsoft.com/office/drawing/2014/main" id="{9E597A4E-2385-D93E-0CC0-70A49C02046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368">
            <a:off x="3281237" y="5327146"/>
            <a:ext cx="396972" cy="400327"/>
          </a:xfrm>
          <a:prstGeom prst="rect">
            <a:avLst/>
          </a:prstGeom>
        </p:spPr>
      </p:pic>
      <p:sp>
        <p:nvSpPr>
          <p:cNvPr id="126" name="TextBox 125">
            <a:extLst>
              <a:ext uri="{FF2B5EF4-FFF2-40B4-BE49-F238E27FC236}">
                <a16:creationId xmlns:a16="http://schemas.microsoft.com/office/drawing/2014/main" id="{F8BA0A38-0B25-3B1D-8F09-33F72FBCE670}"/>
              </a:ext>
            </a:extLst>
          </p:cNvPr>
          <p:cNvSpPr txBox="1"/>
          <p:nvPr/>
        </p:nvSpPr>
        <p:spPr>
          <a:xfrm rot="14368">
            <a:off x="2966909" y="5720907"/>
            <a:ext cx="1029152"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rPr>
              <a:t>QA Engineer</a:t>
            </a:r>
          </a:p>
        </p:txBody>
      </p:sp>
      <p:sp>
        <p:nvSpPr>
          <p:cNvPr id="136" name="TextBox 135">
            <a:extLst>
              <a:ext uri="{FF2B5EF4-FFF2-40B4-BE49-F238E27FC236}">
                <a16:creationId xmlns:a16="http://schemas.microsoft.com/office/drawing/2014/main" id="{7FF72D87-8F4F-A7A3-E2EF-890FFAA0EAE8}"/>
              </a:ext>
            </a:extLst>
          </p:cNvPr>
          <p:cNvSpPr txBox="1"/>
          <p:nvPr/>
        </p:nvSpPr>
        <p:spPr>
          <a:xfrm rot="14368">
            <a:off x="4727449" y="3884813"/>
            <a:ext cx="102915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a:solidFill>
                  <a:srgbClr val="C5CCFC">
                    <a:lumMod val="10000"/>
                  </a:srgbClr>
                </a:solidFill>
                <a:latin typeface="Poppins Light" panose="00000400000000000000" pitchFamily="2" charset="0"/>
                <a:cs typeface="Poppins Light" panose="00000400000000000000" pitchFamily="2" charset="0"/>
              </a:rPr>
              <a:t>Back End Developer</a:t>
            </a:r>
            <a:endPar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endParaRPr>
          </a:p>
        </p:txBody>
      </p:sp>
      <p:sp>
        <p:nvSpPr>
          <p:cNvPr id="137" name="TextBox 136">
            <a:extLst>
              <a:ext uri="{FF2B5EF4-FFF2-40B4-BE49-F238E27FC236}">
                <a16:creationId xmlns:a16="http://schemas.microsoft.com/office/drawing/2014/main" id="{0DAB330C-AFAB-0A5C-5BBA-5FF9CF7EE398}"/>
              </a:ext>
            </a:extLst>
          </p:cNvPr>
          <p:cNvSpPr txBox="1"/>
          <p:nvPr/>
        </p:nvSpPr>
        <p:spPr>
          <a:xfrm rot="14368">
            <a:off x="4329767" y="5119691"/>
            <a:ext cx="102915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rPr>
              <a:t>Data Engineer</a:t>
            </a:r>
          </a:p>
        </p:txBody>
      </p:sp>
      <p:pic>
        <p:nvPicPr>
          <p:cNvPr id="11" name="Graphic 10" descr="Male profile with solid fill">
            <a:extLst>
              <a:ext uri="{FF2B5EF4-FFF2-40B4-BE49-F238E27FC236}">
                <a16:creationId xmlns:a16="http://schemas.microsoft.com/office/drawing/2014/main" id="{0F3B2DAA-74DC-E6DE-18AB-56F66B40C79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368">
            <a:off x="5037715" y="3570631"/>
            <a:ext cx="396972" cy="400327"/>
          </a:xfrm>
          <a:prstGeom prst="rect">
            <a:avLst/>
          </a:prstGeom>
        </p:spPr>
      </p:pic>
      <p:pic>
        <p:nvPicPr>
          <p:cNvPr id="12" name="Graphic 11" descr="Male profile with solid fill">
            <a:extLst>
              <a:ext uri="{FF2B5EF4-FFF2-40B4-BE49-F238E27FC236}">
                <a16:creationId xmlns:a16="http://schemas.microsoft.com/office/drawing/2014/main" id="{A2E44D79-4E28-66A1-CE16-ACC53086008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368">
            <a:off x="4653650" y="4806805"/>
            <a:ext cx="396972" cy="400327"/>
          </a:xfrm>
          <a:prstGeom prst="rect">
            <a:avLst/>
          </a:prstGeom>
        </p:spPr>
      </p:pic>
      <p:cxnSp>
        <p:nvCxnSpPr>
          <p:cNvPr id="15" name="Straight Connector 14">
            <a:extLst>
              <a:ext uri="{FF2B5EF4-FFF2-40B4-BE49-F238E27FC236}">
                <a16:creationId xmlns:a16="http://schemas.microsoft.com/office/drawing/2014/main" id="{A652905C-11C6-F787-7F0E-4BC1F3D6D43A}"/>
              </a:ext>
            </a:extLst>
          </p:cNvPr>
          <p:cNvCxnSpPr>
            <a:cxnSpLocks/>
          </p:cNvCxnSpPr>
          <p:nvPr/>
        </p:nvCxnSpPr>
        <p:spPr>
          <a:xfrm flipH="1">
            <a:off x="8807018" y="2744421"/>
            <a:ext cx="0" cy="1363223"/>
          </a:xfrm>
          <a:prstGeom prst="line">
            <a:avLst/>
          </a:prstGeom>
          <a:noFill/>
          <a:ln w="952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1DD916ED-A5F3-DD71-7D3D-5E391A543492}"/>
              </a:ext>
            </a:extLst>
          </p:cNvPr>
          <p:cNvCxnSpPr>
            <a:cxnSpLocks/>
          </p:cNvCxnSpPr>
          <p:nvPr/>
        </p:nvCxnSpPr>
        <p:spPr>
          <a:xfrm flipV="1">
            <a:off x="7734251" y="3965224"/>
            <a:ext cx="1081228" cy="906081"/>
          </a:xfrm>
          <a:prstGeom prst="line">
            <a:avLst/>
          </a:prstGeom>
          <a:noFill/>
          <a:ln w="952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17" name="Oval 16">
            <a:extLst>
              <a:ext uri="{FF2B5EF4-FFF2-40B4-BE49-F238E27FC236}">
                <a16:creationId xmlns:a16="http://schemas.microsoft.com/office/drawing/2014/main" id="{7F3E9162-E748-BC76-4366-8B116F919BE8}"/>
              </a:ext>
            </a:extLst>
          </p:cNvPr>
          <p:cNvSpPr/>
          <p:nvPr/>
        </p:nvSpPr>
        <p:spPr>
          <a:xfrm rot="20670144">
            <a:off x="6920594" y="2142700"/>
            <a:ext cx="3797379" cy="3685999"/>
          </a:xfrm>
          <a:prstGeom prst="ellipse">
            <a:avLst/>
          </a:prstGeom>
          <a:noFill/>
          <a:ln w="952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u="none" strike="noStrike" kern="1200" cap="none" spc="0" normalizeH="0" baseline="0" noProof="0">
              <a:ln>
                <a:noFill/>
              </a:ln>
              <a:solidFill>
                <a:srgbClr val="FEFFFF"/>
              </a:solidFill>
              <a:effectLst/>
              <a:uLnTx/>
              <a:uFillTx/>
              <a:latin typeface="Poppins Light" panose="00000400000000000000" pitchFamily="2" charset="0"/>
              <a:cs typeface="Poppins Light" panose="00000400000000000000" pitchFamily="2" charset="0"/>
            </a:endParaRPr>
          </a:p>
        </p:txBody>
      </p:sp>
      <p:sp>
        <p:nvSpPr>
          <p:cNvPr id="18" name="Oval 17">
            <a:extLst>
              <a:ext uri="{FF2B5EF4-FFF2-40B4-BE49-F238E27FC236}">
                <a16:creationId xmlns:a16="http://schemas.microsoft.com/office/drawing/2014/main" id="{06378E8E-05F3-BBCD-F854-9D9C42E683AA}"/>
              </a:ext>
            </a:extLst>
          </p:cNvPr>
          <p:cNvSpPr/>
          <p:nvPr/>
        </p:nvSpPr>
        <p:spPr>
          <a:xfrm rot="20341833">
            <a:off x="8352611" y="1801872"/>
            <a:ext cx="936000" cy="936000"/>
          </a:xfrm>
          <a:prstGeom prst="ellipse">
            <a:avLst/>
          </a:prstGeom>
          <a:solidFill>
            <a:schemeClr val="bg1">
              <a:lumMod val="95000"/>
            </a:schemeClr>
          </a:solidFill>
          <a:ln w="63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u="none" strike="noStrike" kern="1200" cap="none" spc="0" normalizeH="0" baseline="0" noProof="0">
              <a:ln>
                <a:noFill/>
              </a:ln>
              <a:solidFill>
                <a:srgbClr val="FEFFFF"/>
              </a:solidFill>
              <a:effectLst/>
              <a:uLnTx/>
              <a:uFillTx/>
              <a:latin typeface="Poppins Light" panose="00000400000000000000" pitchFamily="2" charset="0"/>
              <a:cs typeface="Poppins Light" panose="00000400000000000000" pitchFamily="2" charset="0"/>
            </a:endParaRPr>
          </a:p>
        </p:txBody>
      </p:sp>
      <p:sp>
        <p:nvSpPr>
          <p:cNvPr id="19" name="TextBox 18">
            <a:extLst>
              <a:ext uri="{FF2B5EF4-FFF2-40B4-BE49-F238E27FC236}">
                <a16:creationId xmlns:a16="http://schemas.microsoft.com/office/drawing/2014/main" id="{A38CC94C-D785-FEA6-270C-EF72B894D7AC}"/>
              </a:ext>
            </a:extLst>
          </p:cNvPr>
          <p:cNvSpPr txBox="1"/>
          <p:nvPr/>
        </p:nvSpPr>
        <p:spPr>
          <a:xfrm rot="14368">
            <a:off x="8302162" y="2208448"/>
            <a:ext cx="102915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a:ln>
                  <a:noFill/>
                </a:ln>
                <a:solidFill>
                  <a:srgbClr val="02072A"/>
                </a:solidFill>
                <a:effectLst/>
                <a:uLnTx/>
                <a:uFillTx/>
                <a:latin typeface="Poppins Light" panose="00000400000000000000" pitchFamily="2" charset="0"/>
                <a:cs typeface="Poppins Light" panose="00000400000000000000" pitchFamily="2" charset="0"/>
              </a:rPr>
              <a:t>Platform Team</a:t>
            </a:r>
          </a:p>
        </p:txBody>
      </p:sp>
      <p:sp>
        <p:nvSpPr>
          <p:cNvPr id="20" name="Oval 19">
            <a:extLst>
              <a:ext uri="{FF2B5EF4-FFF2-40B4-BE49-F238E27FC236}">
                <a16:creationId xmlns:a16="http://schemas.microsoft.com/office/drawing/2014/main" id="{AC7BCE82-37B5-1CE8-5EC1-DFF436280D0D}"/>
              </a:ext>
            </a:extLst>
          </p:cNvPr>
          <p:cNvSpPr/>
          <p:nvPr/>
        </p:nvSpPr>
        <p:spPr>
          <a:xfrm rot="20341833">
            <a:off x="8139506" y="3326572"/>
            <a:ext cx="1359556" cy="1318255"/>
          </a:xfrm>
          <a:prstGeom prst="ellipse">
            <a:avLst/>
          </a:prstGeom>
          <a:solidFill>
            <a:srgbClr val="4949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u="none" strike="noStrike" kern="1200" cap="none" spc="0" normalizeH="0" baseline="0" noProof="0">
              <a:ln>
                <a:noFill/>
              </a:ln>
              <a:solidFill>
                <a:srgbClr val="FEFFFF"/>
              </a:solidFill>
              <a:effectLst/>
              <a:uLnTx/>
              <a:uFillTx/>
              <a:latin typeface="Poppins" panose="00000500000000000000" pitchFamily="2" charset="0"/>
              <a:cs typeface="Poppins" panose="00000500000000000000" pitchFamily="2" charset="0"/>
            </a:endParaRPr>
          </a:p>
        </p:txBody>
      </p:sp>
      <p:sp>
        <p:nvSpPr>
          <p:cNvPr id="34" name="TextBox 33">
            <a:extLst>
              <a:ext uri="{FF2B5EF4-FFF2-40B4-BE49-F238E27FC236}">
                <a16:creationId xmlns:a16="http://schemas.microsoft.com/office/drawing/2014/main" id="{805324CB-A002-3004-E3BB-FD00418D2889}"/>
              </a:ext>
            </a:extLst>
          </p:cNvPr>
          <p:cNvSpPr txBox="1"/>
          <p:nvPr/>
        </p:nvSpPr>
        <p:spPr>
          <a:xfrm rot="14368">
            <a:off x="8089283" y="3841581"/>
            <a:ext cx="1454909" cy="253916"/>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b="1">
                <a:solidFill>
                  <a:srgbClr val="FEFFFF"/>
                </a:solidFill>
                <a:latin typeface="Poppins" panose="00000500000000000000" pitchFamily="2" charset="0"/>
                <a:cs typeface="Poppins" panose="00000500000000000000" pitchFamily="2" charset="0"/>
              </a:rPr>
              <a:t>ADI Team</a:t>
            </a:r>
            <a:endParaRPr kumimoji="0" lang="en-IN" sz="1050" b="0" u="none" strike="noStrike" kern="1200" cap="none" spc="0" normalizeH="0" baseline="0" noProof="0">
              <a:ln>
                <a:noFill/>
              </a:ln>
              <a:solidFill>
                <a:srgbClr val="FEFFFF"/>
              </a:solidFill>
              <a:effectLst/>
              <a:uLnTx/>
              <a:uFillTx/>
              <a:latin typeface="Poppins" panose="00000500000000000000" pitchFamily="2" charset="0"/>
              <a:cs typeface="Poppins" panose="00000500000000000000" pitchFamily="2" charset="0"/>
            </a:endParaRPr>
          </a:p>
        </p:txBody>
      </p:sp>
      <p:pic>
        <p:nvPicPr>
          <p:cNvPr id="36" name="Graphic 35" descr="Male profile with solid fill">
            <a:extLst>
              <a:ext uri="{FF2B5EF4-FFF2-40B4-BE49-F238E27FC236}">
                <a16:creationId xmlns:a16="http://schemas.microsoft.com/office/drawing/2014/main" id="{FDFFA5DC-14C3-0DB7-C303-159B87F7386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4368">
            <a:off x="8618251" y="1888283"/>
            <a:ext cx="396972" cy="400327"/>
          </a:xfrm>
          <a:prstGeom prst="rect">
            <a:avLst/>
          </a:prstGeom>
        </p:spPr>
      </p:pic>
      <p:sp>
        <p:nvSpPr>
          <p:cNvPr id="37" name="Oval 36">
            <a:extLst>
              <a:ext uri="{FF2B5EF4-FFF2-40B4-BE49-F238E27FC236}">
                <a16:creationId xmlns:a16="http://schemas.microsoft.com/office/drawing/2014/main" id="{DDB2BE20-FEB4-1126-FBDC-33569F8B9FB8}"/>
              </a:ext>
            </a:extLst>
          </p:cNvPr>
          <p:cNvSpPr/>
          <p:nvPr/>
        </p:nvSpPr>
        <p:spPr>
          <a:xfrm rot="20341833">
            <a:off x="9857062" y="4680466"/>
            <a:ext cx="936000" cy="936000"/>
          </a:xfrm>
          <a:prstGeom prst="ellipse">
            <a:avLst/>
          </a:prstGeom>
          <a:solidFill>
            <a:schemeClr val="bg1">
              <a:lumMod val="95000"/>
            </a:schemeClr>
          </a:solidFill>
          <a:ln w="63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srgbClr val="FEFFFF"/>
              </a:solidFill>
              <a:latin typeface="Poppins Light" panose="00000400000000000000" pitchFamily="2" charset="0"/>
              <a:cs typeface="Poppins Light" panose="00000400000000000000" pitchFamily="2" charset="0"/>
            </a:endParaRPr>
          </a:p>
        </p:txBody>
      </p:sp>
      <p:sp>
        <p:nvSpPr>
          <p:cNvPr id="38" name="Oval 37">
            <a:extLst>
              <a:ext uri="{FF2B5EF4-FFF2-40B4-BE49-F238E27FC236}">
                <a16:creationId xmlns:a16="http://schemas.microsoft.com/office/drawing/2014/main" id="{9937BDB4-C2A8-343B-3478-105852F72692}"/>
              </a:ext>
            </a:extLst>
          </p:cNvPr>
          <p:cNvSpPr/>
          <p:nvPr/>
        </p:nvSpPr>
        <p:spPr>
          <a:xfrm rot="20341833">
            <a:off x="6867695" y="4681693"/>
            <a:ext cx="936000" cy="936000"/>
          </a:xfrm>
          <a:prstGeom prst="ellipse">
            <a:avLst/>
          </a:prstGeom>
          <a:solidFill>
            <a:schemeClr val="bg1">
              <a:lumMod val="95000"/>
            </a:schemeClr>
          </a:solidFill>
          <a:ln w="63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rgbClr val="FEFFFF"/>
              </a:solidFill>
              <a:latin typeface="Poppins Light" panose="00000400000000000000" pitchFamily="2" charset="0"/>
              <a:cs typeface="Poppins Light" panose="00000400000000000000" pitchFamily="2" charset="0"/>
            </a:endParaRPr>
          </a:p>
        </p:txBody>
      </p:sp>
      <p:pic>
        <p:nvPicPr>
          <p:cNvPr id="39" name="Graphic 38" descr="Male profile with solid fill">
            <a:extLst>
              <a:ext uri="{FF2B5EF4-FFF2-40B4-BE49-F238E27FC236}">
                <a16:creationId xmlns:a16="http://schemas.microsoft.com/office/drawing/2014/main" id="{8C72E0D8-2595-3420-07DB-A80885A5B2D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4368">
            <a:off x="10129734" y="4834715"/>
            <a:ext cx="396972" cy="400327"/>
          </a:xfrm>
          <a:prstGeom prst="rect">
            <a:avLst/>
          </a:prstGeom>
        </p:spPr>
      </p:pic>
      <p:sp>
        <p:nvSpPr>
          <p:cNvPr id="40" name="TextBox 39">
            <a:extLst>
              <a:ext uri="{FF2B5EF4-FFF2-40B4-BE49-F238E27FC236}">
                <a16:creationId xmlns:a16="http://schemas.microsoft.com/office/drawing/2014/main" id="{31A10D26-2F18-5C31-6214-4BCB8C978C81}"/>
              </a:ext>
            </a:extLst>
          </p:cNvPr>
          <p:cNvSpPr txBox="1"/>
          <p:nvPr/>
        </p:nvSpPr>
        <p:spPr>
          <a:xfrm rot="14368">
            <a:off x="9813645" y="5174533"/>
            <a:ext cx="102915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rPr>
              <a:t>Data Infra SME</a:t>
            </a:r>
          </a:p>
        </p:txBody>
      </p:sp>
      <p:pic>
        <p:nvPicPr>
          <p:cNvPr id="47" name="Graphic 46" descr="Male profile with solid fill">
            <a:extLst>
              <a:ext uri="{FF2B5EF4-FFF2-40B4-BE49-F238E27FC236}">
                <a16:creationId xmlns:a16="http://schemas.microsoft.com/office/drawing/2014/main" id="{740B8101-BA07-46B4-C64C-D18B617BA5F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4368">
            <a:off x="7125754" y="4775859"/>
            <a:ext cx="396972" cy="400327"/>
          </a:xfrm>
          <a:prstGeom prst="rect">
            <a:avLst/>
          </a:prstGeom>
        </p:spPr>
      </p:pic>
      <p:sp>
        <p:nvSpPr>
          <p:cNvPr id="48" name="TextBox 47">
            <a:extLst>
              <a:ext uri="{FF2B5EF4-FFF2-40B4-BE49-F238E27FC236}">
                <a16:creationId xmlns:a16="http://schemas.microsoft.com/office/drawing/2014/main" id="{146AD21C-7DE2-871E-501B-DE3C2B6C26CA}"/>
              </a:ext>
            </a:extLst>
          </p:cNvPr>
          <p:cNvSpPr txBox="1"/>
          <p:nvPr/>
        </p:nvSpPr>
        <p:spPr>
          <a:xfrm rot="14368">
            <a:off x="6827864" y="5143927"/>
            <a:ext cx="102915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a:ln>
                  <a:noFill/>
                </a:ln>
                <a:solidFill>
                  <a:srgbClr val="C5CCFC">
                    <a:lumMod val="10000"/>
                  </a:srgbClr>
                </a:solidFill>
                <a:effectLst/>
                <a:uLnTx/>
                <a:uFillTx/>
                <a:latin typeface="Poppins Light" panose="00000400000000000000" pitchFamily="2" charset="0"/>
                <a:cs typeface="Poppins Light" panose="00000400000000000000" pitchFamily="2" charset="0"/>
              </a:rPr>
              <a:t>Data Domain Teams</a:t>
            </a:r>
          </a:p>
        </p:txBody>
      </p:sp>
      <p:sp>
        <p:nvSpPr>
          <p:cNvPr id="62" name="TextBox 13">
            <a:extLst>
              <a:ext uri="{FF2B5EF4-FFF2-40B4-BE49-F238E27FC236}">
                <a16:creationId xmlns:a16="http://schemas.microsoft.com/office/drawing/2014/main" id="{D39DE519-B515-297E-4D56-1F82615EC3C4}"/>
              </a:ext>
            </a:extLst>
          </p:cNvPr>
          <p:cNvSpPr txBox="1"/>
          <p:nvPr/>
        </p:nvSpPr>
        <p:spPr>
          <a:xfrm>
            <a:off x="1525984" y="1304903"/>
            <a:ext cx="38996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accent1">
                    <a:lumMod val="10000"/>
                  </a:schemeClr>
                </a:solidFill>
                <a:effectLst/>
                <a:uLnTx/>
                <a:uFillTx/>
                <a:latin typeface="Bierstadt" panose="020B0004020202020204" pitchFamily="34" charset="0"/>
                <a:ea typeface="+mn-ea"/>
                <a:cs typeface="+mn-cs"/>
              </a:rPr>
              <a:t>AuxoAI Team</a:t>
            </a:r>
          </a:p>
        </p:txBody>
      </p:sp>
      <p:sp>
        <p:nvSpPr>
          <p:cNvPr id="77" name="TextBox 13">
            <a:extLst>
              <a:ext uri="{FF2B5EF4-FFF2-40B4-BE49-F238E27FC236}">
                <a16:creationId xmlns:a16="http://schemas.microsoft.com/office/drawing/2014/main" id="{A4A813AC-C15A-522D-1055-63B34DC2D729}"/>
              </a:ext>
            </a:extLst>
          </p:cNvPr>
          <p:cNvSpPr txBox="1"/>
          <p:nvPr/>
        </p:nvSpPr>
        <p:spPr>
          <a:xfrm>
            <a:off x="6894611" y="1304903"/>
            <a:ext cx="38996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accent1">
                    <a:lumMod val="10000"/>
                  </a:schemeClr>
                </a:solidFill>
                <a:effectLst/>
                <a:uLnTx/>
                <a:uFillTx/>
                <a:latin typeface="Bierstadt" panose="020B0004020202020204" pitchFamily="34" charset="0"/>
                <a:ea typeface="+mn-ea"/>
                <a:cs typeface="+mn-cs"/>
              </a:rPr>
              <a:t>ADI Team</a:t>
            </a:r>
          </a:p>
        </p:txBody>
      </p:sp>
    </p:spTree>
    <p:extLst>
      <p:ext uri="{BB962C8B-B14F-4D97-AF65-F5344CB8AC3E}">
        <p14:creationId xmlns:p14="http://schemas.microsoft.com/office/powerpoint/2010/main" val="2820042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6850" y="2962976"/>
            <a:ext cx="3781649" cy="932048"/>
          </a:xfrm>
          <a:prstGeom prst="rect">
            <a:avLst/>
          </a:prstGeom>
        </p:spPr>
        <p:txBody>
          <a:bodyPr vert="horz" wrap="square" lIns="0" tIns="13335" rIns="0" bIns="0" rtlCol="0">
            <a:spAutoFit/>
          </a:bodyPr>
          <a:lstStyle/>
          <a:p>
            <a:pPr marL="12700">
              <a:lnSpc>
                <a:spcPct val="100000"/>
              </a:lnSpc>
              <a:spcBef>
                <a:spcPts val="105"/>
              </a:spcBef>
            </a:pPr>
            <a:r>
              <a:rPr lang="en-IN" spc="-235">
                <a:latin typeface="Helvetica Light"/>
              </a:rPr>
              <a:t>Thank</a:t>
            </a:r>
            <a:r>
              <a:rPr lang="en-IN" spc="-145">
                <a:latin typeface="Helvetica Light"/>
              </a:rPr>
              <a:t> </a:t>
            </a:r>
            <a:r>
              <a:rPr lang="en-IN" spc="-805">
                <a:latin typeface="Helvetica Light"/>
              </a:rPr>
              <a:t>Y</a:t>
            </a:r>
            <a:r>
              <a:rPr lang="en-IN" spc="-365">
                <a:latin typeface="Helvetica Light"/>
              </a:rPr>
              <a:t>o</a:t>
            </a:r>
            <a:r>
              <a:rPr lang="en-IN" spc="-260">
                <a:latin typeface="Helvetica Light"/>
              </a:rPr>
              <a:t>u</a:t>
            </a:r>
            <a:r>
              <a:rPr lang="en-IN" spc="-275">
                <a:latin typeface="Helvetica Light"/>
              </a:rPr>
              <a:t>!</a:t>
            </a:r>
          </a:p>
        </p:txBody>
      </p:sp>
    </p:spTree>
    <p:extLst>
      <p:ext uri="{BB962C8B-B14F-4D97-AF65-F5344CB8AC3E}">
        <p14:creationId xmlns:p14="http://schemas.microsoft.com/office/powerpoint/2010/main" val="2148714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289E0A5-DF0D-55AD-CACF-3CF63F8AB053}"/>
              </a:ext>
            </a:extLst>
          </p:cNvPr>
          <p:cNvSpPr/>
          <p:nvPr/>
        </p:nvSpPr>
        <p:spPr>
          <a:xfrm>
            <a:off x="335280" y="1153513"/>
            <a:ext cx="11521440" cy="52284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
        <p:nvSpPr>
          <p:cNvPr id="28" name="Rectangle 27">
            <a:extLst>
              <a:ext uri="{FF2B5EF4-FFF2-40B4-BE49-F238E27FC236}">
                <a16:creationId xmlns:a16="http://schemas.microsoft.com/office/drawing/2014/main" id="{1E9CC1B2-2374-57DD-A3F6-16EE0540932E}"/>
              </a:ext>
            </a:extLst>
          </p:cNvPr>
          <p:cNvSpPr/>
          <p:nvPr/>
        </p:nvSpPr>
        <p:spPr>
          <a:xfrm>
            <a:off x="2187707" y="3957197"/>
            <a:ext cx="1857492" cy="1832383"/>
          </a:xfrm>
          <a:prstGeom prst="rect">
            <a:avLst/>
          </a:prstGeom>
          <a:solidFill>
            <a:srgbClr val="EAEAEA"/>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
        <p:nvSpPr>
          <p:cNvPr id="103" name="Rectangle 102">
            <a:extLst>
              <a:ext uri="{FF2B5EF4-FFF2-40B4-BE49-F238E27FC236}">
                <a16:creationId xmlns:a16="http://schemas.microsoft.com/office/drawing/2014/main" id="{23EA511A-5EBA-D2F1-A0A7-5C80D0D1EC91}"/>
              </a:ext>
            </a:extLst>
          </p:cNvPr>
          <p:cNvSpPr/>
          <p:nvPr/>
        </p:nvSpPr>
        <p:spPr>
          <a:xfrm>
            <a:off x="2190332" y="1879424"/>
            <a:ext cx="1857164" cy="1374700"/>
          </a:xfrm>
          <a:prstGeom prst="rect">
            <a:avLst/>
          </a:prstGeom>
          <a:solidFill>
            <a:srgbClr val="EAEAEA"/>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
        <p:nvSpPr>
          <p:cNvPr id="199" name="Rectangle 198">
            <a:extLst>
              <a:ext uri="{FF2B5EF4-FFF2-40B4-BE49-F238E27FC236}">
                <a16:creationId xmlns:a16="http://schemas.microsoft.com/office/drawing/2014/main" id="{BDDE23EA-8055-A625-E264-1D0C30B4381F}"/>
              </a:ext>
            </a:extLst>
          </p:cNvPr>
          <p:cNvSpPr/>
          <p:nvPr/>
        </p:nvSpPr>
        <p:spPr>
          <a:xfrm>
            <a:off x="4206756" y="1937191"/>
            <a:ext cx="4508859" cy="3852389"/>
          </a:xfrm>
          <a:prstGeom prst="rect">
            <a:avLst/>
          </a:prstGeom>
          <a:solidFill>
            <a:srgbClr val="EAEAEA"/>
          </a:solidFill>
          <a:ln w="127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
        <p:nvSpPr>
          <p:cNvPr id="151" name="Rectangle 150">
            <a:extLst>
              <a:ext uri="{FF2B5EF4-FFF2-40B4-BE49-F238E27FC236}">
                <a16:creationId xmlns:a16="http://schemas.microsoft.com/office/drawing/2014/main" id="{35B43D38-5EF2-06FD-AAE8-D241BF932BE7}"/>
              </a:ext>
            </a:extLst>
          </p:cNvPr>
          <p:cNvSpPr/>
          <p:nvPr/>
        </p:nvSpPr>
        <p:spPr>
          <a:xfrm>
            <a:off x="6398924" y="4148844"/>
            <a:ext cx="2152458" cy="1324124"/>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Data Availability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
        <p:nvSpPr>
          <p:cNvPr id="5" name="Slide Number Placeholder 90">
            <a:extLst>
              <a:ext uri="{FF2B5EF4-FFF2-40B4-BE49-F238E27FC236}">
                <a16:creationId xmlns:a16="http://schemas.microsoft.com/office/drawing/2014/main" id="{09D4E8F9-0C82-ED2A-3284-745E9E83B7BA}"/>
              </a:ext>
            </a:extLst>
          </p:cNvPr>
          <p:cNvSpPr txBox="1">
            <a:spLocks/>
          </p:cNvSpPr>
          <p:nvPr/>
        </p:nvSpPr>
        <p:spPr>
          <a:xfrm>
            <a:off x="9156924" y="643059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DF2C7D4-7543-4F8A-A661-C7A18B3067FD}" type="slidenum">
              <a:rPr kumimoji="0" lang="en-US" sz="1200" b="0" i="0" u="none" strike="noStrike" kern="1200" cap="none" spc="0" normalizeH="0" baseline="0" noProof="0" smtClean="0">
                <a:ln>
                  <a:noFill/>
                </a:ln>
                <a:solidFill>
                  <a:srgbClr val="002060"/>
                </a:solidFill>
                <a:effectLst/>
                <a:uLnTx/>
                <a:uFillTx/>
                <a:latin typeface="Bierstadt"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4" name="Text Placeholder 5">
            <a:extLst>
              <a:ext uri="{FF2B5EF4-FFF2-40B4-BE49-F238E27FC236}">
                <a16:creationId xmlns:a16="http://schemas.microsoft.com/office/drawing/2014/main" id="{CFF6E382-A22C-6172-25E3-C3A361328A59}"/>
              </a:ext>
            </a:extLst>
          </p:cNvPr>
          <p:cNvSpPr txBox="1">
            <a:spLocks/>
          </p:cNvSpPr>
          <p:nvPr/>
        </p:nvSpPr>
        <p:spPr>
          <a:xfrm>
            <a:off x="945600" y="411871"/>
            <a:ext cx="11128888" cy="490904"/>
          </a:xfrm>
          <a:prstGeom prst="rect">
            <a:avLst/>
          </a:prstGeom>
          <a:noFill/>
        </p:spPr>
        <p:txBody>
          <a:bodyPr wrap="square" lIns="91440" tIns="45720" rIns="91440" bIns="45720" anchor="t">
            <a:spAutoFit/>
          </a:bodyPr>
          <a:lstStyle>
            <a:defPPr>
              <a:defRPr lang="en-US"/>
            </a:defPPr>
            <a:lvl1pPr marR="0" lvl="0" indent="0" fontAlgn="auto">
              <a:lnSpc>
                <a:spcPct val="110000"/>
              </a:lnSpc>
              <a:spcBef>
                <a:spcPts val="0"/>
              </a:spcBef>
              <a:spcAft>
                <a:spcPts val="0"/>
              </a:spcAft>
              <a:buClrTx/>
              <a:buSzTx/>
              <a:buFont typeface="Arial" panose="020B0604020202020204" pitchFamily="34" charset="0"/>
              <a:buNone/>
              <a:tabLst/>
              <a:defRPr kumimoji="0" sz="2800" b="1" i="0" u="none" strike="noStrike" cap="none" spc="0" normalizeH="0" baseline="0">
                <a:ln>
                  <a:noFill/>
                </a:ln>
                <a:solidFill>
                  <a:srgbClr val="C5CCFC">
                    <a:lumMod val="25000"/>
                  </a:srgbClr>
                </a:solidFill>
                <a:effectLst/>
                <a:uLnTx/>
                <a:uFillTx/>
                <a:latin typeface="Bierstadt" panose="020B0004020202020204" pitchFamily="34" charset="0"/>
                <a:cs typeface="Helvetica" panose="020B0604020202020204" pitchFamily="34" charset="0"/>
              </a:defRPr>
            </a:lvl1pPr>
            <a:lvl2pPr lvl="1">
              <a:spcBef>
                <a:spcPts val="0"/>
              </a:spcBef>
              <a:spcAft>
                <a:spcPts val="0"/>
              </a:spcAft>
              <a:buSzPts val="2800"/>
              <a:buNone/>
            </a:lvl2pPr>
            <a:lvl3pPr lvl="2">
              <a:spcBef>
                <a:spcPts val="0"/>
              </a:spcBef>
              <a:spcAft>
                <a:spcPts val="0"/>
              </a:spcAft>
              <a:buSzPts val="2800"/>
              <a:buNone/>
            </a:lvl3pPr>
            <a:lvl4pPr lvl="3">
              <a:spcBef>
                <a:spcPts val="0"/>
              </a:spcBef>
              <a:spcAft>
                <a:spcPts val="0"/>
              </a:spcAft>
              <a:buSzPts val="2800"/>
              <a:buNone/>
            </a:lvl4pPr>
            <a:lvl5pPr lvl="4">
              <a:spcBef>
                <a:spcPts val="0"/>
              </a:spcBef>
              <a:spcAft>
                <a:spcPts val="0"/>
              </a:spcAft>
              <a:buSzPts val="2800"/>
              <a:buNone/>
            </a:lvl5pPr>
            <a:lvl6pPr lvl="5">
              <a:spcBef>
                <a:spcPts val="0"/>
              </a:spcBef>
              <a:spcAft>
                <a:spcPts val="0"/>
              </a:spcAft>
              <a:buSzPts val="2800"/>
              <a:buNone/>
            </a:lvl6pPr>
            <a:lvl7pPr lvl="6">
              <a:spcBef>
                <a:spcPts val="0"/>
              </a:spcBef>
              <a:spcAft>
                <a:spcPts val="0"/>
              </a:spcAft>
              <a:buSzPts val="2800"/>
              <a:buNone/>
            </a:lvl7pPr>
            <a:lvl8pPr lvl="7">
              <a:spcBef>
                <a:spcPts val="0"/>
              </a:spcBef>
              <a:spcAft>
                <a:spcPts val="0"/>
              </a:spcAft>
              <a:buSzPts val="2800"/>
              <a:buNone/>
            </a:lvl8pPr>
            <a:lvl9pPr lvl="8">
              <a:spcBef>
                <a:spcPts val="0"/>
              </a:spcBef>
              <a:spcAft>
                <a:spcPts val="0"/>
              </a:spcAft>
              <a:buSzPts val="2800"/>
              <a:buNone/>
            </a:lvl9pPr>
          </a:lstStyle>
          <a:p>
            <a:pPr marL="0" marR="0" lvl="0" indent="0" algn="l" defTabSz="914400" rtl="0" eaLnBrk="1" fontAlgn="auto" latinLnBrk="0" hangingPunct="1">
              <a:lnSpc>
                <a:spcPct val="90000"/>
              </a:lnSpc>
              <a:spcBef>
                <a:spcPts val="0"/>
              </a:spcBef>
              <a:spcAft>
                <a:spcPts val="0"/>
              </a:spcAft>
              <a:buClrTx/>
              <a:buSzPts val="2800"/>
              <a:buFont typeface="Arial" panose="020B0604020202020204" pitchFamily="34" charset="0"/>
              <a:buNone/>
              <a:tabLst/>
              <a:defRPr/>
            </a:pPr>
            <a:r>
              <a:rPr kumimoji="0" lang="en-US" sz="2800" b="1" i="0" u="none" strike="noStrike" kern="1200" cap="none" spc="0" normalizeH="0" baseline="0" noProof="0" dirty="0">
                <a:ln>
                  <a:noFill/>
                </a:ln>
                <a:solidFill>
                  <a:srgbClr val="002060"/>
                </a:solidFill>
                <a:effectLst/>
                <a:uLnTx/>
                <a:uFillTx/>
                <a:latin typeface="Bierstadt" panose="020B0004020202020204" pitchFamily="34" charset="0"/>
                <a:ea typeface="+mn-ea"/>
                <a:cs typeface="Helvetica"/>
              </a:rPr>
              <a:t>Gen AI Architecture Process View : </a:t>
            </a:r>
            <a:r>
              <a:rPr lang="en-US" dirty="0">
                <a:solidFill>
                  <a:srgbClr val="002060"/>
                </a:solidFill>
                <a:cs typeface="Helvetica"/>
              </a:rPr>
              <a:t>Converse With Data</a:t>
            </a:r>
            <a:endParaRPr kumimoji="0" lang="en-US" sz="2800" b="1" i="0" u="none" strike="noStrike" kern="1200" cap="none" spc="0" normalizeH="0" baseline="0" noProof="0" dirty="0">
              <a:ln>
                <a:noFill/>
              </a:ln>
              <a:solidFill>
                <a:srgbClr val="002060"/>
              </a:solidFill>
              <a:effectLst/>
              <a:uLnTx/>
              <a:uFillTx/>
              <a:latin typeface="Bierstadt" panose="020B0004020202020204" pitchFamily="34" charset="0"/>
              <a:ea typeface="+mn-ea"/>
              <a:cs typeface="Helvetica"/>
            </a:endParaRPr>
          </a:p>
        </p:txBody>
      </p:sp>
      <p:sp>
        <p:nvSpPr>
          <p:cNvPr id="60" name="Oval 59">
            <a:extLst>
              <a:ext uri="{FF2B5EF4-FFF2-40B4-BE49-F238E27FC236}">
                <a16:creationId xmlns:a16="http://schemas.microsoft.com/office/drawing/2014/main" id="{A2935C3F-0202-BC19-5B75-93013F542D4C}"/>
              </a:ext>
            </a:extLst>
          </p:cNvPr>
          <p:cNvSpPr/>
          <p:nvPr/>
        </p:nvSpPr>
        <p:spPr>
          <a:xfrm>
            <a:off x="1336901" y="2416716"/>
            <a:ext cx="990308" cy="222762"/>
          </a:xfrm>
          <a:prstGeom prst="ellipse">
            <a:avLst/>
          </a:prstGeom>
          <a:no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User</a:t>
            </a:r>
            <a:r>
              <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 </a:t>
            </a:r>
            <a:r>
              <a:rPr kumimoji="0" lang="en-IN" sz="8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Login</a:t>
            </a:r>
            <a:r>
              <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 </a:t>
            </a:r>
          </a:p>
        </p:txBody>
      </p:sp>
      <p:sp>
        <p:nvSpPr>
          <p:cNvPr id="55" name="Rectangle 54">
            <a:extLst>
              <a:ext uri="{FF2B5EF4-FFF2-40B4-BE49-F238E27FC236}">
                <a16:creationId xmlns:a16="http://schemas.microsoft.com/office/drawing/2014/main" id="{9011082B-A001-59A6-96CD-A465295C5D4D}"/>
              </a:ext>
            </a:extLst>
          </p:cNvPr>
          <p:cNvSpPr/>
          <p:nvPr/>
        </p:nvSpPr>
        <p:spPr>
          <a:xfrm>
            <a:off x="2492889" y="2192407"/>
            <a:ext cx="1380744" cy="82812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Authentication &amp; Authorization</a:t>
            </a:r>
          </a:p>
        </p:txBody>
      </p:sp>
      <p:sp>
        <p:nvSpPr>
          <p:cNvPr id="75" name="Rectangle 74">
            <a:extLst>
              <a:ext uri="{FF2B5EF4-FFF2-40B4-BE49-F238E27FC236}">
                <a16:creationId xmlns:a16="http://schemas.microsoft.com/office/drawing/2014/main" id="{AF1E748B-CC89-8CD8-8326-C6D9FC209277}"/>
              </a:ext>
            </a:extLst>
          </p:cNvPr>
          <p:cNvSpPr/>
          <p:nvPr/>
        </p:nvSpPr>
        <p:spPr>
          <a:xfrm>
            <a:off x="6423562" y="2213396"/>
            <a:ext cx="2093311" cy="696504"/>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Data(RBAC)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Access Control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Check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
        <p:nvSpPr>
          <p:cNvPr id="108" name="Rectangle 107">
            <a:extLst>
              <a:ext uri="{FF2B5EF4-FFF2-40B4-BE49-F238E27FC236}">
                <a16:creationId xmlns:a16="http://schemas.microsoft.com/office/drawing/2014/main" id="{D0ED79ED-EE80-A2A7-A05C-BBAD6A99A898}"/>
              </a:ext>
            </a:extLst>
          </p:cNvPr>
          <p:cNvSpPr/>
          <p:nvPr/>
        </p:nvSpPr>
        <p:spPr>
          <a:xfrm>
            <a:off x="6423563" y="3236917"/>
            <a:ext cx="2093310" cy="57533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Gen AI based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Query Generation</a:t>
            </a:r>
          </a:p>
        </p:txBody>
      </p:sp>
      <p:cxnSp>
        <p:nvCxnSpPr>
          <p:cNvPr id="110" name="Straight Arrow Connector 109">
            <a:extLst>
              <a:ext uri="{FF2B5EF4-FFF2-40B4-BE49-F238E27FC236}">
                <a16:creationId xmlns:a16="http://schemas.microsoft.com/office/drawing/2014/main" id="{C73CE222-D92E-8329-F6B5-FD3C3A66C5BA}"/>
              </a:ext>
            </a:extLst>
          </p:cNvPr>
          <p:cNvCxnSpPr>
            <a:cxnSpLocks/>
            <a:stCxn id="75" idx="2"/>
            <a:endCxn id="108" idx="0"/>
          </p:cNvCxnSpPr>
          <p:nvPr/>
        </p:nvCxnSpPr>
        <p:spPr>
          <a:xfrm>
            <a:off x="7470218" y="2909900"/>
            <a:ext cx="0" cy="327017"/>
          </a:xfrm>
          <a:prstGeom prst="straightConnector1">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8" name="Rectangle 117">
            <a:extLst>
              <a:ext uri="{FF2B5EF4-FFF2-40B4-BE49-F238E27FC236}">
                <a16:creationId xmlns:a16="http://schemas.microsoft.com/office/drawing/2014/main" id="{BD858C5C-10B4-2F51-4E3D-6F131FDA71AC}"/>
              </a:ext>
            </a:extLst>
          </p:cNvPr>
          <p:cNvSpPr/>
          <p:nvPr/>
        </p:nvSpPr>
        <p:spPr>
          <a:xfrm>
            <a:off x="9684741" y="3236600"/>
            <a:ext cx="1737410" cy="57533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LLM</a:t>
            </a:r>
          </a:p>
        </p:txBody>
      </p:sp>
      <p:cxnSp>
        <p:nvCxnSpPr>
          <p:cNvPr id="129" name="Straight Arrow Connector 128">
            <a:extLst>
              <a:ext uri="{FF2B5EF4-FFF2-40B4-BE49-F238E27FC236}">
                <a16:creationId xmlns:a16="http://schemas.microsoft.com/office/drawing/2014/main" id="{1D5F0242-69C8-5E89-50CA-D96A858D6721}"/>
              </a:ext>
            </a:extLst>
          </p:cNvPr>
          <p:cNvCxnSpPr>
            <a:cxnSpLocks/>
            <a:stCxn id="108" idx="3"/>
            <a:endCxn id="118" idx="1"/>
          </p:cNvCxnSpPr>
          <p:nvPr/>
        </p:nvCxnSpPr>
        <p:spPr>
          <a:xfrm flipV="1">
            <a:off x="8516873" y="3524265"/>
            <a:ext cx="1167868" cy="317"/>
          </a:xfrm>
          <a:prstGeom prst="straightConnector1">
            <a:avLst/>
          </a:prstGeom>
          <a:ln w="19050" cap="flat" cmpd="sng" algn="ctr">
            <a:solidFill>
              <a:srgbClr val="00206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33" name="TextBox 132">
            <a:extLst>
              <a:ext uri="{FF2B5EF4-FFF2-40B4-BE49-F238E27FC236}">
                <a16:creationId xmlns:a16="http://schemas.microsoft.com/office/drawing/2014/main" id="{29C78CB6-3EE1-2988-E6EE-E398463C014D}"/>
              </a:ext>
            </a:extLst>
          </p:cNvPr>
          <p:cNvSpPr txBox="1"/>
          <p:nvPr/>
        </p:nvSpPr>
        <p:spPr>
          <a:xfrm>
            <a:off x="8674013" y="3170740"/>
            <a:ext cx="79248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Generate SQL Query</a:t>
            </a:r>
          </a:p>
        </p:txBody>
      </p:sp>
      <p:sp>
        <p:nvSpPr>
          <p:cNvPr id="136" name="Rectangle 135">
            <a:extLst>
              <a:ext uri="{FF2B5EF4-FFF2-40B4-BE49-F238E27FC236}">
                <a16:creationId xmlns:a16="http://schemas.microsoft.com/office/drawing/2014/main" id="{5B27722D-86F5-B882-05BA-657D822378ED}"/>
              </a:ext>
            </a:extLst>
          </p:cNvPr>
          <p:cNvSpPr/>
          <p:nvPr/>
        </p:nvSpPr>
        <p:spPr>
          <a:xfrm>
            <a:off x="6522908" y="4562031"/>
            <a:ext cx="848950" cy="33416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2060"/>
                </a:solidFill>
                <a:effectLst/>
                <a:uLnTx/>
                <a:uFillTx/>
                <a:latin typeface="Bierstadt" panose="020B0004020202020204" pitchFamily="34" charset="0"/>
                <a:ea typeface="+mn-ea"/>
                <a:cs typeface="+mn-cs"/>
              </a:rPr>
              <a:t>Curated Layer</a:t>
            </a:r>
          </a:p>
        </p:txBody>
      </p:sp>
      <p:sp>
        <p:nvSpPr>
          <p:cNvPr id="141" name="TextBox 140">
            <a:extLst>
              <a:ext uri="{FF2B5EF4-FFF2-40B4-BE49-F238E27FC236}">
                <a16:creationId xmlns:a16="http://schemas.microsoft.com/office/drawing/2014/main" id="{7E34ECA1-19F6-4797-D0C9-61B7648310F8}"/>
              </a:ext>
            </a:extLst>
          </p:cNvPr>
          <p:cNvSpPr txBox="1"/>
          <p:nvPr/>
        </p:nvSpPr>
        <p:spPr>
          <a:xfrm>
            <a:off x="7009434" y="2948012"/>
            <a:ext cx="79248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Permit</a:t>
            </a:r>
          </a:p>
        </p:txBody>
      </p:sp>
      <p:sp>
        <p:nvSpPr>
          <p:cNvPr id="142" name="TextBox 141">
            <a:extLst>
              <a:ext uri="{FF2B5EF4-FFF2-40B4-BE49-F238E27FC236}">
                <a16:creationId xmlns:a16="http://schemas.microsoft.com/office/drawing/2014/main" id="{F18B97EA-5A0D-75EB-54F6-9D300E6E26F3}"/>
              </a:ext>
            </a:extLst>
          </p:cNvPr>
          <p:cNvSpPr txBox="1"/>
          <p:nvPr/>
        </p:nvSpPr>
        <p:spPr>
          <a:xfrm>
            <a:off x="7151494" y="1425391"/>
            <a:ext cx="79248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FF0000"/>
                </a:solidFill>
                <a:effectLst/>
                <a:uLnTx/>
                <a:uFillTx/>
                <a:latin typeface="Bierstadt" panose="020B0004020202020204" pitchFamily="34" charset="0"/>
                <a:ea typeface="+mn-ea"/>
                <a:cs typeface="+mn-cs"/>
              </a:rPr>
              <a:t>Fail</a:t>
            </a:r>
            <a:r>
              <a:rPr kumimoji="0" lang="en-IN" sz="9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 </a:t>
            </a:r>
          </a:p>
        </p:txBody>
      </p:sp>
      <p:sp>
        <p:nvSpPr>
          <p:cNvPr id="150" name="Rectangle 149">
            <a:extLst>
              <a:ext uri="{FF2B5EF4-FFF2-40B4-BE49-F238E27FC236}">
                <a16:creationId xmlns:a16="http://schemas.microsoft.com/office/drawing/2014/main" id="{E2AC17D5-3333-CA09-348D-C285A18C7C08}"/>
              </a:ext>
            </a:extLst>
          </p:cNvPr>
          <p:cNvSpPr/>
          <p:nvPr/>
        </p:nvSpPr>
        <p:spPr>
          <a:xfrm>
            <a:off x="7478536" y="4562031"/>
            <a:ext cx="1060011" cy="34381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2060"/>
                </a:solidFill>
                <a:effectLst/>
                <a:uLnTx/>
                <a:uFillTx/>
                <a:latin typeface="Bierstadt" panose="020B0004020202020204" pitchFamily="34" charset="0"/>
                <a:ea typeface="+mn-ea"/>
                <a:cs typeface="+mn-cs"/>
              </a:rPr>
              <a:t>Non-Curated Layer</a:t>
            </a:r>
          </a:p>
        </p:txBody>
      </p:sp>
      <p:cxnSp>
        <p:nvCxnSpPr>
          <p:cNvPr id="152" name="Connector: Elbow 151">
            <a:extLst>
              <a:ext uri="{FF2B5EF4-FFF2-40B4-BE49-F238E27FC236}">
                <a16:creationId xmlns:a16="http://schemas.microsoft.com/office/drawing/2014/main" id="{1724E5A9-6EB8-7B8B-09FA-E528CE08D129}"/>
              </a:ext>
            </a:extLst>
          </p:cNvPr>
          <p:cNvCxnSpPr>
            <a:cxnSpLocks/>
            <a:stCxn id="151" idx="2"/>
            <a:endCxn id="101" idx="2"/>
          </p:cNvCxnSpPr>
          <p:nvPr/>
        </p:nvCxnSpPr>
        <p:spPr>
          <a:xfrm rot="5400000" flipH="1">
            <a:off x="3004420" y="1002236"/>
            <a:ext cx="2513417" cy="6428049"/>
          </a:xfrm>
          <a:prstGeom prst="bentConnector3">
            <a:avLst>
              <a:gd name="adj1" fmla="val -9095"/>
            </a:avLst>
          </a:prstGeom>
          <a:ln>
            <a:solidFill>
              <a:srgbClr val="FF7F0A"/>
            </a:solidFill>
            <a:prstDash val="lgDashDotDot"/>
            <a:tailEnd type="triangle"/>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242F8013-CC77-2587-BB46-C76A69568E86}"/>
              </a:ext>
            </a:extLst>
          </p:cNvPr>
          <p:cNvSpPr txBox="1"/>
          <p:nvPr/>
        </p:nvSpPr>
        <p:spPr>
          <a:xfrm>
            <a:off x="3310558" y="5768412"/>
            <a:ext cx="1885816"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7F0A"/>
                </a:solidFill>
                <a:effectLst/>
                <a:uLnTx/>
                <a:uFillTx/>
                <a:latin typeface="Bierstadt" panose="020B0004020202020204" pitchFamily="34" charset="0"/>
                <a:ea typeface="+mn-ea"/>
                <a:cs typeface="+mn-cs"/>
              </a:rPr>
              <a:t>Notify on execution progress </a:t>
            </a:r>
            <a:endParaRPr kumimoji="0" lang="en-IN" sz="1000" b="0" i="0" u="none" strike="noStrike" kern="1200" cap="none" spc="0" normalizeH="0" baseline="0" noProof="0">
              <a:ln>
                <a:noFill/>
              </a:ln>
              <a:solidFill>
                <a:srgbClr val="FF7F0A"/>
              </a:solidFill>
              <a:effectLst/>
              <a:uLnTx/>
              <a:uFillTx/>
              <a:latin typeface="Bierstadt" panose="020B0004020202020204" pitchFamily="34" charset="0"/>
              <a:ea typeface="+mn-ea"/>
              <a:cs typeface="+mn-cs"/>
            </a:endParaRPr>
          </a:p>
        </p:txBody>
      </p:sp>
      <p:cxnSp>
        <p:nvCxnSpPr>
          <p:cNvPr id="163" name="Straight Arrow Connector 162">
            <a:extLst>
              <a:ext uri="{FF2B5EF4-FFF2-40B4-BE49-F238E27FC236}">
                <a16:creationId xmlns:a16="http://schemas.microsoft.com/office/drawing/2014/main" id="{29499496-AB48-D995-4142-5E41C18C6DDA}"/>
              </a:ext>
            </a:extLst>
          </p:cNvPr>
          <p:cNvCxnSpPr>
            <a:cxnSpLocks/>
            <a:stCxn id="108" idx="2"/>
            <a:endCxn id="151" idx="0"/>
          </p:cNvCxnSpPr>
          <p:nvPr/>
        </p:nvCxnSpPr>
        <p:spPr>
          <a:xfrm>
            <a:off x="7470218" y="3812247"/>
            <a:ext cx="4935" cy="336597"/>
          </a:xfrm>
          <a:prstGeom prst="straightConnector1">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4" name="Straight Arrow Connector 163">
            <a:extLst>
              <a:ext uri="{FF2B5EF4-FFF2-40B4-BE49-F238E27FC236}">
                <a16:creationId xmlns:a16="http://schemas.microsoft.com/office/drawing/2014/main" id="{BB7B47B3-EDD7-77BF-4DDC-BE9080B124C5}"/>
              </a:ext>
            </a:extLst>
          </p:cNvPr>
          <p:cNvCxnSpPr>
            <a:cxnSpLocks/>
            <a:stCxn id="151" idx="1"/>
            <a:endCxn id="168" idx="3"/>
          </p:cNvCxnSpPr>
          <p:nvPr/>
        </p:nvCxnSpPr>
        <p:spPr>
          <a:xfrm flipH="1">
            <a:off x="5849566" y="4810906"/>
            <a:ext cx="549358" cy="6282"/>
          </a:xfrm>
          <a:prstGeom prst="straightConnector1">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8" name="Rectangle 167">
            <a:extLst>
              <a:ext uri="{FF2B5EF4-FFF2-40B4-BE49-F238E27FC236}">
                <a16:creationId xmlns:a16="http://schemas.microsoft.com/office/drawing/2014/main" id="{945E91F4-4964-7638-0AA1-4971C1FBA9E3}"/>
              </a:ext>
            </a:extLst>
          </p:cNvPr>
          <p:cNvSpPr/>
          <p:nvPr/>
        </p:nvSpPr>
        <p:spPr>
          <a:xfrm>
            <a:off x="4468822" y="4361224"/>
            <a:ext cx="1380744" cy="91192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Optimized Query Execution</a:t>
            </a:r>
          </a:p>
        </p:txBody>
      </p:sp>
      <p:sp>
        <p:nvSpPr>
          <p:cNvPr id="169" name="Rectangle 168">
            <a:extLst>
              <a:ext uri="{FF2B5EF4-FFF2-40B4-BE49-F238E27FC236}">
                <a16:creationId xmlns:a16="http://schemas.microsoft.com/office/drawing/2014/main" id="{53196881-DEA6-E3E7-5BE7-912CD228DD5B}"/>
              </a:ext>
            </a:extLst>
          </p:cNvPr>
          <p:cNvSpPr/>
          <p:nvPr/>
        </p:nvSpPr>
        <p:spPr>
          <a:xfrm>
            <a:off x="4455862" y="3005822"/>
            <a:ext cx="1409157" cy="88667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Response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(Data Sharing)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cxnSp>
        <p:nvCxnSpPr>
          <p:cNvPr id="170" name="Straight Arrow Connector 169">
            <a:extLst>
              <a:ext uri="{FF2B5EF4-FFF2-40B4-BE49-F238E27FC236}">
                <a16:creationId xmlns:a16="http://schemas.microsoft.com/office/drawing/2014/main" id="{D38CEBDF-C1CE-9B8C-F428-670A64CAD462}"/>
              </a:ext>
            </a:extLst>
          </p:cNvPr>
          <p:cNvCxnSpPr>
            <a:cxnSpLocks/>
            <a:stCxn id="168" idx="1"/>
          </p:cNvCxnSpPr>
          <p:nvPr/>
        </p:nvCxnSpPr>
        <p:spPr>
          <a:xfrm flipH="1">
            <a:off x="4038728" y="4817188"/>
            <a:ext cx="430094" cy="0"/>
          </a:xfrm>
          <a:prstGeom prst="straightConnector1">
            <a:avLst/>
          </a:prstGeom>
          <a:ln w="19050" cap="flat" cmpd="sng" algn="ctr">
            <a:solidFill>
              <a:srgbClr val="00206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75" name="Rectangle 174">
            <a:extLst>
              <a:ext uri="{FF2B5EF4-FFF2-40B4-BE49-F238E27FC236}">
                <a16:creationId xmlns:a16="http://schemas.microsoft.com/office/drawing/2014/main" id="{87AF6F7D-CB30-108A-47FB-274448161B25}"/>
              </a:ext>
            </a:extLst>
          </p:cNvPr>
          <p:cNvSpPr/>
          <p:nvPr/>
        </p:nvSpPr>
        <p:spPr>
          <a:xfrm>
            <a:off x="2272917" y="4696200"/>
            <a:ext cx="1716205" cy="574031"/>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Data Virtualization</a:t>
            </a:r>
          </a:p>
        </p:txBody>
      </p:sp>
      <p:pic>
        <p:nvPicPr>
          <p:cNvPr id="2056" name="Picture 8" descr="SSO: Single Sign On For Beginners [Part ...">
            <a:extLst>
              <a:ext uri="{FF2B5EF4-FFF2-40B4-BE49-F238E27FC236}">
                <a16:creationId xmlns:a16="http://schemas.microsoft.com/office/drawing/2014/main" id="{E0C9AA21-7DF4-29E1-3E2F-619570E539F3}"/>
              </a:ext>
            </a:extLst>
          </p:cNvPr>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28218" b="68812" l="24498" r="73092">
                        <a14:foregroundMark x1="25301" y1="48020" x2="25301" y2="48020"/>
                        <a14:foregroundMark x1="44177" y1="45545" x2="44177" y2="45545"/>
                        <a14:foregroundMark x1="43775" y1="40594" x2="58635" y2="41089"/>
                        <a14:foregroundMark x1="58635" y1="41089" x2="44177" y2="47525"/>
                        <a14:foregroundMark x1="44177" y1="47525" x2="52209" y2="48020"/>
                        <a14:foregroundMark x1="44177" y1="28218" x2="44177" y2="28218"/>
                        <a14:foregroundMark x1="71084" y1="50990" x2="71084" y2="50990"/>
                        <a14:foregroundMark x1="24498" y1="48515" x2="24498" y2="48515"/>
                        <a14:foregroundMark x1="73092" y1="52475" x2="73092" y2="52475"/>
                        <a14:backgroundMark x1="46586" y1="65347" x2="46586" y2="72277"/>
                        <a14:backgroundMark x1="30522" y1="65842" x2="30522" y2="65842"/>
                        <a14:backgroundMark x1="34538" y1="68317" x2="34538" y2="68317"/>
                        <a14:backgroundMark x1="36546" y1="66832" x2="36546" y2="66832"/>
                        <a14:backgroundMark x1="60643" y1="65842" x2="61044" y2="66832"/>
                        <a14:backgroundMark x1="64257" y1="66832" x2="64257" y2="66832"/>
                        <a14:backgroundMark x1="63855" y1="68317" x2="63855" y2="68317"/>
                        <a14:backgroundMark x1="63052" y1="65842" x2="63052" y2="65842"/>
                        <a14:backgroundMark x1="63052" y1="66337" x2="67470" y2="68812"/>
                        <a14:backgroundMark x1="27309" y1="66337" x2="41365" y2="65842"/>
                        <a14:backgroundMark x1="41365" y1="65842" x2="67470" y2="68317"/>
                        <a14:backgroundMark x1="70281" y1="67822" x2="60643" y2="66337"/>
                        <a14:backgroundMark x1="24096" y1="49010" x2="24096" y2="49010"/>
                        <a14:backgroundMark x1="24096" y1="47525" x2="24096" y2="47525"/>
                      </a14:backgroundRemoval>
                    </a14:imgEffect>
                  </a14:imgLayer>
                </a14:imgProps>
              </a:ext>
              <a:ext uri="{28A0092B-C50C-407E-A947-70E740481C1C}">
                <a14:useLocalDpi xmlns:a14="http://schemas.microsoft.com/office/drawing/2010/main" val="0"/>
              </a:ext>
            </a:extLst>
          </a:blip>
          <a:srcRect l="21442" t="24443" r="24605" b="27325"/>
          <a:stretch/>
        </p:blipFill>
        <p:spPr bwMode="auto">
          <a:xfrm>
            <a:off x="2510725" y="1994370"/>
            <a:ext cx="379027" cy="274875"/>
          </a:xfrm>
          <a:prstGeom prst="rect">
            <a:avLst/>
          </a:prstGeom>
          <a:noFill/>
          <a:extLst>
            <a:ext uri="{909E8E84-426E-40DD-AFC4-6F175D3DCCD1}">
              <a14:hiddenFill xmlns:a14="http://schemas.microsoft.com/office/drawing/2010/main">
                <a:solidFill>
                  <a:srgbClr val="FFFFFF"/>
                </a:solidFill>
              </a14:hiddenFill>
            </a:ext>
          </a:extLst>
        </p:spPr>
      </p:pic>
      <p:cxnSp>
        <p:nvCxnSpPr>
          <p:cNvPr id="202" name="Straight Arrow Connector 201">
            <a:extLst>
              <a:ext uri="{FF2B5EF4-FFF2-40B4-BE49-F238E27FC236}">
                <a16:creationId xmlns:a16="http://schemas.microsoft.com/office/drawing/2014/main" id="{1854C987-CCC5-01C0-865C-44BF83487B12}"/>
              </a:ext>
            </a:extLst>
          </p:cNvPr>
          <p:cNvCxnSpPr>
            <a:cxnSpLocks/>
            <a:stCxn id="168" idx="0"/>
            <a:endCxn id="169" idx="2"/>
          </p:cNvCxnSpPr>
          <p:nvPr/>
        </p:nvCxnSpPr>
        <p:spPr>
          <a:xfrm flipV="1">
            <a:off x="5159194" y="3892497"/>
            <a:ext cx="1247" cy="468727"/>
          </a:xfrm>
          <a:prstGeom prst="straightConnector1">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1" name="TextBox 220">
            <a:extLst>
              <a:ext uri="{FF2B5EF4-FFF2-40B4-BE49-F238E27FC236}">
                <a16:creationId xmlns:a16="http://schemas.microsoft.com/office/drawing/2014/main" id="{B4A14ABD-8DF8-1D4D-6069-C5F14DB8FE00}"/>
              </a:ext>
            </a:extLst>
          </p:cNvPr>
          <p:cNvSpPr txBox="1"/>
          <p:nvPr/>
        </p:nvSpPr>
        <p:spPr>
          <a:xfrm>
            <a:off x="4124662" y="1889753"/>
            <a:ext cx="187683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err="1">
                <a:ln>
                  <a:noFill/>
                </a:ln>
                <a:solidFill>
                  <a:srgbClr val="C5CCFC">
                    <a:lumMod val="10000"/>
                  </a:srgbClr>
                </a:solidFill>
                <a:effectLst/>
                <a:uLnTx/>
                <a:uFillTx/>
                <a:latin typeface="Bierstadt" panose="020B0004020202020204" pitchFamily="34" charset="0"/>
                <a:ea typeface="+mn-ea"/>
                <a:cs typeface="+mn-cs"/>
              </a:rPr>
              <a:t>ConverseWithData</a:t>
            </a:r>
            <a:r>
              <a:rPr kumimoji="0" lang="en-IN" sz="1400" b="1" i="0" u="none" strike="noStrike" kern="1200" cap="none" spc="0" normalizeH="0" baseline="0" noProof="0" dirty="0">
                <a:ln>
                  <a:noFill/>
                </a:ln>
                <a:solidFill>
                  <a:srgbClr val="C5CCFC">
                    <a:lumMod val="10000"/>
                  </a:srgbClr>
                </a:solidFill>
                <a:effectLst/>
                <a:uLnTx/>
                <a:uFillTx/>
                <a:latin typeface="Bierstadt" panose="020B0004020202020204" pitchFamily="34" charset="0"/>
                <a:ea typeface="+mn-ea"/>
                <a:cs typeface="+mn-cs"/>
              </a:rPr>
              <a:t> App</a:t>
            </a:r>
            <a:endParaRPr kumimoji="0" lang="en-IN" sz="1200" b="1" i="0" u="none" strike="noStrike" kern="1200" cap="none" spc="0" normalizeH="0" baseline="0" noProof="0" dirty="0">
              <a:ln>
                <a:noFill/>
              </a:ln>
              <a:solidFill>
                <a:srgbClr val="C5CCFC">
                  <a:lumMod val="10000"/>
                </a:srgbClr>
              </a:solidFill>
              <a:effectLst/>
              <a:uLnTx/>
              <a:uFillTx/>
              <a:latin typeface="Bierstadt" panose="020B0004020202020204" pitchFamily="34" charset="0"/>
              <a:ea typeface="+mn-ea"/>
              <a:cs typeface="+mn-cs"/>
            </a:endParaRPr>
          </a:p>
        </p:txBody>
      </p:sp>
      <p:grpSp>
        <p:nvGrpSpPr>
          <p:cNvPr id="143" name="Group 142">
            <a:extLst>
              <a:ext uri="{FF2B5EF4-FFF2-40B4-BE49-F238E27FC236}">
                <a16:creationId xmlns:a16="http://schemas.microsoft.com/office/drawing/2014/main" id="{45CA08FB-4100-6CB8-361C-1E606EAE43F9}"/>
              </a:ext>
            </a:extLst>
          </p:cNvPr>
          <p:cNvGrpSpPr/>
          <p:nvPr/>
        </p:nvGrpSpPr>
        <p:grpSpPr>
          <a:xfrm>
            <a:off x="1363957" y="4273964"/>
            <a:ext cx="628934" cy="1290544"/>
            <a:chOff x="1370843" y="4176418"/>
            <a:chExt cx="628934" cy="1290544"/>
          </a:xfrm>
        </p:grpSpPr>
        <p:pic>
          <p:nvPicPr>
            <p:cNvPr id="237" name="Picture 2" descr="Image result for Oracle Exadata Logo">
              <a:extLst>
                <a:ext uri="{FF2B5EF4-FFF2-40B4-BE49-F238E27FC236}">
                  <a16:creationId xmlns:a16="http://schemas.microsoft.com/office/drawing/2014/main" id="{51E84AD2-229E-016C-A4D1-466257FD527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70843" y="5190760"/>
              <a:ext cx="533375" cy="184662"/>
            </a:xfrm>
            <a:prstGeom prst="rect">
              <a:avLst/>
            </a:prstGeom>
            <a:noFill/>
            <a:extLst>
              <a:ext uri="{909E8E84-426E-40DD-AFC4-6F175D3DCCD1}">
                <a14:hiddenFill xmlns:a14="http://schemas.microsoft.com/office/drawing/2010/main">
                  <a:solidFill>
                    <a:srgbClr val="FFFFFF"/>
                  </a:solidFill>
                </a14:hiddenFill>
              </a:ext>
            </a:extLst>
          </p:spPr>
        </p:pic>
        <p:cxnSp>
          <p:nvCxnSpPr>
            <p:cNvPr id="240" name="Straight Connector 239">
              <a:extLst>
                <a:ext uri="{FF2B5EF4-FFF2-40B4-BE49-F238E27FC236}">
                  <a16:creationId xmlns:a16="http://schemas.microsoft.com/office/drawing/2014/main" id="{E8F826A3-63C3-690A-8B58-5441E73C3BC0}"/>
                </a:ext>
              </a:extLst>
            </p:cNvPr>
            <p:cNvCxnSpPr/>
            <p:nvPr/>
          </p:nvCxnSpPr>
          <p:spPr>
            <a:xfrm>
              <a:off x="1999777" y="4176418"/>
              <a:ext cx="0" cy="1290544"/>
            </a:xfrm>
            <a:prstGeom prst="line">
              <a:avLst/>
            </a:prstGeom>
            <a:ln w="12700">
              <a:solidFill>
                <a:srgbClr val="002060"/>
              </a:solidFill>
              <a:prstDash val="dash"/>
            </a:ln>
          </p:spPr>
          <p:style>
            <a:lnRef idx="1">
              <a:schemeClr val="accent1"/>
            </a:lnRef>
            <a:fillRef idx="0">
              <a:schemeClr val="accent1"/>
            </a:fillRef>
            <a:effectRef idx="0">
              <a:schemeClr val="accent1"/>
            </a:effectRef>
            <a:fontRef idx="minor">
              <a:schemeClr val="tx1"/>
            </a:fontRef>
          </p:style>
        </p:cxnSp>
      </p:grpSp>
      <p:sp>
        <p:nvSpPr>
          <p:cNvPr id="236" name="Rectangle 235">
            <a:extLst>
              <a:ext uri="{FF2B5EF4-FFF2-40B4-BE49-F238E27FC236}">
                <a16:creationId xmlns:a16="http://schemas.microsoft.com/office/drawing/2014/main" id="{93B04311-873F-460D-CE78-DDAF87640EDE}"/>
              </a:ext>
            </a:extLst>
          </p:cNvPr>
          <p:cNvSpPr/>
          <p:nvPr/>
        </p:nvSpPr>
        <p:spPr>
          <a:xfrm>
            <a:off x="8904873" y="4007216"/>
            <a:ext cx="2585521" cy="1775889"/>
          </a:xfrm>
          <a:prstGeom prst="rect">
            <a:avLst/>
          </a:prstGeom>
          <a:solidFill>
            <a:srgbClr val="EAEAEA"/>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002060"/>
                </a:solidFill>
                <a:effectLst/>
                <a:uLnTx/>
                <a:uFillTx/>
                <a:latin typeface="Bierstadt" panose="020B0004020202020204" pitchFamily="34" charset="0"/>
                <a:ea typeface="+mn-ea"/>
                <a:cs typeface="+mn-cs"/>
              </a:rPr>
              <a:t>Tech Stack</a:t>
            </a:r>
            <a:br>
              <a:rPr kumimoji="0" lang="en-IN" sz="1200" b="1" i="0" u="none" strike="noStrike" kern="1200" cap="none" spc="0" normalizeH="0" baseline="0" noProof="0">
                <a:ln>
                  <a:noFill/>
                </a:ln>
                <a:solidFill>
                  <a:srgbClr val="002060"/>
                </a:solidFill>
                <a:effectLst/>
                <a:uLnTx/>
                <a:uFillTx/>
                <a:latin typeface="Bierstadt" panose="020B0004020202020204" pitchFamily="34" charset="0"/>
                <a:ea typeface="+mn-ea"/>
                <a:cs typeface="+mn-cs"/>
              </a:rPr>
            </a:b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
        <p:nvSpPr>
          <p:cNvPr id="226" name="TextBox 225">
            <a:extLst>
              <a:ext uri="{FF2B5EF4-FFF2-40B4-BE49-F238E27FC236}">
                <a16:creationId xmlns:a16="http://schemas.microsoft.com/office/drawing/2014/main" id="{87B37C9D-99B5-39BB-62D4-59E8C60BDE83}"/>
              </a:ext>
            </a:extLst>
          </p:cNvPr>
          <p:cNvSpPr txBox="1"/>
          <p:nvPr/>
        </p:nvSpPr>
        <p:spPr>
          <a:xfrm>
            <a:off x="8859512" y="4622907"/>
            <a:ext cx="661478" cy="369332"/>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5126A"/>
                </a:solidFill>
                <a:effectLst/>
                <a:uLnTx/>
                <a:uFillTx/>
                <a:latin typeface="Bierstadt" panose="020B0004020202020204" pitchFamily="34" charset="0"/>
                <a:ea typeface="+mn-ea"/>
                <a:cs typeface="+mn-cs"/>
              </a:rPr>
              <a:t>React Frontend</a:t>
            </a:r>
          </a:p>
        </p:txBody>
      </p:sp>
      <p:sp>
        <p:nvSpPr>
          <p:cNvPr id="235" name="TextBox 234">
            <a:extLst>
              <a:ext uri="{FF2B5EF4-FFF2-40B4-BE49-F238E27FC236}">
                <a16:creationId xmlns:a16="http://schemas.microsoft.com/office/drawing/2014/main" id="{AD967582-2D54-DF2F-B40B-5FDB86327A91}"/>
              </a:ext>
            </a:extLst>
          </p:cNvPr>
          <p:cNvSpPr txBox="1"/>
          <p:nvPr/>
        </p:nvSpPr>
        <p:spPr>
          <a:xfrm>
            <a:off x="8647035" y="5558749"/>
            <a:ext cx="1011349" cy="230832"/>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5126A"/>
                </a:solidFill>
                <a:effectLst/>
                <a:uLnTx/>
                <a:uFillTx/>
                <a:latin typeface="Bierstadt" panose="020B0004020202020204" pitchFamily="34" charset="0"/>
                <a:ea typeface="+mn-ea"/>
                <a:cs typeface="+mn-cs"/>
              </a:rPr>
              <a:t>K8s</a:t>
            </a:r>
          </a:p>
        </p:txBody>
      </p:sp>
      <p:pic>
        <p:nvPicPr>
          <p:cNvPr id="222" name="Graphic 221">
            <a:extLst>
              <a:ext uri="{FF2B5EF4-FFF2-40B4-BE49-F238E27FC236}">
                <a16:creationId xmlns:a16="http://schemas.microsoft.com/office/drawing/2014/main" id="{92E7E27B-5725-539A-18D1-27B1834801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43333" y="4222473"/>
            <a:ext cx="526344" cy="526344"/>
          </a:xfrm>
          <a:prstGeom prst="rect">
            <a:avLst/>
          </a:prstGeom>
        </p:spPr>
      </p:pic>
      <p:pic>
        <p:nvPicPr>
          <p:cNvPr id="223" name="Graphic 222" descr="Atom with solid fill">
            <a:extLst>
              <a:ext uri="{FF2B5EF4-FFF2-40B4-BE49-F238E27FC236}">
                <a16:creationId xmlns:a16="http://schemas.microsoft.com/office/drawing/2014/main" id="{89DE1CDE-64B5-8E9C-0C97-9DA87D764A6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84501" y="4273069"/>
            <a:ext cx="387342" cy="387342"/>
          </a:xfrm>
          <a:prstGeom prst="rect">
            <a:avLst/>
          </a:prstGeom>
        </p:spPr>
      </p:pic>
      <p:pic>
        <p:nvPicPr>
          <p:cNvPr id="224" name="Graphic 223">
            <a:extLst>
              <a:ext uri="{FF2B5EF4-FFF2-40B4-BE49-F238E27FC236}">
                <a16:creationId xmlns:a16="http://schemas.microsoft.com/office/drawing/2014/main" id="{37D45D7A-6969-EFAA-21CB-04502330F72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06001" y="5202060"/>
            <a:ext cx="284784" cy="319633"/>
          </a:xfrm>
          <a:prstGeom prst="rect">
            <a:avLst/>
          </a:prstGeom>
        </p:spPr>
      </p:pic>
      <p:sp>
        <p:nvSpPr>
          <p:cNvPr id="225" name="TextBox 224">
            <a:extLst>
              <a:ext uri="{FF2B5EF4-FFF2-40B4-BE49-F238E27FC236}">
                <a16:creationId xmlns:a16="http://schemas.microsoft.com/office/drawing/2014/main" id="{F890607C-873D-C712-BFB8-F6707B54665B}"/>
              </a:ext>
            </a:extLst>
          </p:cNvPr>
          <p:cNvSpPr txBox="1"/>
          <p:nvPr/>
        </p:nvSpPr>
        <p:spPr>
          <a:xfrm>
            <a:off x="9314351" y="4639568"/>
            <a:ext cx="1011349" cy="369332"/>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5126A"/>
                </a:solidFill>
                <a:effectLst/>
                <a:uLnTx/>
                <a:uFillTx/>
                <a:latin typeface="Bierstadt" panose="020B0004020202020204" pitchFamily="34" charset="0"/>
                <a:ea typeface="+mn-ea"/>
                <a:cs typeface="+mn-cs"/>
              </a:rPr>
              <a:t>Web Application Lambda</a:t>
            </a:r>
          </a:p>
        </p:txBody>
      </p:sp>
      <p:pic>
        <p:nvPicPr>
          <p:cNvPr id="227" name="Picture 226" descr="A black background with a black square&#10;&#10;Description automatically generated with medium confidence">
            <a:extLst>
              <a:ext uri="{FF2B5EF4-FFF2-40B4-BE49-F238E27FC236}">
                <a16:creationId xmlns:a16="http://schemas.microsoft.com/office/drawing/2014/main" id="{2D486305-A347-CD45-DB79-48C5D8C92C8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389173" y="4342384"/>
            <a:ext cx="320284" cy="320284"/>
          </a:xfrm>
          <a:prstGeom prst="rect">
            <a:avLst/>
          </a:prstGeom>
        </p:spPr>
      </p:pic>
      <p:sp>
        <p:nvSpPr>
          <p:cNvPr id="228" name="TextBox 227">
            <a:extLst>
              <a:ext uri="{FF2B5EF4-FFF2-40B4-BE49-F238E27FC236}">
                <a16:creationId xmlns:a16="http://schemas.microsoft.com/office/drawing/2014/main" id="{3D27B923-A484-BB0C-6223-B371C349B2B8}"/>
              </a:ext>
            </a:extLst>
          </p:cNvPr>
          <p:cNvSpPr txBox="1"/>
          <p:nvPr/>
        </p:nvSpPr>
        <p:spPr>
          <a:xfrm>
            <a:off x="10034608" y="4660411"/>
            <a:ext cx="1011349" cy="230832"/>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5126A"/>
                </a:solidFill>
                <a:effectLst/>
                <a:uLnTx/>
                <a:uFillTx/>
                <a:latin typeface="Bierstadt" panose="020B0004020202020204" pitchFamily="34" charset="0"/>
                <a:ea typeface="+mn-ea"/>
                <a:cs typeface="+mn-cs"/>
              </a:rPr>
              <a:t>Fast API</a:t>
            </a:r>
          </a:p>
        </p:txBody>
      </p:sp>
      <p:pic>
        <p:nvPicPr>
          <p:cNvPr id="2058" name="Picture 10" descr="AWS API Gateway - PROLIM">
            <a:extLst>
              <a:ext uri="{FF2B5EF4-FFF2-40B4-BE49-F238E27FC236}">
                <a16:creationId xmlns:a16="http://schemas.microsoft.com/office/drawing/2014/main" id="{7CC385FA-9A31-AB8F-AE20-B3E2B6C52265}"/>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15672" t="9440" r="17898" b="10672"/>
          <a:stretch/>
        </p:blipFill>
        <p:spPr bwMode="auto">
          <a:xfrm>
            <a:off x="9522204" y="5169365"/>
            <a:ext cx="405110" cy="52310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AWS CloudWatch. Amazon CloudWatch is a ...">
            <a:extLst>
              <a:ext uri="{FF2B5EF4-FFF2-40B4-BE49-F238E27FC236}">
                <a16:creationId xmlns:a16="http://schemas.microsoft.com/office/drawing/2014/main" id="{5A1EB1D1-BA12-36D4-00EC-01AD924556C0}"/>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l="22832" t="9215" r="22989" b="17137"/>
          <a:stretch/>
        </p:blipFill>
        <p:spPr bwMode="auto">
          <a:xfrm>
            <a:off x="10097993" y="5175811"/>
            <a:ext cx="388914" cy="528676"/>
          </a:xfrm>
          <a:prstGeom prst="rect">
            <a:avLst/>
          </a:prstGeom>
          <a:noFill/>
          <a:extLst>
            <a:ext uri="{909E8E84-426E-40DD-AFC4-6F175D3DCCD1}">
              <a14:hiddenFill xmlns:a14="http://schemas.microsoft.com/office/drawing/2010/main">
                <a:solidFill>
                  <a:srgbClr val="FFFFFF"/>
                </a:solidFill>
              </a14:hiddenFill>
            </a:ext>
          </a:extLst>
        </p:spPr>
      </p:pic>
      <p:pic>
        <p:nvPicPr>
          <p:cNvPr id="241" name="Picture 240" descr="A logo with blue cubes&#10;&#10;Description automatically generated">
            <a:extLst>
              <a:ext uri="{FF2B5EF4-FFF2-40B4-BE49-F238E27FC236}">
                <a16:creationId xmlns:a16="http://schemas.microsoft.com/office/drawing/2014/main" id="{6637B728-4B57-4784-2CC9-343C564A9DC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04363" y="5207111"/>
            <a:ext cx="844826" cy="438739"/>
          </a:xfrm>
          <a:prstGeom prst="rect">
            <a:avLst/>
          </a:prstGeom>
        </p:spPr>
      </p:pic>
      <p:pic>
        <p:nvPicPr>
          <p:cNvPr id="246" name="Picture 245" descr="A green cube logo with black text&#10;&#10;Description automatically generated">
            <a:extLst>
              <a:ext uri="{FF2B5EF4-FFF2-40B4-BE49-F238E27FC236}">
                <a16:creationId xmlns:a16="http://schemas.microsoft.com/office/drawing/2014/main" id="{D7B6C577-BEC6-5C86-9B74-3C1E4CC0C33C}"/>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26719" r="28319"/>
          <a:stretch/>
        </p:blipFill>
        <p:spPr>
          <a:xfrm>
            <a:off x="10902540" y="4345371"/>
            <a:ext cx="395593" cy="560470"/>
          </a:xfrm>
          <a:prstGeom prst="rect">
            <a:avLst/>
          </a:prstGeom>
        </p:spPr>
      </p:pic>
      <p:sp>
        <p:nvSpPr>
          <p:cNvPr id="76" name="Rectangle 75">
            <a:extLst>
              <a:ext uri="{FF2B5EF4-FFF2-40B4-BE49-F238E27FC236}">
                <a16:creationId xmlns:a16="http://schemas.microsoft.com/office/drawing/2014/main" id="{14864068-08FA-6BA6-2C65-F58128F09BA9}"/>
              </a:ext>
            </a:extLst>
          </p:cNvPr>
          <p:cNvSpPr/>
          <p:nvPr/>
        </p:nvSpPr>
        <p:spPr>
          <a:xfrm>
            <a:off x="9661438" y="2199803"/>
            <a:ext cx="1760712" cy="69573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Vector store   </a:t>
            </a:r>
          </a:p>
        </p:txBody>
      </p:sp>
      <p:sp>
        <p:nvSpPr>
          <p:cNvPr id="40" name="TextBox 39">
            <a:extLst>
              <a:ext uri="{FF2B5EF4-FFF2-40B4-BE49-F238E27FC236}">
                <a16:creationId xmlns:a16="http://schemas.microsoft.com/office/drawing/2014/main" id="{62261ADC-9FC6-3BD9-B960-9FABB90E64C6}"/>
              </a:ext>
            </a:extLst>
          </p:cNvPr>
          <p:cNvSpPr txBox="1"/>
          <p:nvPr/>
        </p:nvSpPr>
        <p:spPr>
          <a:xfrm>
            <a:off x="7477383" y="2893533"/>
            <a:ext cx="96900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Metadata Info + User text</a:t>
            </a:r>
          </a:p>
        </p:txBody>
      </p:sp>
      <p:sp>
        <p:nvSpPr>
          <p:cNvPr id="53" name="Rectangle 52">
            <a:extLst>
              <a:ext uri="{FF2B5EF4-FFF2-40B4-BE49-F238E27FC236}">
                <a16:creationId xmlns:a16="http://schemas.microsoft.com/office/drawing/2014/main" id="{30885BBA-3C6F-9992-E4D9-BE8CE26A7BE4}"/>
              </a:ext>
            </a:extLst>
          </p:cNvPr>
          <p:cNvSpPr/>
          <p:nvPr/>
        </p:nvSpPr>
        <p:spPr>
          <a:xfrm>
            <a:off x="5187125" y="3507163"/>
            <a:ext cx="608189" cy="20029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2060"/>
                </a:solidFill>
                <a:effectLst/>
                <a:uLnTx/>
                <a:uFillTx/>
                <a:latin typeface="Bierstadt" panose="020B0004020202020204" pitchFamily="34" charset="0"/>
                <a:ea typeface="+mn-ea"/>
                <a:cs typeface="+mn-cs"/>
              </a:rPr>
              <a:t>Charts</a:t>
            </a:r>
          </a:p>
        </p:txBody>
      </p:sp>
      <p:sp>
        <p:nvSpPr>
          <p:cNvPr id="54" name="Rectangle 53">
            <a:extLst>
              <a:ext uri="{FF2B5EF4-FFF2-40B4-BE49-F238E27FC236}">
                <a16:creationId xmlns:a16="http://schemas.microsoft.com/office/drawing/2014/main" id="{2A0D2F04-7BD9-9AC2-D45E-CF39A42BB479}"/>
              </a:ext>
            </a:extLst>
          </p:cNvPr>
          <p:cNvSpPr/>
          <p:nvPr/>
        </p:nvSpPr>
        <p:spPr>
          <a:xfrm>
            <a:off x="4539018" y="3509038"/>
            <a:ext cx="608189" cy="20029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2060"/>
                </a:solidFill>
                <a:effectLst/>
                <a:uLnTx/>
                <a:uFillTx/>
                <a:latin typeface="Bierstadt" panose="020B0004020202020204" pitchFamily="34" charset="0"/>
                <a:ea typeface="+mn-ea"/>
                <a:cs typeface="+mn-cs"/>
              </a:rPr>
              <a:t>Text</a:t>
            </a:r>
          </a:p>
        </p:txBody>
      </p:sp>
      <p:cxnSp>
        <p:nvCxnSpPr>
          <p:cNvPr id="119" name="Straight Arrow Connector 118">
            <a:extLst>
              <a:ext uri="{FF2B5EF4-FFF2-40B4-BE49-F238E27FC236}">
                <a16:creationId xmlns:a16="http://schemas.microsoft.com/office/drawing/2014/main" id="{E613DC99-D7B4-A9DF-537F-372538B489A4}"/>
              </a:ext>
            </a:extLst>
          </p:cNvPr>
          <p:cNvCxnSpPr>
            <a:cxnSpLocks/>
            <a:endCxn id="55" idx="1"/>
          </p:cNvCxnSpPr>
          <p:nvPr/>
        </p:nvCxnSpPr>
        <p:spPr>
          <a:xfrm>
            <a:off x="1416676" y="2606470"/>
            <a:ext cx="1076213" cy="0"/>
          </a:xfrm>
          <a:prstGeom prst="straightConnector1">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4" name="Straight Arrow Connector 123">
            <a:extLst>
              <a:ext uri="{FF2B5EF4-FFF2-40B4-BE49-F238E27FC236}">
                <a16:creationId xmlns:a16="http://schemas.microsoft.com/office/drawing/2014/main" id="{D4294C74-C209-0871-B019-98330175B638}"/>
              </a:ext>
            </a:extLst>
          </p:cNvPr>
          <p:cNvCxnSpPr>
            <a:cxnSpLocks/>
            <a:stCxn id="169" idx="1"/>
          </p:cNvCxnSpPr>
          <p:nvPr/>
        </p:nvCxnSpPr>
        <p:spPr>
          <a:xfrm rot="10800000">
            <a:off x="1261442" y="2979498"/>
            <a:ext cx="3194421" cy="469662"/>
          </a:xfrm>
          <a:prstGeom prst="bentConnector3">
            <a:avLst>
              <a:gd name="adj1" fmla="val 99961"/>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7" name="Connector: Elbow 136">
            <a:extLst>
              <a:ext uri="{FF2B5EF4-FFF2-40B4-BE49-F238E27FC236}">
                <a16:creationId xmlns:a16="http://schemas.microsoft.com/office/drawing/2014/main" id="{F98D559F-3DCD-02B8-6B69-7F96931CD295}"/>
              </a:ext>
            </a:extLst>
          </p:cNvPr>
          <p:cNvCxnSpPr>
            <a:cxnSpLocks/>
            <a:stCxn id="75" idx="0"/>
            <a:endCxn id="101" idx="0"/>
          </p:cNvCxnSpPr>
          <p:nvPr/>
        </p:nvCxnSpPr>
        <p:spPr>
          <a:xfrm rot="16200000" flipH="1" flipV="1">
            <a:off x="4243099" y="-982599"/>
            <a:ext cx="31124" cy="6423114"/>
          </a:xfrm>
          <a:prstGeom prst="bentConnector3">
            <a:avLst>
              <a:gd name="adj1" fmla="val -2529880"/>
            </a:avLst>
          </a:prstGeom>
          <a:ln>
            <a:solidFill>
              <a:srgbClr val="FF0000">
                <a:alpha val="80000"/>
              </a:srgbClr>
            </a:solidFill>
            <a:prstDash val="lgDashDotDot"/>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745258D0-8EF8-C060-3EAD-A41389AD7CAA}"/>
              </a:ext>
            </a:extLst>
          </p:cNvPr>
          <p:cNvSpPr/>
          <p:nvPr/>
        </p:nvSpPr>
        <p:spPr>
          <a:xfrm>
            <a:off x="2266384" y="4073575"/>
            <a:ext cx="1722738" cy="51609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Enterprise Data Catalog</a:t>
            </a:r>
          </a:p>
        </p:txBody>
      </p:sp>
      <p:sp>
        <p:nvSpPr>
          <p:cNvPr id="61" name="Rectangle: Rounded Corners 60">
            <a:extLst>
              <a:ext uri="{FF2B5EF4-FFF2-40B4-BE49-F238E27FC236}">
                <a16:creationId xmlns:a16="http://schemas.microsoft.com/office/drawing/2014/main" id="{E81C04E5-91E0-BEC6-F67B-FCAA807129E5}"/>
              </a:ext>
            </a:extLst>
          </p:cNvPr>
          <p:cNvSpPr/>
          <p:nvPr/>
        </p:nvSpPr>
        <p:spPr>
          <a:xfrm>
            <a:off x="1734066" y="2226464"/>
            <a:ext cx="227354" cy="228183"/>
          </a:xfrm>
          <a:prstGeom prst="roundRect">
            <a:avLst>
              <a:gd name="adj" fmla="val 50000"/>
            </a:avLst>
          </a:prstGeom>
          <a:solidFill>
            <a:srgbClr val="E7EBFE"/>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1</a:t>
            </a:r>
            <a:endPar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62" name="Rectangle: Rounded Corners 61">
            <a:extLst>
              <a:ext uri="{FF2B5EF4-FFF2-40B4-BE49-F238E27FC236}">
                <a16:creationId xmlns:a16="http://schemas.microsoft.com/office/drawing/2014/main" id="{384E78E6-F8AD-602E-BFEA-4878EB55635F}"/>
              </a:ext>
            </a:extLst>
          </p:cNvPr>
          <p:cNvSpPr/>
          <p:nvPr/>
        </p:nvSpPr>
        <p:spPr>
          <a:xfrm>
            <a:off x="4028448" y="2644496"/>
            <a:ext cx="227354" cy="228183"/>
          </a:xfrm>
          <a:prstGeom prst="roundRect">
            <a:avLst>
              <a:gd name="adj" fmla="val 50000"/>
            </a:avLst>
          </a:prstGeom>
          <a:solidFill>
            <a:srgbClr val="E7EBFE"/>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2</a:t>
            </a:r>
            <a:endPar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63" name="Rectangle: Rounded Corners 62">
            <a:extLst>
              <a:ext uri="{FF2B5EF4-FFF2-40B4-BE49-F238E27FC236}">
                <a16:creationId xmlns:a16="http://schemas.microsoft.com/office/drawing/2014/main" id="{0E53C727-29AD-5297-DDEC-22951F158D1F}"/>
              </a:ext>
            </a:extLst>
          </p:cNvPr>
          <p:cNvSpPr/>
          <p:nvPr/>
        </p:nvSpPr>
        <p:spPr>
          <a:xfrm>
            <a:off x="5950848" y="2620933"/>
            <a:ext cx="227354" cy="228183"/>
          </a:xfrm>
          <a:prstGeom prst="roundRect">
            <a:avLst>
              <a:gd name="adj" fmla="val 50000"/>
            </a:avLst>
          </a:prstGeom>
          <a:solidFill>
            <a:srgbClr val="E7EBFE"/>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3</a:t>
            </a:r>
            <a:endPar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67" name="Rectangle: Rounded Corners 66">
            <a:extLst>
              <a:ext uri="{FF2B5EF4-FFF2-40B4-BE49-F238E27FC236}">
                <a16:creationId xmlns:a16="http://schemas.microsoft.com/office/drawing/2014/main" id="{4203E8B3-0474-9352-5F26-2739F33DA69F}"/>
              </a:ext>
            </a:extLst>
          </p:cNvPr>
          <p:cNvSpPr/>
          <p:nvPr/>
        </p:nvSpPr>
        <p:spPr>
          <a:xfrm>
            <a:off x="6690929" y="2943860"/>
            <a:ext cx="227354" cy="228183"/>
          </a:xfrm>
          <a:prstGeom prst="roundRect">
            <a:avLst>
              <a:gd name="adj" fmla="val 50000"/>
            </a:avLst>
          </a:prstGeom>
          <a:solidFill>
            <a:srgbClr val="E7EBFE"/>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4</a:t>
            </a:r>
            <a:endPar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68" name="Rectangle: Rounded Corners 67">
            <a:extLst>
              <a:ext uri="{FF2B5EF4-FFF2-40B4-BE49-F238E27FC236}">
                <a16:creationId xmlns:a16="http://schemas.microsoft.com/office/drawing/2014/main" id="{77BE9047-10F6-C673-D4FF-B998B8825B32}"/>
              </a:ext>
            </a:extLst>
          </p:cNvPr>
          <p:cNvSpPr/>
          <p:nvPr/>
        </p:nvSpPr>
        <p:spPr>
          <a:xfrm>
            <a:off x="7183737" y="3875663"/>
            <a:ext cx="227354" cy="228183"/>
          </a:xfrm>
          <a:prstGeom prst="roundRect">
            <a:avLst>
              <a:gd name="adj" fmla="val 50000"/>
            </a:avLst>
          </a:prstGeom>
          <a:solidFill>
            <a:srgbClr val="E7EBFE"/>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5</a:t>
            </a:r>
            <a:endPar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69" name="Rectangle: Rounded Corners 68">
            <a:extLst>
              <a:ext uri="{FF2B5EF4-FFF2-40B4-BE49-F238E27FC236}">
                <a16:creationId xmlns:a16="http://schemas.microsoft.com/office/drawing/2014/main" id="{CF1ACACA-87DF-9565-A938-0B04BD32EA0C}"/>
              </a:ext>
            </a:extLst>
          </p:cNvPr>
          <p:cNvSpPr/>
          <p:nvPr/>
        </p:nvSpPr>
        <p:spPr>
          <a:xfrm>
            <a:off x="6014432" y="4508815"/>
            <a:ext cx="227354" cy="228183"/>
          </a:xfrm>
          <a:prstGeom prst="roundRect">
            <a:avLst>
              <a:gd name="adj" fmla="val 50000"/>
            </a:avLst>
          </a:prstGeom>
          <a:solidFill>
            <a:srgbClr val="E7EBFE"/>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6</a:t>
            </a:r>
            <a:endPar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70" name="Rectangle: Rounded Corners 69">
            <a:extLst>
              <a:ext uri="{FF2B5EF4-FFF2-40B4-BE49-F238E27FC236}">
                <a16:creationId xmlns:a16="http://schemas.microsoft.com/office/drawing/2014/main" id="{24970591-0E15-E112-5DDD-CD3E485CD1CE}"/>
              </a:ext>
            </a:extLst>
          </p:cNvPr>
          <p:cNvSpPr/>
          <p:nvPr/>
        </p:nvSpPr>
        <p:spPr>
          <a:xfrm>
            <a:off x="4815839" y="4092315"/>
            <a:ext cx="227354" cy="228183"/>
          </a:xfrm>
          <a:prstGeom prst="roundRect">
            <a:avLst>
              <a:gd name="adj" fmla="val 50000"/>
            </a:avLst>
          </a:prstGeom>
          <a:solidFill>
            <a:srgbClr val="E7EBFE"/>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7</a:t>
            </a:r>
            <a:endPar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71" name="Rectangle: Rounded Corners 70">
            <a:extLst>
              <a:ext uri="{FF2B5EF4-FFF2-40B4-BE49-F238E27FC236}">
                <a16:creationId xmlns:a16="http://schemas.microsoft.com/office/drawing/2014/main" id="{981C99AC-4EA6-9D27-A681-D4C20B0668D3}"/>
              </a:ext>
            </a:extLst>
          </p:cNvPr>
          <p:cNvSpPr/>
          <p:nvPr/>
        </p:nvSpPr>
        <p:spPr>
          <a:xfrm>
            <a:off x="1727370" y="3174003"/>
            <a:ext cx="227354" cy="228183"/>
          </a:xfrm>
          <a:prstGeom prst="roundRect">
            <a:avLst>
              <a:gd name="adj" fmla="val 50000"/>
            </a:avLst>
          </a:prstGeom>
          <a:solidFill>
            <a:srgbClr val="E7EBFE"/>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8</a:t>
            </a:r>
            <a:endPar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87" name="TextBox 86">
            <a:extLst>
              <a:ext uri="{FF2B5EF4-FFF2-40B4-BE49-F238E27FC236}">
                <a16:creationId xmlns:a16="http://schemas.microsoft.com/office/drawing/2014/main" id="{EABB12BE-94AB-C81F-FC8C-B8EF3070B6C2}"/>
              </a:ext>
            </a:extLst>
          </p:cNvPr>
          <p:cNvSpPr txBox="1"/>
          <p:nvPr/>
        </p:nvSpPr>
        <p:spPr>
          <a:xfrm>
            <a:off x="8648569" y="2070485"/>
            <a:ext cx="969009" cy="5078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 Fetch the Metadata, Data dictionary</a:t>
            </a:r>
          </a:p>
        </p:txBody>
      </p:sp>
      <p:cxnSp>
        <p:nvCxnSpPr>
          <p:cNvPr id="89" name="Straight Arrow Connector 88">
            <a:extLst>
              <a:ext uri="{FF2B5EF4-FFF2-40B4-BE49-F238E27FC236}">
                <a16:creationId xmlns:a16="http://schemas.microsoft.com/office/drawing/2014/main" id="{BA6133AC-EA72-6F59-CFFC-65D0DD77C137}"/>
              </a:ext>
            </a:extLst>
          </p:cNvPr>
          <p:cNvCxnSpPr>
            <a:cxnSpLocks/>
            <a:stCxn id="75" idx="3"/>
            <a:endCxn id="76" idx="1"/>
          </p:cNvCxnSpPr>
          <p:nvPr/>
        </p:nvCxnSpPr>
        <p:spPr>
          <a:xfrm flipV="1">
            <a:off x="8516873" y="2547673"/>
            <a:ext cx="1144565" cy="13975"/>
          </a:xfrm>
          <a:prstGeom prst="straightConnector1">
            <a:avLst/>
          </a:prstGeom>
          <a:ln w="19050" cap="flat" cmpd="sng" algn="ctr">
            <a:solidFill>
              <a:srgbClr val="00206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pSp>
        <p:nvGrpSpPr>
          <p:cNvPr id="115" name="Group 114">
            <a:extLst>
              <a:ext uri="{FF2B5EF4-FFF2-40B4-BE49-F238E27FC236}">
                <a16:creationId xmlns:a16="http://schemas.microsoft.com/office/drawing/2014/main" id="{C5436D6F-6DCA-4D3C-C2A7-EE7B2EA659B6}"/>
              </a:ext>
            </a:extLst>
          </p:cNvPr>
          <p:cNvGrpSpPr/>
          <p:nvPr/>
        </p:nvGrpSpPr>
        <p:grpSpPr>
          <a:xfrm>
            <a:off x="636053" y="2244520"/>
            <a:ext cx="863907" cy="723438"/>
            <a:chOff x="607759" y="2687320"/>
            <a:chExt cx="863907" cy="723438"/>
          </a:xfrm>
        </p:grpSpPr>
        <p:pic>
          <p:nvPicPr>
            <p:cNvPr id="35" name="Graphic 34" descr="User outline">
              <a:extLst>
                <a:ext uri="{FF2B5EF4-FFF2-40B4-BE49-F238E27FC236}">
                  <a16:creationId xmlns:a16="http://schemas.microsoft.com/office/drawing/2014/main" id="{35DA2A3D-CEAC-497A-1845-FC0922B0737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50452" y="2698935"/>
              <a:ext cx="564825" cy="564825"/>
            </a:xfrm>
            <a:prstGeom prst="rect">
              <a:avLst/>
            </a:prstGeom>
          </p:spPr>
        </p:pic>
        <p:sp>
          <p:nvSpPr>
            <p:cNvPr id="153" name="TextBox 152">
              <a:extLst>
                <a:ext uri="{FF2B5EF4-FFF2-40B4-BE49-F238E27FC236}">
                  <a16:creationId xmlns:a16="http://schemas.microsoft.com/office/drawing/2014/main" id="{379992A8-0432-5BFB-CC79-691A5D47B881}"/>
                </a:ext>
              </a:extLst>
            </p:cNvPr>
            <p:cNvSpPr txBox="1"/>
            <p:nvPr/>
          </p:nvSpPr>
          <p:spPr>
            <a:xfrm>
              <a:off x="607759" y="3179926"/>
              <a:ext cx="86390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User</a:t>
              </a:r>
            </a:p>
          </p:txBody>
        </p:sp>
        <p:sp>
          <p:nvSpPr>
            <p:cNvPr id="101" name="Rectangle 100">
              <a:extLst>
                <a:ext uri="{FF2B5EF4-FFF2-40B4-BE49-F238E27FC236}">
                  <a16:creationId xmlns:a16="http://schemas.microsoft.com/office/drawing/2014/main" id="{249E3B72-9AD9-FA25-5D92-50FBE4AA08A2}"/>
                </a:ext>
              </a:extLst>
            </p:cNvPr>
            <p:cNvSpPr/>
            <p:nvPr/>
          </p:nvSpPr>
          <p:spPr>
            <a:xfrm>
              <a:off x="659871" y="2687320"/>
              <a:ext cx="717878" cy="7150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grpSp>
      <p:sp>
        <p:nvSpPr>
          <p:cNvPr id="2" name="TextBox 1">
            <a:extLst>
              <a:ext uri="{FF2B5EF4-FFF2-40B4-BE49-F238E27FC236}">
                <a16:creationId xmlns:a16="http://schemas.microsoft.com/office/drawing/2014/main" id="{9F879658-0FC3-30F8-96D5-AC3BEAEF7DD1}"/>
              </a:ext>
            </a:extLst>
          </p:cNvPr>
          <p:cNvSpPr txBox="1"/>
          <p:nvPr/>
        </p:nvSpPr>
        <p:spPr>
          <a:xfrm>
            <a:off x="2459064" y="2183050"/>
            <a:ext cx="54710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FEFFFF"/>
                </a:solidFill>
                <a:effectLst/>
                <a:uLnTx/>
                <a:uFillTx/>
                <a:latin typeface="Helvetica Light"/>
                <a:ea typeface="+mn-ea"/>
                <a:cs typeface="+mn-cs"/>
              </a:rPr>
              <a:t>Single Sign On</a:t>
            </a:r>
            <a:endParaRPr kumimoji="0" lang="en-IN" sz="400" b="0" i="0" u="none" strike="noStrike" kern="1200" cap="none" spc="0" normalizeH="0" baseline="0" noProof="0">
              <a:ln>
                <a:noFill/>
              </a:ln>
              <a:solidFill>
                <a:srgbClr val="FEFFFF"/>
              </a:solidFill>
              <a:effectLst/>
              <a:uLnTx/>
              <a:uFillTx/>
              <a:latin typeface="Helvetica Light"/>
              <a:ea typeface="+mn-ea"/>
              <a:cs typeface="+mn-cs"/>
            </a:endParaRPr>
          </a:p>
        </p:txBody>
      </p:sp>
      <p:sp>
        <p:nvSpPr>
          <p:cNvPr id="3" name="Rectangle 2">
            <a:extLst>
              <a:ext uri="{FF2B5EF4-FFF2-40B4-BE49-F238E27FC236}">
                <a16:creationId xmlns:a16="http://schemas.microsoft.com/office/drawing/2014/main" id="{7E9239E3-4E37-C9B5-4E77-A343C804FF7F}"/>
              </a:ext>
            </a:extLst>
          </p:cNvPr>
          <p:cNvSpPr/>
          <p:nvPr/>
        </p:nvSpPr>
        <p:spPr>
          <a:xfrm>
            <a:off x="4443011" y="1519314"/>
            <a:ext cx="2064621" cy="30777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rPr>
              <a:t>Enterprise Data </a:t>
            </a:r>
            <a:r>
              <a:rPr kumimoji="0" lang="en-IN" sz="1200" b="0" i="0" u="none" strike="noStrike" kern="1200" cap="none" spc="0" normalizeH="0" baseline="0" noProof="0" err="1">
                <a:ln>
                  <a:noFill/>
                </a:ln>
                <a:solidFill>
                  <a:srgbClr val="FEFFFF"/>
                </a:solidFill>
                <a:effectLst/>
                <a:uLnTx/>
                <a:uFillTx/>
                <a:latin typeface="Bierstadt" panose="020B0004020202020204" pitchFamily="34" charset="0"/>
                <a:ea typeface="+mn-ea"/>
                <a:cs typeface="+mn-cs"/>
              </a:rPr>
              <a:t>Catalog</a:t>
            </a:r>
            <a:endParaRPr kumimoji="0" lang="en-IN" sz="1200" b="0"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cxnSp>
        <p:nvCxnSpPr>
          <p:cNvPr id="44" name="Straight Arrow Connector 43">
            <a:extLst>
              <a:ext uri="{FF2B5EF4-FFF2-40B4-BE49-F238E27FC236}">
                <a16:creationId xmlns:a16="http://schemas.microsoft.com/office/drawing/2014/main" id="{8AB656BF-80AF-DEFA-9992-D4AA69659038}"/>
              </a:ext>
            </a:extLst>
          </p:cNvPr>
          <p:cNvCxnSpPr>
            <a:cxnSpLocks/>
            <a:endCxn id="45" idx="1"/>
          </p:cNvCxnSpPr>
          <p:nvPr/>
        </p:nvCxnSpPr>
        <p:spPr>
          <a:xfrm flipV="1">
            <a:off x="3873633" y="2557942"/>
            <a:ext cx="592863" cy="10968"/>
          </a:xfrm>
          <a:prstGeom prst="straightConnector1">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5" name="Rectangle 44">
            <a:extLst>
              <a:ext uri="{FF2B5EF4-FFF2-40B4-BE49-F238E27FC236}">
                <a16:creationId xmlns:a16="http://schemas.microsoft.com/office/drawing/2014/main" id="{AB5F5B21-C1CC-5A3B-F079-C0B05D307B70}"/>
              </a:ext>
            </a:extLst>
          </p:cNvPr>
          <p:cNvSpPr/>
          <p:nvPr/>
        </p:nvSpPr>
        <p:spPr>
          <a:xfrm>
            <a:off x="4466496" y="2208349"/>
            <a:ext cx="1380744" cy="699186"/>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EFFFF"/>
                </a:solidFill>
                <a:effectLst/>
                <a:uLnTx/>
                <a:uFillTx/>
                <a:latin typeface="Arial Nova Light" panose="020B0304020202020204" pitchFamily="34" charset="0"/>
                <a:ea typeface="+mn-ea"/>
                <a:cs typeface="+mn-cs"/>
              </a:rPr>
              <a:t>User query (Natural Language)</a:t>
            </a:r>
          </a:p>
        </p:txBody>
      </p:sp>
      <p:cxnSp>
        <p:nvCxnSpPr>
          <p:cNvPr id="46" name="Straight Arrow Connector 45">
            <a:extLst>
              <a:ext uri="{FF2B5EF4-FFF2-40B4-BE49-F238E27FC236}">
                <a16:creationId xmlns:a16="http://schemas.microsoft.com/office/drawing/2014/main" id="{25407B65-DED4-C8CC-9A12-A203065CE522}"/>
              </a:ext>
            </a:extLst>
          </p:cNvPr>
          <p:cNvCxnSpPr>
            <a:cxnSpLocks/>
            <a:stCxn id="45" idx="3"/>
            <a:endCxn id="75" idx="1"/>
          </p:cNvCxnSpPr>
          <p:nvPr/>
        </p:nvCxnSpPr>
        <p:spPr>
          <a:xfrm>
            <a:off x="5847240" y="2557942"/>
            <a:ext cx="576322" cy="3706"/>
          </a:xfrm>
          <a:prstGeom prst="straightConnector1">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2" name="Straight Arrow Connector 123">
            <a:extLst>
              <a:ext uri="{FF2B5EF4-FFF2-40B4-BE49-F238E27FC236}">
                <a16:creationId xmlns:a16="http://schemas.microsoft.com/office/drawing/2014/main" id="{1771F8DF-8426-1F1B-B2AA-BF24505B90F7}"/>
              </a:ext>
            </a:extLst>
          </p:cNvPr>
          <p:cNvCxnSpPr>
            <a:cxnSpLocks/>
            <a:stCxn id="55" idx="0"/>
            <a:endCxn id="3" idx="1"/>
          </p:cNvCxnSpPr>
          <p:nvPr/>
        </p:nvCxnSpPr>
        <p:spPr>
          <a:xfrm rot="5400000" flipH="1" flipV="1">
            <a:off x="3553534" y="1302930"/>
            <a:ext cx="519204" cy="1259750"/>
          </a:xfrm>
          <a:prstGeom prst="bentConnector2">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5" name="Straight Arrow Connector 123">
            <a:extLst>
              <a:ext uri="{FF2B5EF4-FFF2-40B4-BE49-F238E27FC236}">
                <a16:creationId xmlns:a16="http://schemas.microsoft.com/office/drawing/2014/main" id="{F412FC02-41B4-7C85-D1ED-B96D4684F5FB}"/>
              </a:ext>
            </a:extLst>
          </p:cNvPr>
          <p:cNvCxnSpPr>
            <a:cxnSpLocks/>
          </p:cNvCxnSpPr>
          <p:nvPr/>
        </p:nvCxnSpPr>
        <p:spPr>
          <a:xfrm rot="16200000" flipH="1">
            <a:off x="5811167" y="1942903"/>
            <a:ext cx="739418" cy="485372"/>
          </a:xfrm>
          <a:prstGeom prst="bentConnector2">
            <a:avLst/>
          </a:prstGeom>
          <a:ln w="19050"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7" name="TextBox 96">
            <a:extLst>
              <a:ext uri="{FF2B5EF4-FFF2-40B4-BE49-F238E27FC236}">
                <a16:creationId xmlns:a16="http://schemas.microsoft.com/office/drawing/2014/main" id="{D11EDEB1-739B-AA6B-EDD5-53B0FB4D2F17}"/>
              </a:ext>
            </a:extLst>
          </p:cNvPr>
          <p:cNvSpPr txBox="1"/>
          <p:nvPr/>
        </p:nvSpPr>
        <p:spPr>
          <a:xfrm>
            <a:off x="5796151" y="1910964"/>
            <a:ext cx="113768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User accessible table info</a:t>
            </a:r>
          </a:p>
        </p:txBody>
      </p:sp>
      <p:sp>
        <p:nvSpPr>
          <p:cNvPr id="102" name="Rectangle: Rounded Corners 101">
            <a:extLst>
              <a:ext uri="{FF2B5EF4-FFF2-40B4-BE49-F238E27FC236}">
                <a16:creationId xmlns:a16="http://schemas.microsoft.com/office/drawing/2014/main" id="{87183E9C-50F8-952D-0FCF-0721841A5472}"/>
              </a:ext>
            </a:extLst>
          </p:cNvPr>
          <p:cNvSpPr/>
          <p:nvPr/>
        </p:nvSpPr>
        <p:spPr>
          <a:xfrm>
            <a:off x="3737384" y="1736348"/>
            <a:ext cx="227354" cy="228183"/>
          </a:xfrm>
          <a:prstGeom prst="roundRect">
            <a:avLst>
              <a:gd name="adj" fmla="val 50000"/>
            </a:avLst>
          </a:prstGeom>
          <a:solidFill>
            <a:srgbClr val="E7EBFE"/>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002060"/>
              </a:solidFill>
              <a:effectLst/>
              <a:uLnTx/>
              <a:uFillTx/>
              <a:latin typeface="Bierstadt" panose="020B0004020202020204" pitchFamily="34" charset="0"/>
              <a:ea typeface="+mn-ea"/>
              <a:cs typeface="+mn-cs"/>
            </a:endParaRPr>
          </a:p>
        </p:txBody>
      </p:sp>
      <p:sp>
        <p:nvSpPr>
          <p:cNvPr id="104" name="TextBox 103">
            <a:extLst>
              <a:ext uri="{FF2B5EF4-FFF2-40B4-BE49-F238E27FC236}">
                <a16:creationId xmlns:a16="http://schemas.microsoft.com/office/drawing/2014/main" id="{E0ECE1A2-994F-58F1-0E16-F142DE1E03CE}"/>
              </a:ext>
            </a:extLst>
          </p:cNvPr>
          <p:cNvSpPr txBox="1"/>
          <p:nvPr/>
        </p:nvSpPr>
        <p:spPr>
          <a:xfrm>
            <a:off x="3696486" y="1742508"/>
            <a:ext cx="41319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rgbClr val="002060"/>
                </a:solidFill>
                <a:effectLst/>
                <a:uLnTx/>
                <a:uFillTx/>
                <a:latin typeface="Bierstadt" panose="020B0004020202020204" pitchFamily="34" charset="0"/>
                <a:ea typeface="+mn-ea"/>
                <a:cs typeface="+mn-cs"/>
              </a:rPr>
              <a:t>2.1</a:t>
            </a:r>
          </a:p>
        </p:txBody>
      </p:sp>
      <p:sp>
        <p:nvSpPr>
          <p:cNvPr id="105" name="Rectangle 104">
            <a:extLst>
              <a:ext uri="{FF2B5EF4-FFF2-40B4-BE49-F238E27FC236}">
                <a16:creationId xmlns:a16="http://schemas.microsoft.com/office/drawing/2014/main" id="{1EC30E00-0F9A-7E47-6B36-B22F81A8FCFF}"/>
              </a:ext>
            </a:extLst>
          </p:cNvPr>
          <p:cNvSpPr/>
          <p:nvPr/>
        </p:nvSpPr>
        <p:spPr>
          <a:xfrm>
            <a:off x="6587012" y="5016548"/>
            <a:ext cx="1859380" cy="32158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2060"/>
                </a:solidFill>
                <a:effectLst/>
                <a:uLnTx/>
                <a:uFillTx/>
                <a:latin typeface="Bierstadt" panose="020B0004020202020204" pitchFamily="34" charset="0"/>
                <a:ea typeface="+mn-ea"/>
                <a:cs typeface="+mn-cs"/>
              </a:rPr>
              <a:t>Query complexity check</a:t>
            </a:r>
          </a:p>
        </p:txBody>
      </p:sp>
      <p:pic>
        <p:nvPicPr>
          <p:cNvPr id="8" name="Picture 10" descr="Atlan Named a Leader in Enterprise Data Catalogs for DataOps ...">
            <a:extLst>
              <a:ext uri="{FF2B5EF4-FFF2-40B4-BE49-F238E27FC236}">
                <a16:creationId xmlns:a16="http://schemas.microsoft.com/office/drawing/2014/main" id="{CF33398E-E707-E7A7-A50A-48C445CD18BC}"/>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l="7936" t="23633" r="8518" b="23101"/>
          <a:stretch/>
        </p:blipFill>
        <p:spPr bwMode="auto">
          <a:xfrm>
            <a:off x="3782795" y="1473127"/>
            <a:ext cx="446336" cy="1486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lasticsearch png images | PNGWing">
            <a:extLst>
              <a:ext uri="{FF2B5EF4-FFF2-40B4-BE49-F238E27FC236}">
                <a16:creationId xmlns:a16="http://schemas.microsoft.com/office/drawing/2014/main" id="{CEC001A2-6D9E-1A49-ED95-3B7A50915719}"/>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t="19645" b="15920"/>
          <a:stretch/>
        </p:blipFill>
        <p:spPr bwMode="auto">
          <a:xfrm>
            <a:off x="10940303" y="2200642"/>
            <a:ext cx="486849" cy="24350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zure Open AI and Azure Search ...">
            <a:extLst>
              <a:ext uri="{FF2B5EF4-FFF2-40B4-BE49-F238E27FC236}">
                <a16:creationId xmlns:a16="http://schemas.microsoft.com/office/drawing/2014/main" id="{0C09E81E-A21D-8582-032F-202328F39CA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924463" y="3223695"/>
            <a:ext cx="519060" cy="29067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Atlan Named a Leader in Enterprise Data Catalogs for DataOps ...">
            <a:extLst>
              <a:ext uri="{FF2B5EF4-FFF2-40B4-BE49-F238E27FC236}">
                <a16:creationId xmlns:a16="http://schemas.microsoft.com/office/drawing/2014/main" id="{AE2FA167-7693-01A2-D9D2-44C3F96584C4}"/>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l="7936" t="23633" r="8518" b="23101"/>
          <a:stretch/>
        </p:blipFill>
        <p:spPr bwMode="auto">
          <a:xfrm>
            <a:off x="2415844" y="5404112"/>
            <a:ext cx="577468" cy="19237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enodo Logo PNG Vector - Download Free Resource">
            <a:extLst>
              <a:ext uri="{FF2B5EF4-FFF2-40B4-BE49-F238E27FC236}">
                <a16:creationId xmlns:a16="http://schemas.microsoft.com/office/drawing/2014/main" id="{278AFDFD-82BA-0270-E7C7-5EBE7D72C1D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30527" y="5411649"/>
            <a:ext cx="741837" cy="20029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nowflake Logo, Brand Guidelines &amp; Icons (2024)">
            <a:extLst>
              <a:ext uri="{FF2B5EF4-FFF2-40B4-BE49-F238E27FC236}">
                <a16:creationId xmlns:a16="http://schemas.microsoft.com/office/drawing/2014/main" id="{6A4DE704-DE59-8686-F338-DBE7C2223D98}"/>
              </a:ext>
            </a:extLst>
          </p:cNvPr>
          <p:cNvPicPr>
            <a:picLocks noChangeAspect="1" noChangeArrowheads="1"/>
          </p:cNvPicPr>
          <p:nvPr/>
        </p:nvPicPr>
        <p:blipFill rotWithShape="1">
          <a:blip r:embed="rId23">
            <a:extLst>
              <a:ext uri="{28A0092B-C50C-407E-A947-70E740481C1C}">
                <a14:useLocalDpi xmlns:a14="http://schemas.microsoft.com/office/drawing/2010/main" val="0"/>
              </a:ext>
            </a:extLst>
          </a:blip>
          <a:srcRect l="8684" t="63023" r="6713" b="11637"/>
          <a:stretch/>
        </p:blipFill>
        <p:spPr bwMode="auto">
          <a:xfrm>
            <a:off x="1206680" y="4844870"/>
            <a:ext cx="744883" cy="171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175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SERHIDDEN"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ADI Corporate Fonts">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Presentation3" id="{4C7164BE-10E9-6F4F-ACB2-36B33F953910}" vid="{394F2471-FC9E-B444-9EBD-C7D5550F6458}"/>
    </a:ext>
  </a:extLst>
</a:theme>
</file>

<file path=ppt/theme/theme3.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ADI Corporate Fonts">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Presentation3" id="{4C7164BE-10E9-6F4F-ACB2-36B33F953910}" vid="{394F2471-FC9E-B444-9EBD-C7D5550F6458}"/>
    </a:ext>
  </a:extLst>
</a:theme>
</file>

<file path=ppt/theme/theme4.xml><?xml version="1.0" encoding="utf-8"?>
<a:theme xmlns:a="http://schemas.openxmlformats.org/drawingml/2006/main" name="VMware_white_16x9">
  <a:themeElements>
    <a:clrScheme name="VMware 2019">
      <a:dk1>
        <a:srgbClr val="717074"/>
      </a:dk1>
      <a:lt1>
        <a:sysClr val="window" lastClr="FFFFFF"/>
      </a:lt1>
      <a:dk2>
        <a:srgbClr val="3F3F3F"/>
      </a:dk2>
      <a:lt2>
        <a:srgbClr val="F2F2F2"/>
      </a:lt2>
      <a:accent1>
        <a:srgbClr val="0091DA"/>
      </a:accent1>
      <a:accent2>
        <a:srgbClr val="1A428A"/>
      </a:accent2>
      <a:accent3>
        <a:srgbClr val="00C1D5"/>
      </a:accent3>
      <a:accent4>
        <a:srgbClr val="78BE20"/>
      </a:accent4>
      <a:accent5>
        <a:srgbClr val="7F35B2"/>
      </a:accent5>
      <a:accent6>
        <a:srgbClr val="387C2C"/>
      </a:accent6>
      <a:hlink>
        <a:srgbClr val="006990"/>
      </a:hlink>
      <a:folHlink>
        <a:srgbClr val="006990"/>
      </a:folHlink>
    </a:clrScheme>
    <a:fontScheme name="Custom 19">
      <a:majorFont>
        <a:latin typeface="Metropolis Light"/>
        <a:ea typeface=""/>
        <a:cs typeface=""/>
      </a:majorFont>
      <a:minorFont>
        <a:latin typeface="Metropoli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lgn="l">
          <a:spcAft>
            <a:spcPts val="600"/>
          </a:spcAft>
          <a:defRPr sz="1200" smtClean="0"/>
        </a:defPPr>
      </a:lstStyle>
    </a:txDef>
  </a:objectDefaults>
  <a:extraClrSchemeLst/>
  <a:custClrLst>
    <a:custClr name="Orange">
      <a:srgbClr val="F8981D"/>
    </a:custClr>
    <a:custClr name="Red">
      <a:srgbClr val="820024"/>
    </a:custClr>
  </a:custClrLst>
  <a:extLst>
    <a:ext uri="{05A4C25C-085E-4340-85A3-A5531E510DB2}">
      <thm15:themeFamily xmlns:thm15="http://schemas.microsoft.com/office/thememl/2012/main" name="VMWR_CorpTempRefresh_Light_07_21_hr.potx" id="{05DAF37D-AD21-46CA-8327-AA29D585B2C3}" vid="{AA349161-A6C3-488A-A8B7-7A2D5F49158C}"/>
    </a:ext>
  </a:extLst>
</a:theme>
</file>

<file path=ppt/theme/theme5.xml><?xml version="1.0" encoding="utf-8"?>
<a:theme xmlns:a="http://schemas.openxmlformats.org/drawingml/2006/main" name="4_office theme">
  <a:themeElements>
    <a:clrScheme name="AuxoAI Template 1">
      <a:dk1>
        <a:srgbClr val="02072A"/>
      </a:dk1>
      <a:lt1>
        <a:srgbClr val="FFFFFF"/>
      </a:lt1>
      <a:dk2>
        <a:srgbClr val="02072A"/>
      </a:dk2>
      <a:lt2>
        <a:srgbClr val="FFFFFF"/>
      </a:lt2>
      <a:accent1>
        <a:srgbClr val="C5CCFC"/>
      </a:accent1>
      <a:accent2>
        <a:srgbClr val="91B94C"/>
      </a:accent2>
      <a:accent3>
        <a:srgbClr val="A9D45B"/>
      </a:accent3>
      <a:accent4>
        <a:srgbClr val="CBFFFF"/>
      </a:accent4>
      <a:accent5>
        <a:srgbClr val="00FEFE"/>
      </a:accent5>
      <a:accent6>
        <a:srgbClr val="007F7F"/>
      </a:accent6>
      <a:hlink>
        <a:srgbClr val="91B94C"/>
      </a:hlink>
      <a:folHlink>
        <a:srgbClr val="213AF4"/>
      </a:folHlink>
    </a:clrScheme>
    <a:fontScheme name="Default">
      <a:majorFont>
        <a:latin typeface="Bierstadt"/>
        <a:ea typeface=""/>
        <a:cs typeface=""/>
      </a:majorFont>
      <a:minorFont>
        <a:latin typeface="Arial 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theme">
  <a:themeElements>
    <a:clrScheme name="AuxoAI Template 1">
      <a:dk1>
        <a:srgbClr val="02072A"/>
      </a:dk1>
      <a:lt1>
        <a:srgbClr val="FFFFFF"/>
      </a:lt1>
      <a:dk2>
        <a:srgbClr val="02072A"/>
      </a:dk2>
      <a:lt2>
        <a:srgbClr val="FFFFFF"/>
      </a:lt2>
      <a:accent1>
        <a:srgbClr val="C5CCFC"/>
      </a:accent1>
      <a:accent2>
        <a:srgbClr val="91B94C"/>
      </a:accent2>
      <a:accent3>
        <a:srgbClr val="A9D45B"/>
      </a:accent3>
      <a:accent4>
        <a:srgbClr val="CBFFFF"/>
      </a:accent4>
      <a:accent5>
        <a:srgbClr val="00FEFE"/>
      </a:accent5>
      <a:accent6>
        <a:srgbClr val="007F7F"/>
      </a:accent6>
      <a:hlink>
        <a:srgbClr val="91B94C"/>
      </a:hlink>
      <a:folHlink>
        <a:srgbClr val="213AF4"/>
      </a:folHlink>
    </a:clrScheme>
    <a:fontScheme name="Default">
      <a:majorFont>
        <a:latin typeface="Bierstadt"/>
        <a:ea typeface=""/>
        <a:cs typeface=""/>
      </a:majorFont>
      <a:minorFont>
        <a:latin typeface="Arial 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office theme">
  <a:themeElements>
    <a:clrScheme name="AuxoAI Template 1">
      <a:dk1>
        <a:srgbClr val="02072A"/>
      </a:dk1>
      <a:lt1>
        <a:srgbClr val="FFFFFF"/>
      </a:lt1>
      <a:dk2>
        <a:srgbClr val="02072A"/>
      </a:dk2>
      <a:lt2>
        <a:srgbClr val="FFFFFF"/>
      </a:lt2>
      <a:accent1>
        <a:srgbClr val="C5CCFC"/>
      </a:accent1>
      <a:accent2>
        <a:srgbClr val="91B94C"/>
      </a:accent2>
      <a:accent3>
        <a:srgbClr val="A9D45B"/>
      </a:accent3>
      <a:accent4>
        <a:srgbClr val="CBFFFF"/>
      </a:accent4>
      <a:accent5>
        <a:srgbClr val="00FEFE"/>
      </a:accent5>
      <a:accent6>
        <a:srgbClr val="007F7F"/>
      </a:accent6>
      <a:hlink>
        <a:srgbClr val="91B94C"/>
      </a:hlink>
      <a:folHlink>
        <a:srgbClr val="213AF4"/>
      </a:folHlink>
    </a:clrScheme>
    <a:fontScheme name="Default">
      <a:majorFont>
        <a:latin typeface="Bierstadt"/>
        <a:ea typeface=""/>
        <a:cs typeface=""/>
      </a:majorFont>
      <a:minorFont>
        <a:latin typeface="Arial 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office theme">
  <a:themeElements>
    <a:clrScheme name="AuxoAI Template 1">
      <a:dk1>
        <a:srgbClr val="02072A"/>
      </a:dk1>
      <a:lt1>
        <a:srgbClr val="FFFFFF"/>
      </a:lt1>
      <a:dk2>
        <a:srgbClr val="02072A"/>
      </a:dk2>
      <a:lt2>
        <a:srgbClr val="FFFFFF"/>
      </a:lt2>
      <a:accent1>
        <a:srgbClr val="C5CCFC"/>
      </a:accent1>
      <a:accent2>
        <a:srgbClr val="91B94C"/>
      </a:accent2>
      <a:accent3>
        <a:srgbClr val="A9D45B"/>
      </a:accent3>
      <a:accent4>
        <a:srgbClr val="CBFFFF"/>
      </a:accent4>
      <a:accent5>
        <a:srgbClr val="00FEFE"/>
      </a:accent5>
      <a:accent6>
        <a:srgbClr val="007F7F"/>
      </a:accent6>
      <a:hlink>
        <a:srgbClr val="91B94C"/>
      </a:hlink>
      <a:folHlink>
        <a:srgbClr val="213AF4"/>
      </a:folHlink>
    </a:clrScheme>
    <a:fontScheme name="Default">
      <a:majorFont>
        <a:latin typeface="Bierstadt"/>
        <a:ea typeface=""/>
        <a:cs typeface=""/>
      </a:majorFont>
      <a:minorFont>
        <a:latin typeface="Arial 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themeOverride>
</file>

<file path=ppt/theme/themeOverride2.xml><?xml version="1.0" encoding="utf-8"?>
<a:themeOverride xmlns:a="http://schemas.openxmlformats.org/drawingml/2006/main">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themeOverride>
</file>

<file path=ppt/theme/themeOverride3.xml><?xml version="1.0" encoding="utf-8"?>
<a:themeOverride xmlns:a="http://schemas.openxmlformats.org/drawingml/2006/main">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themeOverride>
</file>

<file path=ppt/theme/themeOverride4.xml><?xml version="1.0" encoding="utf-8"?>
<a:themeOverride xmlns:a="http://schemas.openxmlformats.org/drawingml/2006/main">
  <a:clrScheme name="AuxoAI Template 1">
    <a:dk1>
      <a:srgbClr val="02072A"/>
    </a:dk1>
    <a:lt1>
      <a:srgbClr val="FFFFFF"/>
    </a:lt1>
    <a:dk2>
      <a:srgbClr val="02072A"/>
    </a:dk2>
    <a:lt2>
      <a:srgbClr val="FFFFFF"/>
    </a:lt2>
    <a:accent1>
      <a:srgbClr val="C5CCFC"/>
    </a:accent1>
    <a:accent2>
      <a:srgbClr val="91B94C"/>
    </a:accent2>
    <a:accent3>
      <a:srgbClr val="A9D45B"/>
    </a:accent3>
    <a:accent4>
      <a:srgbClr val="CBFFFF"/>
    </a:accent4>
    <a:accent5>
      <a:srgbClr val="00FEFE"/>
    </a:accent5>
    <a:accent6>
      <a:srgbClr val="007F7F"/>
    </a:accent6>
    <a:hlink>
      <a:srgbClr val="91B94C"/>
    </a:hlink>
    <a:folHlink>
      <a:srgbClr val="213AF4"/>
    </a:folHlink>
  </a:clrScheme>
</a:themeOverride>
</file>

<file path=ppt/theme/themeOverride5.xml><?xml version="1.0" encoding="utf-8"?>
<a:themeOverride xmlns:a="http://schemas.openxmlformats.org/drawingml/2006/main">
  <a:clrScheme name="AuxoAI Template 1">
    <a:dk1>
      <a:srgbClr val="02072A"/>
    </a:dk1>
    <a:lt1>
      <a:srgbClr val="FFFFFF"/>
    </a:lt1>
    <a:dk2>
      <a:srgbClr val="02072A"/>
    </a:dk2>
    <a:lt2>
      <a:srgbClr val="FFFFFF"/>
    </a:lt2>
    <a:accent1>
      <a:srgbClr val="C5CCFC"/>
    </a:accent1>
    <a:accent2>
      <a:srgbClr val="91B94C"/>
    </a:accent2>
    <a:accent3>
      <a:srgbClr val="A9D45B"/>
    </a:accent3>
    <a:accent4>
      <a:srgbClr val="CBFFFF"/>
    </a:accent4>
    <a:accent5>
      <a:srgbClr val="00FEFE"/>
    </a:accent5>
    <a:accent6>
      <a:srgbClr val="007F7F"/>
    </a:accent6>
    <a:hlink>
      <a:srgbClr val="91B94C"/>
    </a:hlink>
    <a:folHlink>
      <a:srgbClr val="213AF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3E9172D96F9FE45AC29174293285FBA" ma:contentTypeVersion="3" ma:contentTypeDescription="Create a new document." ma:contentTypeScope="" ma:versionID="66afa27dec4314cb97ac54924c66f136">
  <xsd:schema xmlns:xsd="http://www.w3.org/2001/XMLSchema" xmlns:xs="http://www.w3.org/2001/XMLSchema" xmlns:p="http://schemas.microsoft.com/office/2006/metadata/properties" xmlns:ns2="146ceb4b-6c95-4a0c-aa6e-ec7aed300d6c" targetNamespace="http://schemas.microsoft.com/office/2006/metadata/properties" ma:root="true" ma:fieldsID="00454e5a9dd9b739a90ee9c01efb9c14" ns2:_="">
    <xsd:import namespace="146ceb4b-6c95-4a0c-aa6e-ec7aed300d6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6ceb4b-6c95-4a0c-aa6e-ec7aed300d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230B44-7962-4471-913B-8F52AE317624}">
  <ds:schemaRefs>
    <ds:schemaRef ds:uri="http://purl.org/dc/elements/1.1/"/>
    <ds:schemaRef ds:uri="http://purl.org/dc/dcmitype/"/>
    <ds:schemaRef ds:uri="http://schemas.microsoft.com/office/infopath/2007/PartnerControls"/>
    <ds:schemaRef ds:uri="http://www.w3.org/XML/1998/namespace"/>
    <ds:schemaRef ds:uri="28908500-976f-4e25-ad31-764d294f3e02"/>
    <ds:schemaRef ds:uri="http://schemas.microsoft.com/office/2006/documentManagement/types"/>
    <ds:schemaRef ds:uri="http://schemas.openxmlformats.org/package/2006/metadata/core-properties"/>
    <ds:schemaRef ds:uri="84eb3cb4-9014-4f44-b2b6-3a1d6137ffd6"/>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F3315BFE-20A2-4592-B947-17057DA707EF}"/>
</file>

<file path=customXml/itemProps3.xml><?xml version="1.0" encoding="utf-8"?>
<ds:datastoreItem xmlns:ds="http://schemas.openxmlformats.org/officeDocument/2006/customXml" ds:itemID="{38796392-0F2F-4C7E-89E7-C79ADA70451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1916</Words>
  <Application>Microsoft Office PowerPoint</Application>
  <PresentationFormat>Widescreen</PresentationFormat>
  <Paragraphs>393</Paragraphs>
  <Slides>13</Slides>
  <Notes>5</Notes>
  <HiddenSlides>0</HiddenSlides>
  <MMClips>0</MMClips>
  <ScaleCrop>false</ScaleCrop>
  <HeadingPairs>
    <vt:vector size="6" baseType="variant">
      <vt:variant>
        <vt:lpstr>Fonts Used</vt:lpstr>
      </vt:variant>
      <vt:variant>
        <vt:i4>19</vt:i4>
      </vt:variant>
      <vt:variant>
        <vt:lpstr>Theme</vt:lpstr>
      </vt:variant>
      <vt:variant>
        <vt:i4>8</vt:i4>
      </vt:variant>
      <vt:variant>
        <vt:lpstr>Slide Titles</vt:lpstr>
      </vt:variant>
      <vt:variant>
        <vt:i4>13</vt:i4>
      </vt:variant>
    </vt:vector>
  </HeadingPairs>
  <TitlesOfParts>
    <vt:vector size="40" baseType="lpstr">
      <vt:lpstr>Aptos</vt:lpstr>
      <vt:lpstr>Arial</vt:lpstr>
      <vt:lpstr>Arial Nova Light</vt:lpstr>
      <vt:lpstr>Barlow</vt:lpstr>
      <vt:lpstr>Barlow Medium</vt:lpstr>
      <vt:lpstr>Bierstadt</vt:lpstr>
      <vt:lpstr>Calibri</vt:lpstr>
      <vt:lpstr>Camphor Std</vt:lpstr>
      <vt:lpstr>Helvertica</vt:lpstr>
      <vt:lpstr>Helvetica</vt:lpstr>
      <vt:lpstr>Helvetica Light</vt:lpstr>
      <vt:lpstr>Lato</vt:lpstr>
      <vt:lpstr>Metropolis</vt:lpstr>
      <vt:lpstr>Metropolis Light</vt:lpstr>
      <vt:lpstr>Open Sans</vt:lpstr>
      <vt:lpstr>Poppins</vt:lpstr>
      <vt:lpstr>Poppins Light</vt:lpstr>
      <vt:lpstr>Poppins SemiBold</vt:lpstr>
      <vt:lpstr>Wingdings</vt:lpstr>
      <vt:lpstr>Office Theme</vt:lpstr>
      <vt:lpstr>ADITemplate</vt:lpstr>
      <vt:lpstr>1_ADITemplate</vt:lpstr>
      <vt:lpstr>VMware_white_16x9</vt:lpstr>
      <vt:lpstr>4_office theme</vt:lpstr>
      <vt:lpstr>3_office theme</vt:lpstr>
      <vt:lpstr>4_office theme</vt:lpstr>
      <vt:lpstr>3_office theme</vt:lpstr>
      <vt:lpstr>PowerPoint Presentation</vt:lpstr>
      <vt:lpstr>PowerPoint Presentation</vt:lpstr>
      <vt:lpstr>PowerPoint Presentation</vt:lpstr>
      <vt:lpstr>Unified Self-Service through Multi-Agent Orchestration</vt:lpstr>
      <vt:lpstr>Where do the Agents lie across the Data SDLC</vt:lpstr>
      <vt:lpstr>PowerPoint Presentation</vt:lpstr>
      <vt:lpstr>Technical Implementation Architecture </vt:lpstr>
      <vt:lpstr>Implementation Timeline </vt:lpstr>
      <vt:lpstr>Execution Plan – Phase 1</vt:lpstr>
      <vt:lpstr>Execution Plan – Phase 2</vt:lpstr>
      <vt:lpstr>Delivery Pod Structure</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Nitesh Goyal</dc:creator>
  <cp:lastModifiedBy>Sharath Desai</cp:lastModifiedBy>
  <cp:revision>1</cp:revision>
  <dcterms:created xsi:type="dcterms:W3CDTF">2025-01-06T14:30:28Z</dcterms:created>
  <dcterms:modified xsi:type="dcterms:W3CDTF">2025-04-04T12:22:07Z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0x01010013E9172D96F9FE45AC29174293285FBA</vt:lpwstr>
  </property>
  <property fmtid="{D5CDD505-2E9C-101B-9397-08002B2CF9AE}" pid="3" name="MediaServiceImageTags">
    <vt:lpwstr/>
  </property>
</Properties>
</file>