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5"/>
  </p:notesMasterIdLst>
  <p:sldIdLst>
    <p:sldId id="259" r:id="rId5"/>
    <p:sldId id="2147483641" r:id="rId6"/>
    <p:sldId id="266" r:id="rId7"/>
    <p:sldId id="2147483644" r:id="rId8"/>
    <p:sldId id="269" r:id="rId9"/>
    <p:sldId id="283" r:id="rId10"/>
    <p:sldId id="2147483615" r:id="rId11"/>
    <p:sldId id="2147483646" r:id="rId12"/>
    <p:sldId id="2147483645" r:id="rId13"/>
    <p:sldId id="214748364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8DD25CF-329E-8D51-4C22-D50E57111DA5}" name="Amaresh Tripathy" initials="AT" userId="S::amaresh.tripathy@auxoai.com::ca5da849-ea12-45c8-b538-d361ffb98eb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89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92F0E4-7904-4767-B30D-FADB9C00A0FB}" v="534" dt="2025-06-06T12:09:12.4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763" autoAdjust="0"/>
  </p:normalViewPr>
  <p:slideViewPr>
    <p:cSldViewPr snapToGrid="0">
      <p:cViewPr varScale="1">
        <p:scale>
          <a:sx n="79" d="100"/>
          <a:sy n="79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 Clougherty" userId="S::bennett.clougherty@auxoai.com::f04607a2-03da-468b-a172-19a7d00b6681" providerId="AD" clId="Web-{68DF19A9-4F5D-9BB8-CB30-2369591E8E4F}"/>
    <pc:docChg chg="modSld">
      <pc:chgData name="Ben Clougherty" userId="S::bennett.clougherty@auxoai.com::f04607a2-03da-468b-a172-19a7d00b6681" providerId="AD" clId="Web-{68DF19A9-4F5D-9BB8-CB30-2369591E8E4F}" dt="2025-06-05T20:30:40.676" v="107" actId="14100"/>
      <pc:docMkLst>
        <pc:docMk/>
      </pc:docMkLst>
      <pc:sldChg chg="modSp">
        <pc:chgData name="Ben Clougherty" userId="S::bennett.clougherty@auxoai.com::f04607a2-03da-468b-a172-19a7d00b6681" providerId="AD" clId="Web-{68DF19A9-4F5D-9BB8-CB30-2369591E8E4F}" dt="2025-06-05T20:29:36.015" v="99" actId="20577"/>
        <pc:sldMkLst>
          <pc:docMk/>
          <pc:sldMk cId="3306752921" sldId="269"/>
        </pc:sldMkLst>
        <pc:spChg chg="mod">
          <ac:chgData name="Ben Clougherty" userId="S::bennett.clougherty@auxoai.com::f04607a2-03da-468b-a172-19a7d00b6681" providerId="AD" clId="Web-{68DF19A9-4F5D-9BB8-CB30-2369591E8E4F}" dt="2025-06-05T20:28:25.261" v="42" actId="20577"/>
          <ac:spMkLst>
            <pc:docMk/>
            <pc:sldMk cId="3306752921" sldId="269"/>
            <ac:spMk id="61" creationId="{83834093-3759-624C-825D-E17F2BC3B112}"/>
          </ac:spMkLst>
        </pc:spChg>
        <pc:spChg chg="mod">
          <ac:chgData name="Ben Clougherty" userId="S::bennett.clougherty@auxoai.com::f04607a2-03da-468b-a172-19a7d00b6681" providerId="AD" clId="Web-{68DF19A9-4F5D-9BB8-CB30-2369591E8E4F}" dt="2025-06-05T20:29:07.264" v="98" actId="20577"/>
          <ac:spMkLst>
            <pc:docMk/>
            <pc:sldMk cId="3306752921" sldId="269"/>
            <ac:spMk id="466" creationId="{1C238A6B-CAAF-8084-46F3-E0E03C12AB6C}"/>
          </ac:spMkLst>
        </pc:spChg>
        <pc:spChg chg="mod">
          <ac:chgData name="Ben Clougherty" userId="S::bennett.clougherty@auxoai.com::f04607a2-03da-468b-a172-19a7d00b6681" providerId="AD" clId="Web-{68DF19A9-4F5D-9BB8-CB30-2369591E8E4F}" dt="2025-06-05T20:29:36.015" v="99" actId="20577"/>
          <ac:spMkLst>
            <pc:docMk/>
            <pc:sldMk cId="3306752921" sldId="269"/>
            <ac:spMk id="501" creationId="{1D513769-DC0E-B684-2BDB-1EC82812FC66}"/>
          </ac:spMkLst>
        </pc:spChg>
      </pc:sldChg>
      <pc:sldChg chg="modSp">
        <pc:chgData name="Ben Clougherty" userId="S::bennett.clougherty@auxoai.com::f04607a2-03da-468b-a172-19a7d00b6681" providerId="AD" clId="Web-{68DF19A9-4F5D-9BB8-CB30-2369591E8E4F}" dt="2025-06-05T20:30:40.676" v="107" actId="14100"/>
        <pc:sldMkLst>
          <pc:docMk/>
          <pc:sldMk cId="488988543" sldId="283"/>
        </pc:sldMkLst>
        <pc:spChg chg="mod">
          <ac:chgData name="Ben Clougherty" userId="S::bennett.clougherty@auxoai.com::f04607a2-03da-468b-a172-19a7d00b6681" providerId="AD" clId="Web-{68DF19A9-4F5D-9BB8-CB30-2369591E8E4F}" dt="2025-06-05T20:30:29.019" v="102" actId="1076"/>
          <ac:spMkLst>
            <pc:docMk/>
            <pc:sldMk cId="488988543" sldId="283"/>
            <ac:spMk id="2" creationId="{961761E7-7858-CD57-5E5B-EF4DF820F39C}"/>
          </ac:spMkLst>
        </pc:spChg>
      </pc:sldChg>
    </pc:docChg>
  </pc:docChgLst>
  <pc:docChgLst>
    <pc:chgData name="Ben Clougherty" userId="f04607a2-03da-468b-a172-19a7d00b6681" providerId="ADAL" clId="{6ABF6075-3E27-4D97-AA01-9BD5C9091826}"/>
    <pc:docChg chg="undo custSel addSld delSld modSld sldOrd">
      <pc:chgData name="Ben Clougherty" userId="f04607a2-03da-468b-a172-19a7d00b6681" providerId="ADAL" clId="{6ABF6075-3E27-4D97-AA01-9BD5C9091826}" dt="2025-06-05T21:36:15.965" v="3402" actId="20577"/>
      <pc:docMkLst>
        <pc:docMk/>
      </pc:docMkLst>
      <pc:sldChg chg="add del">
        <pc:chgData name="Ben Clougherty" userId="f04607a2-03da-468b-a172-19a7d00b6681" providerId="ADAL" clId="{6ABF6075-3E27-4D97-AA01-9BD5C9091826}" dt="2025-06-05T20:03:28.709" v="271" actId="47"/>
        <pc:sldMkLst>
          <pc:docMk/>
          <pc:sldMk cId="2952783143" sldId="256"/>
        </pc:sldMkLst>
      </pc:sldChg>
      <pc:sldChg chg="addSp delSp modSp mod ord">
        <pc:chgData name="Ben Clougherty" userId="f04607a2-03da-468b-a172-19a7d00b6681" providerId="ADAL" clId="{6ABF6075-3E27-4D97-AA01-9BD5C9091826}" dt="2025-06-05T21:36:15.965" v="3402" actId="20577"/>
        <pc:sldMkLst>
          <pc:docMk/>
          <pc:sldMk cId="3909170737" sldId="266"/>
        </pc:sldMkLst>
        <pc:spChg chg="mod">
          <ac:chgData name="Ben Clougherty" userId="f04607a2-03da-468b-a172-19a7d00b6681" providerId="ADAL" clId="{6ABF6075-3E27-4D97-AA01-9BD5C9091826}" dt="2025-06-05T21:05:38.590" v="2837" actId="1036"/>
          <ac:spMkLst>
            <pc:docMk/>
            <pc:sldMk cId="3909170737" sldId="266"/>
            <ac:spMk id="2" creationId="{5EBB0122-796D-88B4-3ECE-33C5C8C0F372}"/>
          </ac:spMkLst>
        </pc:spChg>
        <pc:spChg chg="mod">
          <ac:chgData name="Ben Clougherty" userId="f04607a2-03da-468b-a172-19a7d00b6681" providerId="ADAL" clId="{6ABF6075-3E27-4D97-AA01-9BD5C9091826}" dt="2025-06-05T21:05:38.590" v="2837" actId="1036"/>
          <ac:spMkLst>
            <pc:docMk/>
            <pc:sldMk cId="3909170737" sldId="266"/>
            <ac:spMk id="4" creationId="{FF794AFD-B25F-019C-9877-7211C360F067}"/>
          </ac:spMkLst>
        </pc:spChg>
        <pc:spChg chg="mod">
          <ac:chgData name="Ben Clougherty" userId="f04607a2-03da-468b-a172-19a7d00b6681" providerId="ADAL" clId="{6ABF6075-3E27-4D97-AA01-9BD5C9091826}" dt="2025-06-05T21:05:38.590" v="2837" actId="1036"/>
          <ac:spMkLst>
            <pc:docMk/>
            <pc:sldMk cId="3909170737" sldId="266"/>
            <ac:spMk id="6" creationId="{BAA601DB-D212-E0DF-1B26-0FECB2B51CA9}"/>
          </ac:spMkLst>
        </pc:spChg>
        <pc:spChg chg="add mod">
          <ac:chgData name="Ben Clougherty" userId="f04607a2-03da-468b-a172-19a7d00b6681" providerId="ADAL" clId="{6ABF6075-3E27-4D97-AA01-9BD5C9091826}" dt="2025-06-05T21:02:50.481" v="2766" actId="20577"/>
          <ac:spMkLst>
            <pc:docMk/>
            <pc:sldMk cId="3909170737" sldId="266"/>
            <ac:spMk id="7" creationId="{80AA8481-A29E-1AB5-367A-3912AC1C43C6}"/>
          </ac:spMkLst>
        </pc:spChg>
        <pc:spChg chg="mod">
          <ac:chgData name="Ben Clougherty" userId="f04607a2-03da-468b-a172-19a7d00b6681" providerId="ADAL" clId="{6ABF6075-3E27-4D97-AA01-9BD5C9091826}" dt="2025-06-05T21:05:28.279" v="2829" actId="1036"/>
          <ac:spMkLst>
            <pc:docMk/>
            <pc:sldMk cId="3909170737" sldId="266"/>
            <ac:spMk id="8" creationId="{1F0B8FE7-248A-2B17-A411-4FB3AD6509CA}"/>
          </ac:spMkLst>
        </pc:spChg>
        <pc:spChg chg="mod">
          <ac:chgData name="Ben Clougherty" userId="f04607a2-03da-468b-a172-19a7d00b6681" providerId="ADAL" clId="{6ABF6075-3E27-4D97-AA01-9BD5C9091826}" dt="2025-06-05T21:05:38.590" v="2837" actId="1036"/>
          <ac:spMkLst>
            <pc:docMk/>
            <pc:sldMk cId="3909170737" sldId="266"/>
            <ac:spMk id="9" creationId="{9DF3CED2-6D92-15B4-D660-A4F5DF553A30}"/>
          </ac:spMkLst>
        </pc:spChg>
        <pc:spChg chg="mod">
          <ac:chgData name="Ben Clougherty" userId="f04607a2-03da-468b-a172-19a7d00b6681" providerId="ADAL" clId="{6ABF6075-3E27-4D97-AA01-9BD5C9091826}" dt="2025-06-05T21:26:34.619" v="2901" actId="20577"/>
          <ac:spMkLst>
            <pc:docMk/>
            <pc:sldMk cId="3909170737" sldId="266"/>
            <ac:spMk id="10" creationId="{C2EB7BF9-B3C7-31B5-CDC7-50BD538DC59B}"/>
          </ac:spMkLst>
        </pc:spChg>
        <pc:spChg chg="mod">
          <ac:chgData name="Ben Clougherty" userId="f04607a2-03da-468b-a172-19a7d00b6681" providerId="ADAL" clId="{6ABF6075-3E27-4D97-AA01-9BD5C9091826}" dt="2025-06-05T21:05:38.590" v="2837" actId="1036"/>
          <ac:spMkLst>
            <pc:docMk/>
            <pc:sldMk cId="3909170737" sldId="266"/>
            <ac:spMk id="11" creationId="{EA0F612E-4C59-F55E-DEED-61E03DB19BEA}"/>
          </ac:spMkLst>
        </pc:spChg>
        <pc:spChg chg="mod">
          <ac:chgData name="Ben Clougherty" userId="f04607a2-03da-468b-a172-19a7d00b6681" providerId="ADAL" clId="{6ABF6075-3E27-4D97-AA01-9BD5C9091826}" dt="2025-06-05T21:05:38.590" v="2837" actId="1036"/>
          <ac:spMkLst>
            <pc:docMk/>
            <pc:sldMk cId="3909170737" sldId="266"/>
            <ac:spMk id="12" creationId="{4FF74E48-6CDA-AFAF-0C15-B8AD9F467A70}"/>
          </ac:spMkLst>
        </pc:spChg>
        <pc:spChg chg="mod">
          <ac:chgData name="Ben Clougherty" userId="f04607a2-03da-468b-a172-19a7d00b6681" providerId="ADAL" clId="{6ABF6075-3E27-4D97-AA01-9BD5C9091826}" dt="2025-06-05T21:05:38.590" v="2837" actId="1036"/>
          <ac:spMkLst>
            <pc:docMk/>
            <pc:sldMk cId="3909170737" sldId="266"/>
            <ac:spMk id="13" creationId="{12F079EC-5526-F6ED-6E08-54D0B89A3C0F}"/>
          </ac:spMkLst>
        </pc:spChg>
        <pc:spChg chg="mod">
          <ac:chgData name="Ben Clougherty" userId="f04607a2-03da-468b-a172-19a7d00b6681" providerId="ADAL" clId="{6ABF6075-3E27-4D97-AA01-9BD5C9091826}" dt="2025-06-05T21:35:00.033" v="3200" actId="20577"/>
          <ac:spMkLst>
            <pc:docMk/>
            <pc:sldMk cId="3909170737" sldId="266"/>
            <ac:spMk id="14" creationId="{BB7C3809-638B-AE61-DE1D-766610426869}"/>
          </ac:spMkLst>
        </pc:spChg>
        <pc:spChg chg="mod">
          <ac:chgData name="Ben Clougherty" userId="f04607a2-03da-468b-a172-19a7d00b6681" providerId="ADAL" clId="{6ABF6075-3E27-4D97-AA01-9BD5C9091826}" dt="2025-06-05T21:36:15.965" v="3402" actId="20577"/>
          <ac:spMkLst>
            <pc:docMk/>
            <pc:sldMk cId="3909170737" sldId="266"/>
            <ac:spMk id="15" creationId="{ACEE1236-3AD1-BF18-8CD4-E8C614A5CDF1}"/>
          </ac:spMkLst>
        </pc:spChg>
        <pc:spChg chg="add mod">
          <ac:chgData name="Ben Clougherty" userId="f04607a2-03da-468b-a172-19a7d00b6681" providerId="ADAL" clId="{6ABF6075-3E27-4D97-AA01-9BD5C9091826}" dt="2025-06-05T21:33:09.813" v="2979" actId="14100"/>
          <ac:spMkLst>
            <pc:docMk/>
            <pc:sldMk cId="3909170737" sldId="266"/>
            <ac:spMk id="16" creationId="{4C824F5A-A3A3-1D71-F437-DA94DA26A5A3}"/>
          </ac:spMkLst>
        </pc:spChg>
        <pc:spChg chg="mod">
          <ac:chgData name="Ben Clougherty" userId="f04607a2-03da-468b-a172-19a7d00b6681" providerId="ADAL" clId="{6ABF6075-3E27-4D97-AA01-9BD5C9091826}" dt="2025-06-05T21:05:28.279" v="2829" actId="1036"/>
          <ac:spMkLst>
            <pc:docMk/>
            <pc:sldMk cId="3909170737" sldId="266"/>
            <ac:spMk id="19" creationId="{76BC6E5E-759B-D777-14B1-CF321B961E99}"/>
          </ac:spMkLst>
        </pc:spChg>
        <pc:spChg chg="add mod ord">
          <ac:chgData name="Ben Clougherty" userId="f04607a2-03da-468b-a172-19a7d00b6681" providerId="ADAL" clId="{6ABF6075-3E27-4D97-AA01-9BD5C9091826}" dt="2025-06-05T21:32:41.826" v="2968" actId="167"/>
          <ac:spMkLst>
            <pc:docMk/>
            <pc:sldMk cId="3909170737" sldId="266"/>
            <ac:spMk id="20" creationId="{8A5DA622-9587-1AE3-7C2F-57928997AF26}"/>
          </ac:spMkLst>
        </pc:spChg>
      </pc:sldChg>
      <pc:sldChg chg="modSp mod">
        <pc:chgData name="Ben Clougherty" userId="f04607a2-03da-468b-a172-19a7d00b6681" providerId="ADAL" clId="{6ABF6075-3E27-4D97-AA01-9BD5C9091826}" dt="2025-06-05T20:18:15.276" v="1390" actId="33524"/>
        <pc:sldMkLst>
          <pc:docMk/>
          <pc:sldMk cId="3306752921" sldId="269"/>
        </pc:sldMkLst>
        <pc:spChg chg="mod">
          <ac:chgData name="Ben Clougherty" userId="f04607a2-03da-468b-a172-19a7d00b6681" providerId="ADAL" clId="{6ABF6075-3E27-4D97-AA01-9BD5C9091826}" dt="2025-06-05T20:18:15.276" v="1390" actId="33524"/>
          <ac:spMkLst>
            <pc:docMk/>
            <pc:sldMk cId="3306752921" sldId="269"/>
            <ac:spMk id="522" creationId="{ACC32BEF-E0A8-A8E3-0776-DF0F896A5E02}"/>
          </ac:spMkLst>
        </pc:spChg>
      </pc:sldChg>
      <pc:sldChg chg="addSp delSp modSp mod">
        <pc:chgData name="Ben Clougherty" userId="f04607a2-03da-468b-a172-19a7d00b6681" providerId="ADAL" clId="{6ABF6075-3E27-4D97-AA01-9BD5C9091826}" dt="2025-06-05T20:32:36.057" v="1412" actId="208"/>
        <pc:sldMkLst>
          <pc:docMk/>
          <pc:sldMk cId="488988543" sldId="283"/>
        </pc:sldMkLst>
        <pc:spChg chg="mod">
          <ac:chgData name="Ben Clougherty" userId="f04607a2-03da-468b-a172-19a7d00b6681" providerId="ADAL" clId="{6ABF6075-3E27-4D97-AA01-9BD5C9091826}" dt="2025-06-05T20:32:31.529" v="1411" actId="14100"/>
          <ac:spMkLst>
            <pc:docMk/>
            <pc:sldMk cId="488988543" sldId="283"/>
            <ac:spMk id="2" creationId="{961761E7-7858-CD57-5E5B-EF4DF820F39C}"/>
          </ac:spMkLst>
        </pc:spChg>
        <pc:spChg chg="mod">
          <ac:chgData name="Ben Clougherty" userId="f04607a2-03da-468b-a172-19a7d00b6681" providerId="ADAL" clId="{6ABF6075-3E27-4D97-AA01-9BD5C9091826}" dt="2025-06-05T20:31:29.518" v="1399" actId="554"/>
          <ac:spMkLst>
            <pc:docMk/>
            <pc:sldMk cId="488988543" sldId="283"/>
            <ac:spMk id="5" creationId="{F07E8FF7-5A9A-A03F-E64B-3EC72D71B601}"/>
          </ac:spMkLst>
        </pc:spChg>
        <pc:picChg chg="add mod">
          <ac:chgData name="Ben Clougherty" userId="f04607a2-03da-468b-a172-19a7d00b6681" providerId="ADAL" clId="{6ABF6075-3E27-4D97-AA01-9BD5C9091826}" dt="2025-06-05T20:32:36.057" v="1412" actId="208"/>
          <ac:picMkLst>
            <pc:docMk/>
            <pc:sldMk cId="488988543" sldId="283"/>
            <ac:picMk id="8" creationId="{A2F449AB-6A6B-620C-0004-4FBA50F69F3B}"/>
          </ac:picMkLst>
        </pc:picChg>
        <pc:picChg chg="add mod">
          <ac:chgData name="Ben Clougherty" userId="f04607a2-03da-468b-a172-19a7d00b6681" providerId="ADAL" clId="{6ABF6075-3E27-4D97-AA01-9BD5C9091826}" dt="2025-06-05T20:32:10.307" v="1403" actId="208"/>
          <ac:picMkLst>
            <pc:docMk/>
            <pc:sldMk cId="488988543" sldId="283"/>
            <ac:picMk id="10" creationId="{F844324B-30BA-C873-E303-5DE40BD02009}"/>
          </ac:picMkLst>
        </pc:picChg>
      </pc:sldChg>
      <pc:sldChg chg="modSp mod">
        <pc:chgData name="Ben Clougherty" userId="f04607a2-03da-468b-a172-19a7d00b6681" providerId="ADAL" clId="{6ABF6075-3E27-4D97-AA01-9BD5C9091826}" dt="2025-06-05T20:01:50.883" v="266" actId="20577"/>
        <pc:sldMkLst>
          <pc:docMk/>
          <pc:sldMk cId="27711919" sldId="2147483641"/>
        </pc:sldMkLst>
        <pc:spChg chg="mod">
          <ac:chgData name="Ben Clougherty" userId="f04607a2-03da-468b-a172-19a7d00b6681" providerId="ADAL" clId="{6ABF6075-3E27-4D97-AA01-9BD5C9091826}" dt="2025-06-05T19:52:09.949" v="1" actId="1076"/>
          <ac:spMkLst>
            <pc:docMk/>
            <pc:sldMk cId="27711919" sldId="2147483641"/>
            <ac:spMk id="8" creationId="{9392506E-D0DF-C6F2-8B30-69638FA42529}"/>
          </ac:spMkLst>
        </pc:spChg>
        <pc:spChg chg="mod">
          <ac:chgData name="Ben Clougherty" userId="f04607a2-03da-468b-a172-19a7d00b6681" providerId="ADAL" clId="{6ABF6075-3E27-4D97-AA01-9BD5C9091826}" dt="2025-06-05T19:54:21.932" v="7" actId="1076"/>
          <ac:spMkLst>
            <pc:docMk/>
            <pc:sldMk cId="27711919" sldId="2147483641"/>
            <ac:spMk id="61" creationId="{B852711A-0FF4-5DFB-9D9F-920586A68339}"/>
          </ac:spMkLst>
        </pc:spChg>
        <pc:spChg chg="mod">
          <ac:chgData name="Ben Clougherty" userId="f04607a2-03da-468b-a172-19a7d00b6681" providerId="ADAL" clId="{6ABF6075-3E27-4D97-AA01-9BD5C9091826}" dt="2025-06-05T20:01:50.883" v="266" actId="20577"/>
          <ac:spMkLst>
            <pc:docMk/>
            <pc:sldMk cId="27711919" sldId="2147483641"/>
            <ac:spMk id="63" creationId="{6184AF23-FC14-20C6-B84C-DAE2415ACCA1}"/>
          </ac:spMkLst>
        </pc:spChg>
        <pc:picChg chg="mod">
          <ac:chgData name="Ben Clougherty" userId="f04607a2-03da-468b-a172-19a7d00b6681" providerId="ADAL" clId="{6ABF6075-3E27-4D97-AA01-9BD5C9091826}" dt="2025-06-05T19:52:14.432" v="2" actId="1076"/>
          <ac:picMkLst>
            <pc:docMk/>
            <pc:sldMk cId="27711919" sldId="2147483641"/>
            <ac:picMk id="22" creationId="{29F912E3-CA2F-E29C-6CC8-75A72A4CAC70}"/>
          </ac:picMkLst>
        </pc:picChg>
        <pc:cxnChg chg="mod">
          <ac:chgData name="Ben Clougherty" userId="f04607a2-03da-468b-a172-19a7d00b6681" providerId="ADAL" clId="{6ABF6075-3E27-4D97-AA01-9BD5C9091826}" dt="2025-06-05T19:52:24.151" v="4" actId="1076"/>
          <ac:cxnSpMkLst>
            <pc:docMk/>
            <pc:sldMk cId="27711919" sldId="2147483641"/>
            <ac:cxnSpMk id="17" creationId="{99BA6D15-7113-68AD-66FE-158914D9C2C8}"/>
          </ac:cxnSpMkLst>
        </pc:cxnChg>
      </pc:sldChg>
      <pc:sldChg chg="addSp delSp modSp mod ord">
        <pc:chgData name="Ben Clougherty" userId="f04607a2-03da-468b-a172-19a7d00b6681" providerId="ADAL" clId="{6ABF6075-3E27-4D97-AA01-9BD5C9091826}" dt="2025-06-05T21:16:46.788" v="2891" actId="20577"/>
        <pc:sldMkLst>
          <pc:docMk/>
          <pc:sldMk cId="1587959230" sldId="2147483644"/>
        </pc:sldMkLst>
        <pc:spChg chg="add mod">
          <ac:chgData name="Ben Clougherty" userId="f04607a2-03da-468b-a172-19a7d00b6681" providerId="ADAL" clId="{6ABF6075-3E27-4D97-AA01-9BD5C9091826}" dt="2025-06-05T21:16:46.788" v="2891" actId="20577"/>
          <ac:spMkLst>
            <pc:docMk/>
            <pc:sldMk cId="1587959230" sldId="2147483644"/>
            <ac:spMk id="13" creationId="{8F3E2DE0-3DAE-028F-8737-24C88DD71979}"/>
          </ac:spMkLst>
        </pc:spChg>
        <pc:picChg chg="add mod">
          <ac:chgData name="Ben Clougherty" userId="f04607a2-03da-468b-a172-19a7d00b6681" providerId="ADAL" clId="{6ABF6075-3E27-4D97-AA01-9BD5C9091826}" dt="2025-06-05T20:16:47.963" v="1341" actId="1076"/>
          <ac:picMkLst>
            <pc:docMk/>
            <pc:sldMk cId="1587959230" sldId="2147483644"/>
            <ac:picMk id="15" creationId="{6210996A-E85B-2EC4-D3A4-0CD35078CEA2}"/>
          </ac:picMkLst>
        </pc:picChg>
        <pc:picChg chg="add mod">
          <ac:chgData name="Ben Clougherty" userId="f04607a2-03da-468b-a172-19a7d00b6681" providerId="ADAL" clId="{6ABF6075-3E27-4D97-AA01-9BD5C9091826}" dt="2025-06-05T20:16:44.872" v="1340" actId="1076"/>
          <ac:picMkLst>
            <pc:docMk/>
            <pc:sldMk cId="1587959230" sldId="2147483644"/>
            <ac:picMk id="17" creationId="{1C113CAF-937F-D568-4322-4FC674952FED}"/>
          </ac:picMkLst>
        </pc:picChg>
        <pc:picChg chg="add mod">
          <ac:chgData name="Ben Clougherty" userId="f04607a2-03da-468b-a172-19a7d00b6681" providerId="ADAL" clId="{6ABF6075-3E27-4D97-AA01-9BD5C9091826}" dt="2025-06-05T20:16:40.850" v="1338" actId="1076"/>
          <ac:picMkLst>
            <pc:docMk/>
            <pc:sldMk cId="1587959230" sldId="2147483644"/>
            <ac:picMk id="19" creationId="{469CBB68-3133-7C14-9522-EBD0074B68B4}"/>
          </ac:picMkLst>
        </pc:picChg>
      </pc:sldChg>
      <pc:sldChg chg="add ord">
        <pc:chgData name="Ben Clougherty" userId="f04607a2-03da-468b-a172-19a7d00b6681" providerId="ADAL" clId="{6ABF6075-3E27-4D97-AA01-9BD5C9091826}" dt="2025-06-05T20:03:23.635" v="269"/>
        <pc:sldMkLst>
          <pc:docMk/>
          <pc:sldMk cId="2311675735" sldId="2147483647"/>
        </pc:sldMkLst>
      </pc:sldChg>
    </pc:docChg>
  </pc:docChgLst>
  <pc:docChgLst>
    <pc:chgData name="Ben Clougherty" userId="S::bennett.clougherty@auxoai.com::f04607a2-03da-468b-a172-19a7d00b6681" providerId="AD" clId="Web-{6F6755B6-7A95-AE10-CE78-347E550EC0E4}"/>
    <pc:docChg chg="addSld modSld sldOrd">
      <pc:chgData name="Ben Clougherty" userId="S::bennett.clougherty@auxoai.com::f04607a2-03da-468b-a172-19a7d00b6681" providerId="AD" clId="Web-{6F6755B6-7A95-AE10-CE78-347E550EC0E4}" dt="2025-06-05T19:51:35.983" v="174" actId="20577"/>
      <pc:docMkLst>
        <pc:docMk/>
      </pc:docMkLst>
      <pc:sldChg chg="modSp">
        <pc:chgData name="Ben Clougherty" userId="S::bennett.clougherty@auxoai.com::f04607a2-03da-468b-a172-19a7d00b6681" providerId="AD" clId="Web-{6F6755B6-7A95-AE10-CE78-347E550EC0E4}" dt="2025-06-05T19:51:35.983" v="174" actId="20577"/>
        <pc:sldMkLst>
          <pc:docMk/>
          <pc:sldMk cId="1364744928" sldId="259"/>
        </pc:sldMkLst>
        <pc:spChg chg="mod">
          <ac:chgData name="Ben Clougherty" userId="S::bennett.clougherty@auxoai.com::f04607a2-03da-468b-a172-19a7d00b6681" providerId="AD" clId="Web-{6F6755B6-7A95-AE10-CE78-347E550EC0E4}" dt="2025-06-05T19:51:35.983" v="174" actId="20577"/>
          <ac:spMkLst>
            <pc:docMk/>
            <pc:sldMk cId="1364744928" sldId="259"/>
            <ac:spMk id="8" creationId="{25F957F6-BDE1-FC88-831E-437BABD71D0D}"/>
          </ac:spMkLst>
        </pc:spChg>
      </pc:sldChg>
      <pc:sldChg chg="addSp delSp modSp">
        <pc:chgData name="Ben Clougherty" userId="S::bennett.clougherty@auxoai.com::f04607a2-03da-468b-a172-19a7d00b6681" providerId="AD" clId="Web-{6F6755B6-7A95-AE10-CE78-347E550EC0E4}" dt="2025-06-05T19:51:22.592" v="171" actId="20577"/>
        <pc:sldMkLst>
          <pc:docMk/>
          <pc:sldMk cId="3909170737" sldId="266"/>
        </pc:sldMkLst>
        <pc:spChg chg="mod topLvl">
          <ac:chgData name="Ben Clougherty" userId="S::bennett.clougherty@auxoai.com::f04607a2-03da-468b-a172-19a7d00b6681" providerId="AD" clId="Web-{6F6755B6-7A95-AE10-CE78-347E550EC0E4}" dt="2025-06-05T19:50:31.558" v="140" actId="1076"/>
          <ac:spMkLst>
            <pc:docMk/>
            <pc:sldMk cId="3909170737" sldId="266"/>
            <ac:spMk id="2" creationId="{5EBB0122-796D-88B4-3ECE-33C5C8C0F372}"/>
          </ac:spMkLst>
        </pc:spChg>
        <pc:spChg chg="mod topLvl">
          <ac:chgData name="Ben Clougherty" userId="S::bennett.clougherty@auxoai.com::f04607a2-03da-468b-a172-19a7d00b6681" providerId="AD" clId="Web-{6F6755B6-7A95-AE10-CE78-347E550EC0E4}" dt="2025-06-05T19:50:40.153" v="148" actId="1076"/>
          <ac:spMkLst>
            <pc:docMk/>
            <pc:sldMk cId="3909170737" sldId="266"/>
            <ac:spMk id="4" creationId="{FF794AFD-B25F-019C-9877-7211C360F067}"/>
          </ac:spMkLst>
        </pc:spChg>
        <pc:spChg chg="mod">
          <ac:chgData name="Ben Clougherty" userId="S::bennett.clougherty@auxoai.com::f04607a2-03da-468b-a172-19a7d00b6681" providerId="AD" clId="Web-{6F6755B6-7A95-AE10-CE78-347E550EC0E4}" dt="2025-06-05T19:51:22.592" v="171" actId="20577"/>
          <ac:spMkLst>
            <pc:docMk/>
            <pc:sldMk cId="3909170737" sldId="266"/>
            <ac:spMk id="5" creationId="{A293A606-BF6D-D6CA-764F-AD60795D6ED7}"/>
          </ac:spMkLst>
        </pc:spChg>
        <pc:spChg chg="mod topLvl">
          <ac:chgData name="Ben Clougherty" userId="S::bennett.clougherty@auxoai.com::f04607a2-03da-468b-a172-19a7d00b6681" providerId="AD" clId="Web-{6F6755B6-7A95-AE10-CE78-347E550EC0E4}" dt="2025-06-05T19:50:40.168" v="149" actId="1076"/>
          <ac:spMkLst>
            <pc:docMk/>
            <pc:sldMk cId="3909170737" sldId="266"/>
            <ac:spMk id="6" creationId="{BAA601DB-D212-E0DF-1B26-0FECB2B51CA9}"/>
          </ac:spMkLst>
        </pc:spChg>
        <pc:spChg chg="mod">
          <ac:chgData name="Ben Clougherty" userId="S::bennett.clougherty@auxoai.com::f04607a2-03da-468b-a172-19a7d00b6681" providerId="AD" clId="Web-{6F6755B6-7A95-AE10-CE78-347E550EC0E4}" dt="2025-06-05T19:50:31.605" v="144" actId="1076"/>
          <ac:spMkLst>
            <pc:docMk/>
            <pc:sldMk cId="3909170737" sldId="266"/>
            <ac:spMk id="8" creationId="{1F0B8FE7-248A-2B17-A411-4FB3AD6509CA}"/>
          </ac:spMkLst>
        </pc:spChg>
        <pc:spChg chg="add mod">
          <ac:chgData name="Ben Clougherty" userId="S::bennett.clougherty@auxoai.com::f04607a2-03da-468b-a172-19a7d00b6681" providerId="AD" clId="Web-{6F6755B6-7A95-AE10-CE78-347E550EC0E4}" dt="2025-06-05T19:50:31.621" v="145" actId="1076"/>
          <ac:spMkLst>
            <pc:docMk/>
            <pc:sldMk cId="3909170737" sldId="266"/>
            <ac:spMk id="9" creationId="{9DF3CED2-6D92-15B4-D660-A4F5DF553A30}"/>
          </ac:spMkLst>
        </pc:spChg>
        <pc:spChg chg="add mod">
          <ac:chgData name="Ben Clougherty" userId="S::bennett.clougherty@auxoai.com::f04607a2-03da-468b-a172-19a7d00b6681" providerId="AD" clId="Web-{6F6755B6-7A95-AE10-CE78-347E550EC0E4}" dt="2025-06-05T19:50:31.637" v="146" actId="1076"/>
          <ac:spMkLst>
            <pc:docMk/>
            <pc:sldMk cId="3909170737" sldId="266"/>
            <ac:spMk id="10" creationId="{C2EB7BF9-B3C7-31B5-CDC7-50BD538DC59B}"/>
          </ac:spMkLst>
        </pc:spChg>
        <pc:spChg chg="add mod">
          <ac:chgData name="Ben Clougherty" userId="S::bennett.clougherty@auxoai.com::f04607a2-03da-468b-a172-19a7d00b6681" providerId="AD" clId="Web-{6F6755B6-7A95-AE10-CE78-347E550EC0E4}" dt="2025-06-05T19:50:40.184" v="151" actId="1076"/>
          <ac:spMkLst>
            <pc:docMk/>
            <pc:sldMk cId="3909170737" sldId="266"/>
            <ac:spMk id="11" creationId="{EA0F612E-4C59-F55E-DEED-61E03DB19BEA}"/>
          </ac:spMkLst>
        </pc:spChg>
        <pc:spChg chg="add mod">
          <ac:chgData name="Ben Clougherty" userId="S::bennett.clougherty@auxoai.com::f04607a2-03da-468b-a172-19a7d00b6681" providerId="AD" clId="Web-{6F6755B6-7A95-AE10-CE78-347E550EC0E4}" dt="2025-06-05T19:50:52.684" v="154" actId="1076"/>
          <ac:spMkLst>
            <pc:docMk/>
            <pc:sldMk cId="3909170737" sldId="266"/>
            <ac:spMk id="12" creationId="{4FF74E48-6CDA-AFAF-0C15-B8AD9F467A70}"/>
          </ac:spMkLst>
        </pc:spChg>
        <pc:spChg chg="add mod">
          <ac:chgData name="Ben Clougherty" userId="S::bennett.clougherty@auxoai.com::f04607a2-03da-468b-a172-19a7d00b6681" providerId="AD" clId="Web-{6F6755B6-7A95-AE10-CE78-347E550EC0E4}" dt="2025-06-05T19:50:52.700" v="155" actId="1076"/>
          <ac:spMkLst>
            <pc:docMk/>
            <pc:sldMk cId="3909170737" sldId="266"/>
            <ac:spMk id="13" creationId="{12F079EC-5526-F6ED-6E08-54D0B89A3C0F}"/>
          </ac:spMkLst>
        </pc:spChg>
        <pc:spChg chg="add mod">
          <ac:chgData name="Ben Clougherty" userId="S::bennett.clougherty@auxoai.com::f04607a2-03da-468b-a172-19a7d00b6681" providerId="AD" clId="Web-{6F6755B6-7A95-AE10-CE78-347E550EC0E4}" dt="2025-06-05T19:50:57.950" v="158" actId="1076"/>
          <ac:spMkLst>
            <pc:docMk/>
            <pc:sldMk cId="3909170737" sldId="266"/>
            <ac:spMk id="14" creationId="{BB7C3809-638B-AE61-DE1D-766610426869}"/>
          </ac:spMkLst>
        </pc:spChg>
        <pc:spChg chg="add mod">
          <ac:chgData name="Ben Clougherty" userId="S::bennett.clougherty@auxoai.com::f04607a2-03da-468b-a172-19a7d00b6681" providerId="AD" clId="Web-{6F6755B6-7A95-AE10-CE78-347E550EC0E4}" dt="2025-06-05T19:50:57.966" v="159" actId="1076"/>
          <ac:spMkLst>
            <pc:docMk/>
            <pc:sldMk cId="3909170737" sldId="266"/>
            <ac:spMk id="15" creationId="{ACEE1236-3AD1-BF18-8CD4-E8C614A5CDF1}"/>
          </ac:spMkLst>
        </pc:spChg>
        <pc:spChg chg="mod topLvl">
          <ac:chgData name="Ben Clougherty" userId="S::bennett.clougherty@auxoai.com::f04607a2-03da-468b-a172-19a7d00b6681" providerId="AD" clId="Web-{6F6755B6-7A95-AE10-CE78-347E550EC0E4}" dt="2025-06-05T19:50:40.168" v="150" actId="1076"/>
          <ac:spMkLst>
            <pc:docMk/>
            <pc:sldMk cId="3909170737" sldId="266"/>
            <ac:spMk id="19" creationId="{76BC6E5E-759B-D777-14B1-CF321B961E99}"/>
          </ac:spMkLst>
        </pc:spChg>
      </pc:sldChg>
      <pc:sldChg chg="delSp add ord replId">
        <pc:chgData name="Ben Clougherty" userId="S::bennett.clougherty@auxoai.com::f04607a2-03da-468b-a172-19a7d00b6681" providerId="AD" clId="Web-{6F6755B6-7A95-AE10-CE78-347E550EC0E4}" dt="2025-06-05T19:47:31.849" v="84"/>
        <pc:sldMkLst>
          <pc:docMk/>
          <pc:sldMk cId="2256331073" sldId="2147483645"/>
        </pc:sldMkLst>
      </pc:sldChg>
      <pc:sldChg chg="addSp delSp modSp add ord replId">
        <pc:chgData name="Ben Clougherty" userId="S::bennett.clougherty@auxoai.com::f04607a2-03da-468b-a172-19a7d00b6681" providerId="AD" clId="Web-{6F6755B6-7A95-AE10-CE78-347E550EC0E4}" dt="2025-06-05T19:47:21.646" v="81"/>
        <pc:sldMkLst>
          <pc:docMk/>
          <pc:sldMk cId="1051582632" sldId="2147483646"/>
        </pc:sldMkLst>
        <pc:spChg chg="mod">
          <ac:chgData name="Ben Clougherty" userId="S::bennett.clougherty@auxoai.com::f04607a2-03da-468b-a172-19a7d00b6681" providerId="AD" clId="Web-{6F6755B6-7A95-AE10-CE78-347E550EC0E4}" dt="2025-06-05T19:47:20.099" v="80" actId="20577"/>
          <ac:spMkLst>
            <pc:docMk/>
            <pc:sldMk cId="1051582632" sldId="2147483646"/>
            <ac:spMk id="8" creationId="{8D148D91-B819-E62B-F3C7-71BAD3989616}"/>
          </ac:spMkLst>
        </pc:spChg>
      </pc:sldChg>
    </pc:docChg>
  </pc:docChgLst>
  <pc:docChgLst>
    <pc:chgData name="Shreyal Shah" userId="22fac80f-ba91-462e-9ba2-f96390e05442" providerId="ADAL" clId="{4A92F0E4-7904-4767-B30D-FADB9C00A0FB}"/>
    <pc:docChg chg="undo custSel addSld delSld modSld sldOrd">
      <pc:chgData name="Shreyal Shah" userId="22fac80f-ba91-462e-9ba2-f96390e05442" providerId="ADAL" clId="{4A92F0E4-7904-4767-B30D-FADB9C00A0FB}" dt="2025-06-11T07:09:32.352" v="532" actId="14100"/>
      <pc:docMkLst>
        <pc:docMk/>
      </pc:docMkLst>
      <pc:sldChg chg="new del">
        <pc:chgData name="Shreyal Shah" userId="22fac80f-ba91-462e-9ba2-f96390e05442" providerId="ADAL" clId="{4A92F0E4-7904-4767-B30D-FADB9C00A0FB}" dt="2025-06-06T11:08:08.207" v="226" actId="47"/>
        <pc:sldMkLst>
          <pc:docMk/>
          <pc:sldMk cId="71797418" sldId="256"/>
        </pc:sldMkLst>
      </pc:sldChg>
      <pc:sldChg chg="modSp mod">
        <pc:chgData name="Shreyal Shah" userId="22fac80f-ba91-462e-9ba2-f96390e05442" providerId="ADAL" clId="{4A92F0E4-7904-4767-B30D-FADB9C00A0FB}" dt="2025-06-05T16:04:13.087" v="3" actId="20577"/>
        <pc:sldMkLst>
          <pc:docMk/>
          <pc:sldMk cId="1364744928" sldId="259"/>
        </pc:sldMkLst>
        <pc:spChg chg="mod">
          <ac:chgData name="Shreyal Shah" userId="22fac80f-ba91-462e-9ba2-f96390e05442" providerId="ADAL" clId="{4A92F0E4-7904-4767-B30D-FADB9C00A0FB}" dt="2025-06-05T16:04:13.087" v="3" actId="20577"/>
          <ac:spMkLst>
            <pc:docMk/>
            <pc:sldMk cId="1364744928" sldId="259"/>
            <ac:spMk id="8" creationId="{25F957F6-BDE1-FC88-831E-437BABD71D0D}"/>
          </ac:spMkLst>
        </pc:spChg>
      </pc:sldChg>
      <pc:sldChg chg="addSp modSp mod ord">
        <pc:chgData name="Shreyal Shah" userId="22fac80f-ba91-462e-9ba2-f96390e05442" providerId="ADAL" clId="{4A92F0E4-7904-4767-B30D-FADB9C00A0FB}" dt="2025-06-06T12:09:12.450" v="529"/>
        <pc:sldMkLst>
          <pc:docMk/>
          <pc:sldMk cId="3909170737" sldId="266"/>
        </pc:sldMkLst>
        <pc:spChg chg="add mod">
          <ac:chgData name="Shreyal Shah" userId="22fac80f-ba91-462e-9ba2-f96390e05442" providerId="ADAL" clId="{4A92F0E4-7904-4767-B30D-FADB9C00A0FB}" dt="2025-06-05T16:11:05.586" v="39" actId="20577"/>
          <ac:spMkLst>
            <pc:docMk/>
            <pc:sldMk cId="3909170737" sldId="266"/>
            <ac:spMk id="8" creationId="{1F0B8FE7-248A-2B17-A411-4FB3AD6509CA}"/>
          </ac:spMkLst>
        </pc:spChg>
        <pc:spChg chg="mod">
          <ac:chgData name="Shreyal Shah" userId="22fac80f-ba91-462e-9ba2-f96390e05442" providerId="ADAL" clId="{4A92F0E4-7904-4767-B30D-FADB9C00A0FB}" dt="2025-06-06T08:05:53.116" v="62" actId="20577"/>
          <ac:spMkLst>
            <pc:docMk/>
            <pc:sldMk cId="3909170737" sldId="266"/>
            <ac:spMk id="12" creationId="{4FF74E48-6CDA-AFAF-0C15-B8AD9F467A70}"/>
          </ac:spMkLst>
        </pc:spChg>
        <pc:spChg chg="mod">
          <ac:chgData name="Shreyal Shah" userId="22fac80f-ba91-462e-9ba2-f96390e05442" providerId="ADAL" clId="{4A92F0E4-7904-4767-B30D-FADB9C00A0FB}" dt="2025-06-06T11:55:32.744" v="527" actId="313"/>
          <ac:spMkLst>
            <pc:docMk/>
            <pc:sldMk cId="3909170737" sldId="266"/>
            <ac:spMk id="13" creationId="{12F079EC-5526-F6ED-6E08-54D0B89A3C0F}"/>
          </ac:spMkLst>
        </pc:spChg>
        <pc:spChg chg="mod">
          <ac:chgData name="Shreyal Shah" userId="22fac80f-ba91-462e-9ba2-f96390e05442" providerId="ADAL" clId="{4A92F0E4-7904-4767-B30D-FADB9C00A0FB}" dt="2025-06-06T08:06:03.305" v="66" actId="20577"/>
          <ac:spMkLst>
            <pc:docMk/>
            <pc:sldMk cId="3909170737" sldId="266"/>
            <ac:spMk id="14" creationId="{BB7C3809-638B-AE61-DE1D-766610426869}"/>
          </ac:spMkLst>
        </pc:spChg>
        <pc:spChg chg="mod">
          <ac:chgData name="Shreyal Shah" userId="22fac80f-ba91-462e-9ba2-f96390e05442" providerId="ADAL" clId="{4A92F0E4-7904-4767-B30D-FADB9C00A0FB}" dt="2025-06-06T08:06:12.280" v="67" actId="20577"/>
          <ac:spMkLst>
            <pc:docMk/>
            <pc:sldMk cId="3909170737" sldId="266"/>
            <ac:spMk id="15" creationId="{ACEE1236-3AD1-BF18-8CD4-E8C614A5CDF1}"/>
          </ac:spMkLst>
        </pc:spChg>
      </pc:sldChg>
      <pc:sldChg chg="delSp modSp mod">
        <pc:chgData name="Shreyal Shah" userId="22fac80f-ba91-462e-9ba2-f96390e05442" providerId="ADAL" clId="{4A92F0E4-7904-4767-B30D-FADB9C00A0FB}" dt="2025-06-06T08:10:27.426" v="122" actId="20577"/>
        <pc:sldMkLst>
          <pc:docMk/>
          <pc:sldMk cId="3306752921" sldId="269"/>
        </pc:sldMkLst>
        <pc:spChg chg="mod">
          <ac:chgData name="Shreyal Shah" userId="22fac80f-ba91-462e-9ba2-f96390e05442" providerId="ADAL" clId="{4A92F0E4-7904-4767-B30D-FADB9C00A0FB}" dt="2025-06-06T08:06:22.970" v="74" actId="20577"/>
          <ac:spMkLst>
            <pc:docMk/>
            <pc:sldMk cId="3306752921" sldId="269"/>
            <ac:spMk id="5" creationId="{028AEA9C-35D9-BE21-0C2C-32FD08A921CA}"/>
          </ac:spMkLst>
        </pc:spChg>
        <pc:spChg chg="mod">
          <ac:chgData name="Shreyal Shah" userId="22fac80f-ba91-462e-9ba2-f96390e05442" providerId="ADAL" clId="{4A92F0E4-7904-4767-B30D-FADB9C00A0FB}" dt="2025-06-06T08:09:48.295" v="107" actId="12789"/>
          <ac:spMkLst>
            <pc:docMk/>
            <pc:sldMk cId="3306752921" sldId="269"/>
            <ac:spMk id="39" creationId="{0E00C989-128C-0471-76CF-C2A36B8E6C08}"/>
          </ac:spMkLst>
        </pc:spChg>
        <pc:spChg chg="mod">
          <ac:chgData name="Shreyal Shah" userId="22fac80f-ba91-462e-9ba2-f96390e05442" providerId="ADAL" clId="{4A92F0E4-7904-4767-B30D-FADB9C00A0FB}" dt="2025-06-06T08:09:52.118" v="108" actId="12789"/>
          <ac:spMkLst>
            <pc:docMk/>
            <pc:sldMk cId="3306752921" sldId="269"/>
            <ac:spMk id="40" creationId="{4D3AAE27-E375-EC3C-E6D9-B640CA3A457B}"/>
          </ac:spMkLst>
        </pc:spChg>
        <pc:spChg chg="mod">
          <ac:chgData name="Shreyal Shah" userId="22fac80f-ba91-462e-9ba2-f96390e05442" providerId="ADAL" clId="{4A92F0E4-7904-4767-B30D-FADB9C00A0FB}" dt="2025-06-06T08:09:43.963" v="106" actId="12789"/>
          <ac:spMkLst>
            <pc:docMk/>
            <pc:sldMk cId="3306752921" sldId="269"/>
            <ac:spMk id="41" creationId="{0F413F89-322F-684A-5FFB-749C8F79B243}"/>
          </ac:spMkLst>
        </pc:spChg>
        <pc:spChg chg="mod topLvl">
          <ac:chgData name="Shreyal Shah" userId="22fac80f-ba91-462e-9ba2-f96390e05442" providerId="ADAL" clId="{4A92F0E4-7904-4767-B30D-FADB9C00A0FB}" dt="2025-06-06T08:09:48.295" v="107" actId="12789"/>
          <ac:spMkLst>
            <pc:docMk/>
            <pc:sldMk cId="3306752921" sldId="269"/>
            <ac:spMk id="60" creationId="{FB3AEECD-3690-2367-D0A8-9CEB47ADC1A1}"/>
          </ac:spMkLst>
        </pc:spChg>
        <pc:spChg chg="mod topLvl">
          <ac:chgData name="Shreyal Shah" userId="22fac80f-ba91-462e-9ba2-f96390e05442" providerId="ADAL" clId="{4A92F0E4-7904-4767-B30D-FADB9C00A0FB}" dt="2025-06-06T08:09:48.295" v="107" actId="12789"/>
          <ac:spMkLst>
            <pc:docMk/>
            <pc:sldMk cId="3306752921" sldId="269"/>
            <ac:spMk id="61" creationId="{83834093-3759-624C-825D-E17F2BC3B112}"/>
          </ac:spMkLst>
        </pc:spChg>
        <pc:spChg chg="mod">
          <ac:chgData name="Shreyal Shah" userId="22fac80f-ba91-462e-9ba2-f96390e05442" providerId="ADAL" clId="{4A92F0E4-7904-4767-B30D-FADB9C00A0FB}" dt="2025-06-06T08:09:52.118" v="108" actId="12789"/>
          <ac:spMkLst>
            <pc:docMk/>
            <pc:sldMk cId="3306752921" sldId="269"/>
            <ac:spMk id="63" creationId="{3A855C70-939C-FA57-2192-63A326FAFBF4}"/>
          </ac:spMkLst>
        </pc:spChg>
        <pc:spChg chg="mod">
          <ac:chgData name="Shreyal Shah" userId="22fac80f-ba91-462e-9ba2-f96390e05442" providerId="ADAL" clId="{4A92F0E4-7904-4767-B30D-FADB9C00A0FB}" dt="2025-06-06T08:10:01.576" v="110" actId="20577"/>
          <ac:spMkLst>
            <pc:docMk/>
            <pc:sldMk cId="3306752921" sldId="269"/>
            <ac:spMk id="448" creationId="{72459873-E6CC-3DF2-4A41-F866DB75D9EB}"/>
          </ac:spMkLst>
        </pc:spChg>
        <pc:spChg chg="mod topLvl">
          <ac:chgData name="Shreyal Shah" userId="22fac80f-ba91-462e-9ba2-f96390e05442" providerId="ADAL" clId="{4A92F0E4-7904-4767-B30D-FADB9C00A0FB}" dt="2025-06-06T08:09:43.963" v="106" actId="12789"/>
          <ac:spMkLst>
            <pc:docMk/>
            <pc:sldMk cId="3306752921" sldId="269"/>
            <ac:spMk id="462" creationId="{7F408D2A-9842-F800-0480-5914541B953B}"/>
          </ac:spMkLst>
        </pc:spChg>
        <pc:spChg chg="mod">
          <ac:chgData name="Shreyal Shah" userId="22fac80f-ba91-462e-9ba2-f96390e05442" providerId="ADAL" clId="{4A92F0E4-7904-4767-B30D-FADB9C00A0FB}" dt="2025-06-06T08:09:43.963" v="106" actId="12789"/>
          <ac:spMkLst>
            <pc:docMk/>
            <pc:sldMk cId="3306752921" sldId="269"/>
            <ac:spMk id="463" creationId="{D13C45F8-7E6C-8337-CD83-9352D5F66E67}"/>
          </ac:spMkLst>
        </pc:spChg>
        <pc:spChg chg="mod topLvl">
          <ac:chgData name="Shreyal Shah" userId="22fac80f-ba91-462e-9ba2-f96390e05442" providerId="ADAL" clId="{4A92F0E4-7904-4767-B30D-FADB9C00A0FB}" dt="2025-06-06T08:09:48.295" v="107" actId="12789"/>
          <ac:spMkLst>
            <pc:docMk/>
            <pc:sldMk cId="3306752921" sldId="269"/>
            <ac:spMk id="465" creationId="{4763B173-6C37-1306-4232-73A381849B96}"/>
          </ac:spMkLst>
        </pc:spChg>
        <pc:spChg chg="mod topLvl">
          <ac:chgData name="Shreyal Shah" userId="22fac80f-ba91-462e-9ba2-f96390e05442" providerId="ADAL" clId="{4A92F0E4-7904-4767-B30D-FADB9C00A0FB}" dt="2025-06-06T08:09:48.295" v="107" actId="12789"/>
          <ac:spMkLst>
            <pc:docMk/>
            <pc:sldMk cId="3306752921" sldId="269"/>
            <ac:spMk id="466" creationId="{1C238A6B-CAAF-8084-46F3-E0E03C12AB6C}"/>
          </ac:spMkLst>
        </pc:spChg>
        <pc:spChg chg="mod topLvl">
          <ac:chgData name="Shreyal Shah" userId="22fac80f-ba91-462e-9ba2-f96390e05442" providerId="ADAL" clId="{4A92F0E4-7904-4767-B30D-FADB9C00A0FB}" dt="2025-06-06T08:09:52.118" v="108" actId="12789"/>
          <ac:spMkLst>
            <pc:docMk/>
            <pc:sldMk cId="3306752921" sldId="269"/>
            <ac:spMk id="468" creationId="{101EE641-570A-AFDA-BB44-8B89D3E56075}"/>
          </ac:spMkLst>
        </pc:spChg>
        <pc:spChg chg="mod topLvl">
          <ac:chgData name="Shreyal Shah" userId="22fac80f-ba91-462e-9ba2-f96390e05442" providerId="ADAL" clId="{4A92F0E4-7904-4767-B30D-FADB9C00A0FB}" dt="2025-06-06T08:09:52.118" v="108" actId="12789"/>
          <ac:spMkLst>
            <pc:docMk/>
            <pc:sldMk cId="3306752921" sldId="269"/>
            <ac:spMk id="469" creationId="{06CA49F8-6B80-5CFF-C736-17B094B7F38F}"/>
          </ac:spMkLst>
        </pc:spChg>
        <pc:spChg chg="mod">
          <ac:chgData name="Shreyal Shah" userId="22fac80f-ba91-462e-9ba2-f96390e05442" providerId="ADAL" clId="{4A92F0E4-7904-4767-B30D-FADB9C00A0FB}" dt="2025-06-06T08:07:42.415" v="88" actId="14100"/>
          <ac:spMkLst>
            <pc:docMk/>
            <pc:sldMk cId="3306752921" sldId="269"/>
            <ac:spMk id="482" creationId="{A68F7017-B6F8-B1FD-E34A-70B02D7CEADF}"/>
          </ac:spMkLst>
        </pc:spChg>
        <pc:spChg chg="mod topLvl">
          <ac:chgData name="Shreyal Shah" userId="22fac80f-ba91-462e-9ba2-f96390e05442" providerId="ADAL" clId="{4A92F0E4-7904-4767-B30D-FADB9C00A0FB}" dt="2025-06-06T08:09:43.963" v="106" actId="12789"/>
          <ac:spMkLst>
            <pc:docMk/>
            <pc:sldMk cId="3306752921" sldId="269"/>
            <ac:spMk id="484" creationId="{542B2B00-E293-5CD9-9FC2-17BD7688AED1}"/>
          </ac:spMkLst>
        </pc:spChg>
        <pc:spChg chg="mod">
          <ac:chgData name="Shreyal Shah" userId="22fac80f-ba91-462e-9ba2-f96390e05442" providerId="ADAL" clId="{4A92F0E4-7904-4767-B30D-FADB9C00A0FB}" dt="2025-06-06T08:09:43.963" v="106" actId="12789"/>
          <ac:spMkLst>
            <pc:docMk/>
            <pc:sldMk cId="3306752921" sldId="269"/>
            <ac:spMk id="485" creationId="{A6485674-4EAE-799F-0C25-4C84A5CAD3B5}"/>
          </ac:spMkLst>
        </pc:spChg>
        <pc:spChg chg="mod topLvl">
          <ac:chgData name="Shreyal Shah" userId="22fac80f-ba91-462e-9ba2-f96390e05442" providerId="ADAL" clId="{4A92F0E4-7904-4767-B30D-FADB9C00A0FB}" dt="2025-06-06T08:09:48.295" v="107" actId="12789"/>
          <ac:spMkLst>
            <pc:docMk/>
            <pc:sldMk cId="3306752921" sldId="269"/>
            <ac:spMk id="487" creationId="{D64B6E68-C450-EAF7-0330-77CCD6F930B9}"/>
          </ac:spMkLst>
        </pc:spChg>
        <pc:spChg chg="mod topLvl">
          <ac:chgData name="Shreyal Shah" userId="22fac80f-ba91-462e-9ba2-f96390e05442" providerId="ADAL" clId="{4A92F0E4-7904-4767-B30D-FADB9C00A0FB}" dt="2025-06-06T08:09:48.295" v="107" actId="12789"/>
          <ac:spMkLst>
            <pc:docMk/>
            <pc:sldMk cId="3306752921" sldId="269"/>
            <ac:spMk id="488" creationId="{82E0FA67-D957-CC18-B241-209C57E27605}"/>
          </ac:spMkLst>
        </pc:spChg>
        <pc:spChg chg="mod topLvl">
          <ac:chgData name="Shreyal Shah" userId="22fac80f-ba91-462e-9ba2-f96390e05442" providerId="ADAL" clId="{4A92F0E4-7904-4767-B30D-FADB9C00A0FB}" dt="2025-06-06T08:09:52.118" v="108" actId="12789"/>
          <ac:spMkLst>
            <pc:docMk/>
            <pc:sldMk cId="3306752921" sldId="269"/>
            <ac:spMk id="490" creationId="{C64741C6-D031-73AD-2611-050F0D555AD5}"/>
          </ac:spMkLst>
        </pc:spChg>
        <pc:spChg chg="mod topLvl">
          <ac:chgData name="Shreyal Shah" userId="22fac80f-ba91-462e-9ba2-f96390e05442" providerId="ADAL" clId="{4A92F0E4-7904-4767-B30D-FADB9C00A0FB}" dt="2025-06-06T08:09:52.118" v="108" actId="12789"/>
          <ac:spMkLst>
            <pc:docMk/>
            <pc:sldMk cId="3306752921" sldId="269"/>
            <ac:spMk id="492" creationId="{04720C1C-BE79-5A8B-1932-F334E8A92F2E}"/>
          </ac:spMkLst>
        </pc:spChg>
        <pc:spChg chg="mod">
          <ac:chgData name="Shreyal Shah" userId="22fac80f-ba91-462e-9ba2-f96390e05442" providerId="ADAL" clId="{4A92F0E4-7904-4767-B30D-FADB9C00A0FB}" dt="2025-06-06T08:08:07.395" v="92" actId="1076"/>
          <ac:spMkLst>
            <pc:docMk/>
            <pc:sldMk cId="3306752921" sldId="269"/>
            <ac:spMk id="500" creationId="{AE6C7F68-3A9D-DED3-3AA3-9A1396D26734}"/>
          </ac:spMkLst>
        </pc:spChg>
        <pc:spChg chg="mod">
          <ac:chgData name="Shreyal Shah" userId="22fac80f-ba91-462e-9ba2-f96390e05442" providerId="ADAL" clId="{4A92F0E4-7904-4767-B30D-FADB9C00A0FB}" dt="2025-06-06T08:10:27.426" v="122" actId="20577"/>
          <ac:spMkLst>
            <pc:docMk/>
            <pc:sldMk cId="3306752921" sldId="269"/>
            <ac:spMk id="501" creationId="{1D513769-DC0E-B684-2BDB-1EC82812FC66}"/>
          </ac:spMkLst>
        </pc:spChg>
        <pc:spChg chg="mod topLvl">
          <ac:chgData name="Shreyal Shah" userId="22fac80f-ba91-462e-9ba2-f96390e05442" providerId="ADAL" clId="{4A92F0E4-7904-4767-B30D-FADB9C00A0FB}" dt="2025-06-06T08:09:43.963" v="106" actId="12789"/>
          <ac:spMkLst>
            <pc:docMk/>
            <pc:sldMk cId="3306752921" sldId="269"/>
            <ac:spMk id="509" creationId="{3ED1E537-9D2C-49D3-246C-C8BA570B6734}"/>
          </ac:spMkLst>
        </pc:spChg>
        <pc:spChg chg="mod topLvl">
          <ac:chgData name="Shreyal Shah" userId="22fac80f-ba91-462e-9ba2-f96390e05442" providerId="ADAL" clId="{4A92F0E4-7904-4767-B30D-FADB9C00A0FB}" dt="2025-06-06T08:09:43.963" v="106" actId="12789"/>
          <ac:spMkLst>
            <pc:docMk/>
            <pc:sldMk cId="3306752921" sldId="269"/>
            <ac:spMk id="522" creationId="{ACC32BEF-E0A8-A8E3-0776-DF0F896A5E02}"/>
          </ac:spMkLst>
        </pc:spChg>
        <pc:spChg chg="mod">
          <ac:chgData name="Shreyal Shah" userId="22fac80f-ba91-462e-9ba2-f96390e05442" providerId="ADAL" clId="{4A92F0E4-7904-4767-B30D-FADB9C00A0FB}" dt="2025-06-06T08:07:42.415" v="88" actId="14100"/>
          <ac:spMkLst>
            <pc:docMk/>
            <pc:sldMk cId="3306752921" sldId="269"/>
            <ac:spMk id="561" creationId="{568BB06F-8874-364D-C415-38185938B40D}"/>
          </ac:spMkLst>
        </pc:spChg>
        <pc:grpChg chg="mod">
          <ac:chgData name="Shreyal Shah" userId="22fac80f-ba91-462e-9ba2-f96390e05442" providerId="ADAL" clId="{4A92F0E4-7904-4767-B30D-FADB9C00A0FB}" dt="2025-06-06T08:09:43.963" v="106" actId="12789"/>
          <ac:grpSpMkLst>
            <pc:docMk/>
            <pc:sldMk cId="3306752921" sldId="269"/>
            <ac:grpSpMk id="513" creationId="{A412320A-C905-1BE9-8A6B-421DC2A3DA32}"/>
          </ac:grpSpMkLst>
        </pc:grpChg>
        <pc:grpChg chg="mod">
          <ac:chgData name="Shreyal Shah" userId="22fac80f-ba91-462e-9ba2-f96390e05442" providerId="ADAL" clId="{4A92F0E4-7904-4767-B30D-FADB9C00A0FB}" dt="2025-06-06T08:09:48.295" v="107" actId="12789"/>
          <ac:grpSpMkLst>
            <pc:docMk/>
            <pc:sldMk cId="3306752921" sldId="269"/>
            <ac:grpSpMk id="516" creationId="{D852C834-6645-29AA-69C4-883FBB31C924}"/>
          </ac:grpSpMkLst>
        </pc:grpChg>
        <pc:grpChg chg="mod">
          <ac:chgData name="Shreyal Shah" userId="22fac80f-ba91-462e-9ba2-f96390e05442" providerId="ADAL" clId="{4A92F0E4-7904-4767-B30D-FADB9C00A0FB}" dt="2025-06-06T08:09:52.118" v="108" actId="12789"/>
          <ac:grpSpMkLst>
            <pc:docMk/>
            <pc:sldMk cId="3306752921" sldId="269"/>
            <ac:grpSpMk id="519" creationId="{1E7B3B3E-CF67-FB24-664B-061470673D7F}"/>
          </ac:grpSpMkLst>
        </pc:grpChg>
        <pc:cxnChg chg="mod">
          <ac:chgData name="Shreyal Shah" userId="22fac80f-ba91-462e-9ba2-f96390e05442" providerId="ADAL" clId="{4A92F0E4-7904-4767-B30D-FADB9C00A0FB}" dt="2025-06-06T08:09:43.963" v="106" actId="12789"/>
          <ac:cxnSpMkLst>
            <pc:docMk/>
            <pc:sldMk cId="3306752921" sldId="269"/>
            <ac:cxnSpMk id="50" creationId="{FD423E04-A294-D0AA-76AB-BA5536642231}"/>
          </ac:cxnSpMkLst>
        </pc:cxnChg>
        <pc:cxnChg chg="mod">
          <ac:chgData name="Shreyal Shah" userId="22fac80f-ba91-462e-9ba2-f96390e05442" providerId="ADAL" clId="{4A92F0E4-7904-4767-B30D-FADB9C00A0FB}" dt="2025-06-06T08:09:48.295" v="107" actId="12789"/>
          <ac:cxnSpMkLst>
            <pc:docMk/>
            <pc:sldMk cId="3306752921" sldId="269"/>
            <ac:cxnSpMk id="497" creationId="{486862D2-CC87-F972-E19E-5E03639D54BB}"/>
          </ac:cxnSpMkLst>
        </pc:cxnChg>
        <pc:cxnChg chg="mod">
          <ac:chgData name="Shreyal Shah" userId="22fac80f-ba91-462e-9ba2-f96390e05442" providerId="ADAL" clId="{4A92F0E4-7904-4767-B30D-FADB9C00A0FB}" dt="2025-06-06T08:09:52.118" v="108" actId="12789"/>
          <ac:cxnSpMkLst>
            <pc:docMk/>
            <pc:sldMk cId="3306752921" sldId="269"/>
            <ac:cxnSpMk id="498" creationId="{F06CA1AF-C1F6-FA48-DE71-6F6B0571E9CA}"/>
          </ac:cxnSpMkLst>
        </pc:cxnChg>
      </pc:sldChg>
      <pc:sldChg chg="del">
        <pc:chgData name="Shreyal Shah" userId="22fac80f-ba91-462e-9ba2-f96390e05442" providerId="ADAL" clId="{4A92F0E4-7904-4767-B30D-FADB9C00A0FB}" dt="2025-06-05T16:08:56.059" v="24" actId="47"/>
        <pc:sldMkLst>
          <pc:docMk/>
          <pc:sldMk cId="613182143" sldId="276"/>
        </pc:sldMkLst>
      </pc:sldChg>
      <pc:sldChg chg="addSp modSp mod">
        <pc:chgData name="Shreyal Shah" userId="22fac80f-ba91-462e-9ba2-f96390e05442" providerId="ADAL" clId="{4A92F0E4-7904-4767-B30D-FADB9C00A0FB}" dt="2025-06-06T11:52:27.956" v="526" actId="1036"/>
        <pc:sldMkLst>
          <pc:docMk/>
          <pc:sldMk cId="488988543" sldId="283"/>
        </pc:sldMkLst>
        <pc:spChg chg="mod">
          <ac:chgData name="Shreyal Shah" userId="22fac80f-ba91-462e-9ba2-f96390e05442" providerId="ADAL" clId="{4A92F0E4-7904-4767-B30D-FADB9C00A0FB}" dt="2025-06-06T08:15:15.421" v="215" actId="207"/>
          <ac:spMkLst>
            <pc:docMk/>
            <pc:sldMk cId="488988543" sldId="283"/>
            <ac:spMk id="2" creationId="{961761E7-7858-CD57-5E5B-EF4DF820F39C}"/>
          </ac:spMkLst>
        </pc:spChg>
        <pc:spChg chg="mod">
          <ac:chgData name="Shreyal Shah" userId="22fac80f-ba91-462e-9ba2-f96390e05442" providerId="ADAL" clId="{4A92F0E4-7904-4767-B30D-FADB9C00A0FB}" dt="2025-06-06T11:06:14.637" v="223" actId="20577"/>
          <ac:spMkLst>
            <pc:docMk/>
            <pc:sldMk cId="488988543" sldId="283"/>
            <ac:spMk id="4" creationId="{B9B5016B-DAD7-D6D2-FB8A-8B57A4AD7B8B}"/>
          </ac:spMkLst>
        </pc:spChg>
        <pc:spChg chg="mod">
          <ac:chgData name="Shreyal Shah" userId="22fac80f-ba91-462e-9ba2-f96390e05442" providerId="ADAL" clId="{4A92F0E4-7904-4767-B30D-FADB9C00A0FB}" dt="2025-06-06T08:11:22.475" v="125" actId="1076"/>
          <ac:spMkLst>
            <pc:docMk/>
            <pc:sldMk cId="488988543" sldId="283"/>
            <ac:spMk id="5" creationId="{F07E8FF7-5A9A-A03F-E64B-3EC72D71B601}"/>
          </ac:spMkLst>
        </pc:spChg>
        <pc:spChg chg="mod">
          <ac:chgData name="Shreyal Shah" userId="22fac80f-ba91-462e-9ba2-f96390e05442" providerId="ADAL" clId="{4A92F0E4-7904-4767-B30D-FADB9C00A0FB}" dt="2025-06-06T08:13:50" v="146"/>
          <ac:spMkLst>
            <pc:docMk/>
            <pc:sldMk cId="488988543" sldId="283"/>
            <ac:spMk id="6" creationId="{E2861C6B-FC87-1D68-0F17-7401A1543751}"/>
          </ac:spMkLst>
        </pc:spChg>
        <pc:spChg chg="add mod">
          <ac:chgData name="Shreyal Shah" userId="22fac80f-ba91-462e-9ba2-f96390e05442" providerId="ADAL" clId="{4A92F0E4-7904-4767-B30D-FADB9C00A0FB}" dt="2025-06-06T08:13:56.624" v="147"/>
          <ac:spMkLst>
            <pc:docMk/>
            <pc:sldMk cId="488988543" sldId="283"/>
            <ac:spMk id="7" creationId="{D72830E4-84DD-1FD0-4ED3-B2A0AC4E706C}"/>
          </ac:spMkLst>
        </pc:spChg>
        <pc:spChg chg="add mod">
          <ac:chgData name="Shreyal Shah" userId="22fac80f-ba91-462e-9ba2-f96390e05442" providerId="ADAL" clId="{4A92F0E4-7904-4767-B30D-FADB9C00A0FB}" dt="2025-06-06T08:14:03.209" v="148"/>
          <ac:spMkLst>
            <pc:docMk/>
            <pc:sldMk cId="488988543" sldId="283"/>
            <ac:spMk id="9" creationId="{78F63CBB-870E-A9AE-19D9-99E2F9A16CEC}"/>
          </ac:spMkLst>
        </pc:spChg>
        <pc:spChg chg="add mod">
          <ac:chgData name="Shreyal Shah" userId="22fac80f-ba91-462e-9ba2-f96390e05442" providerId="ADAL" clId="{4A92F0E4-7904-4767-B30D-FADB9C00A0FB}" dt="2025-06-06T08:14:10.525" v="149"/>
          <ac:spMkLst>
            <pc:docMk/>
            <pc:sldMk cId="488988543" sldId="283"/>
            <ac:spMk id="11" creationId="{22781780-74FC-07B8-FD12-E79D539174A7}"/>
          </ac:spMkLst>
        </pc:spChg>
        <pc:spChg chg="add mod">
          <ac:chgData name="Shreyal Shah" userId="22fac80f-ba91-462e-9ba2-f96390e05442" providerId="ADAL" clId="{4A92F0E4-7904-4767-B30D-FADB9C00A0FB}" dt="2025-06-06T08:14:17.038" v="150"/>
          <ac:spMkLst>
            <pc:docMk/>
            <pc:sldMk cId="488988543" sldId="283"/>
            <ac:spMk id="12" creationId="{40114637-BF43-4DF3-1D57-3D61FAFF3E18}"/>
          </ac:spMkLst>
        </pc:spChg>
        <pc:spChg chg="add mod">
          <ac:chgData name="Shreyal Shah" userId="22fac80f-ba91-462e-9ba2-f96390e05442" providerId="ADAL" clId="{4A92F0E4-7904-4767-B30D-FADB9C00A0FB}" dt="2025-06-06T08:14:34.902" v="151" actId="2711"/>
          <ac:spMkLst>
            <pc:docMk/>
            <pc:sldMk cId="488988543" sldId="283"/>
            <ac:spMk id="15" creationId="{4CB5878E-BBF6-11C0-447A-B8C21731FDDA}"/>
          </ac:spMkLst>
        </pc:spChg>
        <pc:spChg chg="add mod">
          <ac:chgData name="Shreyal Shah" userId="22fac80f-ba91-462e-9ba2-f96390e05442" providerId="ADAL" clId="{4A92F0E4-7904-4767-B30D-FADB9C00A0FB}" dt="2025-06-06T08:14:34.902" v="151" actId="2711"/>
          <ac:spMkLst>
            <pc:docMk/>
            <pc:sldMk cId="488988543" sldId="283"/>
            <ac:spMk id="17" creationId="{AB3E2881-693C-581C-2D43-15FC50E36C76}"/>
          </ac:spMkLst>
        </pc:spChg>
        <pc:spChg chg="mod">
          <ac:chgData name="Shreyal Shah" userId="22fac80f-ba91-462e-9ba2-f96390e05442" providerId="ADAL" clId="{4A92F0E4-7904-4767-B30D-FADB9C00A0FB}" dt="2025-06-06T11:52:27.956" v="526" actId="1036"/>
          <ac:spMkLst>
            <pc:docMk/>
            <pc:sldMk cId="488988543" sldId="283"/>
            <ac:spMk id="117" creationId="{37CAF0F3-C0F8-1E4B-5384-D5ED156EE9CC}"/>
          </ac:spMkLst>
        </pc:spChg>
        <pc:spChg chg="mod">
          <ac:chgData name="Shreyal Shah" userId="22fac80f-ba91-462e-9ba2-f96390e05442" providerId="ADAL" clId="{4A92F0E4-7904-4767-B30D-FADB9C00A0FB}" dt="2025-06-06T11:52:27.956" v="526" actId="1036"/>
          <ac:spMkLst>
            <pc:docMk/>
            <pc:sldMk cId="488988543" sldId="283"/>
            <ac:spMk id="121" creationId="{870E21E5-74C5-600C-193E-6E70CE2505A5}"/>
          </ac:spMkLst>
        </pc:spChg>
        <pc:spChg chg="mod">
          <ac:chgData name="Shreyal Shah" userId="22fac80f-ba91-462e-9ba2-f96390e05442" providerId="ADAL" clId="{4A92F0E4-7904-4767-B30D-FADB9C00A0FB}" dt="2025-06-06T08:13:18.907" v="141" actId="404"/>
          <ac:spMkLst>
            <pc:docMk/>
            <pc:sldMk cId="488988543" sldId="283"/>
            <ac:spMk id="125" creationId="{C72475F2-776D-2B64-E828-02AB37707F12}"/>
          </ac:spMkLst>
        </pc:spChg>
        <pc:spChg chg="mod">
          <ac:chgData name="Shreyal Shah" userId="22fac80f-ba91-462e-9ba2-f96390e05442" providerId="ADAL" clId="{4A92F0E4-7904-4767-B30D-FADB9C00A0FB}" dt="2025-06-06T08:13:29.570" v="144"/>
          <ac:spMkLst>
            <pc:docMk/>
            <pc:sldMk cId="488988543" sldId="283"/>
            <ac:spMk id="126" creationId="{57B03235-0F68-4FFE-56E0-7C244F1A9BB8}"/>
          </ac:spMkLst>
        </pc:spChg>
        <pc:spChg chg="mod">
          <ac:chgData name="Shreyal Shah" userId="22fac80f-ba91-462e-9ba2-f96390e05442" providerId="ADAL" clId="{4A92F0E4-7904-4767-B30D-FADB9C00A0FB}" dt="2025-06-06T08:13:40.165" v="145"/>
          <ac:spMkLst>
            <pc:docMk/>
            <pc:sldMk cId="488988543" sldId="283"/>
            <ac:spMk id="127" creationId="{0B0C865C-E4FB-91E8-A845-AD5A94CF51AD}"/>
          </ac:spMkLst>
        </pc:spChg>
        <pc:spChg chg="mod">
          <ac:chgData name="Shreyal Shah" userId="22fac80f-ba91-462e-9ba2-f96390e05442" providerId="ADAL" clId="{4A92F0E4-7904-4767-B30D-FADB9C00A0FB}" dt="2025-06-06T11:52:24.354" v="519" actId="14100"/>
          <ac:spMkLst>
            <pc:docMk/>
            <pc:sldMk cId="488988543" sldId="283"/>
            <ac:spMk id="144" creationId="{3D6D07D8-6636-3393-BB97-94BFFC3596CA}"/>
          </ac:spMkLst>
        </pc:spChg>
        <pc:picChg chg="mod">
          <ac:chgData name="Shreyal Shah" userId="22fac80f-ba91-462e-9ba2-f96390e05442" providerId="ADAL" clId="{4A92F0E4-7904-4767-B30D-FADB9C00A0FB}" dt="2025-06-06T08:11:22.475" v="125" actId="1076"/>
          <ac:picMkLst>
            <pc:docMk/>
            <pc:sldMk cId="488988543" sldId="283"/>
            <ac:picMk id="8" creationId="{A2F449AB-6A6B-620C-0004-4FBA50F69F3B}"/>
          </ac:picMkLst>
        </pc:picChg>
        <pc:picChg chg="mod">
          <ac:chgData name="Shreyal Shah" userId="22fac80f-ba91-462e-9ba2-f96390e05442" providerId="ADAL" clId="{4A92F0E4-7904-4767-B30D-FADB9C00A0FB}" dt="2025-06-06T08:11:22.475" v="125" actId="1076"/>
          <ac:picMkLst>
            <pc:docMk/>
            <pc:sldMk cId="488988543" sldId="283"/>
            <ac:picMk id="10" creationId="{F844324B-30BA-C873-E303-5DE40BD02009}"/>
          </ac:picMkLst>
        </pc:picChg>
        <pc:cxnChg chg="mod">
          <ac:chgData name="Shreyal Shah" userId="22fac80f-ba91-462e-9ba2-f96390e05442" providerId="ADAL" clId="{4A92F0E4-7904-4767-B30D-FADB9C00A0FB}" dt="2025-06-06T11:52:27.956" v="526" actId="1036"/>
          <ac:cxnSpMkLst>
            <pc:docMk/>
            <pc:sldMk cId="488988543" sldId="283"/>
            <ac:cxnSpMk id="136" creationId="{7A8EFE62-4EDD-2A40-4B4E-967BE8882649}"/>
          </ac:cxnSpMkLst>
        </pc:cxnChg>
      </pc:sldChg>
      <pc:sldChg chg="addSp delSp modSp add mod">
        <pc:chgData name="Shreyal Shah" userId="22fac80f-ba91-462e-9ba2-f96390e05442" providerId="ADAL" clId="{4A92F0E4-7904-4767-B30D-FADB9C00A0FB}" dt="2025-06-06T11:25:44.504" v="518" actId="1036"/>
        <pc:sldMkLst>
          <pc:docMk/>
          <pc:sldMk cId="2349738384" sldId="2147483615"/>
        </pc:sldMkLst>
        <pc:spChg chg="mod">
          <ac:chgData name="Shreyal Shah" userId="22fac80f-ba91-462e-9ba2-f96390e05442" providerId="ADAL" clId="{4A92F0E4-7904-4767-B30D-FADB9C00A0FB}" dt="2025-06-06T11:24:26.308" v="482" actId="165"/>
          <ac:spMkLst>
            <pc:docMk/>
            <pc:sldMk cId="2349738384" sldId="2147483615"/>
            <ac:spMk id="13" creationId="{A14974C0-2F66-8100-B10E-06C6B534B6D4}"/>
          </ac:spMkLst>
        </pc:spChg>
        <pc:spChg chg="mod">
          <ac:chgData name="Shreyal Shah" userId="22fac80f-ba91-462e-9ba2-f96390e05442" providerId="ADAL" clId="{4A92F0E4-7904-4767-B30D-FADB9C00A0FB}" dt="2025-06-06T11:25:21.671" v="507" actId="6549"/>
          <ac:spMkLst>
            <pc:docMk/>
            <pc:sldMk cId="2349738384" sldId="2147483615"/>
            <ac:spMk id="17" creationId="{00816DBF-55C1-CE59-E08F-369BA553FEA2}"/>
          </ac:spMkLst>
        </pc:spChg>
        <pc:spChg chg="mod">
          <ac:chgData name="Shreyal Shah" userId="22fac80f-ba91-462e-9ba2-f96390e05442" providerId="ADAL" clId="{4A92F0E4-7904-4767-B30D-FADB9C00A0FB}" dt="2025-06-06T11:25:39.206" v="509" actId="20577"/>
          <ac:spMkLst>
            <pc:docMk/>
            <pc:sldMk cId="2349738384" sldId="2147483615"/>
            <ac:spMk id="20" creationId="{FD28B466-FC7A-471B-E222-2366DF21ED79}"/>
          </ac:spMkLst>
        </pc:spChg>
        <pc:spChg chg="mod">
          <ac:chgData name="Shreyal Shah" userId="22fac80f-ba91-462e-9ba2-f96390e05442" providerId="ADAL" clId="{4A92F0E4-7904-4767-B30D-FADB9C00A0FB}" dt="2025-06-06T11:24:26.308" v="482" actId="165"/>
          <ac:spMkLst>
            <pc:docMk/>
            <pc:sldMk cId="2349738384" sldId="2147483615"/>
            <ac:spMk id="22" creationId="{03DD481B-E6C7-EBED-6BAC-868D16C73D9E}"/>
          </ac:spMkLst>
        </pc:spChg>
        <pc:spChg chg="mod">
          <ac:chgData name="Shreyal Shah" userId="22fac80f-ba91-462e-9ba2-f96390e05442" providerId="ADAL" clId="{4A92F0E4-7904-4767-B30D-FADB9C00A0FB}" dt="2025-06-06T11:24:26.308" v="482" actId="165"/>
          <ac:spMkLst>
            <pc:docMk/>
            <pc:sldMk cId="2349738384" sldId="2147483615"/>
            <ac:spMk id="27" creationId="{C00BB463-B169-35BD-4AC9-303FF482BE40}"/>
          </ac:spMkLst>
        </pc:spChg>
        <pc:spChg chg="mod">
          <ac:chgData name="Shreyal Shah" userId="22fac80f-ba91-462e-9ba2-f96390e05442" providerId="ADAL" clId="{4A92F0E4-7904-4767-B30D-FADB9C00A0FB}" dt="2025-06-06T11:24:26.308" v="482" actId="165"/>
          <ac:spMkLst>
            <pc:docMk/>
            <pc:sldMk cId="2349738384" sldId="2147483615"/>
            <ac:spMk id="30" creationId="{BE8A0221-320C-C6E5-1B47-E476C2D298A5}"/>
          </ac:spMkLst>
        </pc:spChg>
        <pc:spChg chg="mod">
          <ac:chgData name="Shreyal Shah" userId="22fac80f-ba91-462e-9ba2-f96390e05442" providerId="ADAL" clId="{4A92F0E4-7904-4767-B30D-FADB9C00A0FB}" dt="2025-06-06T11:24:26.308" v="482" actId="165"/>
          <ac:spMkLst>
            <pc:docMk/>
            <pc:sldMk cId="2349738384" sldId="2147483615"/>
            <ac:spMk id="33" creationId="{E39D5C64-93E9-B3C4-110A-F14C023F1838}"/>
          </ac:spMkLst>
        </pc:spChg>
        <pc:spChg chg="mod">
          <ac:chgData name="Shreyal Shah" userId="22fac80f-ba91-462e-9ba2-f96390e05442" providerId="ADAL" clId="{4A92F0E4-7904-4767-B30D-FADB9C00A0FB}" dt="2025-06-06T11:14:37.707" v="272" actId="122"/>
          <ac:spMkLst>
            <pc:docMk/>
            <pc:sldMk cId="2349738384" sldId="2147483615"/>
            <ac:spMk id="37" creationId="{C9DB2756-D9E4-3456-6F83-C8E04D00F3BC}"/>
          </ac:spMkLst>
        </pc:spChg>
        <pc:spChg chg="mod">
          <ac:chgData name="Shreyal Shah" userId="22fac80f-ba91-462e-9ba2-f96390e05442" providerId="ADAL" clId="{4A92F0E4-7904-4767-B30D-FADB9C00A0FB}" dt="2025-06-06T11:24:26.308" v="482" actId="165"/>
          <ac:spMkLst>
            <pc:docMk/>
            <pc:sldMk cId="2349738384" sldId="2147483615"/>
            <ac:spMk id="40" creationId="{35EB0C49-2FDF-7048-496A-17CD238277EB}"/>
          </ac:spMkLst>
        </pc:spChg>
        <pc:spChg chg="mod">
          <ac:chgData name="Shreyal Shah" userId="22fac80f-ba91-462e-9ba2-f96390e05442" providerId="ADAL" clId="{4A92F0E4-7904-4767-B30D-FADB9C00A0FB}" dt="2025-06-06T11:24:26.308" v="482" actId="165"/>
          <ac:spMkLst>
            <pc:docMk/>
            <pc:sldMk cId="2349738384" sldId="2147483615"/>
            <ac:spMk id="55" creationId="{3A9076DD-BF23-F3C0-1933-7454A0BCCA8C}"/>
          </ac:spMkLst>
        </pc:spChg>
        <pc:spChg chg="mod">
          <ac:chgData name="Shreyal Shah" userId="22fac80f-ba91-462e-9ba2-f96390e05442" providerId="ADAL" clId="{4A92F0E4-7904-4767-B30D-FADB9C00A0FB}" dt="2025-06-06T11:25:18.057" v="506" actId="1076"/>
          <ac:spMkLst>
            <pc:docMk/>
            <pc:sldMk cId="2349738384" sldId="2147483615"/>
            <ac:spMk id="1084" creationId="{C1DE4F7B-F75A-2A30-D352-134CC83FCDC7}"/>
          </ac:spMkLst>
        </pc:spChg>
        <pc:picChg chg="mod">
          <ac:chgData name="Shreyal Shah" userId="22fac80f-ba91-462e-9ba2-f96390e05442" providerId="ADAL" clId="{4A92F0E4-7904-4767-B30D-FADB9C00A0FB}" dt="2025-06-06T11:25:44.504" v="518" actId="1036"/>
          <ac:picMkLst>
            <pc:docMk/>
            <pc:sldMk cId="2349738384" sldId="2147483615"/>
            <ac:picMk id="2" creationId="{7205ED01-4BC2-85B0-D22B-50549DDC924B}"/>
          </ac:picMkLst>
        </pc:picChg>
        <pc:picChg chg="add mod">
          <ac:chgData name="Shreyal Shah" userId="22fac80f-ba91-462e-9ba2-f96390e05442" providerId="ADAL" clId="{4A92F0E4-7904-4767-B30D-FADB9C00A0FB}" dt="2025-06-06T11:19:16.225" v="433" actId="1076"/>
          <ac:picMkLst>
            <pc:docMk/>
            <pc:sldMk cId="2349738384" sldId="2147483615"/>
            <ac:picMk id="1026" creationId="{5C5A4621-7319-4371-0EF9-B72809362FD4}"/>
          </ac:picMkLst>
        </pc:picChg>
        <pc:cxnChg chg="mod">
          <ac:chgData name="Shreyal Shah" userId="22fac80f-ba91-462e-9ba2-f96390e05442" providerId="ADAL" clId="{4A92F0E4-7904-4767-B30D-FADB9C00A0FB}" dt="2025-06-06T11:25:41.811" v="510" actId="478"/>
          <ac:cxnSpMkLst>
            <pc:docMk/>
            <pc:sldMk cId="2349738384" sldId="2147483615"/>
            <ac:cxnSpMk id="1046" creationId="{B1F0F758-7D7E-77F5-CA60-10A7CE41EA17}"/>
          </ac:cxnSpMkLst>
        </pc:cxnChg>
        <pc:cxnChg chg="mod">
          <ac:chgData name="Shreyal Shah" userId="22fac80f-ba91-462e-9ba2-f96390e05442" providerId="ADAL" clId="{4A92F0E4-7904-4767-B30D-FADB9C00A0FB}" dt="2025-06-06T11:24:23.295" v="481" actId="478"/>
          <ac:cxnSpMkLst>
            <pc:docMk/>
            <pc:sldMk cId="2349738384" sldId="2147483615"/>
            <ac:cxnSpMk id="1054" creationId="{B7C4A1BC-7A9E-B147-4FDC-04FEA7FD0EE5}"/>
          </ac:cxnSpMkLst>
        </pc:cxnChg>
        <pc:cxnChg chg="mod">
          <ac:chgData name="Shreyal Shah" userId="22fac80f-ba91-462e-9ba2-f96390e05442" providerId="ADAL" clId="{4A92F0E4-7904-4767-B30D-FADB9C00A0FB}" dt="2025-06-06T11:20:47.984" v="464" actId="692"/>
          <ac:cxnSpMkLst>
            <pc:docMk/>
            <pc:sldMk cId="2349738384" sldId="2147483615"/>
            <ac:cxnSpMk id="1060" creationId="{E24A0902-2F53-BD93-6752-45C713C68BC4}"/>
          </ac:cxnSpMkLst>
        </pc:cxnChg>
        <pc:cxnChg chg="mod">
          <ac:chgData name="Shreyal Shah" userId="22fac80f-ba91-462e-9ba2-f96390e05442" providerId="ADAL" clId="{4A92F0E4-7904-4767-B30D-FADB9C00A0FB}" dt="2025-06-06T11:24:23.295" v="481" actId="478"/>
          <ac:cxnSpMkLst>
            <pc:docMk/>
            <pc:sldMk cId="2349738384" sldId="2147483615"/>
            <ac:cxnSpMk id="1063" creationId="{7BBECD10-748C-4FB4-1072-BD873800B0CC}"/>
          </ac:cxnSpMkLst>
        </pc:cxnChg>
        <pc:cxnChg chg="mod">
          <ac:chgData name="Shreyal Shah" userId="22fac80f-ba91-462e-9ba2-f96390e05442" providerId="ADAL" clId="{4A92F0E4-7904-4767-B30D-FADB9C00A0FB}" dt="2025-06-06T11:24:23.295" v="481" actId="478"/>
          <ac:cxnSpMkLst>
            <pc:docMk/>
            <pc:sldMk cId="2349738384" sldId="2147483615"/>
            <ac:cxnSpMk id="1069" creationId="{148137C9-FA76-958E-F1E0-B6C89A4544FF}"/>
          </ac:cxnSpMkLst>
        </pc:cxnChg>
        <pc:cxnChg chg="mod">
          <ac:chgData name="Shreyal Shah" userId="22fac80f-ba91-462e-9ba2-f96390e05442" providerId="ADAL" clId="{4A92F0E4-7904-4767-B30D-FADB9C00A0FB}" dt="2025-06-06T11:24:23.295" v="481" actId="478"/>
          <ac:cxnSpMkLst>
            <pc:docMk/>
            <pc:sldMk cId="2349738384" sldId="2147483615"/>
            <ac:cxnSpMk id="1071" creationId="{726FB3C0-6A7D-BD82-465A-141FF2C409D9}"/>
          </ac:cxnSpMkLst>
        </pc:cxnChg>
        <pc:cxnChg chg="mod">
          <ac:chgData name="Shreyal Shah" userId="22fac80f-ba91-462e-9ba2-f96390e05442" providerId="ADAL" clId="{4A92F0E4-7904-4767-B30D-FADB9C00A0FB}" dt="2025-06-06T11:14:49.932" v="275" actId="478"/>
          <ac:cxnSpMkLst>
            <pc:docMk/>
            <pc:sldMk cId="2349738384" sldId="2147483615"/>
            <ac:cxnSpMk id="1074" creationId="{C234B937-38BC-56DD-6C42-173EDD925515}"/>
          </ac:cxnSpMkLst>
        </pc:cxnChg>
        <pc:cxnChg chg="mod">
          <ac:chgData name="Shreyal Shah" userId="22fac80f-ba91-462e-9ba2-f96390e05442" providerId="ADAL" clId="{4A92F0E4-7904-4767-B30D-FADB9C00A0FB}" dt="2025-06-06T11:24:23.295" v="481" actId="478"/>
          <ac:cxnSpMkLst>
            <pc:docMk/>
            <pc:sldMk cId="2349738384" sldId="2147483615"/>
            <ac:cxnSpMk id="1077" creationId="{7000E362-03B3-786E-3D91-5C944C8590BC}"/>
          </ac:cxnSpMkLst>
        </pc:cxnChg>
        <pc:cxnChg chg="mod">
          <ac:chgData name="Shreyal Shah" userId="22fac80f-ba91-462e-9ba2-f96390e05442" providerId="ADAL" clId="{4A92F0E4-7904-4767-B30D-FADB9C00A0FB}" dt="2025-06-06T11:24:23.295" v="481" actId="478"/>
          <ac:cxnSpMkLst>
            <pc:docMk/>
            <pc:sldMk cId="2349738384" sldId="2147483615"/>
            <ac:cxnSpMk id="1080" creationId="{7F89A668-0F3B-1FB6-9DF3-7937BFD2EAD0}"/>
          </ac:cxnSpMkLst>
        </pc:cxnChg>
      </pc:sldChg>
      <pc:sldChg chg="delSp modSp mod">
        <pc:chgData name="Shreyal Shah" userId="22fac80f-ba91-462e-9ba2-f96390e05442" providerId="ADAL" clId="{4A92F0E4-7904-4767-B30D-FADB9C00A0FB}" dt="2025-06-06T08:16:19.293" v="219" actId="12788"/>
        <pc:sldMkLst>
          <pc:docMk/>
          <pc:sldMk cId="27711919" sldId="2147483641"/>
        </pc:sldMkLst>
        <pc:spChg chg="mod">
          <ac:chgData name="Shreyal Shah" userId="22fac80f-ba91-462e-9ba2-f96390e05442" providerId="ADAL" clId="{4A92F0E4-7904-4767-B30D-FADB9C00A0FB}" dt="2025-06-06T08:16:12.273" v="218" actId="12788"/>
          <ac:spMkLst>
            <pc:docMk/>
            <pc:sldMk cId="27711919" sldId="2147483641"/>
            <ac:spMk id="8" creationId="{9392506E-D0DF-C6F2-8B30-69638FA42529}"/>
          </ac:spMkLst>
        </pc:spChg>
        <pc:spChg chg="mod">
          <ac:chgData name="Shreyal Shah" userId="22fac80f-ba91-462e-9ba2-f96390e05442" providerId="ADAL" clId="{4A92F0E4-7904-4767-B30D-FADB9C00A0FB}" dt="2025-06-06T08:16:19.293" v="219" actId="12788"/>
          <ac:spMkLst>
            <pc:docMk/>
            <pc:sldMk cId="27711919" sldId="2147483641"/>
            <ac:spMk id="60" creationId="{B99A81C0-A219-7B6F-332C-AA23134D5DD2}"/>
          </ac:spMkLst>
        </pc:spChg>
        <pc:spChg chg="mod">
          <ac:chgData name="Shreyal Shah" userId="22fac80f-ba91-462e-9ba2-f96390e05442" providerId="ADAL" clId="{4A92F0E4-7904-4767-B30D-FADB9C00A0FB}" dt="2025-06-06T08:16:12.273" v="218" actId="12788"/>
          <ac:spMkLst>
            <pc:docMk/>
            <pc:sldMk cId="27711919" sldId="2147483641"/>
            <ac:spMk id="61" creationId="{B852711A-0FF4-5DFB-9D9F-920586A68339}"/>
          </ac:spMkLst>
        </pc:spChg>
        <pc:spChg chg="mod">
          <ac:chgData name="Shreyal Shah" userId="22fac80f-ba91-462e-9ba2-f96390e05442" providerId="ADAL" clId="{4A92F0E4-7904-4767-B30D-FADB9C00A0FB}" dt="2025-06-06T08:16:19.293" v="219" actId="12788"/>
          <ac:spMkLst>
            <pc:docMk/>
            <pc:sldMk cId="27711919" sldId="2147483641"/>
            <ac:spMk id="63" creationId="{6184AF23-FC14-20C6-B84C-DAE2415ACCA1}"/>
          </ac:spMkLst>
        </pc:spChg>
        <pc:picChg chg="mod">
          <ac:chgData name="Shreyal Shah" userId="22fac80f-ba91-462e-9ba2-f96390e05442" providerId="ADAL" clId="{4A92F0E4-7904-4767-B30D-FADB9C00A0FB}" dt="2025-06-06T08:16:12.273" v="218" actId="12788"/>
          <ac:picMkLst>
            <pc:docMk/>
            <pc:sldMk cId="27711919" sldId="2147483641"/>
            <ac:picMk id="22" creationId="{29F912E3-CA2F-E29C-6CC8-75A72A4CAC70}"/>
          </ac:picMkLst>
        </pc:picChg>
        <pc:picChg chg="mod">
          <ac:chgData name="Shreyal Shah" userId="22fac80f-ba91-462e-9ba2-f96390e05442" providerId="ADAL" clId="{4A92F0E4-7904-4767-B30D-FADB9C00A0FB}" dt="2025-06-06T08:16:19.293" v="219" actId="12788"/>
          <ac:picMkLst>
            <pc:docMk/>
            <pc:sldMk cId="27711919" sldId="2147483641"/>
            <ac:picMk id="28" creationId="{78B19387-23FC-0A05-DE66-C15601B1B589}"/>
          </ac:picMkLst>
        </pc:picChg>
        <pc:cxnChg chg="mod">
          <ac:chgData name="Shreyal Shah" userId="22fac80f-ba91-462e-9ba2-f96390e05442" providerId="ADAL" clId="{4A92F0E4-7904-4767-B30D-FADB9C00A0FB}" dt="2025-06-05T16:04:05.603" v="1" actId="1076"/>
          <ac:cxnSpMkLst>
            <pc:docMk/>
            <pc:sldMk cId="27711919" sldId="2147483641"/>
            <ac:cxnSpMk id="17" creationId="{99BA6D15-7113-68AD-66FE-158914D9C2C8}"/>
          </ac:cxnSpMkLst>
        </pc:cxnChg>
        <pc:cxnChg chg="mod">
          <ac:chgData name="Shreyal Shah" userId="22fac80f-ba91-462e-9ba2-f96390e05442" providerId="ADAL" clId="{4A92F0E4-7904-4767-B30D-FADB9C00A0FB}" dt="2025-06-05T16:04:05.603" v="1" actId="1076"/>
          <ac:cxnSpMkLst>
            <pc:docMk/>
            <pc:sldMk cId="27711919" sldId="2147483641"/>
            <ac:cxnSpMk id="70" creationId="{B4C1FB5D-2EB6-6E94-D238-5B47508481EF}"/>
          </ac:cxnSpMkLst>
        </pc:cxnChg>
      </pc:sldChg>
      <pc:sldChg chg="modSp mod">
        <pc:chgData name="Shreyal Shah" userId="22fac80f-ba91-462e-9ba2-f96390e05442" providerId="ADAL" clId="{4A92F0E4-7904-4767-B30D-FADB9C00A0FB}" dt="2025-06-05T16:08:44.901" v="23" actId="113"/>
        <pc:sldMkLst>
          <pc:docMk/>
          <pc:sldMk cId="1587959230" sldId="2147483644"/>
        </pc:sldMkLst>
        <pc:spChg chg="mod">
          <ac:chgData name="Shreyal Shah" userId="22fac80f-ba91-462e-9ba2-f96390e05442" providerId="ADAL" clId="{4A92F0E4-7904-4767-B30D-FADB9C00A0FB}" dt="2025-06-05T16:08:26.536" v="22" actId="20577"/>
          <ac:spMkLst>
            <pc:docMk/>
            <pc:sldMk cId="1587959230" sldId="2147483644"/>
            <ac:spMk id="4" creationId="{856BF0DA-F67A-1A0F-FBE2-1A65B65B2601}"/>
          </ac:spMkLst>
        </pc:spChg>
      </pc:sldChg>
      <pc:sldChg chg="delSp modSp mod">
        <pc:chgData name="Shreyal Shah" userId="22fac80f-ba91-462e-9ba2-f96390e05442" providerId="ADAL" clId="{4A92F0E4-7904-4767-B30D-FADB9C00A0FB}" dt="2025-06-06T08:16:57.160" v="221" actId="207"/>
        <pc:sldMkLst>
          <pc:docMk/>
          <pc:sldMk cId="1051582632" sldId="2147483646"/>
        </pc:sldMkLst>
        <pc:spChg chg="mod">
          <ac:chgData name="Shreyal Shah" userId="22fac80f-ba91-462e-9ba2-f96390e05442" providerId="ADAL" clId="{4A92F0E4-7904-4767-B30D-FADB9C00A0FB}" dt="2025-06-06T08:16:57.160" v="221" actId="207"/>
          <ac:spMkLst>
            <pc:docMk/>
            <pc:sldMk cId="1051582632" sldId="2147483646"/>
            <ac:spMk id="8" creationId="{8D148D91-B819-E62B-F3C7-71BAD3989616}"/>
          </ac:spMkLst>
        </pc:spChg>
      </pc:sldChg>
      <pc:sldChg chg="modSp mod">
        <pc:chgData name="Shreyal Shah" userId="22fac80f-ba91-462e-9ba2-f96390e05442" providerId="ADAL" clId="{4A92F0E4-7904-4767-B30D-FADB9C00A0FB}" dt="2025-06-11T07:09:32.352" v="532" actId="14100"/>
        <pc:sldMkLst>
          <pc:docMk/>
          <pc:sldMk cId="2311675735" sldId="2147483647"/>
        </pc:sldMkLst>
        <pc:grpChg chg="mod">
          <ac:chgData name="Shreyal Shah" userId="22fac80f-ba91-462e-9ba2-f96390e05442" providerId="ADAL" clId="{4A92F0E4-7904-4767-B30D-FADB9C00A0FB}" dt="2025-06-11T07:09:32.352" v="532" actId="14100"/>
          <ac:grpSpMkLst>
            <pc:docMk/>
            <pc:sldMk cId="2311675735" sldId="2147483647"/>
            <ac:grpSpMk id="110" creationId="{A231C831-56FC-1E0A-DC1E-C0A8C2A682A7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D0EDB-6A01-4551-8B8B-98FC0E45C69C}" type="datetimeFigureOut">
              <a:t>6/6/2025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234270-C6CE-4BA2-95AA-1B0785AA69E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420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3AE112E-D3B1-8D7A-0D25-2913D2C5E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5397500" cy="2852737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DC481FC-D61F-38C7-6259-DE6EDFF0CDE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4"/>
            <a:ext cx="5397500" cy="44926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Month DD, YYYY</a:t>
            </a:r>
          </a:p>
        </p:txBody>
      </p:sp>
      <p:sp>
        <p:nvSpPr>
          <p:cNvPr id="9" name="Picture Placeholder 16">
            <a:extLst>
              <a:ext uri="{FF2B5EF4-FFF2-40B4-BE49-F238E27FC236}">
                <a16:creationId xmlns:a16="http://schemas.microsoft.com/office/drawing/2014/main" id="{F09C9B79-08DA-2912-C8AB-87355D8AF2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35177" y="0"/>
            <a:ext cx="5756823" cy="6858000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609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712EF5B-8A46-5474-AD88-C6FE8103F97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/>
            </a:lvl1pPr>
          </a:lstStyle>
          <a:p>
            <a:pPr lvl="0"/>
            <a:r>
              <a:rPr lang="en-US"/>
              <a:t>Body Header Font: Bierstadt + bold</a:t>
            </a:r>
          </a:p>
          <a:p>
            <a:pPr lvl="0"/>
            <a:r>
              <a:rPr lang="en-US"/>
              <a:t>Body Font: Arial Nova Light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8490378-C40B-F1C3-6BFC-ED9F758071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11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Bierstadt" panose="020B0004020202020204" pitchFamily="34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66433398-584C-8DA2-18E0-3F0E41CED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5825" y="301051"/>
            <a:ext cx="10515600" cy="7733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r>
              <a:rPr lang="en-US"/>
              <a:t>Title Font &amp; Size: Bierstadt + bold; 28 – short title; 24 – long title</a:t>
            </a:r>
          </a:p>
        </p:txBody>
      </p:sp>
    </p:spTree>
    <p:extLst>
      <p:ext uri="{BB962C8B-B14F-4D97-AF65-F5344CB8AC3E}">
        <p14:creationId xmlns:p14="http://schemas.microsoft.com/office/powerpoint/2010/main" val="3772964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3AE112E-D3B1-8D7A-0D25-2913D2C5E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5397500" cy="2852737"/>
          </a:xfrm>
        </p:spPr>
        <p:txBody>
          <a:bodyPr anchor="ctr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DC481FC-D61F-38C7-6259-DE6EDFF0CDE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4"/>
            <a:ext cx="5397500" cy="44926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Month DD, YYYY</a:t>
            </a:r>
          </a:p>
        </p:txBody>
      </p:sp>
      <p:sp>
        <p:nvSpPr>
          <p:cNvPr id="9" name="Picture Placeholder 16">
            <a:extLst>
              <a:ext uri="{FF2B5EF4-FFF2-40B4-BE49-F238E27FC236}">
                <a16:creationId xmlns:a16="http://schemas.microsoft.com/office/drawing/2014/main" id="{F09C9B79-08DA-2912-C8AB-87355D8AF2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35177" y="0"/>
            <a:ext cx="5756823" cy="6858000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333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0115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96618882-F951-759F-EEAA-997C20AB5F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7FFFFF"/>
                </a:solidFill>
              </a:defRPr>
            </a:lvl1pPr>
          </a:lstStyle>
          <a:p>
            <a:r>
              <a:rPr lang="en-US"/>
              <a:t>Section Separator Title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EF4D5E94-70AE-F46D-CC52-D25E96EF8CE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Bierstadt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Section Separator Subtitle</a:t>
            </a:r>
          </a:p>
        </p:txBody>
      </p:sp>
    </p:spTree>
    <p:extLst>
      <p:ext uri="{BB962C8B-B14F-4D97-AF65-F5344CB8AC3E}">
        <p14:creationId xmlns:p14="http://schemas.microsoft.com/office/powerpoint/2010/main" val="765712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544426-C329-3382-A4BB-BE6B60D1C6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20115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D001271-1D44-1644-BE87-E504199562CA}"/>
              </a:ext>
            </a:extLst>
          </p:cNvPr>
          <p:cNvSpPr/>
          <p:nvPr userDrawn="1"/>
        </p:nvSpPr>
        <p:spPr>
          <a:xfrm>
            <a:off x="4296000" y="1629000"/>
            <a:ext cx="3600000" cy="3600000"/>
          </a:xfrm>
          <a:prstGeom prst="ellipse">
            <a:avLst/>
          </a:prstGeom>
          <a:solidFill>
            <a:srgbClr val="00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Helvetica Ligh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90AEE8-4F6C-949B-4ED4-9E499821F43C}"/>
              </a:ext>
            </a:extLst>
          </p:cNvPr>
          <p:cNvSpPr txBox="1"/>
          <p:nvPr userDrawn="1"/>
        </p:nvSpPr>
        <p:spPr>
          <a:xfrm>
            <a:off x="2255520" y="2828835"/>
            <a:ext cx="7680960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6600" b="1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Thank You!</a:t>
            </a:r>
            <a:endParaRPr kumimoji="0" lang="en-IN" sz="6600" b="1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Bierstadt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1833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3AE112E-D3B1-8D7A-0D25-2913D2C5E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5397500" cy="2852737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DC481FC-D61F-38C7-6259-DE6EDFF0CDE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4"/>
            <a:ext cx="5397500" cy="44926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Month DD, YYYY</a:t>
            </a:r>
          </a:p>
        </p:txBody>
      </p:sp>
      <p:sp>
        <p:nvSpPr>
          <p:cNvPr id="9" name="Picture Placeholder 16">
            <a:extLst>
              <a:ext uri="{FF2B5EF4-FFF2-40B4-BE49-F238E27FC236}">
                <a16:creationId xmlns:a16="http://schemas.microsoft.com/office/drawing/2014/main" id="{F09C9B79-08DA-2912-C8AB-87355D8AF2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35177" y="0"/>
            <a:ext cx="5756823" cy="6858000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696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712EF5B-8A46-5474-AD88-C6FE8103F97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/>
            </a:lvl1pPr>
          </a:lstStyle>
          <a:p>
            <a:pPr lvl="0"/>
            <a:r>
              <a:rPr lang="en-US"/>
              <a:t>Body Header Font: Bierstadt + bold</a:t>
            </a:r>
          </a:p>
          <a:p>
            <a:pPr lvl="0"/>
            <a:r>
              <a:rPr lang="en-US"/>
              <a:t>Body Font: Arial Nova Light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8490378-C40B-F1C3-6BFC-ED9F758071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11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Bierstadt" panose="020B0004020202020204" pitchFamily="34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66433398-584C-8DA2-18E0-3F0E41CED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5825" y="301051"/>
            <a:ext cx="10515600" cy="7733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r>
              <a:rPr lang="en-US"/>
              <a:t>Title Font &amp; Size: Bierstadt + bold; 28 – short title; 24 – long title</a:t>
            </a:r>
          </a:p>
        </p:txBody>
      </p:sp>
    </p:spTree>
    <p:extLst>
      <p:ext uri="{BB962C8B-B14F-4D97-AF65-F5344CB8AC3E}">
        <p14:creationId xmlns:p14="http://schemas.microsoft.com/office/powerpoint/2010/main" val="1159726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3AE112E-D3B1-8D7A-0D25-2913D2C5E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5397500" cy="2852737"/>
          </a:xfrm>
        </p:spPr>
        <p:txBody>
          <a:bodyPr anchor="ctr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DC481FC-D61F-38C7-6259-DE6EDFF0CDE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4"/>
            <a:ext cx="5397500" cy="44926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Month DD, YYYY</a:t>
            </a:r>
          </a:p>
        </p:txBody>
      </p:sp>
      <p:sp>
        <p:nvSpPr>
          <p:cNvPr id="9" name="Picture Placeholder 16">
            <a:extLst>
              <a:ext uri="{FF2B5EF4-FFF2-40B4-BE49-F238E27FC236}">
                <a16:creationId xmlns:a16="http://schemas.microsoft.com/office/drawing/2014/main" id="{F09C9B79-08DA-2912-C8AB-87355D8AF2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35177" y="0"/>
            <a:ext cx="5756823" cy="6858000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313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0115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96618882-F951-759F-EEAA-997C20AB5F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7FFFFF"/>
                </a:solidFill>
              </a:defRPr>
            </a:lvl1pPr>
          </a:lstStyle>
          <a:p>
            <a:r>
              <a:rPr lang="en-US"/>
              <a:t>Section Separator Title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EF4D5E94-70AE-F46D-CC52-D25E96EF8CE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Bierstadt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Section Separator Subtitle</a:t>
            </a:r>
          </a:p>
        </p:txBody>
      </p:sp>
    </p:spTree>
    <p:extLst>
      <p:ext uri="{BB962C8B-B14F-4D97-AF65-F5344CB8AC3E}">
        <p14:creationId xmlns:p14="http://schemas.microsoft.com/office/powerpoint/2010/main" val="975273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544426-C329-3382-A4BB-BE6B60D1C6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20115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D001271-1D44-1644-BE87-E504199562CA}"/>
              </a:ext>
            </a:extLst>
          </p:cNvPr>
          <p:cNvSpPr/>
          <p:nvPr userDrawn="1"/>
        </p:nvSpPr>
        <p:spPr>
          <a:xfrm>
            <a:off x="4296000" y="1629000"/>
            <a:ext cx="3600000" cy="3600000"/>
          </a:xfrm>
          <a:prstGeom prst="ellipse">
            <a:avLst/>
          </a:prstGeom>
          <a:solidFill>
            <a:srgbClr val="00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Helvetica Ligh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90AEE8-4F6C-949B-4ED4-9E499821F43C}"/>
              </a:ext>
            </a:extLst>
          </p:cNvPr>
          <p:cNvSpPr txBox="1"/>
          <p:nvPr userDrawn="1"/>
        </p:nvSpPr>
        <p:spPr>
          <a:xfrm>
            <a:off x="2255520" y="2828835"/>
            <a:ext cx="7680960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6600" b="1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Thank You!</a:t>
            </a:r>
            <a:endParaRPr kumimoji="0" lang="en-IN" sz="6600" b="1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Bierstadt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17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6BD5360-495A-5351-276D-0292BE2A1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24417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4D1C980-34F9-A41F-F715-01AFB8C17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8319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85C4F31-B4A3-A48D-0C51-C4F636B03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12036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260EA36-C49B-17B1-2109-1DD483C9D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9862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E712501A-8F56-1FB5-D5FB-A9C8F11ED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74574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5C56F0E-DEA4-3E16-654D-4229F6BC8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61537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AC75A09-B7F5-E30F-27B9-3BD26C113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84980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46E0289-0E66-A8EF-1E7C-F868A5625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094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748DE22-116F-8C40-983A-B6271E544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7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F1CEEA4-FB52-FE69-E6BF-47863EDD1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9665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8907283-A45E-93B3-117A-4C956754F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2880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1">
            <a:extLst>
              <a:ext uri="{FF2B5EF4-FFF2-40B4-BE49-F238E27FC236}">
                <a16:creationId xmlns:a16="http://schemas.microsoft.com/office/drawing/2014/main" id="{BEAAADED-93A2-4F88-7463-419BCEE40A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0877" y="6429773"/>
            <a:ext cx="588169" cy="365125"/>
          </a:xfrm>
          <a:prstGeom prst="rect">
            <a:avLst/>
          </a:prstGeom>
        </p:spPr>
        <p:txBody>
          <a:bodyPr/>
          <a:lstStyle>
            <a:lvl1pPr algn="r">
              <a:defRPr sz="1300"/>
            </a:lvl1pPr>
          </a:lstStyle>
          <a:p>
            <a:fld id="{2FD38B3D-DDB3-4B49-8445-FCFD9226D8A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FA9ADB-4B7F-3A7C-BF99-5CFC75B39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1093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5825" y="301051"/>
            <a:ext cx="10515600" cy="7733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Title Font &amp; Size: Bierstadt + bold; 28 – short title; 24 – long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Body Header Font: Bierstadt + bold</a:t>
            </a:r>
          </a:p>
          <a:p>
            <a:pPr lvl="0"/>
            <a:r>
              <a:rPr lang="en-US"/>
              <a:t>Body Font: Arial Nova Light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D054D74-2AE3-8343-78D6-2D54D03A19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rcRect l="3025" t="24517" r="77718" b="27205"/>
          <a:stretch/>
        </p:blipFill>
        <p:spPr>
          <a:xfrm>
            <a:off x="112796" y="253426"/>
            <a:ext cx="786919" cy="7733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E074B2E-3972-618D-04F1-C57B470FDC18}"/>
              </a:ext>
            </a:extLst>
          </p:cNvPr>
          <p:cNvSpPr txBox="1"/>
          <p:nvPr userDrawn="1"/>
        </p:nvSpPr>
        <p:spPr>
          <a:xfrm>
            <a:off x="0" y="6642556"/>
            <a:ext cx="31540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Helvertica"/>
                <a:ea typeface="+mn-ea"/>
                <a:cs typeface="+mn-cs"/>
              </a:rPr>
              <a:t>@2025 AuxoAI – Confidential and Proprietary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5BF7FE3-AD8F-B849-E7DB-BCB7D8646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11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Bierstadt" panose="020B0004020202020204" pitchFamily="34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367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91" r:id="rId11"/>
    <p:sldLayoutId id="2147483792" r:id="rId12"/>
    <p:sldLayoutId id="2147483793" r:id="rId13"/>
    <p:sldLayoutId id="2147483794" r:id="rId14"/>
    <p:sldLayoutId id="2147483795" r:id="rId15"/>
    <p:sldLayoutId id="2147483796" r:id="rId16"/>
    <p:sldLayoutId id="2147483797" r:id="rId17"/>
    <p:sldLayoutId id="2147483798" r:id="rId18"/>
    <p:sldLayoutId id="2147483799" r:id="rId19"/>
    <p:sldLayoutId id="2147483800" r:id="rId20"/>
    <p:sldLayoutId id="2147483801" r:id="rId21"/>
    <p:sldLayoutId id="2147483802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rgbClr val="0CB765"/>
          </a:solidFill>
          <a:latin typeface="Bierstadt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 Nova Light" panose="020B03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 Nova Light" panose="020B03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 Nova Light" panose="020B03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 Nova Light" panose="020B03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 Nova Light" panose="020B03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sv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4B4E20D6-57A9-4D2F-8B75-CC027A82B14A}"/>
              </a:ext>
            </a:extLst>
          </p:cNvPr>
          <p:cNvGrpSpPr/>
          <p:nvPr/>
        </p:nvGrpSpPr>
        <p:grpSpPr>
          <a:xfrm>
            <a:off x="679838" y="-44191"/>
            <a:ext cx="10328204" cy="6946381"/>
            <a:chOff x="550510" y="-44191"/>
            <a:chExt cx="10328204" cy="6946381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9E6658D-24B4-48F0-C59A-57DBF25AFD18}"/>
                </a:ext>
              </a:extLst>
            </p:cNvPr>
            <p:cNvGrpSpPr/>
            <p:nvPr/>
          </p:nvGrpSpPr>
          <p:grpSpPr>
            <a:xfrm>
              <a:off x="5318451" y="0"/>
              <a:ext cx="5560263" cy="6858000"/>
              <a:chOff x="4374062" y="0"/>
              <a:chExt cx="6548920" cy="6858000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50EE8099-1B7C-0E7C-C44D-F61EB9F54D12}"/>
                  </a:ext>
                </a:extLst>
              </p:cNvPr>
              <p:cNvSpPr/>
              <p:nvPr/>
            </p:nvSpPr>
            <p:spPr>
              <a:xfrm>
                <a:off x="4374062" y="0"/>
                <a:ext cx="6548920" cy="6858000"/>
              </a:xfrm>
              <a:custGeom>
                <a:avLst/>
                <a:gdLst>
                  <a:gd name="connsiteX0" fmla="*/ 0 w 6548920"/>
                  <a:gd name="connsiteY0" fmla="*/ 0 h 6858000"/>
                  <a:gd name="connsiteX1" fmla="*/ 5681428 w 6548920"/>
                  <a:gd name="connsiteY1" fmla="*/ 0 h 6858000"/>
                  <a:gd name="connsiteX2" fmla="*/ 5838922 w 6548920"/>
                  <a:gd name="connsiteY2" fmla="*/ 307502 h 6858000"/>
                  <a:gd name="connsiteX3" fmla="*/ 6548920 w 6548920"/>
                  <a:gd name="connsiteY3" fmla="*/ 3429000 h 6858000"/>
                  <a:gd name="connsiteX4" fmla="*/ 5838922 w 6548920"/>
                  <a:gd name="connsiteY4" fmla="*/ 6550498 h 6858000"/>
                  <a:gd name="connsiteX5" fmla="*/ 5681428 w 6548920"/>
                  <a:gd name="connsiteY5" fmla="*/ 6858000 h 6858000"/>
                  <a:gd name="connsiteX6" fmla="*/ 0 w 6548920"/>
                  <a:gd name="connsiteY6" fmla="*/ 6858000 h 6858000"/>
                  <a:gd name="connsiteX7" fmla="*/ 52390 w 6548920"/>
                  <a:gd name="connsiteY7" fmla="*/ 6848644 h 6858000"/>
                  <a:gd name="connsiteX8" fmla="*/ 2839480 w 6548920"/>
                  <a:gd name="connsiteY8" fmla="*/ 3429000 h 6858000"/>
                  <a:gd name="connsiteX9" fmla="*/ 52390 w 6548920"/>
                  <a:gd name="connsiteY9" fmla="*/ 9356 h 6858000"/>
                  <a:gd name="connsiteX10" fmla="*/ 0 w 6548920"/>
                  <a:gd name="connsiteY10" fmla="*/ 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548920" h="6858000">
                    <a:moveTo>
                      <a:pt x="0" y="0"/>
                    </a:moveTo>
                    <a:lnTo>
                      <a:pt x="5681428" y="0"/>
                    </a:lnTo>
                    <a:lnTo>
                      <a:pt x="5838922" y="307502"/>
                    </a:lnTo>
                    <a:cubicBezTo>
                      <a:pt x="6293932" y="1251803"/>
                      <a:pt x="6548920" y="2310624"/>
                      <a:pt x="6548920" y="3429000"/>
                    </a:cubicBezTo>
                    <a:cubicBezTo>
                      <a:pt x="6548920" y="4547377"/>
                      <a:pt x="6293932" y="5606198"/>
                      <a:pt x="5838922" y="6550498"/>
                    </a:cubicBezTo>
                    <a:lnTo>
                      <a:pt x="5681428" y="6858000"/>
                    </a:lnTo>
                    <a:lnTo>
                      <a:pt x="0" y="6858000"/>
                    </a:lnTo>
                    <a:lnTo>
                      <a:pt x="52390" y="6848644"/>
                    </a:lnTo>
                    <a:cubicBezTo>
                      <a:pt x="1642979" y="6523163"/>
                      <a:pt x="2839480" y="5115810"/>
                      <a:pt x="2839480" y="3429000"/>
                    </a:cubicBezTo>
                    <a:cubicBezTo>
                      <a:pt x="2839480" y="1742190"/>
                      <a:pt x="1642979" y="334837"/>
                      <a:pt x="52390" y="9356"/>
                    </a:cubicBez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saturation sat="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D2061C5B-82BF-993F-70E1-3E60AD938E4D}"/>
                  </a:ext>
                </a:extLst>
              </p:cNvPr>
              <p:cNvSpPr/>
              <p:nvPr/>
            </p:nvSpPr>
            <p:spPr>
              <a:xfrm>
                <a:off x="4374062" y="0"/>
                <a:ext cx="6548920" cy="6858000"/>
              </a:xfrm>
              <a:custGeom>
                <a:avLst/>
                <a:gdLst>
                  <a:gd name="connsiteX0" fmla="*/ 0 w 6548920"/>
                  <a:gd name="connsiteY0" fmla="*/ 0 h 6858000"/>
                  <a:gd name="connsiteX1" fmla="*/ 5681428 w 6548920"/>
                  <a:gd name="connsiteY1" fmla="*/ 0 h 6858000"/>
                  <a:gd name="connsiteX2" fmla="*/ 5838922 w 6548920"/>
                  <a:gd name="connsiteY2" fmla="*/ 307502 h 6858000"/>
                  <a:gd name="connsiteX3" fmla="*/ 6548920 w 6548920"/>
                  <a:gd name="connsiteY3" fmla="*/ 3429000 h 6858000"/>
                  <a:gd name="connsiteX4" fmla="*/ 5838922 w 6548920"/>
                  <a:gd name="connsiteY4" fmla="*/ 6550498 h 6858000"/>
                  <a:gd name="connsiteX5" fmla="*/ 5681428 w 6548920"/>
                  <a:gd name="connsiteY5" fmla="*/ 6858000 h 6858000"/>
                  <a:gd name="connsiteX6" fmla="*/ 0 w 6548920"/>
                  <a:gd name="connsiteY6" fmla="*/ 6858000 h 6858000"/>
                  <a:gd name="connsiteX7" fmla="*/ 52390 w 6548920"/>
                  <a:gd name="connsiteY7" fmla="*/ 6848644 h 6858000"/>
                  <a:gd name="connsiteX8" fmla="*/ 2839480 w 6548920"/>
                  <a:gd name="connsiteY8" fmla="*/ 3429000 h 6858000"/>
                  <a:gd name="connsiteX9" fmla="*/ 52390 w 6548920"/>
                  <a:gd name="connsiteY9" fmla="*/ 9356 h 6858000"/>
                  <a:gd name="connsiteX10" fmla="*/ 0 w 6548920"/>
                  <a:gd name="connsiteY10" fmla="*/ 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548920" h="6858000">
                    <a:moveTo>
                      <a:pt x="0" y="0"/>
                    </a:moveTo>
                    <a:lnTo>
                      <a:pt x="5681428" y="0"/>
                    </a:lnTo>
                    <a:lnTo>
                      <a:pt x="5838922" y="307502"/>
                    </a:lnTo>
                    <a:cubicBezTo>
                      <a:pt x="6293932" y="1251803"/>
                      <a:pt x="6548920" y="2310624"/>
                      <a:pt x="6548920" y="3429000"/>
                    </a:cubicBezTo>
                    <a:cubicBezTo>
                      <a:pt x="6548920" y="4547377"/>
                      <a:pt x="6293932" y="5606198"/>
                      <a:pt x="5838922" y="6550498"/>
                    </a:cubicBezTo>
                    <a:lnTo>
                      <a:pt x="5681428" y="6858000"/>
                    </a:lnTo>
                    <a:lnTo>
                      <a:pt x="0" y="6858000"/>
                    </a:lnTo>
                    <a:lnTo>
                      <a:pt x="52390" y="6848644"/>
                    </a:lnTo>
                    <a:cubicBezTo>
                      <a:pt x="1642979" y="6523163"/>
                      <a:pt x="2839480" y="5115810"/>
                      <a:pt x="2839480" y="3429000"/>
                    </a:cubicBezTo>
                    <a:cubicBezTo>
                      <a:pt x="2839480" y="1742190"/>
                      <a:pt x="1642979" y="334837"/>
                      <a:pt x="52390" y="935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7693A">
                  <a:alpha val="4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2" name="Arc 31">
              <a:extLst>
                <a:ext uri="{FF2B5EF4-FFF2-40B4-BE49-F238E27FC236}">
                  <a16:creationId xmlns:a16="http://schemas.microsoft.com/office/drawing/2014/main" id="{EA8AD077-A0F1-3A8A-A68A-2FB1C1EC77F8}"/>
                </a:ext>
              </a:extLst>
            </p:cNvPr>
            <p:cNvSpPr/>
            <p:nvPr/>
          </p:nvSpPr>
          <p:spPr>
            <a:xfrm>
              <a:off x="550510" y="-44191"/>
              <a:ext cx="6946381" cy="6946381"/>
            </a:xfrm>
            <a:prstGeom prst="arc">
              <a:avLst>
                <a:gd name="adj1" fmla="val 16729360"/>
                <a:gd name="adj2" fmla="val 4802963"/>
              </a:avLst>
            </a:prstGeom>
            <a:ln>
              <a:solidFill>
                <a:srgbClr val="0989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8" name="Title 3">
            <a:extLst>
              <a:ext uri="{FF2B5EF4-FFF2-40B4-BE49-F238E27FC236}">
                <a16:creationId xmlns:a16="http://schemas.microsoft.com/office/drawing/2014/main" id="{25F957F6-BDE1-FC88-831E-437BABD7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414" y="2491186"/>
            <a:ext cx="5397500" cy="1556516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IN" sz="3600" dirty="0">
                <a:solidFill>
                  <a:srgbClr val="0CB765"/>
                </a:solidFill>
                <a:latin typeface="Poppins"/>
                <a:cs typeface="Poppins"/>
              </a:rPr>
              <a:t>athenahealth - </a:t>
            </a:r>
            <a:r>
              <a:rPr lang="en-IN" sz="3600" dirty="0">
                <a:latin typeface="Poppins"/>
                <a:cs typeface="Poppins"/>
              </a:rPr>
              <a:t>Identity Resolution</a:t>
            </a:r>
            <a:endParaRPr lang="en-IN" sz="2400" dirty="0">
              <a:latin typeface="Poppins"/>
              <a:cs typeface="Poppins"/>
            </a:endParaRP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07596717-2F88-F394-C7D5-F7E97239A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6414" y="4454070"/>
            <a:ext cx="5397500" cy="449262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IN" sz="2800" dirty="0">
                <a:latin typeface="Poppins Light" panose="00000400000000000000" pitchFamily="2" charset="0"/>
                <a:cs typeface="Poppins Light" panose="00000400000000000000" pitchFamily="2" charset="0"/>
              </a:rPr>
              <a:t>June 2025</a:t>
            </a:r>
          </a:p>
        </p:txBody>
      </p:sp>
    </p:spTree>
    <p:extLst>
      <p:ext uri="{BB962C8B-B14F-4D97-AF65-F5344CB8AC3E}">
        <p14:creationId xmlns:p14="http://schemas.microsoft.com/office/powerpoint/2010/main" val="1364744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9D10B3-3888-D0E5-BD1F-F05737FF3E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2072A">
                    <a:tint val="75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2072A">
                  <a:tint val="75000"/>
                </a:srgbClr>
              </a:solidFill>
              <a:effectLst/>
              <a:uLnTx/>
              <a:uFillTx/>
              <a:latin typeface="Bierstad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425707E-DFD0-0359-08C4-8C575AAB3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327" y="416044"/>
            <a:ext cx="11162473" cy="627421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1">
                    <a:lumMod val="10000"/>
                  </a:schemeClr>
                </a:solidFill>
                <a:latin typeface="Poppins"/>
                <a:cs typeface="Poppins"/>
              </a:rPr>
              <a:t>Current State and Future Needs </a:t>
            </a:r>
            <a:endParaRPr lang="en-IN" sz="2400" dirty="0">
              <a:solidFill>
                <a:schemeClr val="accent1">
                  <a:lumMod val="1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92506E-D0DF-C6F2-8B30-69638FA42529}"/>
              </a:ext>
            </a:extLst>
          </p:cNvPr>
          <p:cNvSpPr txBox="1"/>
          <p:nvPr/>
        </p:nvSpPr>
        <p:spPr>
          <a:xfrm>
            <a:off x="874703" y="2400307"/>
            <a:ext cx="481880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0" algn="ctr">
              <a:spcAft>
                <a:spcPts val="1000"/>
              </a:spcAft>
              <a:defRPr/>
            </a:pPr>
            <a:r>
              <a:rPr lang="en-US" sz="2400" b="1" dirty="0">
                <a:solidFill>
                  <a:srgbClr val="088248"/>
                </a:solidFill>
                <a:latin typeface="Poppins"/>
                <a:cs typeface="Poppins"/>
              </a:rPr>
              <a:t>Current Challenges</a:t>
            </a:r>
            <a:endParaRPr lang="en-US" b="1" dirty="0">
              <a:solidFill>
                <a:srgbClr val="088248"/>
              </a:solidFill>
              <a:latin typeface="Poppins"/>
              <a:cs typeface="Poppin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852711A-0FF4-5DFB-9D9F-920586A68339}"/>
              </a:ext>
            </a:extLst>
          </p:cNvPr>
          <p:cNvSpPr txBox="1"/>
          <p:nvPr/>
        </p:nvSpPr>
        <p:spPr>
          <a:xfrm>
            <a:off x="681947" y="3599873"/>
            <a:ext cx="5204312" cy="1692771"/>
          </a:xfrm>
          <a:prstGeom prst="rect">
            <a:avLst/>
          </a:prstGeom>
          <a:noFill/>
        </p:spPr>
        <p:txBody>
          <a:bodyPr wrap="square" lIns="54000" tIns="45720" rIns="54000" bIns="45720" rtlCol="0" anchor="t">
            <a:spAutoFit/>
          </a:bodyPr>
          <a:lstStyle/>
          <a:p>
            <a:pPr marL="285750" indent="-285750">
              <a:spcAft>
                <a:spcPts val="800"/>
              </a:spcAft>
              <a:buClr>
                <a:srgbClr val="C5CCFC">
                  <a:lumMod val="25000"/>
                </a:srgbClr>
              </a:buClr>
              <a:buFont typeface="Comic Sans MS" panose="030F0702030302020204" pitchFamily="66" charset="0"/>
              <a:buChar char="x"/>
              <a:defRPr/>
            </a:pPr>
            <a:r>
              <a:rPr lang="en-US" sz="1400" dirty="0">
                <a:solidFill>
                  <a:srgbClr val="02072A"/>
                </a:solidFill>
                <a:latin typeface="Poppins Light"/>
                <a:cs typeface="Poppins Light"/>
              </a:rPr>
              <a:t>Hosted, opaque model limits visibility and customization</a:t>
            </a:r>
          </a:p>
          <a:p>
            <a:pPr marL="285750" indent="-285750">
              <a:spcAft>
                <a:spcPts val="800"/>
              </a:spcAft>
              <a:buClr>
                <a:srgbClr val="C5CCFC">
                  <a:lumMod val="25000"/>
                </a:srgbClr>
              </a:buClr>
              <a:buFont typeface="Comic Sans MS" panose="030F0702030302020204" pitchFamily="66" charset="0"/>
              <a:buChar char="x"/>
              <a:defRPr/>
            </a:pPr>
            <a:r>
              <a:rPr lang="en-US" sz="1400" dirty="0">
                <a:solidFill>
                  <a:srgbClr val="02072A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Unable to independently troubleshoot matching issues</a:t>
            </a:r>
          </a:p>
          <a:p>
            <a:pPr marL="285750" indent="-285750">
              <a:spcAft>
                <a:spcPts val="800"/>
              </a:spcAft>
              <a:buClr>
                <a:srgbClr val="C5CCFC">
                  <a:lumMod val="25000"/>
                </a:srgbClr>
              </a:buClr>
              <a:buFont typeface="Comic Sans MS" panose="030F0702030302020204" pitchFamily="66" charset="0"/>
              <a:buChar char="x"/>
              <a:defRPr/>
            </a:pPr>
            <a:r>
              <a:rPr lang="en-US" sz="1400" dirty="0">
                <a:solidFill>
                  <a:srgbClr val="02072A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No easy way to validate or tune match logic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C5CCFC">
                  <a:lumMod val="25000"/>
                </a:srgbClr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2072A"/>
              </a:solidFill>
              <a:effectLst/>
              <a:uLnTx/>
              <a:uFillTx/>
              <a:latin typeface="Poppins Light" panose="00000400000000000000" pitchFamily="2" charset="0"/>
              <a:ea typeface="+mn-ea"/>
              <a:cs typeface="Poppins Light" panose="00000400000000000000" pitchFamily="2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99A81C0-A219-7B6F-332C-AA23134D5DD2}"/>
              </a:ext>
            </a:extLst>
          </p:cNvPr>
          <p:cNvSpPr txBox="1"/>
          <p:nvPr/>
        </p:nvSpPr>
        <p:spPr>
          <a:xfrm>
            <a:off x="6497675" y="2400308"/>
            <a:ext cx="49729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spcAft>
                <a:spcPts val="1000"/>
              </a:spcAft>
              <a:defRPr/>
            </a:pPr>
            <a:r>
              <a:rPr lang="en-IN" sz="2400" b="1" dirty="0">
                <a:solidFill>
                  <a:srgbClr val="088248"/>
                </a:solidFill>
                <a:latin typeface="Poppins"/>
                <a:cs typeface="Poppins"/>
              </a:rPr>
              <a:t>Desired Future State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184AF23-FC14-20C6-B84C-DAE2415ACCA1}"/>
              </a:ext>
            </a:extLst>
          </p:cNvPr>
          <p:cNvSpPr txBox="1"/>
          <p:nvPr/>
        </p:nvSpPr>
        <p:spPr>
          <a:xfrm>
            <a:off x="6421413" y="3599873"/>
            <a:ext cx="5125492" cy="233910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285750" marR="0" lvl="0" indent="-285750" fontAlgn="auto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C5CCFC">
                  <a:lumMod val="25000"/>
                </a:srgbClr>
              </a:buClr>
              <a:buSzTx/>
              <a:buFont typeface="Wingdings" panose="05000000000000000000" pitchFamily="2" charset="2"/>
              <a:buChar char="ü"/>
              <a:tabLst/>
              <a:defRPr sz="105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>
              <a:spcAft>
                <a:spcPts val="800"/>
              </a:spcAft>
              <a:defRPr/>
            </a:pPr>
            <a:r>
              <a:rPr lang="en-US" sz="1400" dirty="0">
                <a:solidFill>
                  <a:srgbClr val="02072A"/>
                </a:solidFill>
              </a:rPr>
              <a:t>Intelligent system which leverages both </a:t>
            </a:r>
            <a:r>
              <a:rPr lang="en-US" sz="1400" b="1" dirty="0">
                <a:solidFill>
                  <a:srgbClr val="02072A"/>
                </a:solidFill>
              </a:rPr>
              <a:t>deterministic + probabilistic </a:t>
            </a:r>
            <a:r>
              <a:rPr lang="en-US" sz="1400" dirty="0">
                <a:solidFill>
                  <a:srgbClr val="02072A"/>
                </a:solidFill>
              </a:rPr>
              <a:t>matching approaches</a:t>
            </a:r>
          </a:p>
          <a:p>
            <a:pPr>
              <a:spcAft>
                <a:spcPts val="800"/>
              </a:spcAft>
              <a:defRPr/>
            </a:pPr>
            <a:r>
              <a:rPr lang="en-US" sz="1400" dirty="0">
                <a:solidFill>
                  <a:srgbClr val="02072A"/>
                </a:solidFill>
              </a:rPr>
              <a:t>Ability to set rules, review scores, and establish thresholds for match confidence levels (increased explainability)</a:t>
            </a:r>
          </a:p>
          <a:p>
            <a:pPr>
              <a:spcAft>
                <a:spcPts val="800"/>
              </a:spcAft>
              <a:defRPr/>
            </a:pPr>
            <a:r>
              <a:rPr lang="en-US" sz="1400" dirty="0">
                <a:solidFill>
                  <a:srgbClr val="02072A"/>
                </a:solidFill>
              </a:rPr>
              <a:t>Ability to democratize master customer IDs across athenahealth data ecosystem</a:t>
            </a:r>
          </a:p>
          <a:p>
            <a:pPr>
              <a:spcAft>
                <a:spcPts val="800"/>
              </a:spcAft>
              <a:defRPr/>
            </a:pPr>
            <a:r>
              <a:rPr lang="en-US" sz="1400" dirty="0">
                <a:solidFill>
                  <a:srgbClr val="02072A"/>
                </a:solidFill>
              </a:rPr>
              <a:t>Resolve anonymous users through identity vendor integrations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B4C1FB5D-2EB6-6E94-D238-5B47508481EF}"/>
              </a:ext>
            </a:extLst>
          </p:cNvPr>
          <p:cNvCxnSpPr>
            <a:cxnSpLocks/>
          </p:cNvCxnSpPr>
          <p:nvPr/>
        </p:nvCxnSpPr>
        <p:spPr>
          <a:xfrm>
            <a:off x="782554" y="3258127"/>
            <a:ext cx="10387221" cy="0"/>
          </a:xfrm>
          <a:prstGeom prst="line">
            <a:avLst/>
          </a:prstGeom>
          <a:ln>
            <a:solidFill>
              <a:schemeClr val="bg2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9BA6D15-7113-68AD-66FE-158914D9C2C8}"/>
              </a:ext>
            </a:extLst>
          </p:cNvPr>
          <p:cNvCxnSpPr>
            <a:cxnSpLocks/>
          </p:cNvCxnSpPr>
          <p:nvPr/>
        </p:nvCxnSpPr>
        <p:spPr>
          <a:xfrm>
            <a:off x="782554" y="6060337"/>
            <a:ext cx="10387221" cy="0"/>
          </a:xfrm>
          <a:prstGeom prst="line">
            <a:avLst/>
          </a:prstGeom>
          <a:ln>
            <a:solidFill>
              <a:schemeClr val="bg2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phic 21" descr="Gears outline">
            <a:extLst>
              <a:ext uri="{FF2B5EF4-FFF2-40B4-BE49-F238E27FC236}">
                <a16:creationId xmlns:a16="http://schemas.microsoft.com/office/drawing/2014/main" id="{29F912E3-CA2F-E29C-6CC8-75A72A4CAC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24103" y="1516139"/>
            <a:ext cx="720000" cy="720000"/>
          </a:xfrm>
          <a:prstGeom prst="rect">
            <a:avLst/>
          </a:prstGeom>
        </p:spPr>
      </p:pic>
      <p:pic>
        <p:nvPicPr>
          <p:cNvPr id="28" name="Graphic 27" descr="Lightbulb and gear outline">
            <a:extLst>
              <a:ext uri="{FF2B5EF4-FFF2-40B4-BE49-F238E27FC236}">
                <a16:creationId xmlns:a16="http://schemas.microsoft.com/office/drawing/2014/main" id="{78B19387-23FC-0A05-DE66-C15601B1B5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24159" y="1516139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1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rrow: Down 19">
            <a:extLst>
              <a:ext uri="{FF2B5EF4-FFF2-40B4-BE49-F238E27FC236}">
                <a16:creationId xmlns:a16="http://schemas.microsoft.com/office/drawing/2014/main" id="{8A5DA622-9587-1AE3-7C2F-57928997AF26}"/>
              </a:ext>
            </a:extLst>
          </p:cNvPr>
          <p:cNvSpPr/>
          <p:nvPr/>
        </p:nvSpPr>
        <p:spPr>
          <a:xfrm>
            <a:off x="582561" y="1747684"/>
            <a:ext cx="191729" cy="3504795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73376B-1B08-DA0A-DD84-953F0E6512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7985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2072A">
                    <a:tint val="75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2072A">
                  <a:tint val="75000"/>
                </a:srgbClr>
              </a:solidFill>
              <a:effectLst/>
              <a:uLnTx/>
              <a:uFillTx/>
              <a:latin typeface="Bierstadt" panose="020B0004020202020204" pitchFamily="34" charset="0"/>
              <a:ea typeface="+mn-ea"/>
              <a:cs typeface="+mn-cs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A293A606-BF6D-D6CA-764F-AD60795D6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825" y="301051"/>
            <a:ext cx="10515600" cy="773333"/>
          </a:xfrm>
        </p:spPr>
        <p:txBody>
          <a:bodyPr>
            <a:noAutofit/>
          </a:bodyPr>
          <a:lstStyle/>
          <a:p>
            <a:r>
              <a:rPr lang="en-US" sz="2200" dirty="0">
                <a:solidFill>
                  <a:schemeClr val="tx2"/>
                </a:solidFill>
                <a:latin typeface="Poppins"/>
                <a:cs typeface="Poppins"/>
              </a:rPr>
              <a:t>Popular Python Identity Matching Solutions</a:t>
            </a:r>
            <a:endParaRPr lang="en-IN" sz="2200" dirty="0">
              <a:solidFill>
                <a:schemeClr val="tx2"/>
              </a:solidFill>
              <a:latin typeface="Poppins"/>
              <a:cs typeface="Poppins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EBB0122-796D-88B4-3ECE-33C5C8C0F372}"/>
              </a:ext>
            </a:extLst>
          </p:cNvPr>
          <p:cNvSpPr/>
          <p:nvPr/>
        </p:nvSpPr>
        <p:spPr>
          <a:xfrm>
            <a:off x="1041121" y="1214491"/>
            <a:ext cx="2524335" cy="41100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88248">
                  <a:alpha val="0"/>
                </a:srgbClr>
              </a:gs>
              <a:gs pos="49000">
                <a:srgbClr val="088248"/>
              </a:gs>
              <a:gs pos="100000">
                <a:srgbClr val="08824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100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</a:t>
            </a:r>
            <a:r>
              <a:rPr lang="en-IN" sz="1100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ACKAGE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F794AFD-B25F-019C-9877-7211C360F067}"/>
              </a:ext>
            </a:extLst>
          </p:cNvPr>
          <p:cNvSpPr/>
          <p:nvPr/>
        </p:nvSpPr>
        <p:spPr>
          <a:xfrm>
            <a:off x="3716945" y="1204247"/>
            <a:ext cx="4245549" cy="41100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88248">
                  <a:alpha val="0"/>
                </a:srgbClr>
              </a:gs>
              <a:gs pos="49000">
                <a:srgbClr val="088248"/>
              </a:gs>
              <a:gs pos="100000">
                <a:srgbClr val="08824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</a:t>
            </a:r>
            <a:r>
              <a:rPr lang="en-IN" sz="1100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PPROACH</a:t>
            </a:r>
            <a:endParaRPr kumimoji="0" lang="en-IN" sz="1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AA601DB-D212-E0DF-1B26-0FECB2B51CA9}"/>
              </a:ext>
            </a:extLst>
          </p:cNvPr>
          <p:cNvSpPr/>
          <p:nvPr/>
        </p:nvSpPr>
        <p:spPr>
          <a:xfrm>
            <a:off x="8162661" y="1204242"/>
            <a:ext cx="3131856" cy="41100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88248">
                  <a:alpha val="0"/>
                </a:srgbClr>
              </a:gs>
              <a:gs pos="49000">
                <a:srgbClr val="088248"/>
              </a:gs>
              <a:gs pos="100000">
                <a:srgbClr val="08824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GB" sz="1100" b="1" dirty="0">
                <a:solidFill>
                  <a:srgbClr val="FFFFFF"/>
                </a:solidFill>
                <a:latin typeface="Poppins"/>
                <a:cs typeface="Poppins"/>
              </a:rPr>
              <a:t>Benefits</a:t>
            </a:r>
            <a:endParaRPr lang="en-US" dirty="0">
              <a:ea typeface="+mn-ea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6BC6E5E-759B-D777-14B1-CF321B961E99}"/>
              </a:ext>
            </a:extLst>
          </p:cNvPr>
          <p:cNvSpPr/>
          <p:nvPr/>
        </p:nvSpPr>
        <p:spPr>
          <a:xfrm>
            <a:off x="3719256" y="1656967"/>
            <a:ext cx="4240653" cy="942678"/>
          </a:xfrm>
          <a:prstGeom prst="roundRect">
            <a:avLst>
              <a:gd name="adj" fmla="val 1168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108000" rIns="91440" bIns="45720" rtlCol="0" anchor="t"/>
          <a:lstStyle/>
          <a:p>
            <a:r>
              <a:rPr lang="en-US" sz="1100" dirty="0">
                <a:solidFill>
                  <a:srgbClr val="32383F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Well established string comparison libraries. Leverage Levenstein distance algorithm to determine the level of edits required to make two strings exact (provides fuzzy matching scoring)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F0B8FE7-248A-2B17-A411-4FB3AD6509CA}"/>
              </a:ext>
            </a:extLst>
          </p:cNvPr>
          <p:cNvSpPr/>
          <p:nvPr/>
        </p:nvSpPr>
        <p:spPr>
          <a:xfrm>
            <a:off x="1137117" y="1665886"/>
            <a:ext cx="2316101" cy="941353"/>
          </a:xfrm>
          <a:prstGeom prst="roundRect">
            <a:avLst/>
          </a:prstGeom>
          <a:solidFill>
            <a:schemeClr val="bg1"/>
          </a:solidFill>
          <a:ln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US" sz="1400" b="1" dirty="0">
                <a:solidFill>
                  <a:srgbClr val="C5CCFC">
                    <a:lumMod val="10000"/>
                  </a:srgb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Fuzzy Matching:</a:t>
            </a:r>
          </a:p>
          <a:p>
            <a:pPr algn="ctr"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C5CCFC">
                    <a:lumMod val="10000"/>
                  </a:srgbClr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FuzzyWuzzy</a:t>
            </a:r>
            <a:r>
              <a:rPr lang="en-US" sz="1400" dirty="0">
                <a:solidFill>
                  <a:srgbClr val="C5CCFC">
                    <a:lumMod val="10000"/>
                  </a:srgb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 RapidFuzz</a:t>
            </a:r>
            <a:endParaRPr lang="en-US" sz="1400" i="0" u="none" strike="noStrike" kern="1200" cap="none" spc="0" normalizeH="0" baseline="0" noProof="0" dirty="0">
              <a:ln>
                <a:noFill/>
              </a:ln>
              <a:solidFill>
                <a:srgbClr val="C5CCFC">
                  <a:lumMod val="10000"/>
                </a:srgbClr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DF3CED2-6D92-15B4-D660-A4F5DF553A30}"/>
              </a:ext>
            </a:extLst>
          </p:cNvPr>
          <p:cNvSpPr/>
          <p:nvPr/>
        </p:nvSpPr>
        <p:spPr>
          <a:xfrm>
            <a:off x="1136083" y="2702935"/>
            <a:ext cx="2326908" cy="941353"/>
          </a:xfrm>
          <a:prstGeom prst="roundRect">
            <a:avLst/>
          </a:prstGeom>
          <a:solidFill>
            <a:schemeClr val="bg1"/>
          </a:solidFill>
          <a:ln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US" sz="1400" b="1" dirty="0">
                <a:solidFill>
                  <a:srgbClr val="C5CCFC">
                    <a:lumMod val="10000"/>
                  </a:srgb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Phonetic Match:</a:t>
            </a:r>
            <a:endParaRPr lang="en-US" sz="1400" dirty="0">
              <a:solidFill>
                <a:srgbClr val="FFFFFF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>
              <a:defRPr/>
            </a:pPr>
            <a:r>
              <a:rPr lang="en-US" sz="1400" dirty="0">
                <a:solidFill>
                  <a:srgbClr val="C5CCFC">
                    <a:lumMod val="10000"/>
                  </a:srgb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Soundex, Metaphone</a:t>
            </a:r>
            <a:endParaRPr lang="en-US" sz="14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2EB7BF9-B3C7-31B5-CDC7-50BD538DC59B}"/>
              </a:ext>
            </a:extLst>
          </p:cNvPr>
          <p:cNvSpPr/>
          <p:nvPr/>
        </p:nvSpPr>
        <p:spPr>
          <a:xfrm>
            <a:off x="1136082" y="3728703"/>
            <a:ext cx="2326908" cy="1493025"/>
          </a:xfrm>
          <a:prstGeom prst="roundRect">
            <a:avLst/>
          </a:prstGeom>
          <a:solidFill>
            <a:schemeClr val="bg1"/>
          </a:solidFill>
          <a:ln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US" sz="1400" b="1" dirty="0">
                <a:solidFill>
                  <a:srgbClr val="C5CCFC">
                    <a:lumMod val="10000"/>
                  </a:srgb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Record Matching</a:t>
            </a:r>
          </a:p>
          <a:p>
            <a:pPr algn="ctr">
              <a:defRPr/>
            </a:pPr>
            <a:r>
              <a:rPr lang="en-US" sz="1400" dirty="0" err="1">
                <a:solidFill>
                  <a:srgbClr val="C5CCFC">
                    <a:lumMod val="10000"/>
                  </a:srgb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Recordlinkage</a:t>
            </a:r>
            <a:r>
              <a:rPr lang="en-US" sz="1400" dirty="0">
                <a:solidFill>
                  <a:srgbClr val="C5CCFC">
                    <a:lumMod val="10000"/>
                  </a:srgb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400" dirty="0" err="1">
                <a:solidFill>
                  <a:srgbClr val="C5CCFC">
                    <a:lumMod val="10000"/>
                  </a:srgb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Splink</a:t>
            </a:r>
            <a:r>
              <a:rPr lang="en-US" sz="1400" dirty="0">
                <a:solidFill>
                  <a:srgbClr val="C5CCFC">
                    <a:lumMod val="10000"/>
                  </a:srgb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Dedupe</a:t>
            </a:r>
            <a:endParaRPr lang="en-US" sz="1400" i="0" u="none" strike="noStrike" kern="1200" cap="none" spc="0" normalizeH="0" baseline="0" noProof="0" dirty="0">
              <a:ln>
                <a:noFill/>
              </a:ln>
              <a:solidFill>
                <a:srgbClr val="C5CCFC">
                  <a:lumMod val="10000"/>
                </a:srgbClr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A0F612E-4C59-F55E-DEED-61E03DB19BEA}"/>
              </a:ext>
            </a:extLst>
          </p:cNvPr>
          <p:cNvSpPr/>
          <p:nvPr/>
        </p:nvSpPr>
        <p:spPr>
          <a:xfrm>
            <a:off x="8164256" y="1656967"/>
            <a:ext cx="3136730" cy="942678"/>
          </a:xfrm>
          <a:prstGeom prst="roundRect">
            <a:avLst>
              <a:gd name="adj" fmla="val 1168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108000" rIns="91440" bIns="45720" rtlCol="0" anchor="t"/>
          <a:lstStyle/>
          <a:p>
            <a:r>
              <a:rPr lang="en-US" sz="1100" dirty="0">
                <a:solidFill>
                  <a:srgbClr val="32383F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Ability to associate specific columns of data containing human input (typos) or slight variations in formatting (address details)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FF74E48-6CDA-AFAF-0C15-B8AD9F467A70}"/>
              </a:ext>
            </a:extLst>
          </p:cNvPr>
          <p:cNvSpPr/>
          <p:nvPr/>
        </p:nvSpPr>
        <p:spPr>
          <a:xfrm>
            <a:off x="3709486" y="2741351"/>
            <a:ext cx="4240653" cy="942678"/>
          </a:xfrm>
          <a:prstGeom prst="roundRect">
            <a:avLst>
              <a:gd name="adj" fmla="val 1168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108000" rIns="91440" bIns="45720" rtlCol="0" anchor="t"/>
          <a:lstStyle/>
          <a:p>
            <a:r>
              <a:rPr lang="en-US" sz="1100" dirty="0">
                <a:solidFill>
                  <a:srgbClr val="32383F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Converts strings into phonetic keys which can be deterministically or fuzzy matched. Beneficial for variations in dialect, individual names, or misspelling of corporate names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2F079EC-5526-F6ED-6E08-54D0B89A3C0F}"/>
              </a:ext>
            </a:extLst>
          </p:cNvPr>
          <p:cNvSpPr/>
          <p:nvPr/>
        </p:nvSpPr>
        <p:spPr>
          <a:xfrm>
            <a:off x="8154486" y="2741351"/>
            <a:ext cx="3136730" cy="942678"/>
          </a:xfrm>
          <a:prstGeom prst="roundRect">
            <a:avLst>
              <a:gd name="adj" fmla="val 1168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108000" rIns="91440" bIns="45720" rtlCol="0" anchor="t"/>
          <a:lstStyle/>
          <a:p>
            <a:r>
              <a:rPr lang="en-US" sz="1100" dirty="0">
                <a:solidFill>
                  <a:srgbClr val="32383F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Can be layered into fuzzy matching scoring to improve accuracy over certain PII fields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B7C3809-638B-AE61-DE1D-766610426869}"/>
              </a:ext>
            </a:extLst>
          </p:cNvPr>
          <p:cNvSpPr/>
          <p:nvPr/>
        </p:nvSpPr>
        <p:spPr>
          <a:xfrm>
            <a:off x="3709486" y="3757351"/>
            <a:ext cx="4240653" cy="1495128"/>
          </a:xfrm>
          <a:prstGeom prst="roundRect">
            <a:avLst>
              <a:gd name="adj" fmla="val 1168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108000" rIns="91440" bIns="45720" rtlCol="0" anchor="t"/>
          <a:lstStyle/>
          <a:p>
            <a:r>
              <a:rPr lang="en-US" sz="1100" dirty="0">
                <a:solidFill>
                  <a:srgbClr val="32383F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Pre-built packages which contain functions for deterministic + fuzzy matching as well as AI/ML learning algorithms to improve matching overtime. Thresholds and rules can be established to determine matched pairs. Pre-approved matches can be used to train models which determine optimal threshold values across matching rules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CEE1236-3AD1-BF18-8CD4-E8C614A5CDF1}"/>
              </a:ext>
            </a:extLst>
          </p:cNvPr>
          <p:cNvSpPr/>
          <p:nvPr/>
        </p:nvSpPr>
        <p:spPr>
          <a:xfrm>
            <a:off x="8154486" y="3757351"/>
            <a:ext cx="3136730" cy="1495128"/>
          </a:xfrm>
          <a:prstGeom prst="roundRect">
            <a:avLst>
              <a:gd name="adj" fmla="val 1168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108000" rIns="91440" bIns="45720" rtlCol="0" anchor="t"/>
          <a:lstStyle/>
          <a:p>
            <a:r>
              <a:rPr lang="en-US" sz="1100" dirty="0">
                <a:solidFill>
                  <a:srgbClr val="32383F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Increase complexity introduces mature functionality to handle complex customer data landscape. Developed solutions are highly scalable and cloud-friendly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0AA8481-A29E-1AB5-367A-3912AC1C43C6}"/>
              </a:ext>
            </a:extLst>
          </p:cNvPr>
          <p:cNvSpPr/>
          <p:nvPr/>
        </p:nvSpPr>
        <p:spPr>
          <a:xfrm>
            <a:off x="0" y="5700358"/>
            <a:ext cx="12192000" cy="495380"/>
          </a:xfrm>
          <a:prstGeom prst="roundRect">
            <a:avLst>
              <a:gd name="adj" fmla="val 0"/>
            </a:avLst>
          </a:prstGeom>
          <a:solidFill>
            <a:srgbClr val="09894C"/>
          </a:solidFill>
          <a:ln>
            <a:solidFill>
              <a:srgbClr val="0989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Poppins"/>
                <a:cs typeface="Poppins"/>
              </a:rPr>
              <a:t>We can add a user story in a future sprint to rapidly prototype an in-house solution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C824F5A-A3A3-1D71-F437-DA94DA26A5A3}"/>
              </a:ext>
            </a:extLst>
          </p:cNvPr>
          <p:cNvSpPr/>
          <p:nvPr/>
        </p:nvSpPr>
        <p:spPr>
          <a:xfrm rot="16200000">
            <a:off x="-553817" y="3277174"/>
            <a:ext cx="1969107" cy="30365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Poppins"/>
                <a:cs typeface="Poppins"/>
              </a:rPr>
              <a:t>Increasing Complexity</a:t>
            </a:r>
          </a:p>
        </p:txBody>
      </p:sp>
    </p:spTree>
    <p:extLst>
      <p:ext uri="{BB962C8B-B14F-4D97-AF65-F5344CB8AC3E}">
        <p14:creationId xmlns:p14="http://schemas.microsoft.com/office/powerpoint/2010/main" val="3909170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FF1494-1208-68A3-F396-AD6CA45FF4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2072A">
                    <a:tint val="75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2072A">
                  <a:tint val="75000"/>
                </a:srgbClr>
              </a:solidFill>
              <a:effectLst/>
              <a:uLnTx/>
              <a:uFillTx/>
              <a:latin typeface="Bierstad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56BF0DA-F67A-1A0F-FBE2-1A65B65B2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Questions to Explore</a:t>
            </a:r>
            <a:endParaRPr lang="en-IN" sz="2400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9F43751F-40AA-87F9-BF22-2E14C9A6D15E}"/>
              </a:ext>
            </a:extLst>
          </p:cNvPr>
          <p:cNvSpPr txBox="1">
            <a:spLocks/>
          </p:cNvSpPr>
          <p:nvPr/>
        </p:nvSpPr>
        <p:spPr>
          <a:xfrm>
            <a:off x="935355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Bierstad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2072A">
                    <a:tint val="75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2072A">
                  <a:tint val="75000"/>
                </a:srgbClr>
              </a:solidFill>
              <a:effectLst/>
              <a:uLnTx/>
              <a:uFillTx/>
              <a:latin typeface="Bierstadt" panose="020B0004020202020204" pitchFamily="34" charset="0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3E2DE0-3DAE-028F-8737-24C88DD71979}"/>
              </a:ext>
            </a:extLst>
          </p:cNvPr>
          <p:cNvSpPr/>
          <p:nvPr/>
        </p:nvSpPr>
        <p:spPr>
          <a:xfrm>
            <a:off x="1260908" y="1405288"/>
            <a:ext cx="9654139" cy="45912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rgbClr val="0989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Master Data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What tool/vendor does athena use for Master Data Management?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Will “human-in-the-loop” capabilities (GUI-based manual review vs. programmatic matching) need to be developed to overwrite, update, or approve matches? What will the UI requirements be?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How is data preservation managed today? E.g., a matched pair has slightly differing address information</a:t>
            </a:r>
          </a:p>
          <a:p>
            <a:br>
              <a:rPr lang="en-US" sz="14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en-US" sz="14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400" b="1" dirty="0">
                <a:solidFill>
                  <a:srgbClr val="0989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Data Availability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What personal identifies are available?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How does this data change across customer entities (e.g., campaign members, contact, leads, accounts)?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How is PII captured? Are there tools / techniques used to enrich the data today?</a:t>
            </a:r>
          </a:p>
          <a:p>
            <a:br>
              <a:rPr lang="en-US" sz="1400" b="1" dirty="0">
                <a:solidFill>
                  <a:srgbClr val="09894C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en-US" sz="1400" b="1" dirty="0">
              <a:solidFill>
                <a:srgbClr val="09894C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400" b="1" dirty="0">
                <a:solidFill>
                  <a:srgbClr val="0989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Data Consumption</a:t>
            </a:r>
            <a:endParaRPr lang="en-US" sz="14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What systems will the master IDs need to feed? (data and analytics, </a:t>
            </a:r>
            <a:r>
              <a:rPr lang="en-US" sz="14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crm</a:t>
            </a:r>
            <a:r>
              <a:rPr lang="en-US" sz="14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systems, customer facing solutions)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Is real-time resolution required or is batch sufficient?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5" name="Graphic 14" descr="User network outline">
            <a:extLst>
              <a:ext uri="{FF2B5EF4-FFF2-40B4-BE49-F238E27FC236}">
                <a16:creationId xmlns:a16="http://schemas.microsoft.com/office/drawing/2014/main" id="{6210996A-E85B-2EC4-D3A4-0CD35078CE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2775" y="4732201"/>
            <a:ext cx="616305" cy="616305"/>
          </a:xfrm>
          <a:prstGeom prst="rect">
            <a:avLst/>
          </a:prstGeom>
        </p:spPr>
      </p:pic>
      <p:pic>
        <p:nvPicPr>
          <p:cNvPr id="17" name="Graphic 16" descr="Research outline">
            <a:extLst>
              <a:ext uri="{FF2B5EF4-FFF2-40B4-BE49-F238E27FC236}">
                <a16:creationId xmlns:a16="http://schemas.microsoft.com/office/drawing/2014/main" id="{1C113CAF-937F-D568-4322-4FC674952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2775" y="3429000"/>
            <a:ext cx="616305" cy="616305"/>
          </a:xfrm>
          <a:prstGeom prst="rect">
            <a:avLst/>
          </a:prstGeom>
        </p:spPr>
      </p:pic>
      <p:pic>
        <p:nvPicPr>
          <p:cNvPr id="19" name="Graphic 18" descr="Mining tools outline">
            <a:extLst>
              <a:ext uri="{FF2B5EF4-FFF2-40B4-BE49-F238E27FC236}">
                <a16:creationId xmlns:a16="http://schemas.microsoft.com/office/drawing/2014/main" id="{469CBB68-3133-7C14-9522-EBD0074B68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2775" y="1817646"/>
            <a:ext cx="616305" cy="616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959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E0A41C-E314-6F88-9F57-325AA09D45F0}"/>
              </a:ext>
            </a:extLst>
          </p:cNvPr>
          <p:cNvSpPr/>
          <p:nvPr/>
        </p:nvSpPr>
        <p:spPr>
          <a:xfrm flipH="1">
            <a:off x="224813" y="1322835"/>
            <a:ext cx="2151036" cy="4109806"/>
          </a:xfrm>
          <a:prstGeom prst="roundRect">
            <a:avLst>
              <a:gd name="adj" fmla="val 370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9894C"/>
              </a:solidFill>
              <a:effectLst/>
              <a:uLnTx/>
              <a:uFillTx/>
              <a:latin typeface="Poppins Light" panose="00000400000000000000" pitchFamily="2" charset="0"/>
              <a:ea typeface="+mn-ea"/>
              <a:cs typeface="Poppins Light" panose="00000400000000000000" pitchFamily="2" charset="0"/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C8A6AF7B-1DDE-8617-925C-C11B7AD93B6B}"/>
              </a:ext>
            </a:extLst>
          </p:cNvPr>
          <p:cNvSpPr/>
          <p:nvPr/>
        </p:nvSpPr>
        <p:spPr>
          <a:xfrm flipH="1">
            <a:off x="2571489" y="1322834"/>
            <a:ext cx="9293209" cy="4109807"/>
          </a:xfrm>
          <a:prstGeom prst="roundRect">
            <a:avLst>
              <a:gd name="adj" fmla="val 2098"/>
            </a:avLst>
          </a:prstGeom>
          <a:solidFill>
            <a:srgbClr val="F2F8FD"/>
          </a:solidFill>
          <a:ln>
            <a:solidFill>
              <a:srgbClr val="DBEBF9"/>
            </a:solidFill>
          </a:ln>
          <a:effectLst>
            <a:outerShdw blurRad="63500" sx="102000" sy="102000" algn="ctr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B6B6C1-BAEB-30CB-0316-8C75153A16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2072A">
                    <a:tint val="75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2072A">
                  <a:tint val="75000"/>
                </a:srgbClr>
              </a:solidFill>
              <a:effectLst/>
              <a:uLnTx/>
              <a:uFillTx/>
              <a:latin typeface="Bierstadt" panose="020B0004020202020204" pitchFamily="34" charset="0"/>
              <a:ea typeface="+mn-ea"/>
              <a:cs typeface="+mn-cs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028AEA9C-35D9-BE21-0C2C-32FD08A92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824" y="301051"/>
            <a:ext cx="11058525" cy="773333"/>
          </a:xfrm>
        </p:spPr>
        <p:txBody>
          <a:bodyPr>
            <a:noAutofit/>
          </a:bodyPr>
          <a:lstStyle/>
          <a:p>
            <a:r>
              <a:rPr lang="en-US" sz="2200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Solution Options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0F413F89-322F-684A-5FFB-749C8F79B243}"/>
              </a:ext>
            </a:extLst>
          </p:cNvPr>
          <p:cNvSpPr/>
          <p:nvPr/>
        </p:nvSpPr>
        <p:spPr>
          <a:xfrm flipH="1">
            <a:off x="310445" y="1869590"/>
            <a:ext cx="1929503" cy="8172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C0C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lang="en-US" sz="1050" dirty="0">
                <a:solidFill>
                  <a:srgbClr val="4D4D4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In-House Build (Python + Open Source)</a:t>
            </a:r>
          </a:p>
        </p:txBody>
      </p:sp>
      <p:cxnSp>
        <p:nvCxnSpPr>
          <p:cNvPr id="497" name="Straight Arrow Connector 496">
            <a:extLst>
              <a:ext uri="{FF2B5EF4-FFF2-40B4-BE49-F238E27FC236}">
                <a16:creationId xmlns:a16="http://schemas.microsoft.com/office/drawing/2014/main" id="{486862D2-CC87-F972-E19E-5E03639D54BB}"/>
              </a:ext>
            </a:extLst>
          </p:cNvPr>
          <p:cNvCxnSpPr>
            <a:cxnSpLocks/>
          </p:cNvCxnSpPr>
          <p:nvPr/>
        </p:nvCxnSpPr>
        <p:spPr>
          <a:xfrm>
            <a:off x="2308828" y="3318226"/>
            <a:ext cx="500241" cy="0"/>
          </a:xfrm>
          <a:prstGeom prst="straightConnector1">
            <a:avLst/>
          </a:prstGeom>
          <a:ln w="6350">
            <a:solidFill>
              <a:srgbClr val="09894C"/>
            </a:solidFill>
            <a:prstDash val="lgDash"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8" name="Straight Arrow Connector 497">
            <a:extLst>
              <a:ext uri="{FF2B5EF4-FFF2-40B4-BE49-F238E27FC236}">
                <a16:creationId xmlns:a16="http://schemas.microsoft.com/office/drawing/2014/main" id="{F06CA1AF-C1F6-FA48-DE71-6F6B0571E9CA}"/>
              </a:ext>
            </a:extLst>
          </p:cNvPr>
          <p:cNvCxnSpPr>
            <a:cxnSpLocks/>
          </p:cNvCxnSpPr>
          <p:nvPr/>
        </p:nvCxnSpPr>
        <p:spPr>
          <a:xfrm>
            <a:off x="2308828" y="4400765"/>
            <a:ext cx="500241" cy="0"/>
          </a:xfrm>
          <a:prstGeom prst="straightConnector1">
            <a:avLst/>
          </a:prstGeom>
          <a:ln w="6350">
            <a:solidFill>
              <a:srgbClr val="09894C"/>
            </a:solidFill>
            <a:prstDash val="lgDash"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0" name="Rectangle: Rounded Corners 499">
            <a:extLst>
              <a:ext uri="{FF2B5EF4-FFF2-40B4-BE49-F238E27FC236}">
                <a16:creationId xmlns:a16="http://schemas.microsoft.com/office/drawing/2014/main" id="{AE6C7F68-3A9D-DED3-3AA3-9A1396D26734}"/>
              </a:ext>
            </a:extLst>
          </p:cNvPr>
          <p:cNvSpPr/>
          <p:nvPr/>
        </p:nvSpPr>
        <p:spPr>
          <a:xfrm flipH="1">
            <a:off x="3246590" y="1693657"/>
            <a:ext cx="2621067" cy="3410540"/>
          </a:xfrm>
          <a:prstGeom prst="roundRect">
            <a:avLst>
              <a:gd name="adj" fmla="val 3709"/>
            </a:avLst>
          </a:prstGeom>
          <a:solidFill>
            <a:schemeClr val="bg1"/>
          </a:solidFill>
          <a:ln>
            <a:solidFill>
              <a:srgbClr val="91C4E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9894C"/>
              </a:solidFill>
              <a:effectLst/>
              <a:uLnTx/>
              <a:uFillTx/>
              <a:latin typeface="Poppins Light" panose="00000400000000000000" pitchFamily="2" charset="0"/>
              <a:ea typeface="+mn-ea"/>
              <a:cs typeface="Poppins Light" panose="00000400000000000000" pitchFamily="2" charset="0"/>
            </a:endParaRPr>
          </a:p>
        </p:txBody>
      </p:sp>
      <p:grpSp>
        <p:nvGrpSpPr>
          <p:cNvPr id="513" name="Group 512">
            <a:extLst>
              <a:ext uri="{FF2B5EF4-FFF2-40B4-BE49-F238E27FC236}">
                <a16:creationId xmlns:a16="http://schemas.microsoft.com/office/drawing/2014/main" id="{A412320A-C905-1BE9-8A6B-421DC2A3DA32}"/>
              </a:ext>
            </a:extLst>
          </p:cNvPr>
          <p:cNvGrpSpPr/>
          <p:nvPr/>
        </p:nvGrpSpPr>
        <p:grpSpPr>
          <a:xfrm flipV="1">
            <a:off x="2826295" y="2167936"/>
            <a:ext cx="266382" cy="220548"/>
            <a:chOff x="484696" y="1012062"/>
            <a:chExt cx="821922" cy="484632"/>
          </a:xfrm>
        </p:grpSpPr>
        <p:sp>
          <p:nvSpPr>
            <p:cNvPr id="514" name="Arrow: Chevron 513">
              <a:extLst>
                <a:ext uri="{FF2B5EF4-FFF2-40B4-BE49-F238E27FC236}">
                  <a16:creationId xmlns:a16="http://schemas.microsoft.com/office/drawing/2014/main" id="{CFD70550-9706-8648-0575-810FC23D4881}"/>
                </a:ext>
              </a:extLst>
            </p:cNvPr>
            <p:cNvSpPr/>
            <p:nvPr/>
          </p:nvSpPr>
          <p:spPr>
            <a:xfrm>
              <a:off x="484696" y="1012062"/>
              <a:ext cx="484632" cy="484632"/>
            </a:xfrm>
            <a:prstGeom prst="chevron">
              <a:avLst/>
            </a:prstGeom>
            <a:solidFill>
              <a:srgbClr val="B6D8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Arial Nova Light"/>
                <a:ea typeface="+mn-ea"/>
                <a:cs typeface="+mn-cs"/>
              </a:endParaRPr>
            </a:p>
          </p:txBody>
        </p:sp>
        <p:sp>
          <p:nvSpPr>
            <p:cNvPr id="515" name="Arrow: Chevron 514">
              <a:extLst>
                <a:ext uri="{FF2B5EF4-FFF2-40B4-BE49-F238E27FC236}">
                  <a16:creationId xmlns:a16="http://schemas.microsoft.com/office/drawing/2014/main" id="{D457C3FA-34E1-AB7D-7F61-FAF7829D0C6D}"/>
                </a:ext>
              </a:extLst>
            </p:cNvPr>
            <p:cNvSpPr/>
            <p:nvPr/>
          </p:nvSpPr>
          <p:spPr>
            <a:xfrm>
              <a:off x="821986" y="1012062"/>
              <a:ext cx="484632" cy="484632"/>
            </a:xfrm>
            <a:prstGeom prst="chevron">
              <a:avLst/>
            </a:prstGeom>
            <a:solidFill>
              <a:srgbClr val="70B3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Arial Nova Light"/>
                <a:ea typeface="+mn-ea"/>
                <a:cs typeface="+mn-cs"/>
              </a:endParaRPr>
            </a:p>
          </p:txBody>
        </p:sp>
      </p:grpSp>
      <p:grpSp>
        <p:nvGrpSpPr>
          <p:cNvPr id="516" name="Group 515">
            <a:extLst>
              <a:ext uri="{FF2B5EF4-FFF2-40B4-BE49-F238E27FC236}">
                <a16:creationId xmlns:a16="http://schemas.microsoft.com/office/drawing/2014/main" id="{D852C834-6645-29AA-69C4-883FBB31C924}"/>
              </a:ext>
            </a:extLst>
          </p:cNvPr>
          <p:cNvGrpSpPr/>
          <p:nvPr/>
        </p:nvGrpSpPr>
        <p:grpSpPr>
          <a:xfrm flipV="1">
            <a:off x="2830506" y="3207952"/>
            <a:ext cx="266382" cy="220548"/>
            <a:chOff x="484696" y="1012062"/>
            <a:chExt cx="821922" cy="484632"/>
          </a:xfrm>
        </p:grpSpPr>
        <p:sp>
          <p:nvSpPr>
            <p:cNvPr id="517" name="Arrow: Chevron 516">
              <a:extLst>
                <a:ext uri="{FF2B5EF4-FFF2-40B4-BE49-F238E27FC236}">
                  <a16:creationId xmlns:a16="http://schemas.microsoft.com/office/drawing/2014/main" id="{092548EC-4B1E-1A51-94A9-BD2C74B04A22}"/>
                </a:ext>
              </a:extLst>
            </p:cNvPr>
            <p:cNvSpPr/>
            <p:nvPr/>
          </p:nvSpPr>
          <p:spPr>
            <a:xfrm>
              <a:off x="484696" y="1012062"/>
              <a:ext cx="484632" cy="484632"/>
            </a:xfrm>
            <a:prstGeom prst="chevron">
              <a:avLst/>
            </a:prstGeom>
            <a:solidFill>
              <a:srgbClr val="B6D8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Arial Nova Light"/>
                <a:ea typeface="+mn-ea"/>
                <a:cs typeface="+mn-cs"/>
              </a:endParaRPr>
            </a:p>
          </p:txBody>
        </p:sp>
        <p:sp>
          <p:nvSpPr>
            <p:cNvPr id="518" name="Arrow: Chevron 517">
              <a:extLst>
                <a:ext uri="{FF2B5EF4-FFF2-40B4-BE49-F238E27FC236}">
                  <a16:creationId xmlns:a16="http://schemas.microsoft.com/office/drawing/2014/main" id="{16881870-DAF6-C83B-032F-749CA669C504}"/>
                </a:ext>
              </a:extLst>
            </p:cNvPr>
            <p:cNvSpPr/>
            <p:nvPr/>
          </p:nvSpPr>
          <p:spPr>
            <a:xfrm>
              <a:off x="821986" y="1012062"/>
              <a:ext cx="484632" cy="484632"/>
            </a:xfrm>
            <a:prstGeom prst="chevron">
              <a:avLst/>
            </a:prstGeom>
            <a:solidFill>
              <a:srgbClr val="70B3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Arial Nova Light"/>
                <a:ea typeface="+mn-ea"/>
                <a:cs typeface="+mn-cs"/>
              </a:endParaRPr>
            </a:p>
          </p:txBody>
        </p:sp>
      </p:grpSp>
      <p:grpSp>
        <p:nvGrpSpPr>
          <p:cNvPr id="519" name="Group 518">
            <a:extLst>
              <a:ext uri="{FF2B5EF4-FFF2-40B4-BE49-F238E27FC236}">
                <a16:creationId xmlns:a16="http://schemas.microsoft.com/office/drawing/2014/main" id="{1E7B3B3E-CF67-FB24-664B-061470673D7F}"/>
              </a:ext>
            </a:extLst>
          </p:cNvPr>
          <p:cNvGrpSpPr/>
          <p:nvPr/>
        </p:nvGrpSpPr>
        <p:grpSpPr>
          <a:xfrm flipV="1">
            <a:off x="2830506" y="4290491"/>
            <a:ext cx="266382" cy="220548"/>
            <a:chOff x="484696" y="1012062"/>
            <a:chExt cx="821922" cy="484632"/>
          </a:xfrm>
        </p:grpSpPr>
        <p:sp>
          <p:nvSpPr>
            <p:cNvPr id="520" name="Arrow: Chevron 519">
              <a:extLst>
                <a:ext uri="{FF2B5EF4-FFF2-40B4-BE49-F238E27FC236}">
                  <a16:creationId xmlns:a16="http://schemas.microsoft.com/office/drawing/2014/main" id="{57A16F5C-C39E-0702-8593-A2CBC7611146}"/>
                </a:ext>
              </a:extLst>
            </p:cNvPr>
            <p:cNvSpPr/>
            <p:nvPr/>
          </p:nvSpPr>
          <p:spPr>
            <a:xfrm>
              <a:off x="484696" y="1012062"/>
              <a:ext cx="484632" cy="484632"/>
            </a:xfrm>
            <a:prstGeom prst="chevron">
              <a:avLst/>
            </a:prstGeom>
            <a:solidFill>
              <a:srgbClr val="B6D8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Arial Nova Light"/>
                <a:ea typeface="+mn-ea"/>
                <a:cs typeface="+mn-cs"/>
              </a:endParaRPr>
            </a:p>
          </p:txBody>
        </p:sp>
        <p:sp>
          <p:nvSpPr>
            <p:cNvPr id="521" name="Arrow: Chevron 520">
              <a:extLst>
                <a:ext uri="{FF2B5EF4-FFF2-40B4-BE49-F238E27FC236}">
                  <a16:creationId xmlns:a16="http://schemas.microsoft.com/office/drawing/2014/main" id="{EECAC603-8798-4EBD-B908-E01885741F3C}"/>
                </a:ext>
              </a:extLst>
            </p:cNvPr>
            <p:cNvSpPr/>
            <p:nvPr/>
          </p:nvSpPr>
          <p:spPr>
            <a:xfrm>
              <a:off x="821986" y="1012062"/>
              <a:ext cx="484632" cy="484632"/>
            </a:xfrm>
            <a:prstGeom prst="chevron">
              <a:avLst/>
            </a:prstGeom>
            <a:solidFill>
              <a:srgbClr val="70B3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Arial Nova Light"/>
                <a:ea typeface="+mn-ea"/>
                <a:cs typeface="+mn-cs"/>
              </a:endParaRPr>
            </a:p>
          </p:txBody>
        </p:sp>
      </p:grpSp>
      <p:sp>
        <p:nvSpPr>
          <p:cNvPr id="509" name="Cube 508">
            <a:extLst>
              <a:ext uri="{FF2B5EF4-FFF2-40B4-BE49-F238E27FC236}">
                <a16:creationId xmlns:a16="http://schemas.microsoft.com/office/drawing/2014/main" id="{3ED1E537-9D2C-49D3-246C-C8BA570B6734}"/>
              </a:ext>
            </a:extLst>
          </p:cNvPr>
          <p:cNvSpPr/>
          <p:nvPr/>
        </p:nvSpPr>
        <p:spPr>
          <a:xfrm rot="10800000">
            <a:off x="3399482" y="2095647"/>
            <a:ext cx="365126" cy="365126"/>
          </a:xfrm>
          <a:prstGeom prst="cube">
            <a:avLst>
              <a:gd name="adj" fmla="val 46393"/>
            </a:avLst>
          </a:prstGeom>
          <a:noFill/>
          <a:ln>
            <a:solidFill>
              <a:srgbClr val="09894C"/>
            </a:solidFill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522" name="TextBox 521">
            <a:extLst>
              <a:ext uri="{FF2B5EF4-FFF2-40B4-BE49-F238E27FC236}">
                <a16:creationId xmlns:a16="http://schemas.microsoft.com/office/drawing/2014/main" id="{ACC32BEF-E0A8-A8E3-0776-DF0F896A5E02}"/>
              </a:ext>
            </a:extLst>
          </p:cNvPr>
          <p:cNvSpPr txBox="1"/>
          <p:nvPr/>
        </p:nvSpPr>
        <p:spPr>
          <a:xfrm>
            <a:off x="3727717" y="1989670"/>
            <a:ext cx="1996426" cy="57708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>
              <a:defRPr/>
            </a:pPr>
            <a:r>
              <a:rPr lang="en-US" sz="1050" dirty="0">
                <a:solidFill>
                  <a:srgbClr val="02072A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Use open-source python packages to build a modular identity engine</a:t>
            </a:r>
            <a:endParaRPr lang="en-IN" sz="1050" dirty="0">
              <a:solidFill>
                <a:srgbClr val="02072A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559" name="TextBox 558">
            <a:extLst>
              <a:ext uri="{FF2B5EF4-FFF2-40B4-BE49-F238E27FC236}">
                <a16:creationId xmlns:a16="http://schemas.microsoft.com/office/drawing/2014/main" id="{D594C4BD-2ECC-6DC2-17A4-01A4E588E9A7}"/>
              </a:ext>
            </a:extLst>
          </p:cNvPr>
          <p:cNvSpPr txBox="1"/>
          <p:nvPr/>
        </p:nvSpPr>
        <p:spPr>
          <a:xfrm>
            <a:off x="4026081" y="1425359"/>
            <a:ext cx="10620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5CCFC">
                    <a:lumMod val="10000"/>
                  </a:srgbClr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APPROACH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C5CCFC">
                  <a:lumMod val="10000"/>
                </a:srgbClr>
              </a:solidFill>
              <a:effectLst/>
              <a:uLnTx/>
              <a:uFillTx/>
              <a:latin typeface="Poppins Light" panose="00000400000000000000" pitchFamily="2" charset="0"/>
              <a:ea typeface="+mn-ea"/>
              <a:cs typeface="Poppins Light" panose="00000400000000000000" pitchFamily="2" charset="0"/>
            </a:endParaRPr>
          </a:p>
        </p:txBody>
      </p:sp>
      <p:sp>
        <p:nvSpPr>
          <p:cNvPr id="561" name="Rectangle: Rounded Corners 560">
            <a:extLst>
              <a:ext uri="{FF2B5EF4-FFF2-40B4-BE49-F238E27FC236}">
                <a16:creationId xmlns:a16="http://schemas.microsoft.com/office/drawing/2014/main" id="{568BB06F-8874-364D-C415-38185938B40D}"/>
              </a:ext>
            </a:extLst>
          </p:cNvPr>
          <p:cNvSpPr/>
          <p:nvPr/>
        </p:nvSpPr>
        <p:spPr>
          <a:xfrm flipH="1">
            <a:off x="6075212" y="1693657"/>
            <a:ext cx="2621521" cy="3410540"/>
          </a:xfrm>
          <a:prstGeom prst="roundRect">
            <a:avLst>
              <a:gd name="adj" fmla="val 3709"/>
            </a:avLst>
          </a:prstGeom>
          <a:solidFill>
            <a:schemeClr val="bg1"/>
          </a:solidFill>
          <a:ln>
            <a:solidFill>
              <a:srgbClr val="91C4E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9894C"/>
              </a:solidFill>
              <a:effectLst/>
              <a:uLnTx/>
              <a:uFillTx/>
              <a:latin typeface="Poppins Light" panose="00000400000000000000" pitchFamily="2" charset="0"/>
              <a:ea typeface="+mn-ea"/>
              <a:cs typeface="Poppins Light" panose="00000400000000000000" pitchFamily="2" charset="0"/>
            </a:endParaRPr>
          </a:p>
        </p:txBody>
      </p:sp>
      <p:sp>
        <p:nvSpPr>
          <p:cNvPr id="562" name="TextBox 561">
            <a:extLst>
              <a:ext uri="{FF2B5EF4-FFF2-40B4-BE49-F238E27FC236}">
                <a16:creationId xmlns:a16="http://schemas.microsoft.com/office/drawing/2014/main" id="{2DE8CE1D-1BF5-4430-882C-A42CDD5B7213}"/>
              </a:ext>
            </a:extLst>
          </p:cNvPr>
          <p:cNvSpPr txBox="1"/>
          <p:nvPr/>
        </p:nvSpPr>
        <p:spPr>
          <a:xfrm>
            <a:off x="6927583" y="1425359"/>
            <a:ext cx="14521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C5CCFC">
                    <a:lumMod val="10000"/>
                  </a:srgb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5CCFC">
                    <a:lumMod val="10000"/>
                  </a:srgbClr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S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C5CCFC">
                  <a:lumMod val="10000"/>
                </a:srgbClr>
              </a:solidFill>
              <a:effectLst/>
              <a:uLnTx/>
              <a:uFillTx/>
              <a:latin typeface="Poppins Light" panose="00000400000000000000" pitchFamily="2" charset="0"/>
              <a:ea typeface="+mn-ea"/>
              <a:cs typeface="Poppins Light" panose="00000400000000000000" pitchFamily="2" charset="0"/>
            </a:endParaRPr>
          </a:p>
        </p:txBody>
      </p:sp>
      <p:sp>
        <p:nvSpPr>
          <p:cNvPr id="616" name="Rectangle: Rounded Corners 615">
            <a:extLst>
              <a:ext uri="{FF2B5EF4-FFF2-40B4-BE49-F238E27FC236}">
                <a16:creationId xmlns:a16="http://schemas.microsoft.com/office/drawing/2014/main" id="{AAF03D67-9E2D-8FC9-C4E7-26CE3B104719}"/>
              </a:ext>
            </a:extLst>
          </p:cNvPr>
          <p:cNvSpPr/>
          <p:nvPr/>
        </p:nvSpPr>
        <p:spPr>
          <a:xfrm>
            <a:off x="1447880" y="6043372"/>
            <a:ext cx="9523546" cy="322101"/>
          </a:xfrm>
          <a:prstGeom prst="roundRect">
            <a:avLst/>
          </a:prstGeom>
          <a:noFill/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Increasing Task Complexity</a:t>
            </a:r>
            <a:endParaRPr kumimoji="0" lang="en-IN" sz="11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F6BC52-1A59-9B5B-3202-1DD48C5FC1FA}"/>
              </a:ext>
            </a:extLst>
          </p:cNvPr>
          <p:cNvSpPr txBox="1"/>
          <p:nvPr/>
        </p:nvSpPr>
        <p:spPr>
          <a:xfrm>
            <a:off x="9756659" y="1425359"/>
            <a:ext cx="14521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C5CCFC">
                    <a:lumMod val="10000"/>
                  </a:srgb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C5CCFC">
                  <a:lumMod val="10000"/>
                </a:srgbClr>
              </a:solidFill>
              <a:effectLst/>
              <a:uLnTx/>
              <a:uFillTx/>
              <a:latin typeface="Poppins Light" panose="00000400000000000000" pitchFamily="2" charset="0"/>
              <a:ea typeface="+mn-ea"/>
              <a:cs typeface="Poppins Light" panose="00000400000000000000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52176DD-8180-987E-063D-7E57BC07D8A2}"/>
              </a:ext>
            </a:extLst>
          </p:cNvPr>
          <p:cNvSpPr txBox="1"/>
          <p:nvPr/>
        </p:nvSpPr>
        <p:spPr>
          <a:xfrm>
            <a:off x="772230" y="1425359"/>
            <a:ext cx="10620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C5CCFC">
                    <a:lumMod val="10000"/>
                  </a:srgb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OPTIONS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C5CCFC">
                  <a:lumMod val="10000"/>
                </a:srgbClr>
              </a:solidFill>
              <a:effectLst/>
              <a:uLnTx/>
              <a:uFillTx/>
              <a:latin typeface="Poppins Light" panose="00000400000000000000" pitchFamily="2" charset="0"/>
              <a:ea typeface="+mn-ea"/>
              <a:cs typeface="Poppins Light" panose="00000400000000000000" pitchFamily="2" charset="0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0E00C989-128C-0471-76CF-C2A36B8E6C08}"/>
              </a:ext>
            </a:extLst>
          </p:cNvPr>
          <p:cNvSpPr/>
          <p:nvPr/>
        </p:nvSpPr>
        <p:spPr>
          <a:xfrm flipH="1">
            <a:off x="310445" y="2909606"/>
            <a:ext cx="1929503" cy="8172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C0C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lang="en-US" sz="1050" dirty="0">
                <a:solidFill>
                  <a:srgbClr val="4D4D4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Switch to a More Open/Scalable Vendor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4D3AAE27-E375-EC3C-E6D9-B640CA3A457B}"/>
              </a:ext>
            </a:extLst>
          </p:cNvPr>
          <p:cNvSpPr/>
          <p:nvPr/>
        </p:nvSpPr>
        <p:spPr>
          <a:xfrm flipH="1">
            <a:off x="315855" y="3992145"/>
            <a:ext cx="1929503" cy="8172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C0C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lang="en-US" sz="1050" dirty="0">
                <a:solidFill>
                  <a:srgbClr val="4D4D4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Hybrid Agentic Architecture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D423E04-A294-D0AA-76AB-BA5536642231}"/>
              </a:ext>
            </a:extLst>
          </p:cNvPr>
          <p:cNvCxnSpPr>
            <a:cxnSpLocks/>
          </p:cNvCxnSpPr>
          <p:nvPr/>
        </p:nvCxnSpPr>
        <p:spPr>
          <a:xfrm>
            <a:off x="2316601" y="2278210"/>
            <a:ext cx="500241" cy="0"/>
          </a:xfrm>
          <a:prstGeom prst="straightConnector1">
            <a:avLst/>
          </a:prstGeom>
          <a:ln w="6350">
            <a:solidFill>
              <a:srgbClr val="09894C"/>
            </a:solidFill>
            <a:prstDash val="lgDash"/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Cube 59">
            <a:extLst>
              <a:ext uri="{FF2B5EF4-FFF2-40B4-BE49-F238E27FC236}">
                <a16:creationId xmlns:a16="http://schemas.microsoft.com/office/drawing/2014/main" id="{FB3AEECD-3690-2367-D0A8-9CEB47ADC1A1}"/>
              </a:ext>
            </a:extLst>
          </p:cNvPr>
          <p:cNvSpPr/>
          <p:nvPr/>
        </p:nvSpPr>
        <p:spPr>
          <a:xfrm rot="10800000">
            <a:off x="3395529" y="3135663"/>
            <a:ext cx="365126" cy="365126"/>
          </a:xfrm>
          <a:prstGeom prst="cube">
            <a:avLst>
              <a:gd name="adj" fmla="val 46393"/>
            </a:avLst>
          </a:prstGeom>
          <a:noFill/>
          <a:ln>
            <a:solidFill>
              <a:srgbClr val="09894C"/>
            </a:solidFill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3834093-3759-624C-825D-E17F2BC3B112}"/>
              </a:ext>
            </a:extLst>
          </p:cNvPr>
          <p:cNvSpPr txBox="1"/>
          <p:nvPr/>
        </p:nvSpPr>
        <p:spPr>
          <a:xfrm>
            <a:off x="3727716" y="3029686"/>
            <a:ext cx="1996427" cy="577081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defRPr/>
            </a:pPr>
            <a:r>
              <a:rPr lang="en-US" sz="1050">
                <a:solidFill>
                  <a:srgbClr val="02072A"/>
                </a:solidFill>
                <a:latin typeface="Poppins Light"/>
                <a:cs typeface="Poppins Light"/>
              </a:rPr>
              <a:t>Evaluate vendors like Axciom, Twilio Segment, and Treasure Data</a:t>
            </a:r>
            <a:endParaRPr lang="en-US" sz="1050" b="1">
              <a:solidFill>
                <a:srgbClr val="02072A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63" name="Cube 62">
            <a:extLst>
              <a:ext uri="{FF2B5EF4-FFF2-40B4-BE49-F238E27FC236}">
                <a16:creationId xmlns:a16="http://schemas.microsoft.com/office/drawing/2014/main" id="{3A855C70-939C-FA57-2192-63A326FAFBF4}"/>
              </a:ext>
            </a:extLst>
          </p:cNvPr>
          <p:cNvSpPr/>
          <p:nvPr/>
        </p:nvSpPr>
        <p:spPr>
          <a:xfrm rot="10800000">
            <a:off x="3404482" y="4218202"/>
            <a:ext cx="365126" cy="365126"/>
          </a:xfrm>
          <a:prstGeom prst="cube">
            <a:avLst>
              <a:gd name="adj" fmla="val 46393"/>
            </a:avLst>
          </a:prstGeom>
          <a:noFill/>
          <a:ln>
            <a:solidFill>
              <a:srgbClr val="09894C"/>
            </a:solidFill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72459873-E6CC-3DF2-4A41-F866DB75D9EB}"/>
              </a:ext>
            </a:extLst>
          </p:cNvPr>
          <p:cNvSpPr txBox="1"/>
          <p:nvPr/>
        </p:nvSpPr>
        <p:spPr>
          <a:xfrm>
            <a:off x="3727717" y="3950642"/>
            <a:ext cx="2139940" cy="90024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>
              <a:defRPr/>
            </a:pPr>
            <a:r>
              <a:rPr lang="en-US" sz="1050" dirty="0">
                <a:solidFill>
                  <a:srgbClr val="02072A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Combine in-house orchestration + autonomous agents + vendor plugins </a:t>
            </a:r>
            <a:br>
              <a:rPr lang="en-US" sz="1050" dirty="0">
                <a:solidFill>
                  <a:srgbClr val="02072A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</a:br>
            <a:r>
              <a:rPr lang="en-US" sz="1050" dirty="0">
                <a:solidFill>
                  <a:srgbClr val="02072A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(e.g. agents for stitching, tuning, QA)</a:t>
            </a:r>
            <a:endParaRPr lang="en-IN" sz="1050" dirty="0">
              <a:solidFill>
                <a:srgbClr val="02072A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462" name="Cube 461">
            <a:extLst>
              <a:ext uri="{FF2B5EF4-FFF2-40B4-BE49-F238E27FC236}">
                <a16:creationId xmlns:a16="http://schemas.microsoft.com/office/drawing/2014/main" id="{7F408D2A-9842-F800-0480-5914541B953B}"/>
              </a:ext>
            </a:extLst>
          </p:cNvPr>
          <p:cNvSpPr/>
          <p:nvPr/>
        </p:nvSpPr>
        <p:spPr>
          <a:xfrm rot="10800000">
            <a:off x="6227760" y="2095647"/>
            <a:ext cx="365126" cy="365126"/>
          </a:xfrm>
          <a:prstGeom prst="cube">
            <a:avLst>
              <a:gd name="adj" fmla="val 46393"/>
            </a:avLst>
          </a:prstGeom>
          <a:noFill/>
          <a:ln>
            <a:solidFill>
              <a:srgbClr val="09894C"/>
            </a:solidFill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63" name="TextBox 462">
            <a:extLst>
              <a:ext uri="{FF2B5EF4-FFF2-40B4-BE49-F238E27FC236}">
                <a16:creationId xmlns:a16="http://schemas.microsoft.com/office/drawing/2014/main" id="{D13C45F8-7E6C-8337-CD83-9352D5F66E67}"/>
              </a:ext>
            </a:extLst>
          </p:cNvPr>
          <p:cNvSpPr txBox="1"/>
          <p:nvPr/>
        </p:nvSpPr>
        <p:spPr>
          <a:xfrm>
            <a:off x="6592886" y="1989670"/>
            <a:ext cx="2011618" cy="57708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>
              <a:defRPr/>
            </a:pPr>
            <a:r>
              <a:rPr lang="en-US" sz="1050" dirty="0">
                <a:solidFill>
                  <a:srgbClr val="02072A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Full control, transparent logic, configurable scoring, adaptable to data</a:t>
            </a:r>
            <a:endParaRPr lang="en-IN" sz="1050" dirty="0">
              <a:solidFill>
                <a:srgbClr val="02072A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465" name="Cube 464">
            <a:extLst>
              <a:ext uri="{FF2B5EF4-FFF2-40B4-BE49-F238E27FC236}">
                <a16:creationId xmlns:a16="http://schemas.microsoft.com/office/drawing/2014/main" id="{4763B173-6C37-1306-4232-73A381849B96}"/>
              </a:ext>
            </a:extLst>
          </p:cNvPr>
          <p:cNvSpPr/>
          <p:nvPr/>
        </p:nvSpPr>
        <p:spPr>
          <a:xfrm rot="10800000">
            <a:off x="6227760" y="3135663"/>
            <a:ext cx="365126" cy="365126"/>
          </a:xfrm>
          <a:prstGeom prst="cube">
            <a:avLst>
              <a:gd name="adj" fmla="val 46393"/>
            </a:avLst>
          </a:prstGeom>
          <a:noFill/>
          <a:ln>
            <a:solidFill>
              <a:srgbClr val="09894C"/>
            </a:solidFill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66" name="TextBox 465">
            <a:extLst>
              <a:ext uri="{FF2B5EF4-FFF2-40B4-BE49-F238E27FC236}">
                <a16:creationId xmlns:a16="http://schemas.microsoft.com/office/drawing/2014/main" id="{1C238A6B-CAAF-8084-46F3-E0E03C12AB6C}"/>
              </a:ext>
            </a:extLst>
          </p:cNvPr>
          <p:cNvSpPr txBox="1"/>
          <p:nvPr/>
        </p:nvSpPr>
        <p:spPr>
          <a:xfrm>
            <a:off x="6592886" y="2948894"/>
            <a:ext cx="2011618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defRPr/>
            </a:pPr>
            <a:r>
              <a:rPr lang="en-US" sz="1050">
                <a:solidFill>
                  <a:srgbClr val="02072A"/>
                </a:solidFill>
                <a:latin typeface="Poppins Light"/>
                <a:cs typeface="Poppins Light"/>
              </a:rPr>
              <a:t>Faster deployment,  evaluation to ensure vendor meets new business requirements </a:t>
            </a:r>
            <a:endParaRPr lang="en-US" sz="1050">
              <a:solidFill>
                <a:srgbClr val="02072A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468" name="Cube 467">
            <a:extLst>
              <a:ext uri="{FF2B5EF4-FFF2-40B4-BE49-F238E27FC236}">
                <a16:creationId xmlns:a16="http://schemas.microsoft.com/office/drawing/2014/main" id="{101EE641-570A-AFDA-BB44-8B89D3E56075}"/>
              </a:ext>
            </a:extLst>
          </p:cNvPr>
          <p:cNvSpPr/>
          <p:nvPr/>
        </p:nvSpPr>
        <p:spPr>
          <a:xfrm rot="10800000">
            <a:off x="6227760" y="4218202"/>
            <a:ext cx="365126" cy="365126"/>
          </a:xfrm>
          <a:prstGeom prst="cube">
            <a:avLst>
              <a:gd name="adj" fmla="val 46393"/>
            </a:avLst>
          </a:prstGeom>
          <a:noFill/>
          <a:ln>
            <a:solidFill>
              <a:srgbClr val="09894C"/>
            </a:solidFill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69" name="TextBox 468">
            <a:extLst>
              <a:ext uri="{FF2B5EF4-FFF2-40B4-BE49-F238E27FC236}">
                <a16:creationId xmlns:a16="http://schemas.microsoft.com/office/drawing/2014/main" id="{06CA49F8-6B80-5CFF-C736-17B094B7F38F}"/>
              </a:ext>
            </a:extLst>
          </p:cNvPr>
          <p:cNvSpPr txBox="1"/>
          <p:nvPr/>
        </p:nvSpPr>
        <p:spPr>
          <a:xfrm>
            <a:off x="6592886" y="4112225"/>
            <a:ext cx="2011618" cy="57708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>
              <a:defRPr/>
            </a:pPr>
            <a:r>
              <a:rPr lang="en-US" sz="1050" dirty="0">
                <a:solidFill>
                  <a:srgbClr val="02072A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Balanced control, scalable, AI-assisted troubleshooting and tuning</a:t>
            </a:r>
            <a:endParaRPr lang="en-IN" sz="1050" dirty="0">
              <a:solidFill>
                <a:srgbClr val="02072A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482" name="Rectangle: Rounded Corners 481">
            <a:extLst>
              <a:ext uri="{FF2B5EF4-FFF2-40B4-BE49-F238E27FC236}">
                <a16:creationId xmlns:a16="http://schemas.microsoft.com/office/drawing/2014/main" id="{A68F7017-B6F8-B1FD-E34A-70B02D7CEADF}"/>
              </a:ext>
            </a:extLst>
          </p:cNvPr>
          <p:cNvSpPr/>
          <p:nvPr/>
        </p:nvSpPr>
        <p:spPr>
          <a:xfrm flipH="1">
            <a:off x="8904288" y="1693657"/>
            <a:ext cx="2621521" cy="3410540"/>
          </a:xfrm>
          <a:prstGeom prst="roundRect">
            <a:avLst>
              <a:gd name="adj" fmla="val 3709"/>
            </a:avLst>
          </a:prstGeom>
          <a:solidFill>
            <a:schemeClr val="bg1"/>
          </a:solidFill>
          <a:ln>
            <a:solidFill>
              <a:srgbClr val="91C4E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9894C"/>
              </a:solidFill>
              <a:effectLst/>
              <a:uLnTx/>
              <a:uFillTx/>
              <a:latin typeface="Poppins Light" panose="00000400000000000000" pitchFamily="2" charset="0"/>
              <a:ea typeface="+mn-ea"/>
              <a:cs typeface="Poppins Light" panose="00000400000000000000" pitchFamily="2" charset="0"/>
            </a:endParaRPr>
          </a:p>
        </p:txBody>
      </p:sp>
      <p:sp>
        <p:nvSpPr>
          <p:cNvPr id="484" name="Cube 483">
            <a:extLst>
              <a:ext uri="{FF2B5EF4-FFF2-40B4-BE49-F238E27FC236}">
                <a16:creationId xmlns:a16="http://schemas.microsoft.com/office/drawing/2014/main" id="{542B2B00-E293-5CD9-9FC2-17BD7688AED1}"/>
              </a:ext>
            </a:extLst>
          </p:cNvPr>
          <p:cNvSpPr/>
          <p:nvPr/>
        </p:nvSpPr>
        <p:spPr>
          <a:xfrm rot="10800000">
            <a:off x="9061859" y="2095647"/>
            <a:ext cx="365126" cy="365126"/>
          </a:xfrm>
          <a:prstGeom prst="cube">
            <a:avLst>
              <a:gd name="adj" fmla="val 46393"/>
            </a:avLst>
          </a:prstGeom>
          <a:noFill/>
          <a:ln>
            <a:solidFill>
              <a:srgbClr val="09894C"/>
            </a:solidFill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A6485674-4EAE-799F-0C25-4C84A5CAD3B5}"/>
              </a:ext>
            </a:extLst>
          </p:cNvPr>
          <p:cNvSpPr txBox="1"/>
          <p:nvPr/>
        </p:nvSpPr>
        <p:spPr>
          <a:xfrm>
            <a:off x="9426985" y="1908878"/>
            <a:ext cx="2006595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>
              <a:defRPr/>
            </a:pPr>
            <a:r>
              <a:rPr lang="en-US" sz="1050" dirty="0">
                <a:solidFill>
                  <a:srgbClr val="02072A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Requires technical expertise, longer time-to-value, ongoing maintenance</a:t>
            </a:r>
            <a:endParaRPr lang="en-IN" sz="1050" dirty="0">
              <a:solidFill>
                <a:srgbClr val="02072A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487" name="Cube 486">
            <a:extLst>
              <a:ext uri="{FF2B5EF4-FFF2-40B4-BE49-F238E27FC236}">
                <a16:creationId xmlns:a16="http://schemas.microsoft.com/office/drawing/2014/main" id="{D64B6E68-C450-EAF7-0330-77CCD6F930B9}"/>
              </a:ext>
            </a:extLst>
          </p:cNvPr>
          <p:cNvSpPr/>
          <p:nvPr/>
        </p:nvSpPr>
        <p:spPr>
          <a:xfrm rot="10800000">
            <a:off x="9061859" y="3135663"/>
            <a:ext cx="365126" cy="365126"/>
          </a:xfrm>
          <a:prstGeom prst="cube">
            <a:avLst>
              <a:gd name="adj" fmla="val 46393"/>
            </a:avLst>
          </a:prstGeom>
          <a:noFill/>
          <a:ln>
            <a:solidFill>
              <a:srgbClr val="09894C"/>
            </a:solidFill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82E0FA67-D957-CC18-B241-209C57E27605}"/>
              </a:ext>
            </a:extLst>
          </p:cNvPr>
          <p:cNvSpPr txBox="1"/>
          <p:nvPr/>
        </p:nvSpPr>
        <p:spPr>
          <a:xfrm>
            <a:off x="9426985" y="3029686"/>
            <a:ext cx="2006595" cy="57708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>
              <a:defRPr/>
            </a:pPr>
            <a:r>
              <a:rPr lang="en-US" sz="1050" dirty="0">
                <a:solidFill>
                  <a:srgbClr val="02072A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Less customizable than in-house, may still involve vendor lock-in</a:t>
            </a:r>
            <a:endParaRPr lang="en-IN" sz="1050" dirty="0">
              <a:solidFill>
                <a:srgbClr val="02072A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490" name="Cube 489">
            <a:extLst>
              <a:ext uri="{FF2B5EF4-FFF2-40B4-BE49-F238E27FC236}">
                <a16:creationId xmlns:a16="http://schemas.microsoft.com/office/drawing/2014/main" id="{C64741C6-D031-73AD-2611-050F0D555AD5}"/>
              </a:ext>
            </a:extLst>
          </p:cNvPr>
          <p:cNvSpPr/>
          <p:nvPr/>
        </p:nvSpPr>
        <p:spPr>
          <a:xfrm rot="10800000">
            <a:off x="9061859" y="4218202"/>
            <a:ext cx="365126" cy="365126"/>
          </a:xfrm>
          <a:prstGeom prst="cube">
            <a:avLst>
              <a:gd name="adj" fmla="val 46393"/>
            </a:avLst>
          </a:prstGeom>
          <a:noFill/>
          <a:ln>
            <a:solidFill>
              <a:srgbClr val="09894C"/>
            </a:solidFill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92" name="TextBox 491">
            <a:extLst>
              <a:ext uri="{FF2B5EF4-FFF2-40B4-BE49-F238E27FC236}">
                <a16:creationId xmlns:a16="http://schemas.microsoft.com/office/drawing/2014/main" id="{04720C1C-BE79-5A8B-1932-F334E8A92F2E}"/>
              </a:ext>
            </a:extLst>
          </p:cNvPr>
          <p:cNvSpPr txBox="1"/>
          <p:nvPr/>
        </p:nvSpPr>
        <p:spPr>
          <a:xfrm>
            <a:off x="9426985" y="4112225"/>
            <a:ext cx="2006595" cy="57708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>
              <a:defRPr/>
            </a:pPr>
            <a:r>
              <a:rPr lang="en-US" sz="1050" dirty="0">
                <a:solidFill>
                  <a:srgbClr val="02072A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Emerging approach; depends on internal readiness and maturity</a:t>
            </a:r>
            <a:endParaRPr lang="en-IN" sz="1050" dirty="0">
              <a:solidFill>
                <a:srgbClr val="02072A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501" name="Rectangle: Rounded Corners 500">
            <a:extLst>
              <a:ext uri="{FF2B5EF4-FFF2-40B4-BE49-F238E27FC236}">
                <a16:creationId xmlns:a16="http://schemas.microsoft.com/office/drawing/2014/main" id="{1D513769-DC0E-B684-2BDB-1EC82812FC66}"/>
              </a:ext>
            </a:extLst>
          </p:cNvPr>
          <p:cNvSpPr/>
          <p:nvPr/>
        </p:nvSpPr>
        <p:spPr>
          <a:xfrm>
            <a:off x="224813" y="5700358"/>
            <a:ext cx="11639886" cy="495380"/>
          </a:xfrm>
          <a:prstGeom prst="roundRect">
            <a:avLst>
              <a:gd name="adj" fmla="val 50000"/>
            </a:avLst>
          </a:prstGeom>
          <a:solidFill>
            <a:srgbClr val="09894C"/>
          </a:solidFill>
          <a:ln>
            <a:solidFill>
              <a:srgbClr val="0989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Poppins"/>
                <a:cs typeface="Poppins"/>
              </a:rPr>
              <a:t>Build, Buy, or Blend (agentic hybrid) - each option has trade-offs across control, cost, complexity, and scalability</a:t>
            </a:r>
          </a:p>
        </p:txBody>
      </p:sp>
    </p:spTree>
    <p:extLst>
      <p:ext uri="{BB962C8B-B14F-4D97-AF65-F5344CB8AC3E}">
        <p14:creationId xmlns:p14="http://schemas.microsoft.com/office/powerpoint/2010/main" val="3306752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143">
            <a:extLst>
              <a:ext uri="{FF2B5EF4-FFF2-40B4-BE49-F238E27FC236}">
                <a16:creationId xmlns:a16="http://schemas.microsoft.com/office/drawing/2014/main" id="{3D6D07D8-6636-3393-BB97-94BFFC3596CA}"/>
              </a:ext>
            </a:extLst>
          </p:cNvPr>
          <p:cNvSpPr/>
          <p:nvPr/>
        </p:nvSpPr>
        <p:spPr>
          <a:xfrm>
            <a:off x="0" y="3278221"/>
            <a:ext cx="12192000" cy="362288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9FD363-165B-A27B-BCC1-356674687A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2072A">
                    <a:tint val="75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2072A">
                  <a:tint val="75000"/>
                </a:srgbClr>
              </a:solidFill>
              <a:effectLst/>
              <a:uLnTx/>
              <a:uFillTx/>
              <a:latin typeface="Bierstad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9B5016B-DAD7-D6D2-FB8A-8B57A4AD7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142" y="301051"/>
            <a:ext cx="11150662" cy="791768"/>
          </a:xfrm>
        </p:spPr>
        <p:txBody>
          <a:bodyPr>
            <a:noAutofit/>
          </a:bodyPr>
          <a:lstStyle/>
          <a:p>
            <a:r>
              <a:rPr lang="en-US" sz="2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POV - How Agentic Architecture Can Help</a:t>
            </a:r>
            <a:endParaRPr lang="en-IN" sz="2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37CAF0F3-C0F8-1E4B-5384-D5ED156EE9CC}"/>
              </a:ext>
            </a:extLst>
          </p:cNvPr>
          <p:cNvSpPr/>
          <p:nvPr/>
        </p:nvSpPr>
        <p:spPr>
          <a:xfrm>
            <a:off x="82208" y="3510238"/>
            <a:ext cx="3967559" cy="29281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88248">
                  <a:alpha val="0"/>
                </a:srgbClr>
              </a:gs>
              <a:gs pos="49000">
                <a:srgbClr val="088248"/>
              </a:gs>
              <a:gs pos="100000">
                <a:srgbClr val="08824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121" name="TextBox 13">
            <a:extLst>
              <a:ext uri="{FF2B5EF4-FFF2-40B4-BE49-F238E27FC236}">
                <a16:creationId xmlns:a16="http://schemas.microsoft.com/office/drawing/2014/main" id="{870E21E5-74C5-600C-193E-6E70CE2505A5}"/>
              </a:ext>
            </a:extLst>
          </p:cNvPr>
          <p:cNvSpPr txBox="1"/>
          <p:nvPr/>
        </p:nvSpPr>
        <p:spPr>
          <a:xfrm>
            <a:off x="1699425" y="3487367"/>
            <a:ext cx="22283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HOW IS IT DIFFERENT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25" name="Rectangle: Diagonal Corners Snipped 124">
            <a:extLst>
              <a:ext uri="{FF2B5EF4-FFF2-40B4-BE49-F238E27FC236}">
                <a16:creationId xmlns:a16="http://schemas.microsoft.com/office/drawing/2014/main" id="{C72475F2-776D-2B64-E828-02AB37707F12}"/>
              </a:ext>
            </a:extLst>
          </p:cNvPr>
          <p:cNvSpPr/>
          <p:nvPr/>
        </p:nvSpPr>
        <p:spPr>
          <a:xfrm>
            <a:off x="669680" y="4460086"/>
            <a:ext cx="5176643" cy="381399"/>
          </a:xfrm>
          <a:prstGeom prst="snip2DiagRect">
            <a:avLst>
              <a:gd name="adj1" fmla="val 0"/>
              <a:gd name="adj2" fmla="val 7356"/>
            </a:avLst>
          </a:prstGeom>
          <a:solidFill>
            <a:srgbClr val="F2F8FD">
              <a:alpha val="20000"/>
            </a:srgbClr>
          </a:solidFill>
          <a:ln w="9525"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rgbClr val="FFFFFF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Agents run continuously, learning and optimizing autonomously</a:t>
            </a:r>
            <a:endParaRPr lang="en-IN" sz="1200" dirty="0">
              <a:solidFill>
                <a:srgbClr val="FFFFFF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126" name="Rectangle: Diagonal Corners Snipped 125">
            <a:extLst>
              <a:ext uri="{FF2B5EF4-FFF2-40B4-BE49-F238E27FC236}">
                <a16:creationId xmlns:a16="http://schemas.microsoft.com/office/drawing/2014/main" id="{57B03235-0F68-4FFE-56E0-7C244F1A9BB8}"/>
              </a:ext>
            </a:extLst>
          </p:cNvPr>
          <p:cNvSpPr/>
          <p:nvPr/>
        </p:nvSpPr>
        <p:spPr>
          <a:xfrm>
            <a:off x="669679" y="4963140"/>
            <a:ext cx="5176637" cy="380385"/>
          </a:xfrm>
          <a:prstGeom prst="snip2DiagRect">
            <a:avLst>
              <a:gd name="adj1" fmla="val 0"/>
              <a:gd name="adj2" fmla="val 7356"/>
            </a:avLst>
          </a:prstGeom>
          <a:solidFill>
            <a:srgbClr val="F2F8FD">
              <a:alpha val="20000"/>
            </a:srgbClr>
          </a:solidFill>
          <a:ln w="9525"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rgbClr val="FFFFFF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Modular agents specialize in tasks (e.g., scoring, stitching)</a:t>
            </a:r>
            <a:endParaRPr lang="en-IN" sz="1200" dirty="0">
              <a:solidFill>
                <a:srgbClr val="FFFFFF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127" name="Rectangle: Diagonal Corners Snipped 126">
            <a:extLst>
              <a:ext uri="{FF2B5EF4-FFF2-40B4-BE49-F238E27FC236}">
                <a16:creationId xmlns:a16="http://schemas.microsoft.com/office/drawing/2014/main" id="{0B0C865C-E4FB-91E8-A845-AD5A94CF51AD}"/>
              </a:ext>
            </a:extLst>
          </p:cNvPr>
          <p:cNvSpPr/>
          <p:nvPr/>
        </p:nvSpPr>
        <p:spPr>
          <a:xfrm>
            <a:off x="669680" y="5465774"/>
            <a:ext cx="5176637" cy="380385"/>
          </a:xfrm>
          <a:prstGeom prst="snip2DiagRect">
            <a:avLst>
              <a:gd name="adj1" fmla="val 0"/>
              <a:gd name="adj2" fmla="val 7356"/>
            </a:avLst>
          </a:prstGeom>
          <a:solidFill>
            <a:srgbClr val="F2F8FD">
              <a:alpha val="20000"/>
            </a:srgbClr>
          </a:solidFill>
          <a:ln w="9525"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rgbClr val="FFFFFF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Feedback loops are embedded, triggering retraining dynamically</a:t>
            </a:r>
            <a:endParaRPr lang="en-IN" sz="1200" dirty="0">
              <a:solidFill>
                <a:srgbClr val="FFFFFF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7A8EFE62-4EDD-2A40-4B4E-967BE8882649}"/>
              </a:ext>
            </a:extLst>
          </p:cNvPr>
          <p:cNvCxnSpPr>
            <a:cxnSpLocks/>
          </p:cNvCxnSpPr>
          <p:nvPr/>
        </p:nvCxnSpPr>
        <p:spPr>
          <a:xfrm>
            <a:off x="169759" y="3412341"/>
            <a:ext cx="380448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961761E7-7858-CD57-5E5B-EF4DF820F39C}"/>
              </a:ext>
            </a:extLst>
          </p:cNvPr>
          <p:cNvSpPr/>
          <p:nvPr/>
        </p:nvSpPr>
        <p:spPr>
          <a:xfrm>
            <a:off x="1693776" y="1013185"/>
            <a:ext cx="3783000" cy="19970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>
              <a:defRPr/>
            </a:pPr>
            <a:r>
              <a:rPr lang="en-IN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Agentic AI in Identity Resolution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02072A"/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  <a:p>
            <a:pPr lvl="0">
              <a:spcAft>
                <a:spcPts val="1000"/>
              </a:spcAft>
              <a:defRPr/>
            </a:pPr>
            <a:r>
              <a:rPr lang="en-US" sz="1150" dirty="0">
                <a:solidFill>
                  <a:srgbClr val="02072A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Treat each step (e.g., matching, deduplication, scoring, validation) as an autonomous agent with clear objectives.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7E8FF7-5A9A-A03F-E64B-3EC72D71B601}"/>
              </a:ext>
            </a:extLst>
          </p:cNvPr>
          <p:cNvSpPr/>
          <p:nvPr/>
        </p:nvSpPr>
        <p:spPr>
          <a:xfrm>
            <a:off x="7029651" y="1013184"/>
            <a:ext cx="4202083" cy="21584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000" b="1" dirty="0">
                <a:solidFill>
                  <a:srgbClr val="0CB76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Agents CAN</a:t>
            </a:r>
            <a:endParaRPr kumimoji="0" lang="en-IN" sz="2000" b="1" i="0" u="none" strike="noStrike" kern="1200" cap="none" spc="0" normalizeH="0" baseline="0" noProof="0" dirty="0">
              <a:ln>
                <a:noFill/>
              </a:ln>
              <a:solidFill>
                <a:srgbClr val="0CB765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000" b="1" i="0" u="none" strike="noStrike" kern="1200" cap="none" spc="0" normalizeH="0" baseline="0" noProof="0" dirty="0">
              <a:ln>
                <a:noFill/>
              </a:ln>
              <a:solidFill>
                <a:srgbClr val="C5CCFC">
                  <a:lumMod val="90000"/>
                </a:srgbClr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171450" indent="-171450">
              <a:spcAft>
                <a:spcPts val="1000"/>
              </a:spcAft>
              <a:buClr>
                <a:srgbClr val="0DCD72"/>
              </a:buClr>
              <a:buFont typeface="Wingdings" panose="05000000000000000000" pitchFamily="2" charset="2"/>
              <a:buChar char="ü"/>
              <a:defRPr/>
            </a:pPr>
            <a:r>
              <a:rPr lang="en-US" sz="1150" dirty="0">
                <a:solidFill>
                  <a:srgbClr val="02072A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Suggest match rules or thresholds based on data patterns</a:t>
            </a:r>
          </a:p>
          <a:p>
            <a:pPr marL="171450" indent="-171450">
              <a:spcAft>
                <a:spcPts val="1000"/>
              </a:spcAft>
              <a:buClr>
                <a:srgbClr val="0DCD72"/>
              </a:buClr>
              <a:buFont typeface="Wingdings" panose="05000000000000000000" pitchFamily="2" charset="2"/>
              <a:buChar char="ü"/>
              <a:defRPr/>
            </a:pPr>
            <a:r>
              <a:rPr lang="en-US" sz="1150" dirty="0">
                <a:solidFill>
                  <a:srgbClr val="02072A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Flag edge cases or ambiguous identities for review</a:t>
            </a:r>
          </a:p>
          <a:p>
            <a:pPr marL="171450" indent="-171450">
              <a:spcAft>
                <a:spcPts val="1000"/>
              </a:spcAft>
              <a:buClr>
                <a:srgbClr val="0DCD72"/>
              </a:buClr>
              <a:buFont typeface="Wingdings" panose="05000000000000000000" pitchFamily="2" charset="2"/>
              <a:buChar char="ü"/>
              <a:defRPr/>
            </a:pPr>
            <a:r>
              <a:rPr lang="en-US" sz="1150" dirty="0">
                <a:solidFill>
                  <a:srgbClr val="02072A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Monitor confidence scores and trigger retraining or rule tuning</a:t>
            </a:r>
          </a:p>
          <a:p>
            <a:pPr marL="171450" indent="-171450">
              <a:spcAft>
                <a:spcPts val="1000"/>
              </a:spcAft>
              <a:buClr>
                <a:srgbClr val="0DCD72"/>
              </a:buClr>
              <a:buFont typeface="Wingdings" panose="05000000000000000000" pitchFamily="2" charset="2"/>
              <a:buChar char="ü"/>
              <a:defRPr/>
            </a:pPr>
            <a:r>
              <a:rPr lang="en-US" sz="1150" dirty="0">
                <a:solidFill>
                  <a:srgbClr val="02072A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Explain “why” two identities were (or weren’t) matched</a:t>
            </a:r>
            <a:endParaRPr kumimoji="0" lang="en-IN" sz="1150" b="0" i="0" u="none" strike="noStrike" kern="1200" cap="none" spc="0" normalizeH="0" baseline="0" noProof="0" dirty="0">
              <a:ln>
                <a:noFill/>
              </a:ln>
              <a:solidFill>
                <a:srgbClr val="02072A"/>
              </a:solidFill>
              <a:effectLst/>
              <a:uLnTx/>
              <a:uFillTx/>
              <a:latin typeface="Poppins Light" panose="00000400000000000000" pitchFamily="2" charset="0"/>
              <a:ea typeface="+mn-ea"/>
              <a:cs typeface="Poppins Light" panose="00000400000000000000" pitchFamily="2" charset="0"/>
            </a:endParaRPr>
          </a:p>
        </p:txBody>
      </p:sp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E2861C6B-FC87-1D68-0F17-7401A1543751}"/>
              </a:ext>
            </a:extLst>
          </p:cNvPr>
          <p:cNvSpPr/>
          <p:nvPr/>
        </p:nvSpPr>
        <p:spPr>
          <a:xfrm>
            <a:off x="669679" y="5973980"/>
            <a:ext cx="5176637" cy="380385"/>
          </a:xfrm>
          <a:prstGeom prst="snip2DiagRect">
            <a:avLst>
              <a:gd name="adj1" fmla="val 0"/>
              <a:gd name="adj2" fmla="val 7356"/>
            </a:avLst>
          </a:prstGeom>
          <a:solidFill>
            <a:srgbClr val="F2F8FD">
              <a:alpha val="20000"/>
            </a:srgbClr>
          </a:solidFill>
          <a:ln w="9525"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rgbClr val="FFFFFF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Agents explain their match rationale and flag edge cases</a:t>
            </a:r>
            <a:endParaRPr lang="en-IN" sz="1200" dirty="0">
              <a:solidFill>
                <a:srgbClr val="FFFFFF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pic>
        <p:nvPicPr>
          <p:cNvPr id="8" name="Graphic 7" descr="Robot outline">
            <a:extLst>
              <a:ext uri="{FF2B5EF4-FFF2-40B4-BE49-F238E27FC236}">
                <a16:creationId xmlns:a16="http://schemas.microsoft.com/office/drawing/2014/main" id="{A2F449AB-6A6B-620C-0004-4FBA50F69F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15251" y="986808"/>
            <a:ext cx="914400" cy="914400"/>
          </a:xfrm>
          <a:prstGeom prst="rect">
            <a:avLst/>
          </a:prstGeom>
        </p:spPr>
      </p:pic>
      <p:pic>
        <p:nvPicPr>
          <p:cNvPr id="10" name="Graphic 9" descr="Gauge outline">
            <a:extLst>
              <a:ext uri="{FF2B5EF4-FFF2-40B4-BE49-F238E27FC236}">
                <a16:creationId xmlns:a16="http://schemas.microsoft.com/office/drawing/2014/main" id="{F844324B-30BA-C873-E303-5DE40BD020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9679" y="911449"/>
            <a:ext cx="914400" cy="914400"/>
          </a:xfrm>
          <a:prstGeom prst="rect">
            <a:avLst/>
          </a:prstGeom>
        </p:spPr>
      </p:pic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D72830E4-84DD-1FD0-4ED3-B2A0AC4E706C}"/>
              </a:ext>
            </a:extLst>
          </p:cNvPr>
          <p:cNvSpPr/>
          <p:nvPr/>
        </p:nvSpPr>
        <p:spPr>
          <a:xfrm>
            <a:off x="6345677" y="4460086"/>
            <a:ext cx="5176643" cy="381399"/>
          </a:xfrm>
          <a:prstGeom prst="snip2DiagRect">
            <a:avLst>
              <a:gd name="adj1" fmla="val 0"/>
              <a:gd name="adj2" fmla="val 7356"/>
            </a:avLst>
          </a:prstGeom>
          <a:solidFill>
            <a:srgbClr val="F2F8FD">
              <a:alpha val="20000"/>
            </a:srgbClr>
          </a:solidFill>
          <a:ln w="9525"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rgbClr val="FFFFFF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Humans manually code, test, and iterate match logic</a:t>
            </a:r>
            <a:endParaRPr lang="en-IN" sz="1200" dirty="0">
              <a:solidFill>
                <a:srgbClr val="FFFFFF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9" name="Rectangle: Diagonal Corners Snipped 8">
            <a:extLst>
              <a:ext uri="{FF2B5EF4-FFF2-40B4-BE49-F238E27FC236}">
                <a16:creationId xmlns:a16="http://schemas.microsoft.com/office/drawing/2014/main" id="{78F63CBB-870E-A9AE-19D9-99E2F9A16CEC}"/>
              </a:ext>
            </a:extLst>
          </p:cNvPr>
          <p:cNvSpPr/>
          <p:nvPr/>
        </p:nvSpPr>
        <p:spPr>
          <a:xfrm>
            <a:off x="6345676" y="4963140"/>
            <a:ext cx="5176637" cy="380385"/>
          </a:xfrm>
          <a:prstGeom prst="snip2DiagRect">
            <a:avLst>
              <a:gd name="adj1" fmla="val 0"/>
              <a:gd name="adj2" fmla="val 7356"/>
            </a:avLst>
          </a:prstGeom>
          <a:solidFill>
            <a:srgbClr val="F2F8FD">
              <a:alpha val="20000"/>
            </a:srgbClr>
          </a:solidFill>
          <a:ln w="9525"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rgbClr val="FFFFFF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Monolithic scripts or notebooks handle full pipeline</a:t>
            </a:r>
            <a:endParaRPr lang="en-IN" sz="1200" dirty="0">
              <a:solidFill>
                <a:srgbClr val="FFFFFF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11" name="Rectangle: Diagonal Corners Snipped 10">
            <a:extLst>
              <a:ext uri="{FF2B5EF4-FFF2-40B4-BE49-F238E27FC236}">
                <a16:creationId xmlns:a16="http://schemas.microsoft.com/office/drawing/2014/main" id="{22781780-74FC-07B8-FD12-E79D539174A7}"/>
              </a:ext>
            </a:extLst>
          </p:cNvPr>
          <p:cNvSpPr/>
          <p:nvPr/>
        </p:nvSpPr>
        <p:spPr>
          <a:xfrm>
            <a:off x="6345677" y="5465774"/>
            <a:ext cx="5176637" cy="380385"/>
          </a:xfrm>
          <a:prstGeom prst="snip2DiagRect">
            <a:avLst>
              <a:gd name="adj1" fmla="val 0"/>
              <a:gd name="adj2" fmla="val 7356"/>
            </a:avLst>
          </a:prstGeom>
          <a:solidFill>
            <a:srgbClr val="F2F8FD">
              <a:alpha val="20000"/>
            </a:srgbClr>
          </a:solidFill>
          <a:ln w="9525"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rgbClr val="FFFFFF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Retraining is manual and episodic (e.g., quarterly)</a:t>
            </a:r>
            <a:endParaRPr lang="en-IN" sz="1200" dirty="0">
              <a:solidFill>
                <a:srgbClr val="FFFFFF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12" name="Rectangle: Diagonal Corners Snipped 11">
            <a:extLst>
              <a:ext uri="{FF2B5EF4-FFF2-40B4-BE49-F238E27FC236}">
                <a16:creationId xmlns:a16="http://schemas.microsoft.com/office/drawing/2014/main" id="{40114637-BF43-4DF3-1D57-3D61FAFF3E18}"/>
              </a:ext>
            </a:extLst>
          </p:cNvPr>
          <p:cNvSpPr/>
          <p:nvPr/>
        </p:nvSpPr>
        <p:spPr>
          <a:xfrm>
            <a:off x="6345676" y="5973980"/>
            <a:ext cx="5176637" cy="380385"/>
          </a:xfrm>
          <a:prstGeom prst="snip2DiagRect">
            <a:avLst>
              <a:gd name="adj1" fmla="val 0"/>
              <a:gd name="adj2" fmla="val 7356"/>
            </a:avLst>
          </a:prstGeom>
          <a:solidFill>
            <a:srgbClr val="F2F8FD">
              <a:alpha val="20000"/>
            </a:srgbClr>
          </a:solidFill>
          <a:ln w="9525"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rgbClr val="FFFFFF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Explanations rely on code audits or rule comments</a:t>
            </a:r>
            <a:endParaRPr lang="en-IN" sz="1200" dirty="0">
              <a:solidFill>
                <a:srgbClr val="FFFFFF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4CB5878E-BBF6-11C0-447A-B8C21731FDDA}"/>
              </a:ext>
            </a:extLst>
          </p:cNvPr>
          <p:cNvSpPr/>
          <p:nvPr/>
        </p:nvSpPr>
        <p:spPr>
          <a:xfrm>
            <a:off x="669680" y="3952402"/>
            <a:ext cx="5176643" cy="381399"/>
          </a:xfrm>
          <a:prstGeom prst="snip2DiagRect">
            <a:avLst>
              <a:gd name="adj1" fmla="val 0"/>
              <a:gd name="adj2" fmla="val 7356"/>
            </a:avLst>
          </a:prstGeom>
          <a:noFill/>
          <a:ln w="9525"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chemeClr val="accent5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Agentic AI Architecture</a:t>
            </a:r>
            <a:endParaRPr lang="en-IN" sz="1400" b="1" dirty="0">
              <a:solidFill>
                <a:schemeClr val="accent5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7" name="Rectangle: Diagonal Corners Snipped 16">
            <a:extLst>
              <a:ext uri="{FF2B5EF4-FFF2-40B4-BE49-F238E27FC236}">
                <a16:creationId xmlns:a16="http://schemas.microsoft.com/office/drawing/2014/main" id="{AB3E2881-693C-581C-2D43-15FC50E36C76}"/>
              </a:ext>
            </a:extLst>
          </p:cNvPr>
          <p:cNvSpPr/>
          <p:nvPr/>
        </p:nvSpPr>
        <p:spPr>
          <a:xfrm>
            <a:off x="6345677" y="3952402"/>
            <a:ext cx="5176643" cy="381399"/>
          </a:xfrm>
          <a:prstGeom prst="snip2DiagRect">
            <a:avLst>
              <a:gd name="adj1" fmla="val 0"/>
              <a:gd name="adj2" fmla="val 7356"/>
            </a:avLst>
          </a:prstGeom>
          <a:noFill/>
          <a:ln w="9525"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chemeClr val="accent5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Traditional Python + Human Process</a:t>
            </a:r>
            <a:endParaRPr lang="en-IN" sz="1400" b="1" dirty="0">
              <a:solidFill>
                <a:schemeClr val="accent5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8988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38C61-80AE-CE3B-CE4A-C4F3292B2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D2C53E-22EF-6E52-6B9A-823563254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2072A">
                    <a:tint val="75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2072A">
                  <a:tint val="75000"/>
                </a:srgbClr>
              </a:solidFill>
              <a:effectLst/>
              <a:uLnTx/>
              <a:uFillTx/>
              <a:latin typeface="Bierstadt" panose="020B0004020202020204" pitchFamily="34" charset="0"/>
              <a:ea typeface="+mn-ea"/>
              <a:cs typeface="+mn-cs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EE116BF-AAF2-EBDA-E176-6251A04DD709}"/>
              </a:ext>
            </a:extLst>
          </p:cNvPr>
          <p:cNvGrpSpPr/>
          <p:nvPr/>
        </p:nvGrpSpPr>
        <p:grpSpPr>
          <a:xfrm>
            <a:off x="885824" y="5123162"/>
            <a:ext cx="10271115" cy="918838"/>
            <a:chOff x="885824" y="5135862"/>
            <a:chExt cx="10271115" cy="918838"/>
          </a:xfrm>
        </p:grpSpPr>
        <p:grpSp>
          <p:nvGrpSpPr>
            <p:cNvPr id="1036" name="Group 1035">
              <a:extLst>
                <a:ext uri="{FF2B5EF4-FFF2-40B4-BE49-F238E27FC236}">
                  <a16:creationId xmlns:a16="http://schemas.microsoft.com/office/drawing/2014/main" id="{F176D04D-4F67-3DF4-28C9-68538533E279}"/>
                </a:ext>
              </a:extLst>
            </p:cNvPr>
            <p:cNvGrpSpPr/>
            <p:nvPr/>
          </p:nvGrpSpPr>
          <p:grpSpPr>
            <a:xfrm>
              <a:off x="5899793" y="5708957"/>
              <a:ext cx="5257146" cy="252000"/>
              <a:chOff x="5651322" y="5440732"/>
              <a:chExt cx="5257146" cy="252000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3DD481B-E6C7-EBED-6BAC-868D16C73D9E}"/>
                  </a:ext>
                </a:extLst>
              </p:cNvPr>
              <p:cNvSpPr txBox="1"/>
              <p:nvPr/>
            </p:nvSpPr>
            <p:spPr>
              <a:xfrm>
                <a:off x="5651322" y="5440732"/>
                <a:ext cx="1584000" cy="252000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672F"/>
                    </a:solidFill>
                    <a:effectLst/>
                    <a:uLnTx/>
                    <a:uFillTx/>
                    <a:latin typeface="Poppins SemiBold" panose="00000700000000000000" pitchFamily="2" charset="0"/>
                    <a:ea typeface="+mn-ea"/>
                    <a:cs typeface="Poppins SemiBold" panose="00000700000000000000" pitchFamily="2" charset="0"/>
                  </a:rPr>
                  <a:t>Deterministic and Probabilistic Scoring Agent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1672F"/>
                  </a:solidFill>
                  <a:effectLst/>
                  <a:uLnTx/>
                  <a:uFillTx/>
                  <a:latin typeface="Poppins SemiBold" panose="00000700000000000000" pitchFamily="2" charset="0"/>
                  <a:ea typeface="+mn-ea"/>
                  <a:cs typeface="Poppins SemiBold" panose="00000700000000000000" pitchFamily="2" charset="0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00BB463-B169-35BD-4AC9-303FF482BE40}"/>
                  </a:ext>
                </a:extLst>
              </p:cNvPr>
              <p:cNvSpPr txBox="1"/>
              <p:nvPr/>
            </p:nvSpPr>
            <p:spPr>
              <a:xfrm>
                <a:off x="7595895" y="5440732"/>
                <a:ext cx="1476000" cy="252000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672F"/>
                    </a:solidFill>
                    <a:effectLst/>
                    <a:uLnTx/>
                    <a:uFillTx/>
                    <a:latin typeface="Poppins SemiBold" panose="00000700000000000000" pitchFamily="2" charset="0"/>
                    <a:ea typeface="+mn-ea"/>
                    <a:cs typeface="Poppins SemiBold" panose="00000700000000000000" pitchFamily="2" charset="0"/>
                  </a:rPr>
                  <a:t>Identity Resolution and Activation Agent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1672F"/>
                  </a:solidFill>
                  <a:effectLst/>
                  <a:uLnTx/>
                  <a:uFillTx/>
                  <a:latin typeface="Poppins SemiBold" panose="00000700000000000000" pitchFamily="2" charset="0"/>
                  <a:ea typeface="+mn-ea"/>
                  <a:cs typeface="Poppins SemiBold" panose="00000700000000000000" pitchFamily="2" charset="0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E8A0221-320C-C6E5-1B47-E476C2D298A5}"/>
                  </a:ext>
                </a:extLst>
              </p:cNvPr>
              <p:cNvSpPr txBox="1"/>
              <p:nvPr/>
            </p:nvSpPr>
            <p:spPr>
              <a:xfrm>
                <a:off x="9432468" y="5440732"/>
                <a:ext cx="1476000" cy="252000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672F"/>
                    </a:solidFill>
                    <a:effectLst/>
                    <a:uLnTx/>
                    <a:uFillTx/>
                    <a:latin typeface="Poppins SemiBold" panose="00000700000000000000" pitchFamily="2" charset="0"/>
                    <a:ea typeface="+mn-ea"/>
                    <a:cs typeface="Poppins SemiBold" panose="00000700000000000000" pitchFamily="2" charset="0"/>
                  </a:rPr>
                  <a:t>Monitoring and Feedback Agent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1672F"/>
                  </a:solidFill>
                  <a:effectLst/>
                  <a:uLnTx/>
                  <a:uFillTx/>
                  <a:latin typeface="Poppins SemiBold" panose="00000700000000000000" pitchFamily="2" charset="0"/>
                  <a:ea typeface="+mn-ea"/>
                  <a:cs typeface="Poppins SemiBold" panose="00000700000000000000" pitchFamily="2" charset="0"/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12048DF-A829-D138-63E8-F322A089178A}"/>
                </a:ext>
              </a:extLst>
            </p:cNvPr>
            <p:cNvGrpSpPr/>
            <p:nvPr/>
          </p:nvGrpSpPr>
          <p:grpSpPr>
            <a:xfrm>
              <a:off x="885824" y="5135862"/>
              <a:ext cx="4678686" cy="918838"/>
              <a:chOff x="885824" y="5135862"/>
              <a:chExt cx="4678686" cy="918838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39D5C64-93E9-B3C4-110A-F14C023F1838}"/>
                  </a:ext>
                </a:extLst>
              </p:cNvPr>
              <p:cNvSpPr txBox="1"/>
              <p:nvPr/>
            </p:nvSpPr>
            <p:spPr>
              <a:xfrm>
                <a:off x="885824" y="5802700"/>
                <a:ext cx="953694" cy="252000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lstStyle/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ClrTx/>
                  <a:buSzTx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2072A"/>
                    </a:solidFill>
                    <a:effectLst/>
                    <a:uLnTx/>
                    <a:uFillTx/>
                    <a:latin typeface="Poppins SemiBold" panose="00000700000000000000" pitchFamily="2" charset="0"/>
                    <a:ea typeface="+mn-ea"/>
                    <a:cs typeface="Poppins SemiBold" panose="00000700000000000000" pitchFamily="2" charset="0"/>
                  </a:rPr>
                  <a:t>Salesforce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2072A"/>
                  </a:solidFill>
                  <a:effectLst/>
                  <a:uLnTx/>
                  <a:uFillTx/>
                  <a:latin typeface="Poppins SemiBold" panose="00000700000000000000" pitchFamily="2" charset="0"/>
                  <a:ea typeface="+mn-ea"/>
                  <a:cs typeface="Poppins SemiBold" panose="00000700000000000000" pitchFamily="2" charset="0"/>
                </a:endParaRPr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CE02FA2A-348D-9BDC-998D-7660D83ABCCB}"/>
                  </a:ext>
                </a:extLst>
              </p:cNvPr>
              <p:cNvGrpSpPr/>
              <p:nvPr/>
            </p:nvGrpSpPr>
            <p:grpSpPr>
              <a:xfrm>
                <a:off x="3764510" y="5135862"/>
                <a:ext cx="1800000" cy="918838"/>
                <a:chOff x="3764510" y="5135862"/>
                <a:chExt cx="1800000" cy="918838"/>
              </a:xfrm>
            </p:grpSpPr>
            <p:pic>
              <p:nvPicPr>
                <p:cNvPr id="14" name="Graphic 13">
                  <a:extLst>
                    <a:ext uri="{FF2B5EF4-FFF2-40B4-BE49-F238E27FC236}">
                      <a16:creationId xmlns:a16="http://schemas.microsoft.com/office/drawing/2014/main" id="{73619876-6BE5-004A-F5CD-3F86C7101D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grayscl/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60310" y="5135862"/>
                  <a:ext cx="608400" cy="608400"/>
                </a:xfrm>
                <a:prstGeom prst="rect">
                  <a:avLst/>
                </a:prstGeom>
              </p:spPr>
            </p:pic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C9DB2756-D9E4-3456-6F83-C8E04D00F3BC}"/>
                    </a:ext>
                  </a:extLst>
                </p:cNvPr>
                <p:cNvSpPr txBox="1"/>
                <p:nvPr/>
              </p:nvSpPr>
              <p:spPr>
                <a:xfrm>
                  <a:off x="3764510" y="5802700"/>
                  <a:ext cx="1800000" cy="252000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noAutofit/>
                </a:bodyPr>
                <a:lstStyle/>
                <a:p>
                  <a:pPr marR="0" lvl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200"/>
                    </a:spcAft>
                    <a:buClrTx/>
                    <a:buSzTx/>
                    <a:tabLst/>
                    <a:defRPr/>
                  </a:pPr>
                  <a:r>
                    <a:rPr kumimoji="0" lang="en-US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2072A"/>
                      </a:solidFill>
                      <a:effectLst/>
                      <a:uLnTx/>
                      <a:uFillTx/>
                      <a:latin typeface="Poppins SemiBold" panose="00000700000000000000" pitchFamily="2" charset="0"/>
                      <a:ea typeface="+mn-ea"/>
                      <a:cs typeface="Poppins SemiBold" panose="00000700000000000000" pitchFamily="2" charset="0"/>
                    </a:rPr>
                    <a:t>External Sources</a:t>
                  </a:r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2072A"/>
                    </a:solidFill>
                    <a:effectLst/>
                    <a:uLnTx/>
                    <a:uFillTx/>
                    <a:latin typeface="Poppins SemiBold" panose="00000700000000000000" pitchFamily="2" charset="0"/>
                    <a:ea typeface="+mn-ea"/>
                    <a:cs typeface="Poppins SemiBold" panose="00000700000000000000" pitchFamily="2" charset="0"/>
                  </a:endParaRPr>
                </a:p>
              </p:txBody>
            </p:sp>
          </p:grpSp>
          <p:grpSp>
            <p:nvGrpSpPr>
              <p:cNvPr id="1033" name="Group 1032">
                <a:extLst>
                  <a:ext uri="{FF2B5EF4-FFF2-40B4-BE49-F238E27FC236}">
                    <a16:creationId xmlns:a16="http://schemas.microsoft.com/office/drawing/2014/main" id="{73EED229-6394-29FD-55B0-ACB808BA02BA}"/>
                  </a:ext>
                </a:extLst>
              </p:cNvPr>
              <p:cNvGrpSpPr/>
              <p:nvPr/>
            </p:nvGrpSpPr>
            <p:grpSpPr>
              <a:xfrm>
                <a:off x="2151634" y="5156810"/>
                <a:ext cx="1440000" cy="897890"/>
                <a:chOff x="1490177" y="4888585"/>
                <a:chExt cx="1440000" cy="897890"/>
              </a:xfrm>
            </p:grpSpPr>
            <p:pic>
              <p:nvPicPr>
                <p:cNvPr id="39" name="Graphic 38">
                  <a:extLst>
                    <a:ext uri="{FF2B5EF4-FFF2-40B4-BE49-F238E27FC236}">
                      <a16:creationId xmlns:a16="http://schemas.microsoft.com/office/drawing/2014/main" id="{A6824962-3C64-713F-E047-84984220F0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997404" y="4888585"/>
                  <a:ext cx="609600" cy="609600"/>
                </a:xfrm>
                <a:prstGeom prst="rect">
                  <a:avLst/>
                </a:prstGeom>
              </p:spPr>
            </p:pic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35EB0C49-2FDF-7048-496A-17CD238277EB}"/>
                    </a:ext>
                  </a:extLst>
                </p:cNvPr>
                <p:cNvSpPr txBox="1"/>
                <p:nvPr/>
              </p:nvSpPr>
              <p:spPr>
                <a:xfrm>
                  <a:off x="1490177" y="5534475"/>
                  <a:ext cx="1440000" cy="252000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2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338AFF"/>
                      </a:solidFill>
                      <a:effectLst/>
                      <a:uLnTx/>
                      <a:uFillTx/>
                      <a:latin typeface="Poppins SemiBold" panose="00000700000000000000" pitchFamily="2" charset="0"/>
                      <a:ea typeface="+mn-ea"/>
                      <a:cs typeface="Poppins SemiBold" panose="00000700000000000000" pitchFamily="2" charset="0"/>
                    </a:rPr>
                    <a:t>Website</a:t>
                  </a:r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8AFF"/>
                    </a:solidFill>
                    <a:effectLst/>
                    <a:uLnTx/>
                    <a:uFillTx/>
                    <a:latin typeface="Poppins SemiBold" panose="00000700000000000000" pitchFamily="2" charset="0"/>
                    <a:ea typeface="+mn-ea"/>
                    <a:cs typeface="Poppins SemiBold" panose="00000700000000000000" pitchFamily="2" charset="0"/>
                  </a:endParaRPr>
                </a:p>
              </p:txBody>
            </p:sp>
          </p:grpSp>
        </p:grpSp>
      </p:grpSp>
      <p:grpSp>
        <p:nvGrpSpPr>
          <p:cNvPr id="1044" name="Group 1043">
            <a:extLst>
              <a:ext uri="{FF2B5EF4-FFF2-40B4-BE49-F238E27FC236}">
                <a16:creationId xmlns:a16="http://schemas.microsoft.com/office/drawing/2014/main" id="{CAE094D3-1BC1-E5ED-4592-3DAD28B59892}"/>
              </a:ext>
            </a:extLst>
          </p:cNvPr>
          <p:cNvGrpSpPr/>
          <p:nvPr/>
        </p:nvGrpSpPr>
        <p:grpSpPr>
          <a:xfrm>
            <a:off x="1971222" y="3316232"/>
            <a:ext cx="9857967" cy="1231213"/>
            <a:chOff x="1722751" y="2941733"/>
            <a:chExt cx="9857967" cy="1231213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14974C0-2F66-8100-B10E-06C6B534B6D4}"/>
                </a:ext>
              </a:extLst>
            </p:cNvPr>
            <p:cNvSpPr txBox="1"/>
            <p:nvPr/>
          </p:nvSpPr>
          <p:spPr>
            <a:xfrm>
              <a:off x="1722751" y="3629361"/>
              <a:ext cx="1984874" cy="50882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2B151"/>
                  </a:solidFill>
                  <a:effectLst/>
                  <a:uLnTx/>
                  <a:uFillTx/>
                  <a:latin typeface="Poppins SemiBold"/>
                  <a:ea typeface="+mn-ea"/>
                  <a:cs typeface="Poppins SemiBold"/>
                </a:rPr>
                <a:t>Knowledge Base Generation Agent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2B151"/>
                </a:solidFill>
                <a:effectLst/>
                <a:uLnTx/>
                <a:uFillTx/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0816DBF-55C1-CE59-E08F-369BA553FEA2}"/>
                </a:ext>
              </a:extLst>
            </p:cNvPr>
            <p:cNvSpPr txBox="1"/>
            <p:nvPr/>
          </p:nvSpPr>
          <p:spPr>
            <a:xfrm>
              <a:off x="7482869" y="3605492"/>
              <a:ext cx="1700850" cy="567454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2B151"/>
                  </a:solidFill>
                  <a:effectLst/>
                  <a:uLnTx/>
                  <a:uFillTx/>
                  <a:latin typeface="Poppins SemiBold" panose="00000700000000000000" pitchFamily="2" charset="0"/>
                  <a:ea typeface="+mn-ea"/>
                  <a:cs typeface="Poppins SemiBold" panose="00000700000000000000" pitchFamily="2" charset="0"/>
                </a:rPr>
                <a:t>Multi-Agent Orchestration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2B151"/>
                </a:solidFill>
                <a:effectLst/>
                <a:uLnTx/>
                <a:uFillTx/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endParaRPr>
            </a:p>
          </p:txBody>
        </p:sp>
        <p:grpSp>
          <p:nvGrpSpPr>
            <p:cNvPr id="1043" name="Group 1042">
              <a:extLst>
                <a:ext uri="{FF2B5EF4-FFF2-40B4-BE49-F238E27FC236}">
                  <a16:creationId xmlns:a16="http://schemas.microsoft.com/office/drawing/2014/main" id="{481F1E14-3030-64F5-5D60-81EA27E70078}"/>
                </a:ext>
              </a:extLst>
            </p:cNvPr>
            <p:cNvGrpSpPr/>
            <p:nvPr/>
          </p:nvGrpSpPr>
          <p:grpSpPr>
            <a:xfrm>
              <a:off x="10428718" y="2941733"/>
              <a:ext cx="1152000" cy="906039"/>
              <a:chOff x="10428718" y="2941733"/>
              <a:chExt cx="1152000" cy="906039"/>
            </a:xfrm>
          </p:grpSpPr>
          <p:pic>
            <p:nvPicPr>
              <p:cNvPr id="54" name="Graphic 53">
                <a:extLst>
                  <a:ext uri="{FF2B5EF4-FFF2-40B4-BE49-F238E27FC236}">
                    <a16:creationId xmlns:a16="http://schemas.microsoft.com/office/drawing/2014/main" id="{E85556A3-C8B5-AD53-1299-632A1DEE6B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0700518" y="2941733"/>
                <a:ext cx="608400" cy="608400"/>
              </a:xfrm>
              <a:prstGeom prst="rect">
                <a:avLst/>
              </a:prstGeom>
            </p:spPr>
          </p:pic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A9076DD-BF23-F3C0-1933-7454A0BCCA8C}"/>
                  </a:ext>
                </a:extLst>
              </p:cNvPr>
              <p:cNvSpPr txBox="1"/>
              <p:nvPr/>
            </p:nvSpPr>
            <p:spPr>
              <a:xfrm>
                <a:off x="10428718" y="3595772"/>
                <a:ext cx="1152000" cy="252000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8AFF"/>
                    </a:solidFill>
                    <a:effectLst/>
                    <a:uLnTx/>
                    <a:uFillTx/>
                    <a:latin typeface="Poppins SemiBold" panose="00000700000000000000" pitchFamily="2" charset="0"/>
                    <a:ea typeface="+mn-ea"/>
                    <a:cs typeface="Poppins SemiBold" panose="00000700000000000000" pitchFamily="2" charset="0"/>
                  </a:rPr>
                  <a:t>Customer Data Platform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338AFF"/>
                  </a:solidFill>
                  <a:effectLst/>
                  <a:uLnTx/>
                  <a:uFillTx/>
                  <a:latin typeface="Poppins SemiBold" panose="00000700000000000000" pitchFamily="2" charset="0"/>
                  <a:ea typeface="+mn-ea"/>
                  <a:cs typeface="Poppins SemiBold" panose="00000700000000000000" pitchFamily="2" charset="0"/>
                </a:endParaRPr>
              </a:p>
            </p:txBody>
          </p:sp>
        </p:grpSp>
      </p:grpSp>
      <p:cxnSp>
        <p:nvCxnSpPr>
          <p:cNvPr id="1046" name="Straight Arrow Connector 1045">
            <a:extLst>
              <a:ext uri="{FF2B5EF4-FFF2-40B4-BE49-F238E27FC236}">
                <a16:creationId xmlns:a16="http://schemas.microsoft.com/office/drawing/2014/main" id="{B1F0F758-7D7E-77F5-CA60-10A7CE41EA17}"/>
              </a:ext>
            </a:extLst>
          </p:cNvPr>
          <p:cNvCxnSpPr>
            <a:cxnSpLocks/>
          </p:cNvCxnSpPr>
          <p:nvPr/>
        </p:nvCxnSpPr>
        <p:spPr>
          <a:xfrm>
            <a:off x="5820629" y="2081282"/>
            <a:ext cx="0" cy="1565504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4" name="Straight Arrow Connector 1053">
            <a:extLst>
              <a:ext uri="{FF2B5EF4-FFF2-40B4-BE49-F238E27FC236}">
                <a16:creationId xmlns:a16="http://schemas.microsoft.com/office/drawing/2014/main" id="{B7C4A1BC-7A9E-B147-4FDC-04FEA7FD0EE5}"/>
              </a:ext>
            </a:extLst>
          </p:cNvPr>
          <p:cNvCxnSpPr>
            <a:cxnSpLocks/>
            <a:endCxn id="54" idx="1"/>
          </p:cNvCxnSpPr>
          <p:nvPr/>
        </p:nvCxnSpPr>
        <p:spPr>
          <a:xfrm>
            <a:off x="8887166" y="3619832"/>
            <a:ext cx="2061823" cy="60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0" name="Straight Arrow Connector 1059">
            <a:extLst>
              <a:ext uri="{FF2B5EF4-FFF2-40B4-BE49-F238E27FC236}">
                <a16:creationId xmlns:a16="http://schemas.microsoft.com/office/drawing/2014/main" id="{E24A0902-2F53-BD93-6752-45C713C68BC4}"/>
              </a:ext>
            </a:extLst>
          </p:cNvPr>
          <p:cNvCxnSpPr>
            <a:cxnSpLocks/>
          </p:cNvCxnSpPr>
          <p:nvPr/>
        </p:nvCxnSpPr>
        <p:spPr>
          <a:xfrm>
            <a:off x="3268461" y="3646786"/>
            <a:ext cx="5009104" cy="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3" name="Straight Arrow Connector 1062">
            <a:extLst>
              <a:ext uri="{FF2B5EF4-FFF2-40B4-BE49-F238E27FC236}">
                <a16:creationId xmlns:a16="http://schemas.microsoft.com/office/drawing/2014/main" id="{7BBECD10-748C-4FB4-1072-BD873800B0CC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8581765" y="4547445"/>
            <a:ext cx="601" cy="501286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9" name="Connector: Elbow 1068">
            <a:extLst>
              <a:ext uri="{FF2B5EF4-FFF2-40B4-BE49-F238E27FC236}">
                <a16:creationId xmlns:a16="http://schemas.microsoft.com/office/drawing/2014/main" id="{148137C9-FA76-958E-F1E0-B6C89A4544FF}"/>
              </a:ext>
            </a:extLst>
          </p:cNvPr>
          <p:cNvCxnSpPr>
            <a:cxnSpLocks/>
            <a:stCxn id="17" idx="2"/>
          </p:cNvCxnSpPr>
          <p:nvPr/>
        </p:nvCxnSpPr>
        <p:spPr>
          <a:xfrm rot="5400000">
            <a:off x="7386136" y="3853102"/>
            <a:ext cx="501286" cy="1889972"/>
          </a:xfrm>
          <a:prstGeom prst="bentConnector3">
            <a:avLst/>
          </a:prstGeom>
          <a:ln w="190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1" name="Connector: Elbow 1070">
            <a:extLst>
              <a:ext uri="{FF2B5EF4-FFF2-40B4-BE49-F238E27FC236}">
                <a16:creationId xmlns:a16="http://schemas.microsoft.com/office/drawing/2014/main" id="{726FB3C0-6A7D-BD82-465A-141FF2C409D9}"/>
              </a:ext>
            </a:extLst>
          </p:cNvPr>
          <p:cNvCxnSpPr>
            <a:cxnSpLocks/>
            <a:stCxn id="17" idx="2"/>
          </p:cNvCxnSpPr>
          <p:nvPr/>
        </p:nvCxnSpPr>
        <p:spPr>
          <a:xfrm rot="16200000" flipH="1">
            <a:off x="9249709" y="3879501"/>
            <a:ext cx="501286" cy="1837174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4" name="Connector: Elbow 1073">
            <a:extLst>
              <a:ext uri="{FF2B5EF4-FFF2-40B4-BE49-F238E27FC236}">
                <a16:creationId xmlns:a16="http://schemas.microsoft.com/office/drawing/2014/main" id="{C234B937-38BC-56DD-6C42-173EDD92551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801311" y="3963826"/>
            <a:ext cx="623849" cy="1700849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7" name="Connector: Elbow 1076">
            <a:extLst>
              <a:ext uri="{FF2B5EF4-FFF2-40B4-BE49-F238E27FC236}">
                <a16:creationId xmlns:a16="http://schemas.microsoft.com/office/drawing/2014/main" id="{7000E362-03B3-786E-3D91-5C944C8590BC}"/>
              </a:ext>
            </a:extLst>
          </p:cNvPr>
          <p:cNvCxnSpPr>
            <a:cxnSpLocks/>
            <a:stCxn id="14" idx="0"/>
          </p:cNvCxnSpPr>
          <p:nvPr/>
        </p:nvCxnSpPr>
        <p:spPr>
          <a:xfrm rot="16200000" flipV="1">
            <a:off x="3503667" y="3962319"/>
            <a:ext cx="620837" cy="1700850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0" name="Straight Arrow Connector 1079">
            <a:extLst>
              <a:ext uri="{FF2B5EF4-FFF2-40B4-BE49-F238E27FC236}">
                <a16:creationId xmlns:a16="http://schemas.microsoft.com/office/drawing/2014/main" id="{7F89A668-0F3B-1FB6-9DF3-7937BFD2EAD0}"/>
              </a:ext>
            </a:extLst>
          </p:cNvPr>
          <p:cNvCxnSpPr>
            <a:cxnSpLocks/>
            <a:stCxn id="39" idx="0"/>
          </p:cNvCxnSpPr>
          <p:nvPr/>
        </p:nvCxnSpPr>
        <p:spPr>
          <a:xfrm flipH="1" flipV="1">
            <a:off x="2963660" y="4502325"/>
            <a:ext cx="1" cy="641785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4" name="TextBox 1083">
            <a:extLst>
              <a:ext uri="{FF2B5EF4-FFF2-40B4-BE49-F238E27FC236}">
                <a16:creationId xmlns:a16="http://schemas.microsoft.com/office/drawing/2014/main" id="{C1DE4F7B-F75A-2A30-D352-134CC83FCDC7}"/>
              </a:ext>
            </a:extLst>
          </p:cNvPr>
          <p:cNvSpPr txBox="1"/>
          <p:nvPr/>
        </p:nvSpPr>
        <p:spPr>
          <a:xfrm>
            <a:off x="3829138" y="2230476"/>
            <a:ext cx="3982979" cy="848861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marL="228600" marR="0" lvl="0" indent="-2286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Reviews low-confidence matches and validates ambiguous records</a:t>
            </a:r>
          </a:p>
          <a:p>
            <a:pPr marL="228600" marR="0" lvl="0" indent="-2286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Helps refine scoring logic and rules over time</a:t>
            </a:r>
          </a:p>
          <a:p>
            <a:pPr marL="228600" marR="0" lvl="0" indent="-2286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2072A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Participates in governance and compliance tracking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10B869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0" name="Title 3">
            <a:extLst>
              <a:ext uri="{FF2B5EF4-FFF2-40B4-BE49-F238E27FC236}">
                <a16:creationId xmlns:a16="http://schemas.microsoft.com/office/drawing/2014/main" id="{FD28B466-FC7A-471B-E222-2366DF21E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824" y="301051"/>
            <a:ext cx="11306175" cy="773333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1">
                    <a:lumMod val="10000"/>
                  </a:schemeClr>
                </a:solidFill>
                <a:latin typeface="Poppins" pitchFamily="2" charset="77"/>
                <a:cs typeface="Poppins" pitchFamily="2" charset="77"/>
              </a:rPr>
              <a:t>Agentic Partner Experience</a:t>
            </a:r>
          </a:p>
        </p:txBody>
      </p:sp>
      <p:pic>
        <p:nvPicPr>
          <p:cNvPr id="2" name="Graphic 1" descr="Male profile with solid fill">
            <a:extLst>
              <a:ext uri="{FF2B5EF4-FFF2-40B4-BE49-F238E27FC236}">
                <a16:creationId xmlns:a16="http://schemas.microsoft.com/office/drawing/2014/main" id="{7205ED01-4BC2-85B0-D22B-50549DDC924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4368">
            <a:off x="5529817" y="1379350"/>
            <a:ext cx="581617" cy="581617"/>
          </a:xfrm>
          <a:prstGeom prst="rect">
            <a:avLst/>
          </a:prstGeom>
        </p:spPr>
      </p:pic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C787D09E-0BDE-158D-BC60-79CA25C88E19}"/>
              </a:ext>
            </a:extLst>
          </p:cNvPr>
          <p:cNvSpPr/>
          <p:nvPr/>
        </p:nvSpPr>
        <p:spPr>
          <a:xfrm rot="14368">
            <a:off x="2757013" y="3377224"/>
            <a:ext cx="401265" cy="494093"/>
          </a:xfrm>
          <a:custGeom>
            <a:avLst/>
            <a:gdLst>
              <a:gd name="connsiteX0" fmla="*/ 397123 w 477797"/>
              <a:gd name="connsiteY0" fmla="*/ 220793 h 588329"/>
              <a:gd name="connsiteX1" fmla="*/ 275652 w 477797"/>
              <a:gd name="connsiteY1" fmla="*/ 220793 h 588329"/>
              <a:gd name="connsiteX2" fmla="*/ 275652 w 477797"/>
              <a:gd name="connsiteY2" fmla="*/ 137179 h 588329"/>
              <a:gd name="connsiteX3" fmla="*/ 302558 w 477797"/>
              <a:gd name="connsiteY3" fmla="*/ 36766 h 588329"/>
              <a:gd name="connsiteX4" fmla="*/ 202145 w 477797"/>
              <a:gd name="connsiteY4" fmla="*/ 9860 h 588329"/>
              <a:gd name="connsiteX5" fmla="*/ 175240 w 477797"/>
              <a:gd name="connsiteY5" fmla="*/ 110273 h 588329"/>
              <a:gd name="connsiteX6" fmla="*/ 202145 w 477797"/>
              <a:gd name="connsiteY6" fmla="*/ 137179 h 588329"/>
              <a:gd name="connsiteX7" fmla="*/ 202145 w 477797"/>
              <a:gd name="connsiteY7" fmla="*/ 220793 h 588329"/>
              <a:gd name="connsiteX8" fmla="*/ 80674 w 477797"/>
              <a:gd name="connsiteY8" fmla="*/ 220793 h 588329"/>
              <a:gd name="connsiteX9" fmla="*/ 0 w 477797"/>
              <a:gd name="connsiteY9" fmla="*/ 301467 h 588329"/>
              <a:gd name="connsiteX10" fmla="*/ 0 w 477797"/>
              <a:gd name="connsiteY10" fmla="*/ 507655 h 588329"/>
              <a:gd name="connsiteX11" fmla="*/ 80674 w 477797"/>
              <a:gd name="connsiteY11" fmla="*/ 588330 h 588329"/>
              <a:gd name="connsiteX12" fmla="*/ 397123 w 477797"/>
              <a:gd name="connsiteY12" fmla="*/ 588330 h 588329"/>
              <a:gd name="connsiteX13" fmla="*/ 477797 w 477797"/>
              <a:gd name="connsiteY13" fmla="*/ 507655 h 588329"/>
              <a:gd name="connsiteX14" fmla="*/ 477797 w 477797"/>
              <a:gd name="connsiteY14" fmla="*/ 301467 h 588329"/>
              <a:gd name="connsiteX15" fmla="*/ 397123 w 477797"/>
              <a:gd name="connsiteY15" fmla="*/ 220793 h 588329"/>
              <a:gd name="connsiteX16" fmla="*/ 147015 w 477797"/>
              <a:gd name="connsiteY16" fmla="*/ 459692 h 588329"/>
              <a:gd name="connsiteX17" fmla="*/ 91884 w 477797"/>
              <a:gd name="connsiteY17" fmla="*/ 404561 h 588329"/>
              <a:gd name="connsiteX18" fmla="*/ 147015 w 477797"/>
              <a:gd name="connsiteY18" fmla="*/ 349431 h 588329"/>
              <a:gd name="connsiteX19" fmla="*/ 202145 w 477797"/>
              <a:gd name="connsiteY19" fmla="*/ 404561 h 588329"/>
              <a:gd name="connsiteX20" fmla="*/ 147015 w 477797"/>
              <a:gd name="connsiteY20" fmla="*/ 459692 h 588329"/>
              <a:gd name="connsiteX21" fmla="*/ 330783 w 477797"/>
              <a:gd name="connsiteY21" fmla="*/ 459692 h 588329"/>
              <a:gd name="connsiteX22" fmla="*/ 275652 w 477797"/>
              <a:gd name="connsiteY22" fmla="*/ 404561 h 588329"/>
              <a:gd name="connsiteX23" fmla="*/ 330783 w 477797"/>
              <a:gd name="connsiteY23" fmla="*/ 349431 h 588329"/>
              <a:gd name="connsiteX24" fmla="*/ 385913 w 477797"/>
              <a:gd name="connsiteY24" fmla="*/ 404561 h 588329"/>
              <a:gd name="connsiteX25" fmla="*/ 330783 w 477797"/>
              <a:gd name="connsiteY25" fmla="*/ 459692 h 588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77797" h="588329">
                <a:moveTo>
                  <a:pt x="397123" y="220793"/>
                </a:moveTo>
                <a:lnTo>
                  <a:pt x="275652" y="220793"/>
                </a:lnTo>
                <a:lnTo>
                  <a:pt x="275652" y="137179"/>
                </a:lnTo>
                <a:cubicBezTo>
                  <a:pt x="310811" y="116880"/>
                  <a:pt x="322857" y="71924"/>
                  <a:pt x="302558" y="36766"/>
                </a:cubicBezTo>
                <a:cubicBezTo>
                  <a:pt x="282259" y="1608"/>
                  <a:pt x="237304" y="-10438"/>
                  <a:pt x="202145" y="9860"/>
                </a:cubicBezTo>
                <a:cubicBezTo>
                  <a:pt x="166987" y="30159"/>
                  <a:pt x="154941" y="75115"/>
                  <a:pt x="175240" y="110273"/>
                </a:cubicBezTo>
                <a:cubicBezTo>
                  <a:pt x="181692" y="121448"/>
                  <a:pt x="190970" y="130727"/>
                  <a:pt x="202145" y="137179"/>
                </a:cubicBezTo>
                <a:lnTo>
                  <a:pt x="202145" y="220793"/>
                </a:lnTo>
                <a:lnTo>
                  <a:pt x="80674" y="220793"/>
                </a:lnTo>
                <a:cubicBezTo>
                  <a:pt x="36162" y="220894"/>
                  <a:pt x="101" y="256955"/>
                  <a:pt x="0" y="301467"/>
                </a:cubicBezTo>
                <a:lnTo>
                  <a:pt x="0" y="507655"/>
                </a:lnTo>
                <a:cubicBezTo>
                  <a:pt x="101" y="552168"/>
                  <a:pt x="36162" y="588229"/>
                  <a:pt x="80674" y="588330"/>
                </a:cubicBezTo>
                <a:lnTo>
                  <a:pt x="397123" y="588330"/>
                </a:lnTo>
                <a:cubicBezTo>
                  <a:pt x="441635" y="588229"/>
                  <a:pt x="477696" y="552168"/>
                  <a:pt x="477797" y="507655"/>
                </a:cubicBezTo>
                <a:lnTo>
                  <a:pt x="477797" y="301467"/>
                </a:lnTo>
                <a:cubicBezTo>
                  <a:pt x="477696" y="256955"/>
                  <a:pt x="441635" y="220894"/>
                  <a:pt x="397123" y="220793"/>
                </a:cubicBezTo>
                <a:close/>
                <a:moveTo>
                  <a:pt x="147015" y="459692"/>
                </a:moveTo>
                <a:cubicBezTo>
                  <a:pt x="116566" y="459692"/>
                  <a:pt x="91884" y="435010"/>
                  <a:pt x="91884" y="404561"/>
                </a:cubicBezTo>
                <a:cubicBezTo>
                  <a:pt x="91884" y="374113"/>
                  <a:pt x="116566" y="349431"/>
                  <a:pt x="147015" y="349431"/>
                </a:cubicBezTo>
                <a:cubicBezTo>
                  <a:pt x="177463" y="349431"/>
                  <a:pt x="202145" y="374113"/>
                  <a:pt x="202145" y="404561"/>
                </a:cubicBezTo>
                <a:cubicBezTo>
                  <a:pt x="202145" y="435010"/>
                  <a:pt x="177463" y="459692"/>
                  <a:pt x="147015" y="459692"/>
                </a:cubicBezTo>
                <a:close/>
                <a:moveTo>
                  <a:pt x="330783" y="459692"/>
                </a:moveTo>
                <a:cubicBezTo>
                  <a:pt x="300334" y="459692"/>
                  <a:pt x="275652" y="435010"/>
                  <a:pt x="275652" y="404561"/>
                </a:cubicBezTo>
                <a:cubicBezTo>
                  <a:pt x="275652" y="374113"/>
                  <a:pt x="300334" y="349431"/>
                  <a:pt x="330783" y="349431"/>
                </a:cubicBezTo>
                <a:cubicBezTo>
                  <a:pt x="361231" y="349431"/>
                  <a:pt x="385913" y="374113"/>
                  <a:pt x="385913" y="404561"/>
                </a:cubicBezTo>
                <a:cubicBezTo>
                  <a:pt x="385913" y="435010"/>
                  <a:pt x="361231" y="459692"/>
                  <a:pt x="330783" y="459692"/>
                </a:cubicBezTo>
                <a:close/>
              </a:path>
            </a:pathLst>
          </a:custGeom>
          <a:solidFill>
            <a:srgbClr val="02B151"/>
          </a:solidFill>
          <a:ln w="1835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91B94C"/>
              </a:solidFill>
              <a:effectLst/>
              <a:uLnTx/>
              <a:uFillTx/>
              <a:latin typeface="Poppins Light" panose="00000400000000000000" pitchFamily="2" charset="0"/>
              <a:ea typeface="+mn-ea"/>
              <a:cs typeface="Poppins Light" panose="00000400000000000000" pitchFamily="2" charset="0"/>
            </a:endParaRP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701F9FA-AE66-A905-C091-CEAAC6765FB7}"/>
              </a:ext>
            </a:extLst>
          </p:cNvPr>
          <p:cNvSpPr/>
          <p:nvPr/>
        </p:nvSpPr>
        <p:spPr>
          <a:xfrm rot="14368">
            <a:off x="8381134" y="3384067"/>
            <a:ext cx="401265" cy="494093"/>
          </a:xfrm>
          <a:custGeom>
            <a:avLst/>
            <a:gdLst>
              <a:gd name="connsiteX0" fmla="*/ 397123 w 477797"/>
              <a:gd name="connsiteY0" fmla="*/ 220793 h 588329"/>
              <a:gd name="connsiteX1" fmla="*/ 275652 w 477797"/>
              <a:gd name="connsiteY1" fmla="*/ 220793 h 588329"/>
              <a:gd name="connsiteX2" fmla="*/ 275652 w 477797"/>
              <a:gd name="connsiteY2" fmla="*/ 137179 h 588329"/>
              <a:gd name="connsiteX3" fmla="*/ 302558 w 477797"/>
              <a:gd name="connsiteY3" fmla="*/ 36766 h 588329"/>
              <a:gd name="connsiteX4" fmla="*/ 202145 w 477797"/>
              <a:gd name="connsiteY4" fmla="*/ 9860 h 588329"/>
              <a:gd name="connsiteX5" fmla="*/ 175240 w 477797"/>
              <a:gd name="connsiteY5" fmla="*/ 110273 h 588329"/>
              <a:gd name="connsiteX6" fmla="*/ 202145 w 477797"/>
              <a:gd name="connsiteY6" fmla="*/ 137179 h 588329"/>
              <a:gd name="connsiteX7" fmla="*/ 202145 w 477797"/>
              <a:gd name="connsiteY7" fmla="*/ 220793 h 588329"/>
              <a:gd name="connsiteX8" fmla="*/ 80674 w 477797"/>
              <a:gd name="connsiteY8" fmla="*/ 220793 h 588329"/>
              <a:gd name="connsiteX9" fmla="*/ 0 w 477797"/>
              <a:gd name="connsiteY9" fmla="*/ 301467 h 588329"/>
              <a:gd name="connsiteX10" fmla="*/ 0 w 477797"/>
              <a:gd name="connsiteY10" fmla="*/ 507655 h 588329"/>
              <a:gd name="connsiteX11" fmla="*/ 80674 w 477797"/>
              <a:gd name="connsiteY11" fmla="*/ 588330 h 588329"/>
              <a:gd name="connsiteX12" fmla="*/ 397123 w 477797"/>
              <a:gd name="connsiteY12" fmla="*/ 588330 h 588329"/>
              <a:gd name="connsiteX13" fmla="*/ 477797 w 477797"/>
              <a:gd name="connsiteY13" fmla="*/ 507655 h 588329"/>
              <a:gd name="connsiteX14" fmla="*/ 477797 w 477797"/>
              <a:gd name="connsiteY14" fmla="*/ 301467 h 588329"/>
              <a:gd name="connsiteX15" fmla="*/ 397123 w 477797"/>
              <a:gd name="connsiteY15" fmla="*/ 220793 h 588329"/>
              <a:gd name="connsiteX16" fmla="*/ 147015 w 477797"/>
              <a:gd name="connsiteY16" fmla="*/ 459692 h 588329"/>
              <a:gd name="connsiteX17" fmla="*/ 91884 w 477797"/>
              <a:gd name="connsiteY17" fmla="*/ 404561 h 588329"/>
              <a:gd name="connsiteX18" fmla="*/ 147015 w 477797"/>
              <a:gd name="connsiteY18" fmla="*/ 349431 h 588329"/>
              <a:gd name="connsiteX19" fmla="*/ 202145 w 477797"/>
              <a:gd name="connsiteY19" fmla="*/ 404561 h 588329"/>
              <a:gd name="connsiteX20" fmla="*/ 147015 w 477797"/>
              <a:gd name="connsiteY20" fmla="*/ 459692 h 588329"/>
              <a:gd name="connsiteX21" fmla="*/ 330783 w 477797"/>
              <a:gd name="connsiteY21" fmla="*/ 459692 h 588329"/>
              <a:gd name="connsiteX22" fmla="*/ 275652 w 477797"/>
              <a:gd name="connsiteY22" fmla="*/ 404561 h 588329"/>
              <a:gd name="connsiteX23" fmla="*/ 330783 w 477797"/>
              <a:gd name="connsiteY23" fmla="*/ 349431 h 588329"/>
              <a:gd name="connsiteX24" fmla="*/ 385913 w 477797"/>
              <a:gd name="connsiteY24" fmla="*/ 404561 h 588329"/>
              <a:gd name="connsiteX25" fmla="*/ 330783 w 477797"/>
              <a:gd name="connsiteY25" fmla="*/ 459692 h 588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77797" h="588329">
                <a:moveTo>
                  <a:pt x="397123" y="220793"/>
                </a:moveTo>
                <a:lnTo>
                  <a:pt x="275652" y="220793"/>
                </a:lnTo>
                <a:lnTo>
                  <a:pt x="275652" y="137179"/>
                </a:lnTo>
                <a:cubicBezTo>
                  <a:pt x="310811" y="116880"/>
                  <a:pt x="322857" y="71924"/>
                  <a:pt x="302558" y="36766"/>
                </a:cubicBezTo>
                <a:cubicBezTo>
                  <a:pt x="282259" y="1608"/>
                  <a:pt x="237304" y="-10438"/>
                  <a:pt x="202145" y="9860"/>
                </a:cubicBezTo>
                <a:cubicBezTo>
                  <a:pt x="166987" y="30159"/>
                  <a:pt x="154941" y="75115"/>
                  <a:pt x="175240" y="110273"/>
                </a:cubicBezTo>
                <a:cubicBezTo>
                  <a:pt x="181692" y="121448"/>
                  <a:pt x="190970" y="130727"/>
                  <a:pt x="202145" y="137179"/>
                </a:cubicBezTo>
                <a:lnTo>
                  <a:pt x="202145" y="220793"/>
                </a:lnTo>
                <a:lnTo>
                  <a:pt x="80674" y="220793"/>
                </a:lnTo>
                <a:cubicBezTo>
                  <a:pt x="36162" y="220894"/>
                  <a:pt x="101" y="256955"/>
                  <a:pt x="0" y="301467"/>
                </a:cubicBezTo>
                <a:lnTo>
                  <a:pt x="0" y="507655"/>
                </a:lnTo>
                <a:cubicBezTo>
                  <a:pt x="101" y="552168"/>
                  <a:pt x="36162" y="588229"/>
                  <a:pt x="80674" y="588330"/>
                </a:cubicBezTo>
                <a:lnTo>
                  <a:pt x="397123" y="588330"/>
                </a:lnTo>
                <a:cubicBezTo>
                  <a:pt x="441635" y="588229"/>
                  <a:pt x="477696" y="552168"/>
                  <a:pt x="477797" y="507655"/>
                </a:cubicBezTo>
                <a:lnTo>
                  <a:pt x="477797" y="301467"/>
                </a:lnTo>
                <a:cubicBezTo>
                  <a:pt x="477696" y="256955"/>
                  <a:pt x="441635" y="220894"/>
                  <a:pt x="397123" y="220793"/>
                </a:cubicBezTo>
                <a:close/>
                <a:moveTo>
                  <a:pt x="147015" y="459692"/>
                </a:moveTo>
                <a:cubicBezTo>
                  <a:pt x="116566" y="459692"/>
                  <a:pt x="91884" y="435010"/>
                  <a:pt x="91884" y="404561"/>
                </a:cubicBezTo>
                <a:cubicBezTo>
                  <a:pt x="91884" y="374113"/>
                  <a:pt x="116566" y="349431"/>
                  <a:pt x="147015" y="349431"/>
                </a:cubicBezTo>
                <a:cubicBezTo>
                  <a:pt x="177463" y="349431"/>
                  <a:pt x="202145" y="374113"/>
                  <a:pt x="202145" y="404561"/>
                </a:cubicBezTo>
                <a:cubicBezTo>
                  <a:pt x="202145" y="435010"/>
                  <a:pt x="177463" y="459692"/>
                  <a:pt x="147015" y="459692"/>
                </a:cubicBezTo>
                <a:close/>
                <a:moveTo>
                  <a:pt x="330783" y="459692"/>
                </a:moveTo>
                <a:cubicBezTo>
                  <a:pt x="300334" y="459692"/>
                  <a:pt x="275652" y="435010"/>
                  <a:pt x="275652" y="404561"/>
                </a:cubicBezTo>
                <a:cubicBezTo>
                  <a:pt x="275652" y="374113"/>
                  <a:pt x="300334" y="349431"/>
                  <a:pt x="330783" y="349431"/>
                </a:cubicBezTo>
                <a:cubicBezTo>
                  <a:pt x="361231" y="349431"/>
                  <a:pt x="385913" y="374113"/>
                  <a:pt x="385913" y="404561"/>
                </a:cubicBezTo>
                <a:cubicBezTo>
                  <a:pt x="385913" y="435010"/>
                  <a:pt x="361231" y="459692"/>
                  <a:pt x="330783" y="459692"/>
                </a:cubicBezTo>
                <a:close/>
              </a:path>
            </a:pathLst>
          </a:custGeom>
          <a:solidFill>
            <a:srgbClr val="02B151"/>
          </a:solidFill>
          <a:ln w="1835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91B94C"/>
              </a:solidFill>
              <a:effectLst/>
              <a:uLnTx/>
              <a:uFillTx/>
              <a:latin typeface="Poppins Light" panose="00000400000000000000" pitchFamily="2" charset="0"/>
              <a:ea typeface="+mn-ea"/>
              <a:cs typeface="Poppins Light" panose="00000400000000000000" pitchFamily="2" charset="0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4BD1B52A-245C-5302-953D-DC08134919EF}"/>
              </a:ext>
            </a:extLst>
          </p:cNvPr>
          <p:cNvSpPr/>
          <p:nvPr/>
        </p:nvSpPr>
        <p:spPr>
          <a:xfrm rot="14368">
            <a:off x="6491161" y="5088903"/>
            <a:ext cx="401265" cy="494093"/>
          </a:xfrm>
          <a:custGeom>
            <a:avLst/>
            <a:gdLst>
              <a:gd name="connsiteX0" fmla="*/ 397123 w 477797"/>
              <a:gd name="connsiteY0" fmla="*/ 220793 h 588329"/>
              <a:gd name="connsiteX1" fmla="*/ 275652 w 477797"/>
              <a:gd name="connsiteY1" fmla="*/ 220793 h 588329"/>
              <a:gd name="connsiteX2" fmla="*/ 275652 w 477797"/>
              <a:gd name="connsiteY2" fmla="*/ 137179 h 588329"/>
              <a:gd name="connsiteX3" fmla="*/ 302558 w 477797"/>
              <a:gd name="connsiteY3" fmla="*/ 36766 h 588329"/>
              <a:gd name="connsiteX4" fmla="*/ 202145 w 477797"/>
              <a:gd name="connsiteY4" fmla="*/ 9860 h 588329"/>
              <a:gd name="connsiteX5" fmla="*/ 175240 w 477797"/>
              <a:gd name="connsiteY5" fmla="*/ 110273 h 588329"/>
              <a:gd name="connsiteX6" fmla="*/ 202145 w 477797"/>
              <a:gd name="connsiteY6" fmla="*/ 137179 h 588329"/>
              <a:gd name="connsiteX7" fmla="*/ 202145 w 477797"/>
              <a:gd name="connsiteY7" fmla="*/ 220793 h 588329"/>
              <a:gd name="connsiteX8" fmla="*/ 80674 w 477797"/>
              <a:gd name="connsiteY8" fmla="*/ 220793 h 588329"/>
              <a:gd name="connsiteX9" fmla="*/ 0 w 477797"/>
              <a:gd name="connsiteY9" fmla="*/ 301467 h 588329"/>
              <a:gd name="connsiteX10" fmla="*/ 0 w 477797"/>
              <a:gd name="connsiteY10" fmla="*/ 507655 h 588329"/>
              <a:gd name="connsiteX11" fmla="*/ 80674 w 477797"/>
              <a:gd name="connsiteY11" fmla="*/ 588330 h 588329"/>
              <a:gd name="connsiteX12" fmla="*/ 397123 w 477797"/>
              <a:gd name="connsiteY12" fmla="*/ 588330 h 588329"/>
              <a:gd name="connsiteX13" fmla="*/ 477797 w 477797"/>
              <a:gd name="connsiteY13" fmla="*/ 507655 h 588329"/>
              <a:gd name="connsiteX14" fmla="*/ 477797 w 477797"/>
              <a:gd name="connsiteY14" fmla="*/ 301467 h 588329"/>
              <a:gd name="connsiteX15" fmla="*/ 397123 w 477797"/>
              <a:gd name="connsiteY15" fmla="*/ 220793 h 588329"/>
              <a:gd name="connsiteX16" fmla="*/ 147015 w 477797"/>
              <a:gd name="connsiteY16" fmla="*/ 459692 h 588329"/>
              <a:gd name="connsiteX17" fmla="*/ 91884 w 477797"/>
              <a:gd name="connsiteY17" fmla="*/ 404561 h 588329"/>
              <a:gd name="connsiteX18" fmla="*/ 147015 w 477797"/>
              <a:gd name="connsiteY18" fmla="*/ 349431 h 588329"/>
              <a:gd name="connsiteX19" fmla="*/ 202145 w 477797"/>
              <a:gd name="connsiteY19" fmla="*/ 404561 h 588329"/>
              <a:gd name="connsiteX20" fmla="*/ 147015 w 477797"/>
              <a:gd name="connsiteY20" fmla="*/ 459692 h 588329"/>
              <a:gd name="connsiteX21" fmla="*/ 330783 w 477797"/>
              <a:gd name="connsiteY21" fmla="*/ 459692 h 588329"/>
              <a:gd name="connsiteX22" fmla="*/ 275652 w 477797"/>
              <a:gd name="connsiteY22" fmla="*/ 404561 h 588329"/>
              <a:gd name="connsiteX23" fmla="*/ 330783 w 477797"/>
              <a:gd name="connsiteY23" fmla="*/ 349431 h 588329"/>
              <a:gd name="connsiteX24" fmla="*/ 385913 w 477797"/>
              <a:gd name="connsiteY24" fmla="*/ 404561 h 588329"/>
              <a:gd name="connsiteX25" fmla="*/ 330783 w 477797"/>
              <a:gd name="connsiteY25" fmla="*/ 459692 h 588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77797" h="588329">
                <a:moveTo>
                  <a:pt x="397123" y="220793"/>
                </a:moveTo>
                <a:lnTo>
                  <a:pt x="275652" y="220793"/>
                </a:lnTo>
                <a:lnTo>
                  <a:pt x="275652" y="137179"/>
                </a:lnTo>
                <a:cubicBezTo>
                  <a:pt x="310811" y="116880"/>
                  <a:pt x="322857" y="71924"/>
                  <a:pt x="302558" y="36766"/>
                </a:cubicBezTo>
                <a:cubicBezTo>
                  <a:pt x="282259" y="1608"/>
                  <a:pt x="237304" y="-10438"/>
                  <a:pt x="202145" y="9860"/>
                </a:cubicBezTo>
                <a:cubicBezTo>
                  <a:pt x="166987" y="30159"/>
                  <a:pt x="154941" y="75115"/>
                  <a:pt x="175240" y="110273"/>
                </a:cubicBezTo>
                <a:cubicBezTo>
                  <a:pt x="181692" y="121448"/>
                  <a:pt x="190970" y="130727"/>
                  <a:pt x="202145" y="137179"/>
                </a:cubicBezTo>
                <a:lnTo>
                  <a:pt x="202145" y="220793"/>
                </a:lnTo>
                <a:lnTo>
                  <a:pt x="80674" y="220793"/>
                </a:lnTo>
                <a:cubicBezTo>
                  <a:pt x="36162" y="220894"/>
                  <a:pt x="101" y="256955"/>
                  <a:pt x="0" y="301467"/>
                </a:cubicBezTo>
                <a:lnTo>
                  <a:pt x="0" y="507655"/>
                </a:lnTo>
                <a:cubicBezTo>
                  <a:pt x="101" y="552168"/>
                  <a:pt x="36162" y="588229"/>
                  <a:pt x="80674" y="588330"/>
                </a:cubicBezTo>
                <a:lnTo>
                  <a:pt x="397123" y="588330"/>
                </a:lnTo>
                <a:cubicBezTo>
                  <a:pt x="441635" y="588229"/>
                  <a:pt x="477696" y="552168"/>
                  <a:pt x="477797" y="507655"/>
                </a:cubicBezTo>
                <a:lnTo>
                  <a:pt x="477797" y="301467"/>
                </a:lnTo>
                <a:cubicBezTo>
                  <a:pt x="477696" y="256955"/>
                  <a:pt x="441635" y="220894"/>
                  <a:pt x="397123" y="220793"/>
                </a:cubicBezTo>
                <a:close/>
                <a:moveTo>
                  <a:pt x="147015" y="459692"/>
                </a:moveTo>
                <a:cubicBezTo>
                  <a:pt x="116566" y="459692"/>
                  <a:pt x="91884" y="435010"/>
                  <a:pt x="91884" y="404561"/>
                </a:cubicBezTo>
                <a:cubicBezTo>
                  <a:pt x="91884" y="374113"/>
                  <a:pt x="116566" y="349431"/>
                  <a:pt x="147015" y="349431"/>
                </a:cubicBezTo>
                <a:cubicBezTo>
                  <a:pt x="177463" y="349431"/>
                  <a:pt x="202145" y="374113"/>
                  <a:pt x="202145" y="404561"/>
                </a:cubicBezTo>
                <a:cubicBezTo>
                  <a:pt x="202145" y="435010"/>
                  <a:pt x="177463" y="459692"/>
                  <a:pt x="147015" y="459692"/>
                </a:cubicBezTo>
                <a:close/>
                <a:moveTo>
                  <a:pt x="330783" y="459692"/>
                </a:moveTo>
                <a:cubicBezTo>
                  <a:pt x="300334" y="459692"/>
                  <a:pt x="275652" y="435010"/>
                  <a:pt x="275652" y="404561"/>
                </a:cubicBezTo>
                <a:cubicBezTo>
                  <a:pt x="275652" y="374113"/>
                  <a:pt x="300334" y="349431"/>
                  <a:pt x="330783" y="349431"/>
                </a:cubicBezTo>
                <a:cubicBezTo>
                  <a:pt x="361231" y="349431"/>
                  <a:pt x="385913" y="374113"/>
                  <a:pt x="385913" y="404561"/>
                </a:cubicBezTo>
                <a:cubicBezTo>
                  <a:pt x="385913" y="435010"/>
                  <a:pt x="361231" y="459692"/>
                  <a:pt x="330783" y="459692"/>
                </a:cubicBezTo>
                <a:close/>
              </a:path>
            </a:pathLst>
          </a:custGeom>
          <a:solidFill>
            <a:srgbClr val="01672F"/>
          </a:solidFill>
          <a:ln w="1835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91B94C"/>
              </a:solidFill>
              <a:effectLst/>
              <a:uLnTx/>
              <a:uFillTx/>
              <a:latin typeface="Poppins Light" panose="00000400000000000000" pitchFamily="2" charset="0"/>
              <a:ea typeface="+mn-ea"/>
              <a:cs typeface="Poppins Light" panose="00000400000000000000" pitchFamily="2" charset="0"/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C20617DD-7BFE-4DC5-2919-6E03517FF6F1}"/>
              </a:ext>
            </a:extLst>
          </p:cNvPr>
          <p:cNvSpPr/>
          <p:nvPr/>
        </p:nvSpPr>
        <p:spPr>
          <a:xfrm rot="14368">
            <a:off x="8387748" y="5120917"/>
            <a:ext cx="401265" cy="494093"/>
          </a:xfrm>
          <a:custGeom>
            <a:avLst/>
            <a:gdLst>
              <a:gd name="connsiteX0" fmla="*/ 397123 w 477797"/>
              <a:gd name="connsiteY0" fmla="*/ 220793 h 588329"/>
              <a:gd name="connsiteX1" fmla="*/ 275652 w 477797"/>
              <a:gd name="connsiteY1" fmla="*/ 220793 h 588329"/>
              <a:gd name="connsiteX2" fmla="*/ 275652 w 477797"/>
              <a:gd name="connsiteY2" fmla="*/ 137179 h 588329"/>
              <a:gd name="connsiteX3" fmla="*/ 302558 w 477797"/>
              <a:gd name="connsiteY3" fmla="*/ 36766 h 588329"/>
              <a:gd name="connsiteX4" fmla="*/ 202145 w 477797"/>
              <a:gd name="connsiteY4" fmla="*/ 9860 h 588329"/>
              <a:gd name="connsiteX5" fmla="*/ 175240 w 477797"/>
              <a:gd name="connsiteY5" fmla="*/ 110273 h 588329"/>
              <a:gd name="connsiteX6" fmla="*/ 202145 w 477797"/>
              <a:gd name="connsiteY6" fmla="*/ 137179 h 588329"/>
              <a:gd name="connsiteX7" fmla="*/ 202145 w 477797"/>
              <a:gd name="connsiteY7" fmla="*/ 220793 h 588329"/>
              <a:gd name="connsiteX8" fmla="*/ 80674 w 477797"/>
              <a:gd name="connsiteY8" fmla="*/ 220793 h 588329"/>
              <a:gd name="connsiteX9" fmla="*/ 0 w 477797"/>
              <a:gd name="connsiteY9" fmla="*/ 301467 h 588329"/>
              <a:gd name="connsiteX10" fmla="*/ 0 w 477797"/>
              <a:gd name="connsiteY10" fmla="*/ 507655 h 588329"/>
              <a:gd name="connsiteX11" fmla="*/ 80674 w 477797"/>
              <a:gd name="connsiteY11" fmla="*/ 588330 h 588329"/>
              <a:gd name="connsiteX12" fmla="*/ 397123 w 477797"/>
              <a:gd name="connsiteY12" fmla="*/ 588330 h 588329"/>
              <a:gd name="connsiteX13" fmla="*/ 477797 w 477797"/>
              <a:gd name="connsiteY13" fmla="*/ 507655 h 588329"/>
              <a:gd name="connsiteX14" fmla="*/ 477797 w 477797"/>
              <a:gd name="connsiteY14" fmla="*/ 301467 h 588329"/>
              <a:gd name="connsiteX15" fmla="*/ 397123 w 477797"/>
              <a:gd name="connsiteY15" fmla="*/ 220793 h 588329"/>
              <a:gd name="connsiteX16" fmla="*/ 147015 w 477797"/>
              <a:gd name="connsiteY16" fmla="*/ 459692 h 588329"/>
              <a:gd name="connsiteX17" fmla="*/ 91884 w 477797"/>
              <a:gd name="connsiteY17" fmla="*/ 404561 h 588329"/>
              <a:gd name="connsiteX18" fmla="*/ 147015 w 477797"/>
              <a:gd name="connsiteY18" fmla="*/ 349431 h 588329"/>
              <a:gd name="connsiteX19" fmla="*/ 202145 w 477797"/>
              <a:gd name="connsiteY19" fmla="*/ 404561 h 588329"/>
              <a:gd name="connsiteX20" fmla="*/ 147015 w 477797"/>
              <a:gd name="connsiteY20" fmla="*/ 459692 h 588329"/>
              <a:gd name="connsiteX21" fmla="*/ 330783 w 477797"/>
              <a:gd name="connsiteY21" fmla="*/ 459692 h 588329"/>
              <a:gd name="connsiteX22" fmla="*/ 275652 w 477797"/>
              <a:gd name="connsiteY22" fmla="*/ 404561 h 588329"/>
              <a:gd name="connsiteX23" fmla="*/ 330783 w 477797"/>
              <a:gd name="connsiteY23" fmla="*/ 349431 h 588329"/>
              <a:gd name="connsiteX24" fmla="*/ 385913 w 477797"/>
              <a:gd name="connsiteY24" fmla="*/ 404561 h 588329"/>
              <a:gd name="connsiteX25" fmla="*/ 330783 w 477797"/>
              <a:gd name="connsiteY25" fmla="*/ 459692 h 588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77797" h="588329">
                <a:moveTo>
                  <a:pt x="397123" y="220793"/>
                </a:moveTo>
                <a:lnTo>
                  <a:pt x="275652" y="220793"/>
                </a:lnTo>
                <a:lnTo>
                  <a:pt x="275652" y="137179"/>
                </a:lnTo>
                <a:cubicBezTo>
                  <a:pt x="310811" y="116880"/>
                  <a:pt x="322857" y="71924"/>
                  <a:pt x="302558" y="36766"/>
                </a:cubicBezTo>
                <a:cubicBezTo>
                  <a:pt x="282259" y="1608"/>
                  <a:pt x="237304" y="-10438"/>
                  <a:pt x="202145" y="9860"/>
                </a:cubicBezTo>
                <a:cubicBezTo>
                  <a:pt x="166987" y="30159"/>
                  <a:pt x="154941" y="75115"/>
                  <a:pt x="175240" y="110273"/>
                </a:cubicBezTo>
                <a:cubicBezTo>
                  <a:pt x="181692" y="121448"/>
                  <a:pt x="190970" y="130727"/>
                  <a:pt x="202145" y="137179"/>
                </a:cubicBezTo>
                <a:lnTo>
                  <a:pt x="202145" y="220793"/>
                </a:lnTo>
                <a:lnTo>
                  <a:pt x="80674" y="220793"/>
                </a:lnTo>
                <a:cubicBezTo>
                  <a:pt x="36162" y="220894"/>
                  <a:pt x="101" y="256955"/>
                  <a:pt x="0" y="301467"/>
                </a:cubicBezTo>
                <a:lnTo>
                  <a:pt x="0" y="507655"/>
                </a:lnTo>
                <a:cubicBezTo>
                  <a:pt x="101" y="552168"/>
                  <a:pt x="36162" y="588229"/>
                  <a:pt x="80674" y="588330"/>
                </a:cubicBezTo>
                <a:lnTo>
                  <a:pt x="397123" y="588330"/>
                </a:lnTo>
                <a:cubicBezTo>
                  <a:pt x="441635" y="588229"/>
                  <a:pt x="477696" y="552168"/>
                  <a:pt x="477797" y="507655"/>
                </a:cubicBezTo>
                <a:lnTo>
                  <a:pt x="477797" y="301467"/>
                </a:lnTo>
                <a:cubicBezTo>
                  <a:pt x="477696" y="256955"/>
                  <a:pt x="441635" y="220894"/>
                  <a:pt x="397123" y="220793"/>
                </a:cubicBezTo>
                <a:close/>
                <a:moveTo>
                  <a:pt x="147015" y="459692"/>
                </a:moveTo>
                <a:cubicBezTo>
                  <a:pt x="116566" y="459692"/>
                  <a:pt x="91884" y="435010"/>
                  <a:pt x="91884" y="404561"/>
                </a:cubicBezTo>
                <a:cubicBezTo>
                  <a:pt x="91884" y="374113"/>
                  <a:pt x="116566" y="349431"/>
                  <a:pt x="147015" y="349431"/>
                </a:cubicBezTo>
                <a:cubicBezTo>
                  <a:pt x="177463" y="349431"/>
                  <a:pt x="202145" y="374113"/>
                  <a:pt x="202145" y="404561"/>
                </a:cubicBezTo>
                <a:cubicBezTo>
                  <a:pt x="202145" y="435010"/>
                  <a:pt x="177463" y="459692"/>
                  <a:pt x="147015" y="459692"/>
                </a:cubicBezTo>
                <a:close/>
                <a:moveTo>
                  <a:pt x="330783" y="459692"/>
                </a:moveTo>
                <a:cubicBezTo>
                  <a:pt x="300334" y="459692"/>
                  <a:pt x="275652" y="435010"/>
                  <a:pt x="275652" y="404561"/>
                </a:cubicBezTo>
                <a:cubicBezTo>
                  <a:pt x="275652" y="374113"/>
                  <a:pt x="300334" y="349431"/>
                  <a:pt x="330783" y="349431"/>
                </a:cubicBezTo>
                <a:cubicBezTo>
                  <a:pt x="361231" y="349431"/>
                  <a:pt x="385913" y="374113"/>
                  <a:pt x="385913" y="404561"/>
                </a:cubicBezTo>
                <a:cubicBezTo>
                  <a:pt x="385913" y="435010"/>
                  <a:pt x="361231" y="459692"/>
                  <a:pt x="330783" y="459692"/>
                </a:cubicBezTo>
                <a:close/>
              </a:path>
            </a:pathLst>
          </a:custGeom>
          <a:solidFill>
            <a:srgbClr val="01672F"/>
          </a:solidFill>
          <a:ln w="1835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91B94C"/>
              </a:solidFill>
              <a:effectLst/>
              <a:uLnTx/>
              <a:uFillTx/>
              <a:latin typeface="Poppins Light" panose="00000400000000000000" pitchFamily="2" charset="0"/>
              <a:ea typeface="+mn-ea"/>
              <a:cs typeface="Poppins Light" panose="00000400000000000000" pitchFamily="2" charset="0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7B50CEF3-8E86-D6EF-6CB8-89C754764CED}"/>
              </a:ext>
            </a:extLst>
          </p:cNvPr>
          <p:cNvSpPr/>
          <p:nvPr/>
        </p:nvSpPr>
        <p:spPr>
          <a:xfrm rot="14368">
            <a:off x="10218306" y="5120916"/>
            <a:ext cx="401265" cy="494093"/>
          </a:xfrm>
          <a:custGeom>
            <a:avLst/>
            <a:gdLst>
              <a:gd name="connsiteX0" fmla="*/ 397123 w 477797"/>
              <a:gd name="connsiteY0" fmla="*/ 220793 h 588329"/>
              <a:gd name="connsiteX1" fmla="*/ 275652 w 477797"/>
              <a:gd name="connsiteY1" fmla="*/ 220793 h 588329"/>
              <a:gd name="connsiteX2" fmla="*/ 275652 w 477797"/>
              <a:gd name="connsiteY2" fmla="*/ 137179 h 588329"/>
              <a:gd name="connsiteX3" fmla="*/ 302558 w 477797"/>
              <a:gd name="connsiteY3" fmla="*/ 36766 h 588329"/>
              <a:gd name="connsiteX4" fmla="*/ 202145 w 477797"/>
              <a:gd name="connsiteY4" fmla="*/ 9860 h 588329"/>
              <a:gd name="connsiteX5" fmla="*/ 175240 w 477797"/>
              <a:gd name="connsiteY5" fmla="*/ 110273 h 588329"/>
              <a:gd name="connsiteX6" fmla="*/ 202145 w 477797"/>
              <a:gd name="connsiteY6" fmla="*/ 137179 h 588329"/>
              <a:gd name="connsiteX7" fmla="*/ 202145 w 477797"/>
              <a:gd name="connsiteY7" fmla="*/ 220793 h 588329"/>
              <a:gd name="connsiteX8" fmla="*/ 80674 w 477797"/>
              <a:gd name="connsiteY8" fmla="*/ 220793 h 588329"/>
              <a:gd name="connsiteX9" fmla="*/ 0 w 477797"/>
              <a:gd name="connsiteY9" fmla="*/ 301467 h 588329"/>
              <a:gd name="connsiteX10" fmla="*/ 0 w 477797"/>
              <a:gd name="connsiteY10" fmla="*/ 507655 h 588329"/>
              <a:gd name="connsiteX11" fmla="*/ 80674 w 477797"/>
              <a:gd name="connsiteY11" fmla="*/ 588330 h 588329"/>
              <a:gd name="connsiteX12" fmla="*/ 397123 w 477797"/>
              <a:gd name="connsiteY12" fmla="*/ 588330 h 588329"/>
              <a:gd name="connsiteX13" fmla="*/ 477797 w 477797"/>
              <a:gd name="connsiteY13" fmla="*/ 507655 h 588329"/>
              <a:gd name="connsiteX14" fmla="*/ 477797 w 477797"/>
              <a:gd name="connsiteY14" fmla="*/ 301467 h 588329"/>
              <a:gd name="connsiteX15" fmla="*/ 397123 w 477797"/>
              <a:gd name="connsiteY15" fmla="*/ 220793 h 588329"/>
              <a:gd name="connsiteX16" fmla="*/ 147015 w 477797"/>
              <a:gd name="connsiteY16" fmla="*/ 459692 h 588329"/>
              <a:gd name="connsiteX17" fmla="*/ 91884 w 477797"/>
              <a:gd name="connsiteY17" fmla="*/ 404561 h 588329"/>
              <a:gd name="connsiteX18" fmla="*/ 147015 w 477797"/>
              <a:gd name="connsiteY18" fmla="*/ 349431 h 588329"/>
              <a:gd name="connsiteX19" fmla="*/ 202145 w 477797"/>
              <a:gd name="connsiteY19" fmla="*/ 404561 h 588329"/>
              <a:gd name="connsiteX20" fmla="*/ 147015 w 477797"/>
              <a:gd name="connsiteY20" fmla="*/ 459692 h 588329"/>
              <a:gd name="connsiteX21" fmla="*/ 330783 w 477797"/>
              <a:gd name="connsiteY21" fmla="*/ 459692 h 588329"/>
              <a:gd name="connsiteX22" fmla="*/ 275652 w 477797"/>
              <a:gd name="connsiteY22" fmla="*/ 404561 h 588329"/>
              <a:gd name="connsiteX23" fmla="*/ 330783 w 477797"/>
              <a:gd name="connsiteY23" fmla="*/ 349431 h 588329"/>
              <a:gd name="connsiteX24" fmla="*/ 385913 w 477797"/>
              <a:gd name="connsiteY24" fmla="*/ 404561 h 588329"/>
              <a:gd name="connsiteX25" fmla="*/ 330783 w 477797"/>
              <a:gd name="connsiteY25" fmla="*/ 459692 h 588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77797" h="588329">
                <a:moveTo>
                  <a:pt x="397123" y="220793"/>
                </a:moveTo>
                <a:lnTo>
                  <a:pt x="275652" y="220793"/>
                </a:lnTo>
                <a:lnTo>
                  <a:pt x="275652" y="137179"/>
                </a:lnTo>
                <a:cubicBezTo>
                  <a:pt x="310811" y="116880"/>
                  <a:pt x="322857" y="71924"/>
                  <a:pt x="302558" y="36766"/>
                </a:cubicBezTo>
                <a:cubicBezTo>
                  <a:pt x="282259" y="1608"/>
                  <a:pt x="237304" y="-10438"/>
                  <a:pt x="202145" y="9860"/>
                </a:cubicBezTo>
                <a:cubicBezTo>
                  <a:pt x="166987" y="30159"/>
                  <a:pt x="154941" y="75115"/>
                  <a:pt x="175240" y="110273"/>
                </a:cubicBezTo>
                <a:cubicBezTo>
                  <a:pt x="181692" y="121448"/>
                  <a:pt x="190970" y="130727"/>
                  <a:pt x="202145" y="137179"/>
                </a:cubicBezTo>
                <a:lnTo>
                  <a:pt x="202145" y="220793"/>
                </a:lnTo>
                <a:lnTo>
                  <a:pt x="80674" y="220793"/>
                </a:lnTo>
                <a:cubicBezTo>
                  <a:pt x="36162" y="220894"/>
                  <a:pt x="101" y="256955"/>
                  <a:pt x="0" y="301467"/>
                </a:cubicBezTo>
                <a:lnTo>
                  <a:pt x="0" y="507655"/>
                </a:lnTo>
                <a:cubicBezTo>
                  <a:pt x="101" y="552168"/>
                  <a:pt x="36162" y="588229"/>
                  <a:pt x="80674" y="588330"/>
                </a:cubicBezTo>
                <a:lnTo>
                  <a:pt x="397123" y="588330"/>
                </a:lnTo>
                <a:cubicBezTo>
                  <a:pt x="441635" y="588229"/>
                  <a:pt x="477696" y="552168"/>
                  <a:pt x="477797" y="507655"/>
                </a:cubicBezTo>
                <a:lnTo>
                  <a:pt x="477797" y="301467"/>
                </a:lnTo>
                <a:cubicBezTo>
                  <a:pt x="477696" y="256955"/>
                  <a:pt x="441635" y="220894"/>
                  <a:pt x="397123" y="220793"/>
                </a:cubicBezTo>
                <a:close/>
                <a:moveTo>
                  <a:pt x="147015" y="459692"/>
                </a:moveTo>
                <a:cubicBezTo>
                  <a:pt x="116566" y="459692"/>
                  <a:pt x="91884" y="435010"/>
                  <a:pt x="91884" y="404561"/>
                </a:cubicBezTo>
                <a:cubicBezTo>
                  <a:pt x="91884" y="374113"/>
                  <a:pt x="116566" y="349431"/>
                  <a:pt x="147015" y="349431"/>
                </a:cubicBezTo>
                <a:cubicBezTo>
                  <a:pt x="177463" y="349431"/>
                  <a:pt x="202145" y="374113"/>
                  <a:pt x="202145" y="404561"/>
                </a:cubicBezTo>
                <a:cubicBezTo>
                  <a:pt x="202145" y="435010"/>
                  <a:pt x="177463" y="459692"/>
                  <a:pt x="147015" y="459692"/>
                </a:cubicBezTo>
                <a:close/>
                <a:moveTo>
                  <a:pt x="330783" y="459692"/>
                </a:moveTo>
                <a:cubicBezTo>
                  <a:pt x="300334" y="459692"/>
                  <a:pt x="275652" y="435010"/>
                  <a:pt x="275652" y="404561"/>
                </a:cubicBezTo>
                <a:cubicBezTo>
                  <a:pt x="275652" y="374113"/>
                  <a:pt x="300334" y="349431"/>
                  <a:pt x="330783" y="349431"/>
                </a:cubicBezTo>
                <a:cubicBezTo>
                  <a:pt x="361231" y="349431"/>
                  <a:pt x="385913" y="374113"/>
                  <a:pt x="385913" y="404561"/>
                </a:cubicBezTo>
                <a:cubicBezTo>
                  <a:pt x="385913" y="435010"/>
                  <a:pt x="361231" y="459692"/>
                  <a:pt x="330783" y="459692"/>
                </a:cubicBezTo>
                <a:close/>
              </a:path>
            </a:pathLst>
          </a:custGeom>
          <a:solidFill>
            <a:srgbClr val="01672F"/>
          </a:solidFill>
          <a:ln w="1835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91B94C"/>
              </a:solidFill>
              <a:effectLst/>
              <a:uLnTx/>
              <a:uFillTx/>
              <a:latin typeface="Poppins Light" panose="00000400000000000000" pitchFamily="2" charset="0"/>
              <a:ea typeface="+mn-ea"/>
              <a:cs typeface="Poppins Light" panose="00000400000000000000" pitchFamily="2" charset="0"/>
            </a:endParaRPr>
          </a:p>
        </p:txBody>
      </p:sp>
      <p:pic>
        <p:nvPicPr>
          <p:cNvPr id="1026" name="Picture 2" descr="Salesforce - Wikipedia">
            <a:extLst>
              <a:ext uri="{FF2B5EF4-FFF2-40B4-BE49-F238E27FC236}">
                <a16:creationId xmlns:a16="http://schemas.microsoft.com/office/drawing/2014/main" id="{5C5A4621-7319-4371-0EF9-B72809362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535" y="5189558"/>
            <a:ext cx="739425" cy="518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9738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E20676-080E-DD54-FB24-DF9497DEE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198A6972-C217-8FE1-45F4-B84534BF3CF6}"/>
              </a:ext>
            </a:extLst>
          </p:cNvPr>
          <p:cNvGrpSpPr/>
          <p:nvPr/>
        </p:nvGrpSpPr>
        <p:grpSpPr>
          <a:xfrm>
            <a:off x="679838" y="-44191"/>
            <a:ext cx="10328204" cy="6946381"/>
            <a:chOff x="550510" y="-44191"/>
            <a:chExt cx="10328204" cy="6946381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33D75F6-24E6-9D7B-F55F-4B20D2940BAA}"/>
                </a:ext>
              </a:extLst>
            </p:cNvPr>
            <p:cNvGrpSpPr/>
            <p:nvPr/>
          </p:nvGrpSpPr>
          <p:grpSpPr>
            <a:xfrm>
              <a:off x="5318451" y="0"/>
              <a:ext cx="5560263" cy="6858000"/>
              <a:chOff x="4374062" y="0"/>
              <a:chExt cx="6548920" cy="6858000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2BEDD391-0054-021A-688F-D1C6C092C0FE}"/>
                  </a:ext>
                </a:extLst>
              </p:cNvPr>
              <p:cNvSpPr/>
              <p:nvPr/>
            </p:nvSpPr>
            <p:spPr>
              <a:xfrm>
                <a:off x="4374062" y="0"/>
                <a:ext cx="6548920" cy="6858000"/>
              </a:xfrm>
              <a:custGeom>
                <a:avLst/>
                <a:gdLst>
                  <a:gd name="connsiteX0" fmla="*/ 0 w 6548920"/>
                  <a:gd name="connsiteY0" fmla="*/ 0 h 6858000"/>
                  <a:gd name="connsiteX1" fmla="*/ 5681428 w 6548920"/>
                  <a:gd name="connsiteY1" fmla="*/ 0 h 6858000"/>
                  <a:gd name="connsiteX2" fmla="*/ 5838922 w 6548920"/>
                  <a:gd name="connsiteY2" fmla="*/ 307502 h 6858000"/>
                  <a:gd name="connsiteX3" fmla="*/ 6548920 w 6548920"/>
                  <a:gd name="connsiteY3" fmla="*/ 3429000 h 6858000"/>
                  <a:gd name="connsiteX4" fmla="*/ 5838922 w 6548920"/>
                  <a:gd name="connsiteY4" fmla="*/ 6550498 h 6858000"/>
                  <a:gd name="connsiteX5" fmla="*/ 5681428 w 6548920"/>
                  <a:gd name="connsiteY5" fmla="*/ 6858000 h 6858000"/>
                  <a:gd name="connsiteX6" fmla="*/ 0 w 6548920"/>
                  <a:gd name="connsiteY6" fmla="*/ 6858000 h 6858000"/>
                  <a:gd name="connsiteX7" fmla="*/ 52390 w 6548920"/>
                  <a:gd name="connsiteY7" fmla="*/ 6848644 h 6858000"/>
                  <a:gd name="connsiteX8" fmla="*/ 2839480 w 6548920"/>
                  <a:gd name="connsiteY8" fmla="*/ 3429000 h 6858000"/>
                  <a:gd name="connsiteX9" fmla="*/ 52390 w 6548920"/>
                  <a:gd name="connsiteY9" fmla="*/ 9356 h 6858000"/>
                  <a:gd name="connsiteX10" fmla="*/ 0 w 6548920"/>
                  <a:gd name="connsiteY10" fmla="*/ 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548920" h="6858000">
                    <a:moveTo>
                      <a:pt x="0" y="0"/>
                    </a:moveTo>
                    <a:lnTo>
                      <a:pt x="5681428" y="0"/>
                    </a:lnTo>
                    <a:lnTo>
                      <a:pt x="5838922" y="307502"/>
                    </a:lnTo>
                    <a:cubicBezTo>
                      <a:pt x="6293932" y="1251803"/>
                      <a:pt x="6548920" y="2310624"/>
                      <a:pt x="6548920" y="3429000"/>
                    </a:cubicBezTo>
                    <a:cubicBezTo>
                      <a:pt x="6548920" y="4547377"/>
                      <a:pt x="6293932" y="5606198"/>
                      <a:pt x="5838922" y="6550498"/>
                    </a:cubicBezTo>
                    <a:lnTo>
                      <a:pt x="5681428" y="6858000"/>
                    </a:lnTo>
                    <a:lnTo>
                      <a:pt x="0" y="6858000"/>
                    </a:lnTo>
                    <a:lnTo>
                      <a:pt x="52390" y="6848644"/>
                    </a:lnTo>
                    <a:cubicBezTo>
                      <a:pt x="1642979" y="6523163"/>
                      <a:pt x="2839480" y="5115810"/>
                      <a:pt x="2839480" y="3429000"/>
                    </a:cubicBezTo>
                    <a:cubicBezTo>
                      <a:pt x="2839480" y="1742190"/>
                      <a:pt x="1642979" y="334837"/>
                      <a:pt x="52390" y="9356"/>
                    </a:cubicBez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saturation sat="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BD7F5066-299B-1CC4-0812-B32FC6D2C762}"/>
                  </a:ext>
                </a:extLst>
              </p:cNvPr>
              <p:cNvSpPr/>
              <p:nvPr/>
            </p:nvSpPr>
            <p:spPr>
              <a:xfrm>
                <a:off x="4374062" y="0"/>
                <a:ext cx="6548920" cy="6858000"/>
              </a:xfrm>
              <a:custGeom>
                <a:avLst/>
                <a:gdLst>
                  <a:gd name="connsiteX0" fmla="*/ 0 w 6548920"/>
                  <a:gd name="connsiteY0" fmla="*/ 0 h 6858000"/>
                  <a:gd name="connsiteX1" fmla="*/ 5681428 w 6548920"/>
                  <a:gd name="connsiteY1" fmla="*/ 0 h 6858000"/>
                  <a:gd name="connsiteX2" fmla="*/ 5838922 w 6548920"/>
                  <a:gd name="connsiteY2" fmla="*/ 307502 h 6858000"/>
                  <a:gd name="connsiteX3" fmla="*/ 6548920 w 6548920"/>
                  <a:gd name="connsiteY3" fmla="*/ 3429000 h 6858000"/>
                  <a:gd name="connsiteX4" fmla="*/ 5838922 w 6548920"/>
                  <a:gd name="connsiteY4" fmla="*/ 6550498 h 6858000"/>
                  <a:gd name="connsiteX5" fmla="*/ 5681428 w 6548920"/>
                  <a:gd name="connsiteY5" fmla="*/ 6858000 h 6858000"/>
                  <a:gd name="connsiteX6" fmla="*/ 0 w 6548920"/>
                  <a:gd name="connsiteY6" fmla="*/ 6858000 h 6858000"/>
                  <a:gd name="connsiteX7" fmla="*/ 52390 w 6548920"/>
                  <a:gd name="connsiteY7" fmla="*/ 6848644 h 6858000"/>
                  <a:gd name="connsiteX8" fmla="*/ 2839480 w 6548920"/>
                  <a:gd name="connsiteY8" fmla="*/ 3429000 h 6858000"/>
                  <a:gd name="connsiteX9" fmla="*/ 52390 w 6548920"/>
                  <a:gd name="connsiteY9" fmla="*/ 9356 h 6858000"/>
                  <a:gd name="connsiteX10" fmla="*/ 0 w 6548920"/>
                  <a:gd name="connsiteY10" fmla="*/ 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548920" h="6858000">
                    <a:moveTo>
                      <a:pt x="0" y="0"/>
                    </a:moveTo>
                    <a:lnTo>
                      <a:pt x="5681428" y="0"/>
                    </a:lnTo>
                    <a:lnTo>
                      <a:pt x="5838922" y="307502"/>
                    </a:lnTo>
                    <a:cubicBezTo>
                      <a:pt x="6293932" y="1251803"/>
                      <a:pt x="6548920" y="2310624"/>
                      <a:pt x="6548920" y="3429000"/>
                    </a:cubicBezTo>
                    <a:cubicBezTo>
                      <a:pt x="6548920" y="4547377"/>
                      <a:pt x="6293932" y="5606198"/>
                      <a:pt x="5838922" y="6550498"/>
                    </a:cubicBezTo>
                    <a:lnTo>
                      <a:pt x="5681428" y="6858000"/>
                    </a:lnTo>
                    <a:lnTo>
                      <a:pt x="0" y="6858000"/>
                    </a:lnTo>
                    <a:lnTo>
                      <a:pt x="52390" y="6848644"/>
                    </a:lnTo>
                    <a:cubicBezTo>
                      <a:pt x="1642979" y="6523163"/>
                      <a:pt x="2839480" y="5115810"/>
                      <a:pt x="2839480" y="3429000"/>
                    </a:cubicBezTo>
                    <a:cubicBezTo>
                      <a:pt x="2839480" y="1742190"/>
                      <a:pt x="1642979" y="334837"/>
                      <a:pt x="52390" y="935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7693A">
                  <a:alpha val="4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2" name="Arc 31">
              <a:extLst>
                <a:ext uri="{FF2B5EF4-FFF2-40B4-BE49-F238E27FC236}">
                  <a16:creationId xmlns:a16="http://schemas.microsoft.com/office/drawing/2014/main" id="{2BE21F3A-C443-809F-7918-1EC67D2428CB}"/>
                </a:ext>
              </a:extLst>
            </p:cNvPr>
            <p:cNvSpPr/>
            <p:nvPr/>
          </p:nvSpPr>
          <p:spPr>
            <a:xfrm>
              <a:off x="550510" y="-44191"/>
              <a:ext cx="6946381" cy="6946381"/>
            </a:xfrm>
            <a:prstGeom prst="arc">
              <a:avLst>
                <a:gd name="adj1" fmla="val 16729360"/>
                <a:gd name="adj2" fmla="val 4802963"/>
              </a:avLst>
            </a:prstGeom>
            <a:ln>
              <a:solidFill>
                <a:srgbClr val="09894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8" name="Title 3">
            <a:extLst>
              <a:ext uri="{FF2B5EF4-FFF2-40B4-BE49-F238E27FC236}">
                <a16:creationId xmlns:a16="http://schemas.microsoft.com/office/drawing/2014/main" id="{8D148D91-B819-E62B-F3C7-71BAD3989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414" y="2491186"/>
            <a:ext cx="5397500" cy="1556516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GB" sz="3600" dirty="0">
                <a:latin typeface="Poppins"/>
                <a:cs typeface="Poppins"/>
              </a:rPr>
              <a:t>Appendix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1582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22564-AB5A-0C54-67A6-C0C24470C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E4EEAC-AAAA-DF84-5372-9673089A92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7985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2072A">
                    <a:tint val="75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2072A">
                  <a:tint val="75000"/>
                </a:srgbClr>
              </a:solidFill>
              <a:effectLst/>
              <a:uLnTx/>
              <a:uFillTx/>
              <a:latin typeface="Bierstadt" panose="020B0004020202020204" pitchFamily="34" charset="0"/>
              <a:ea typeface="+mn-ea"/>
              <a:cs typeface="+mn-cs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741C570D-E977-E9FA-FE9B-AE85FA9FC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825" y="301051"/>
            <a:ext cx="10515600" cy="773333"/>
          </a:xfrm>
        </p:spPr>
        <p:txBody>
          <a:bodyPr>
            <a:noAutofit/>
          </a:bodyPr>
          <a:lstStyle/>
          <a:p>
            <a:r>
              <a:rPr lang="en-US" sz="220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Python-Based Identity Matching Solutions – At a Glance</a:t>
            </a:r>
            <a:endParaRPr lang="en-IN" sz="220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68469ED-AB03-B11D-1348-2A04459A1375}"/>
              </a:ext>
            </a:extLst>
          </p:cNvPr>
          <p:cNvGrpSpPr/>
          <p:nvPr/>
        </p:nvGrpSpPr>
        <p:grpSpPr>
          <a:xfrm>
            <a:off x="212650" y="1735296"/>
            <a:ext cx="11821350" cy="391949"/>
            <a:chOff x="212651" y="3277021"/>
            <a:chExt cx="9977210" cy="391949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315B44EE-C633-3848-B5E5-679563E5154F}"/>
                </a:ext>
              </a:extLst>
            </p:cNvPr>
            <p:cNvSpPr/>
            <p:nvPr/>
          </p:nvSpPr>
          <p:spPr>
            <a:xfrm>
              <a:off x="212651" y="3277477"/>
              <a:ext cx="2232000" cy="39149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088248">
                    <a:alpha val="0"/>
                  </a:srgbClr>
                </a:gs>
                <a:gs pos="49000">
                  <a:srgbClr val="088248"/>
                </a:gs>
                <a:gs pos="100000">
                  <a:srgbClr val="088248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GB" sz="1100" b="1">
                  <a:solidFill>
                    <a:srgbClr val="FFFFFF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</a:t>
              </a:r>
              <a:r>
                <a:rPr lang="en-IN" sz="1100" b="1">
                  <a:solidFill>
                    <a:srgbClr val="FFFFFF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ACKAGE</a:t>
              </a: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C1DD1494-D5A8-9DED-9BBA-92725F749A0D}"/>
                </a:ext>
              </a:extLst>
            </p:cNvPr>
            <p:cNvSpPr/>
            <p:nvPr/>
          </p:nvSpPr>
          <p:spPr>
            <a:xfrm>
              <a:off x="2923133" y="3277022"/>
              <a:ext cx="2232000" cy="39149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088248">
                    <a:alpha val="0"/>
                  </a:srgbClr>
                </a:gs>
                <a:gs pos="49000">
                  <a:srgbClr val="088248"/>
                </a:gs>
                <a:gs pos="100000">
                  <a:srgbClr val="088248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100" b="1">
                  <a:solidFill>
                    <a:srgbClr val="FFFFFF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</a:t>
              </a:r>
              <a:r>
                <a:rPr lang="en-IN" sz="1100" b="1">
                  <a:solidFill>
                    <a:srgbClr val="FFFFFF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PPROACH</a:t>
              </a:r>
              <a:endParaRPr kumimoji="0" lang="en-IN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DC250E0E-1FE1-9B6E-74C6-8EFDCB57BF0B}"/>
                </a:ext>
              </a:extLst>
            </p:cNvPr>
            <p:cNvSpPr/>
            <p:nvPr/>
          </p:nvSpPr>
          <p:spPr>
            <a:xfrm>
              <a:off x="5440497" y="3277021"/>
              <a:ext cx="2232000" cy="39149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088248">
                    <a:alpha val="0"/>
                  </a:srgbClr>
                </a:gs>
                <a:gs pos="49000">
                  <a:srgbClr val="088248"/>
                </a:gs>
                <a:gs pos="100000">
                  <a:srgbClr val="088248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100" b="1">
                  <a:solidFill>
                    <a:srgbClr val="FFFFFF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</a:t>
              </a:r>
              <a:r>
                <a:rPr lang="en-IN" sz="1100" b="1">
                  <a:solidFill>
                    <a:srgbClr val="FFFFFF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TRENGTHS</a:t>
              </a:r>
              <a:endParaRPr kumimoji="0" lang="en-IN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endParaRP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DCAF771E-6DAA-72E8-C90B-3644E473C26E}"/>
                </a:ext>
              </a:extLst>
            </p:cNvPr>
            <p:cNvSpPr/>
            <p:nvPr/>
          </p:nvSpPr>
          <p:spPr>
            <a:xfrm>
              <a:off x="7957861" y="3277022"/>
              <a:ext cx="2232000" cy="39149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088248">
                    <a:alpha val="0"/>
                  </a:srgbClr>
                </a:gs>
                <a:gs pos="49000">
                  <a:srgbClr val="088248"/>
                </a:gs>
                <a:gs pos="100000">
                  <a:srgbClr val="088248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100" b="1">
                  <a:solidFill>
                    <a:srgbClr val="FFFFFF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</a:t>
              </a:r>
              <a:r>
                <a:rPr lang="en-IN" sz="1100" b="1">
                  <a:solidFill>
                    <a:srgbClr val="FFFFFF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IMITATIONS</a:t>
              </a:r>
              <a:endParaRPr kumimoji="0" lang="en-IN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71960F0B-D2C0-599B-A372-877BE7837AE3}"/>
              </a:ext>
            </a:extLst>
          </p:cNvPr>
          <p:cNvGrpSpPr/>
          <p:nvPr/>
        </p:nvGrpSpPr>
        <p:grpSpPr>
          <a:xfrm>
            <a:off x="3622536" y="2533849"/>
            <a:ext cx="2247730" cy="1925147"/>
            <a:chOff x="2246236" y="3757619"/>
            <a:chExt cx="1897082" cy="1925147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47452C35-1B07-BE91-552E-4B16CB820ACE}"/>
                </a:ext>
              </a:extLst>
            </p:cNvPr>
            <p:cNvSpPr/>
            <p:nvPr/>
          </p:nvSpPr>
          <p:spPr>
            <a:xfrm>
              <a:off x="2246236" y="3757619"/>
              <a:ext cx="1897082" cy="600755"/>
            </a:xfrm>
            <a:prstGeom prst="roundRect">
              <a:avLst>
                <a:gd name="adj" fmla="val 11684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08000" rtlCol="0" anchor="t"/>
            <a:lstStyle/>
            <a:p>
              <a:pPr lvl="0" algn="ctr">
                <a:defRPr/>
              </a:pPr>
              <a:r>
                <a:rPr lang="en-IN" sz="1100">
                  <a:solidFill>
                    <a:srgbClr val="32383F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Probabilistic (EM algorithm), Spark-native</a:t>
              </a: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C9DAD9AB-8FCC-368A-2812-27B3FB4B67AC}"/>
                </a:ext>
              </a:extLst>
            </p:cNvPr>
            <p:cNvSpPr/>
            <p:nvPr/>
          </p:nvSpPr>
          <p:spPr>
            <a:xfrm>
              <a:off x="2246236" y="4414498"/>
              <a:ext cx="1897082" cy="600755"/>
            </a:xfrm>
            <a:prstGeom prst="roundRect">
              <a:avLst>
                <a:gd name="adj" fmla="val 11684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08000" rtlCol="0" anchor="t"/>
            <a:lstStyle/>
            <a:p>
              <a:pPr algn="ctr"/>
              <a:r>
                <a:rPr lang="en-IN" sz="1100">
                  <a:solidFill>
                    <a:srgbClr val="32383F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Workflow-based ML +      rule-based</a:t>
              </a:r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FC12C09A-9F3C-9CF9-2C64-DEFC37F036B0}"/>
                </a:ext>
              </a:extLst>
            </p:cNvPr>
            <p:cNvSpPr/>
            <p:nvPr/>
          </p:nvSpPr>
          <p:spPr>
            <a:xfrm>
              <a:off x="2246236" y="5082011"/>
              <a:ext cx="1897082" cy="600755"/>
            </a:xfrm>
            <a:prstGeom prst="roundRect">
              <a:avLst>
                <a:gd name="adj" fmla="val 11684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08000" rtlCol="0" anchor="t"/>
            <a:lstStyle/>
            <a:p>
              <a:pPr algn="ctr"/>
              <a:r>
                <a:rPr lang="en-IN" sz="1100">
                  <a:solidFill>
                    <a:srgbClr val="32383F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Active learning + Python API</a:t>
              </a:r>
            </a:p>
          </p:txBody>
        </p:sp>
      </p:grp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30842BE-8378-A64E-9767-9ED2A808D239}"/>
              </a:ext>
            </a:extLst>
          </p:cNvPr>
          <p:cNvSpPr/>
          <p:nvPr/>
        </p:nvSpPr>
        <p:spPr>
          <a:xfrm>
            <a:off x="3622536" y="4531825"/>
            <a:ext cx="2247730" cy="600755"/>
          </a:xfrm>
          <a:prstGeom prst="roundRect">
            <a:avLst>
              <a:gd name="adj" fmla="val 1168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/>
          <a:lstStyle/>
          <a:p>
            <a:pPr algn="ctr"/>
            <a:r>
              <a:rPr lang="en-IN" sz="1100">
                <a:solidFill>
                  <a:srgbClr val="32383F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Rules + ML + GUI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9CF0D66-0510-EC7D-0CFF-879A12FD04F8}"/>
              </a:ext>
            </a:extLst>
          </p:cNvPr>
          <p:cNvGrpSpPr/>
          <p:nvPr/>
        </p:nvGrpSpPr>
        <p:grpSpPr>
          <a:xfrm>
            <a:off x="6624461" y="2533849"/>
            <a:ext cx="2247730" cy="1925147"/>
            <a:chOff x="2246236" y="3757619"/>
            <a:chExt cx="1897082" cy="1925147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9991BF90-4B26-AF8E-E77B-228A42AA32FF}"/>
                </a:ext>
              </a:extLst>
            </p:cNvPr>
            <p:cNvSpPr/>
            <p:nvPr/>
          </p:nvSpPr>
          <p:spPr>
            <a:xfrm>
              <a:off x="2246236" y="3757619"/>
              <a:ext cx="1897082" cy="600755"/>
            </a:xfrm>
            <a:prstGeom prst="roundRect">
              <a:avLst>
                <a:gd name="adj" fmla="val 11684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08000" rtlCol="0" anchor="t"/>
            <a:lstStyle/>
            <a:p>
              <a:pPr algn="ctr"/>
              <a:r>
                <a:rPr lang="en-US" sz="1100">
                  <a:solidFill>
                    <a:srgbClr val="32383F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Scalable, interpretable, used in government ID projects</a:t>
              </a:r>
              <a:endParaRPr lang="en-IN" sz="1100">
                <a:solidFill>
                  <a:srgbClr val="32383F"/>
                </a:solidFill>
                <a:latin typeface="Poppins Light" panose="00000400000000000000" pitchFamily="2" charset="0"/>
                <a:cs typeface="Poppins Light" panose="00000400000000000000" pitchFamily="2" charset="0"/>
              </a:endParaRP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CBFCD1F3-047A-7801-8425-5B28EDCB8AFC}"/>
                </a:ext>
              </a:extLst>
            </p:cNvPr>
            <p:cNvSpPr/>
            <p:nvPr/>
          </p:nvSpPr>
          <p:spPr>
            <a:xfrm>
              <a:off x="2246236" y="4414498"/>
              <a:ext cx="1897082" cy="600755"/>
            </a:xfrm>
            <a:prstGeom prst="roundRect">
              <a:avLst>
                <a:gd name="adj" fmla="val 11684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08000" rtlCol="0" anchor="t"/>
            <a:lstStyle/>
            <a:p>
              <a:pPr algn="ctr"/>
              <a:r>
                <a:rPr lang="en-IN" sz="1100">
                  <a:solidFill>
                    <a:srgbClr val="32383F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Comprehensive, academic backing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AB9527CD-1929-E0DC-C9EC-FE6DB26AB706}"/>
                </a:ext>
              </a:extLst>
            </p:cNvPr>
            <p:cNvSpPr/>
            <p:nvPr/>
          </p:nvSpPr>
          <p:spPr>
            <a:xfrm>
              <a:off x="2246236" y="5082011"/>
              <a:ext cx="1897082" cy="600755"/>
            </a:xfrm>
            <a:prstGeom prst="roundRect">
              <a:avLst>
                <a:gd name="adj" fmla="val 11684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08000" rtlCol="0" anchor="t"/>
            <a:lstStyle/>
            <a:p>
              <a:pPr algn="ctr"/>
              <a:r>
                <a:rPr lang="en-US" sz="1100">
                  <a:solidFill>
                    <a:srgbClr val="32383F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Simple setup, good for small to mid-size datasets</a:t>
              </a:r>
              <a:endParaRPr lang="en-IN" sz="1100">
                <a:solidFill>
                  <a:srgbClr val="32383F"/>
                </a:solidFill>
                <a:latin typeface="Poppins Light" panose="00000400000000000000" pitchFamily="2" charset="0"/>
                <a:cs typeface="Poppins Light" panose="00000400000000000000" pitchFamily="2" charset="0"/>
              </a:endParaRPr>
            </a:p>
          </p:txBody>
        </p:sp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13AA407-FBA5-95C9-5E18-4530A823B298}"/>
              </a:ext>
            </a:extLst>
          </p:cNvPr>
          <p:cNvSpPr/>
          <p:nvPr/>
        </p:nvSpPr>
        <p:spPr>
          <a:xfrm>
            <a:off x="6624461" y="4531825"/>
            <a:ext cx="2247730" cy="600755"/>
          </a:xfrm>
          <a:prstGeom prst="roundRect">
            <a:avLst>
              <a:gd name="adj" fmla="val 1168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/>
          <a:lstStyle/>
          <a:p>
            <a:pPr algn="ctr"/>
            <a:r>
              <a:rPr lang="en-IN" sz="1100">
                <a:solidFill>
                  <a:srgbClr val="32383F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Easy to prototype, pandas-friendly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FBCBFE8-5298-4394-EBFD-15096D45F45F}"/>
              </a:ext>
            </a:extLst>
          </p:cNvPr>
          <p:cNvGrpSpPr/>
          <p:nvPr/>
        </p:nvGrpSpPr>
        <p:grpSpPr>
          <a:xfrm>
            <a:off x="9643455" y="2533849"/>
            <a:ext cx="2247730" cy="1925147"/>
            <a:chOff x="2246236" y="3757619"/>
            <a:chExt cx="1897082" cy="1925147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2C6F03E2-C5FF-6819-FBB9-CE9225FEB61A}"/>
                </a:ext>
              </a:extLst>
            </p:cNvPr>
            <p:cNvSpPr/>
            <p:nvPr/>
          </p:nvSpPr>
          <p:spPr>
            <a:xfrm>
              <a:off x="2246236" y="3757619"/>
              <a:ext cx="1897082" cy="600755"/>
            </a:xfrm>
            <a:prstGeom prst="roundRect">
              <a:avLst>
                <a:gd name="adj" fmla="val 11684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08000" rtlCol="0" anchor="t"/>
            <a:lstStyle/>
            <a:p>
              <a:pPr algn="ctr"/>
              <a:r>
                <a:rPr lang="en-IN" sz="1100">
                  <a:solidFill>
                    <a:srgbClr val="32383F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Requires feature engineering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BEC8EA0D-7D65-44A3-F0DD-98E7014E2A3D}"/>
                </a:ext>
              </a:extLst>
            </p:cNvPr>
            <p:cNvSpPr/>
            <p:nvPr/>
          </p:nvSpPr>
          <p:spPr>
            <a:xfrm>
              <a:off x="2246236" y="4414498"/>
              <a:ext cx="1897082" cy="600755"/>
            </a:xfrm>
            <a:prstGeom prst="roundRect">
              <a:avLst>
                <a:gd name="adj" fmla="val 11684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08000" rtlCol="0" anchor="t"/>
            <a:lstStyle/>
            <a:p>
              <a:pPr algn="ctr"/>
              <a:r>
                <a:rPr lang="en-IN" sz="1100">
                  <a:solidFill>
                    <a:srgbClr val="32383F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Not actively maintained</a:t>
              </a: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7B5A037B-B3A8-1D81-0473-FA49281D7300}"/>
                </a:ext>
              </a:extLst>
            </p:cNvPr>
            <p:cNvSpPr/>
            <p:nvPr/>
          </p:nvSpPr>
          <p:spPr>
            <a:xfrm>
              <a:off x="2246236" y="5082011"/>
              <a:ext cx="1897082" cy="600755"/>
            </a:xfrm>
            <a:prstGeom prst="roundRect">
              <a:avLst>
                <a:gd name="adj" fmla="val 11684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08000" rtlCol="0" anchor="t"/>
            <a:lstStyle/>
            <a:p>
              <a:pPr algn="ctr"/>
              <a:r>
                <a:rPr lang="en-IN" sz="1100">
                  <a:solidFill>
                    <a:srgbClr val="32383F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Limited scalability</a:t>
              </a:r>
            </a:p>
          </p:txBody>
        </p:sp>
      </p:grp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F4AF730-6513-5BAF-3795-61E8C0388481}"/>
              </a:ext>
            </a:extLst>
          </p:cNvPr>
          <p:cNvSpPr/>
          <p:nvPr/>
        </p:nvSpPr>
        <p:spPr>
          <a:xfrm>
            <a:off x="9643455" y="4531825"/>
            <a:ext cx="2247730" cy="600755"/>
          </a:xfrm>
          <a:prstGeom prst="roundRect">
            <a:avLst>
              <a:gd name="adj" fmla="val 1168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/>
          <a:lstStyle/>
          <a:p>
            <a:pPr algn="ctr"/>
            <a:r>
              <a:rPr lang="en-IN" sz="1100">
                <a:solidFill>
                  <a:srgbClr val="32383F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Not cloud-native or production-ready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ACEE146-5A12-1F10-1037-AAE27E53EFB5}"/>
              </a:ext>
            </a:extLst>
          </p:cNvPr>
          <p:cNvSpPr/>
          <p:nvPr/>
        </p:nvSpPr>
        <p:spPr>
          <a:xfrm>
            <a:off x="1099499" y="2593126"/>
            <a:ext cx="1751773" cy="482199"/>
          </a:xfrm>
          <a:prstGeom prst="roundRect">
            <a:avLst/>
          </a:prstGeom>
          <a:solidFill>
            <a:schemeClr val="bg1"/>
          </a:solidFill>
          <a:ln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err="1">
                <a:ln>
                  <a:noFill/>
                </a:ln>
                <a:solidFill>
                  <a:srgbClr val="C5CCFC">
                    <a:lumMod val="10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t>Splink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C5CCFC">
                  <a:lumMod val="10000"/>
                </a:srgbClr>
              </a:solidFill>
              <a:effectLst/>
              <a:uLnTx/>
              <a:uFillTx/>
              <a:latin typeface="Bierstadt" panose="020B0004020202020204" pitchFamily="34" charset="0"/>
              <a:ea typeface="+mn-ea"/>
              <a:cs typeface="+mn-cs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61AB7D6C-061B-04D0-A76A-68F8FADB24E8}"/>
              </a:ext>
            </a:extLst>
          </p:cNvPr>
          <p:cNvSpPr/>
          <p:nvPr/>
        </p:nvSpPr>
        <p:spPr>
          <a:xfrm>
            <a:off x="1099498" y="3250005"/>
            <a:ext cx="1751773" cy="482199"/>
          </a:xfrm>
          <a:prstGeom prst="roundRect">
            <a:avLst/>
          </a:prstGeom>
          <a:solidFill>
            <a:schemeClr val="bg1"/>
          </a:solidFill>
          <a:ln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>
                <a:solidFill>
                  <a:srgbClr val="C5CCFC">
                    <a:lumMod val="10000"/>
                  </a:srgbClr>
                </a:solidFill>
                <a:latin typeface="Bierstadt" panose="020B0004020202020204" pitchFamily="34" charset="0"/>
              </a:rPr>
              <a:t>Magellan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C5CCFC">
                  <a:lumMod val="10000"/>
                </a:srgbClr>
              </a:solidFill>
              <a:effectLst/>
              <a:uLnTx/>
              <a:uFillTx/>
              <a:latin typeface="Bierstadt" panose="020B0004020202020204" pitchFamily="34" charset="0"/>
              <a:ea typeface="+mn-ea"/>
              <a:cs typeface="+mn-cs"/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57B5AA3D-8AF0-BFA5-593A-E47D2D8B75CF}"/>
              </a:ext>
            </a:extLst>
          </p:cNvPr>
          <p:cNvSpPr/>
          <p:nvPr/>
        </p:nvSpPr>
        <p:spPr>
          <a:xfrm>
            <a:off x="1099497" y="3917518"/>
            <a:ext cx="1751773" cy="482199"/>
          </a:xfrm>
          <a:prstGeom prst="roundRect">
            <a:avLst/>
          </a:prstGeom>
          <a:solidFill>
            <a:schemeClr val="bg1"/>
          </a:solidFill>
          <a:ln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C5CCFC">
                    <a:lumMod val="10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t>Dedupe.io/ dedupe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9FDDAD21-EBC8-7B6E-CABE-D08652F0AB85}"/>
              </a:ext>
            </a:extLst>
          </p:cNvPr>
          <p:cNvSpPr/>
          <p:nvPr/>
        </p:nvSpPr>
        <p:spPr>
          <a:xfrm>
            <a:off x="1099496" y="4591102"/>
            <a:ext cx="1751773" cy="482199"/>
          </a:xfrm>
          <a:prstGeom prst="roundRect">
            <a:avLst/>
          </a:prstGeom>
          <a:solidFill>
            <a:schemeClr val="bg1"/>
          </a:solidFill>
          <a:ln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err="1">
                <a:ln>
                  <a:noFill/>
                </a:ln>
                <a:solidFill>
                  <a:srgbClr val="C5CCFC">
                    <a:lumMod val="10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t>RecordLinkage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C5CCFC">
                  <a:lumMod val="10000"/>
                </a:srgbClr>
              </a:solidFill>
              <a:effectLst/>
              <a:uLnTx/>
              <a:uFillTx/>
              <a:latin typeface="Bierstadt" panose="020B0004020202020204" pitchFamily="34" charset="0"/>
              <a:ea typeface="+mn-ea"/>
              <a:cs typeface="+mn-cs"/>
            </a:endParaRPr>
          </a:p>
        </p:txBody>
      </p:sp>
      <p:sp>
        <p:nvSpPr>
          <p:cNvPr id="59" name="Title 3">
            <a:extLst>
              <a:ext uri="{FF2B5EF4-FFF2-40B4-BE49-F238E27FC236}">
                <a16:creationId xmlns:a16="http://schemas.microsoft.com/office/drawing/2014/main" id="{361BB811-30A5-E763-4454-F966E219A576}"/>
              </a:ext>
            </a:extLst>
          </p:cNvPr>
          <p:cNvSpPr txBox="1">
            <a:spLocks/>
          </p:cNvSpPr>
          <p:nvPr/>
        </p:nvSpPr>
        <p:spPr>
          <a:xfrm>
            <a:off x="838200" y="6005348"/>
            <a:ext cx="10515600" cy="3086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0CB765"/>
                </a:solidFill>
                <a:latin typeface="Bierstadt" panose="020B0004020202020204" pitchFamily="34" charset="0"/>
                <a:ea typeface="+mj-ea"/>
                <a:cs typeface="+mj-cs"/>
              </a:defRPr>
            </a:lvl1pPr>
          </a:lstStyle>
          <a:p>
            <a:pPr lvl="0" algn="ctr">
              <a:defRPr/>
            </a:pPr>
            <a:r>
              <a:rPr lang="en-IN" sz="15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Recommendation</a:t>
            </a:r>
            <a:r>
              <a:rPr kumimoji="0" lang="en-IN" sz="15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: </a:t>
            </a:r>
            <a:r>
              <a:rPr lang="en-US" sz="1500">
                <a:latin typeface="Poppins" panose="00000500000000000000" pitchFamily="2" charset="0"/>
                <a:cs typeface="Poppins" panose="00000500000000000000" pitchFamily="2" charset="0"/>
              </a:rPr>
              <a:t>Start with </a:t>
            </a:r>
            <a:r>
              <a:rPr lang="en-US" sz="1500" err="1">
                <a:latin typeface="Poppins" panose="00000500000000000000" pitchFamily="2" charset="0"/>
                <a:cs typeface="Poppins" panose="00000500000000000000" pitchFamily="2" charset="0"/>
              </a:rPr>
              <a:t>Splink</a:t>
            </a:r>
            <a:r>
              <a:rPr lang="en-US" sz="1500">
                <a:latin typeface="Poppins" panose="00000500000000000000" pitchFamily="2" charset="0"/>
                <a:cs typeface="Poppins" panose="00000500000000000000" pitchFamily="2" charset="0"/>
              </a:rPr>
              <a:t> for balance of flexibility, scale, and maturity</a:t>
            </a:r>
            <a:endParaRPr lang="en-IN" sz="15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6331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AB86A-B4AB-4BE8-4B11-4AE2A35A4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9DEA67-D128-5414-0681-545ECB0390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2072A">
                    <a:tint val="75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2072A">
                  <a:tint val="75000"/>
                </a:srgbClr>
              </a:solidFill>
              <a:effectLst/>
              <a:uLnTx/>
              <a:uFillTx/>
              <a:latin typeface="Bierstadt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87CA110-FD16-95AC-20FB-605E828DA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Questions to Explore</a:t>
            </a:r>
            <a:endParaRPr lang="en-IN" sz="240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947C29C3-7CF8-446D-1047-1B6D2EB12AE1}"/>
              </a:ext>
            </a:extLst>
          </p:cNvPr>
          <p:cNvSpPr/>
          <p:nvPr/>
        </p:nvSpPr>
        <p:spPr>
          <a:xfrm>
            <a:off x="0" y="4668917"/>
            <a:ext cx="12199222" cy="2189084"/>
          </a:xfrm>
          <a:prstGeom prst="rect">
            <a:avLst/>
          </a:prstGeom>
          <a:solidFill>
            <a:srgbClr val="0207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Bierstadt" panose="020B0004020202020204" pitchFamily="34" charset="0"/>
              <a:ea typeface="+mn-ea"/>
              <a:cs typeface="+mn-cs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66F5EFDD-A200-43AF-0E35-87E93D62F866}"/>
              </a:ext>
            </a:extLst>
          </p:cNvPr>
          <p:cNvSpPr txBox="1"/>
          <p:nvPr/>
        </p:nvSpPr>
        <p:spPr>
          <a:xfrm>
            <a:off x="247650" y="5025812"/>
            <a:ext cx="6099984" cy="132087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solidFill>
                  <a:srgbClr val="0CB76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Business Goals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CB765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ü"/>
              <a:defRPr/>
            </a:pPr>
            <a:r>
              <a:rPr lang="en-US" sz="1200" dirty="0">
                <a:solidFill>
                  <a:srgbClr val="FEFFFF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What is the primary use case? (personalization, attribution, CDP enrichment?)</a:t>
            </a:r>
          </a:p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ü"/>
              <a:defRPr/>
            </a:pPr>
            <a:r>
              <a:rPr lang="en-US" sz="1200" dirty="0">
                <a:solidFill>
                  <a:srgbClr val="FEFFFF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Is real-time resolution required, or is batch sufficient?</a:t>
            </a:r>
          </a:p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ü"/>
              <a:defRPr/>
            </a:pPr>
            <a:r>
              <a:rPr lang="en-US" sz="1200" dirty="0">
                <a:solidFill>
                  <a:srgbClr val="FEFFFF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How important is explainability vs automation?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C9321357-8441-88FA-8803-8C707708DBFA}"/>
              </a:ext>
            </a:extLst>
          </p:cNvPr>
          <p:cNvSpPr txBox="1"/>
          <p:nvPr/>
        </p:nvSpPr>
        <p:spPr>
          <a:xfrm>
            <a:off x="6595284" y="5027672"/>
            <a:ext cx="4821419" cy="111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lang="en-US" sz="1600" b="1">
                <a:solidFill>
                  <a:srgbClr val="0CB76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Constraints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0CB765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ü"/>
              <a:defRPr/>
            </a:pPr>
            <a:r>
              <a:rPr lang="en-US" sz="1200">
                <a:solidFill>
                  <a:srgbClr val="FEFFFF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What is the current internal technical maturity to support a custom or hybrid build?</a:t>
            </a:r>
          </a:p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ü"/>
              <a:defRPr/>
            </a:pPr>
            <a:r>
              <a:rPr lang="en-US" sz="1200">
                <a:solidFill>
                  <a:srgbClr val="FEFFFF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Are there vendor or cloud partner preferences?</a:t>
            </a:r>
          </a:p>
        </p:txBody>
      </p: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A94EFFB0-EA37-786D-9227-9603A9F7ABC6}"/>
              </a:ext>
            </a:extLst>
          </p:cNvPr>
          <p:cNvCxnSpPr>
            <a:cxnSpLocks/>
          </p:cNvCxnSpPr>
          <p:nvPr/>
        </p:nvCxnSpPr>
        <p:spPr>
          <a:xfrm>
            <a:off x="6111583" y="5071556"/>
            <a:ext cx="0" cy="144000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Google Shape;264;p23">
            <a:extLst>
              <a:ext uri="{FF2B5EF4-FFF2-40B4-BE49-F238E27FC236}">
                <a16:creationId xmlns:a16="http://schemas.microsoft.com/office/drawing/2014/main" id="{0BB24DAF-D1A8-7654-725F-369B11A17BBC}"/>
              </a:ext>
            </a:extLst>
          </p:cNvPr>
          <p:cNvSpPr/>
          <p:nvPr/>
        </p:nvSpPr>
        <p:spPr>
          <a:xfrm>
            <a:off x="346766" y="1969557"/>
            <a:ext cx="3974864" cy="594830"/>
          </a:xfrm>
          <a:custGeom>
            <a:avLst/>
            <a:gdLst/>
            <a:ahLst/>
            <a:cxnLst/>
            <a:rect l="l" t="t" r="r" b="b"/>
            <a:pathLst>
              <a:path w="1152" h="576" extrusionOk="0">
                <a:moveTo>
                  <a:pt x="0" y="0"/>
                </a:moveTo>
                <a:lnTo>
                  <a:pt x="1048" y="0"/>
                </a:lnTo>
                <a:lnTo>
                  <a:pt x="1152" y="288"/>
                </a:lnTo>
                <a:lnTo>
                  <a:pt x="1048" y="576"/>
                </a:lnTo>
                <a:lnTo>
                  <a:pt x="0" y="576"/>
                </a:lnTo>
                <a:lnTo>
                  <a:pt x="0" y="288"/>
                </a:lnTo>
                <a:lnTo>
                  <a:pt x="0" y="0"/>
                </a:lnTo>
                <a:close/>
              </a:path>
            </a:pathLst>
          </a:custGeom>
          <a:noFill/>
          <a:ln w="3175" cap="flat" cmpd="sng">
            <a:solidFill>
              <a:schemeClr val="bg2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45720" rIns="144000" bIns="45720" anchor="ctr" anchorCtr="0">
            <a:noAutofit/>
          </a:bodyPr>
          <a:lstStyle/>
          <a:p>
            <a:pPr lvl="0">
              <a:defRPr/>
            </a:pPr>
            <a:r>
              <a:rPr lang="en-US" sz="1200">
                <a:solidFill>
                  <a:srgbClr val="02072A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What types of identifiers are available? (cookies, IP, device ID, hashed PII, etc.)</a:t>
            </a:r>
            <a:endParaRPr sz="1200">
              <a:solidFill>
                <a:srgbClr val="02072A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</a:endParaRPr>
          </a:p>
        </p:txBody>
      </p:sp>
      <p:sp>
        <p:nvSpPr>
          <p:cNvPr id="126" name="Google Shape;265;p23">
            <a:extLst>
              <a:ext uri="{FF2B5EF4-FFF2-40B4-BE49-F238E27FC236}">
                <a16:creationId xmlns:a16="http://schemas.microsoft.com/office/drawing/2014/main" id="{96BAD989-3E38-9D5B-1FC7-74693F78B006}"/>
              </a:ext>
            </a:extLst>
          </p:cNvPr>
          <p:cNvSpPr/>
          <p:nvPr/>
        </p:nvSpPr>
        <p:spPr>
          <a:xfrm>
            <a:off x="346766" y="2634856"/>
            <a:ext cx="3974863" cy="594830"/>
          </a:xfrm>
          <a:custGeom>
            <a:avLst/>
            <a:gdLst/>
            <a:ahLst/>
            <a:cxnLst/>
            <a:rect l="l" t="t" r="r" b="b"/>
            <a:pathLst>
              <a:path w="1152" h="576" extrusionOk="0">
                <a:moveTo>
                  <a:pt x="0" y="0"/>
                </a:moveTo>
                <a:lnTo>
                  <a:pt x="1048" y="0"/>
                </a:lnTo>
                <a:lnTo>
                  <a:pt x="1152" y="288"/>
                </a:lnTo>
                <a:lnTo>
                  <a:pt x="1048" y="576"/>
                </a:lnTo>
                <a:lnTo>
                  <a:pt x="0" y="576"/>
                </a:lnTo>
                <a:lnTo>
                  <a:pt x="0" y="288"/>
                </a:lnTo>
                <a:lnTo>
                  <a:pt x="0" y="0"/>
                </a:lnTo>
                <a:close/>
              </a:path>
            </a:pathLst>
          </a:custGeom>
          <a:noFill/>
          <a:ln w="3175" cap="flat" cmpd="sng">
            <a:solidFill>
              <a:schemeClr val="bg2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45720" rIns="144000" bIns="45720" anchor="ctr" anchorCtr="0">
            <a:noAutofit/>
          </a:bodyPr>
          <a:lstStyle/>
          <a:p>
            <a:r>
              <a:rPr lang="en-US" sz="1200">
                <a:solidFill>
                  <a:srgbClr val="02072A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How frequently is this data updated?</a:t>
            </a:r>
            <a:endParaRPr sz="1200">
              <a:solidFill>
                <a:srgbClr val="02072A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</a:endParaRPr>
          </a:p>
        </p:txBody>
      </p:sp>
      <p:sp>
        <p:nvSpPr>
          <p:cNvPr id="127" name="Google Shape;266;p23">
            <a:extLst>
              <a:ext uri="{FF2B5EF4-FFF2-40B4-BE49-F238E27FC236}">
                <a16:creationId xmlns:a16="http://schemas.microsoft.com/office/drawing/2014/main" id="{8F90EAE2-4554-6325-EB90-D349EA0019C2}"/>
              </a:ext>
            </a:extLst>
          </p:cNvPr>
          <p:cNvSpPr/>
          <p:nvPr/>
        </p:nvSpPr>
        <p:spPr>
          <a:xfrm>
            <a:off x="346767" y="3300156"/>
            <a:ext cx="3974862" cy="594830"/>
          </a:xfrm>
          <a:custGeom>
            <a:avLst/>
            <a:gdLst/>
            <a:ahLst/>
            <a:cxnLst/>
            <a:rect l="l" t="t" r="r" b="b"/>
            <a:pathLst>
              <a:path w="1152" h="576" extrusionOk="0">
                <a:moveTo>
                  <a:pt x="0" y="0"/>
                </a:moveTo>
                <a:lnTo>
                  <a:pt x="1048" y="0"/>
                </a:lnTo>
                <a:lnTo>
                  <a:pt x="1152" y="288"/>
                </a:lnTo>
                <a:lnTo>
                  <a:pt x="1048" y="576"/>
                </a:lnTo>
                <a:lnTo>
                  <a:pt x="0" y="576"/>
                </a:lnTo>
                <a:lnTo>
                  <a:pt x="0" y="288"/>
                </a:lnTo>
                <a:lnTo>
                  <a:pt x="0" y="0"/>
                </a:lnTo>
                <a:close/>
              </a:path>
            </a:pathLst>
          </a:custGeom>
          <a:noFill/>
          <a:ln w="3175" cap="flat" cmpd="sng">
            <a:solidFill>
              <a:schemeClr val="bg2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45720" rIns="144000" bIns="45720" anchor="ctr" anchorCtr="0">
            <a:noAutofit/>
          </a:bodyPr>
          <a:lstStyle/>
          <a:p>
            <a:r>
              <a:rPr lang="en-US" sz="1200">
                <a:solidFill>
                  <a:srgbClr val="02072A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How many sources/systems does it need to stitch across?</a:t>
            </a:r>
            <a:endParaRPr sz="1200">
              <a:solidFill>
                <a:srgbClr val="02072A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</a:endParaRPr>
          </a:p>
        </p:txBody>
      </p:sp>
      <p:sp>
        <p:nvSpPr>
          <p:cNvPr id="123" name="Google Shape;268;p23">
            <a:extLst>
              <a:ext uri="{FF2B5EF4-FFF2-40B4-BE49-F238E27FC236}">
                <a16:creationId xmlns:a16="http://schemas.microsoft.com/office/drawing/2014/main" id="{A6F6A3C8-F408-CC93-E4D2-802CE127D435}"/>
              </a:ext>
            </a:extLst>
          </p:cNvPr>
          <p:cNvSpPr/>
          <p:nvPr/>
        </p:nvSpPr>
        <p:spPr>
          <a:xfrm>
            <a:off x="790575" y="1536321"/>
            <a:ext cx="2964698" cy="316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>
                <a:solidFill>
                  <a:srgbClr val="09894C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Data and Infrastructure</a:t>
            </a:r>
            <a:endParaRPr kumimoji="0" sz="1400" b="1" i="0" u="none" strike="noStrike" kern="1200" cap="none" spc="0" normalizeH="0" baseline="0" noProof="0">
              <a:ln>
                <a:noFill/>
              </a:ln>
              <a:solidFill>
                <a:srgbClr val="09894C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A231C831-56FC-1E0A-DC1E-C0A8C2A682A7}"/>
              </a:ext>
            </a:extLst>
          </p:cNvPr>
          <p:cNvGrpSpPr/>
          <p:nvPr/>
        </p:nvGrpSpPr>
        <p:grpSpPr>
          <a:xfrm>
            <a:off x="7570381" y="1969556"/>
            <a:ext cx="4260141" cy="1920707"/>
            <a:chOff x="6029235" y="2210809"/>
            <a:chExt cx="2159082" cy="921172"/>
          </a:xfrm>
        </p:grpSpPr>
        <p:sp>
          <p:nvSpPr>
            <p:cNvPr id="111" name="Google Shape;440;p42">
              <a:extLst>
                <a:ext uri="{FF2B5EF4-FFF2-40B4-BE49-F238E27FC236}">
                  <a16:creationId xmlns:a16="http://schemas.microsoft.com/office/drawing/2014/main" id="{4CC8DD52-1081-6E7C-D262-0D36D4C775D4}"/>
                </a:ext>
              </a:extLst>
            </p:cNvPr>
            <p:cNvSpPr/>
            <p:nvPr/>
          </p:nvSpPr>
          <p:spPr>
            <a:xfrm>
              <a:off x="6029235" y="2210809"/>
              <a:ext cx="21590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2000" tIns="36000" rIns="72000" bIns="36000" anchor="ctr" anchorCtr="0">
              <a:noAutofit/>
            </a:bodyPr>
            <a:lstStyle/>
            <a:p>
              <a:pPr marL="171450" indent="-171450">
                <a:lnSpc>
                  <a:spcPts val="1200"/>
                </a:lnSpc>
                <a:buClr>
                  <a:srgbClr val="0CB765"/>
                </a:buClr>
                <a:buFont typeface="Wingdings" panose="05000000000000000000" pitchFamily="2" charset="2"/>
                <a:buChar char="ü"/>
              </a:pPr>
              <a:r>
                <a:rPr lang="en-US" sz="1100">
                  <a:solidFill>
                    <a:srgbClr val="02072B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How is ActionIQ currently set up (e.g., rules vs ML)?</a:t>
              </a:r>
            </a:p>
          </p:txBody>
        </p:sp>
        <p:sp>
          <p:nvSpPr>
            <p:cNvPr id="112" name="Google Shape;441;p42">
              <a:extLst>
                <a:ext uri="{FF2B5EF4-FFF2-40B4-BE49-F238E27FC236}">
                  <a16:creationId xmlns:a16="http://schemas.microsoft.com/office/drawing/2014/main" id="{F4513022-0A05-8036-20B1-49E0B4934200}"/>
                </a:ext>
              </a:extLst>
            </p:cNvPr>
            <p:cNvSpPr/>
            <p:nvPr/>
          </p:nvSpPr>
          <p:spPr>
            <a:xfrm>
              <a:off x="6029235" y="2534235"/>
              <a:ext cx="21590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2000" tIns="36000" rIns="72000" bIns="36000" anchor="ctr" anchorCtr="0">
              <a:noAutofit/>
            </a:bodyPr>
            <a:lstStyle/>
            <a:p>
              <a:pPr marL="171450" indent="-171450">
                <a:lnSpc>
                  <a:spcPts val="1200"/>
                </a:lnSpc>
                <a:buClr>
                  <a:srgbClr val="0CB765"/>
                </a:buClr>
                <a:buFont typeface="Wingdings" panose="05000000000000000000" pitchFamily="2" charset="2"/>
                <a:buChar char="ü"/>
              </a:pPr>
              <a:r>
                <a:rPr lang="en-US" sz="1100">
                  <a:solidFill>
                    <a:srgbClr val="02072B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Can we access historical matches and error cases?</a:t>
              </a:r>
            </a:p>
          </p:txBody>
        </p:sp>
        <p:sp>
          <p:nvSpPr>
            <p:cNvPr id="113" name="Google Shape;442;p42">
              <a:extLst>
                <a:ext uri="{FF2B5EF4-FFF2-40B4-BE49-F238E27FC236}">
                  <a16:creationId xmlns:a16="http://schemas.microsoft.com/office/drawing/2014/main" id="{F4DA5444-895A-9616-98E4-387EB331FAFA}"/>
                </a:ext>
              </a:extLst>
            </p:cNvPr>
            <p:cNvSpPr/>
            <p:nvPr/>
          </p:nvSpPr>
          <p:spPr>
            <a:xfrm>
              <a:off x="6029235" y="2857661"/>
              <a:ext cx="21590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2000" tIns="36000" rIns="72000" bIns="36000" anchor="ctr" anchorCtr="0">
              <a:noAutofit/>
            </a:bodyPr>
            <a:lstStyle/>
            <a:p>
              <a:pPr marL="171450" indent="-171450">
                <a:lnSpc>
                  <a:spcPts val="1200"/>
                </a:lnSpc>
                <a:buClr>
                  <a:srgbClr val="0CB765"/>
                </a:buClr>
                <a:buFont typeface="Wingdings" panose="05000000000000000000" pitchFamily="2" charset="2"/>
                <a:buChar char="ü"/>
              </a:pPr>
              <a:r>
                <a:rPr lang="en-US" sz="1100">
                  <a:solidFill>
                    <a:srgbClr val="02072B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Is any audit or scoring metadata available?</a:t>
              </a:r>
            </a:p>
          </p:txBody>
        </p: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A70887C4-BB47-46FC-F50E-79897FA3B254}"/>
                </a:ext>
              </a:extLst>
            </p:cNvPr>
            <p:cNvCxnSpPr>
              <a:cxnSpLocks/>
            </p:cNvCxnSpPr>
            <p:nvPr/>
          </p:nvCxnSpPr>
          <p:spPr>
            <a:xfrm>
              <a:off x="6085077" y="2509682"/>
              <a:ext cx="1908000" cy="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D5F0A043-AFD3-0057-1C9D-F133A51508FF}"/>
                </a:ext>
              </a:extLst>
            </p:cNvPr>
            <p:cNvCxnSpPr>
              <a:cxnSpLocks/>
            </p:cNvCxnSpPr>
            <p:nvPr/>
          </p:nvCxnSpPr>
          <p:spPr>
            <a:xfrm>
              <a:off x="6085077" y="2833108"/>
              <a:ext cx="1908000" cy="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5" name="Google Shape;268;p23">
            <a:extLst>
              <a:ext uri="{FF2B5EF4-FFF2-40B4-BE49-F238E27FC236}">
                <a16:creationId xmlns:a16="http://schemas.microsoft.com/office/drawing/2014/main" id="{A9A16D92-D025-CB57-C7B7-B06CFA1B20BF}"/>
              </a:ext>
            </a:extLst>
          </p:cNvPr>
          <p:cNvSpPr/>
          <p:nvPr/>
        </p:nvSpPr>
        <p:spPr>
          <a:xfrm>
            <a:off x="8080577" y="1536321"/>
            <a:ext cx="2964698" cy="316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IN" sz="1400" b="1">
                <a:solidFill>
                  <a:srgbClr val="09894C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Current System Usage</a:t>
            </a:r>
            <a:endParaRPr sz="1400" b="1">
              <a:solidFill>
                <a:srgbClr val="09894C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D7C64BDD-2E64-C562-896B-73E00C1D9256}"/>
              </a:ext>
            </a:extLst>
          </p:cNvPr>
          <p:cNvSpPr txBox="1">
            <a:spLocks/>
          </p:cNvSpPr>
          <p:nvPr/>
        </p:nvSpPr>
        <p:spPr>
          <a:xfrm>
            <a:off x="935355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Bierstadt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2072A">
                    <a:tint val="75000"/>
                  </a:srgbClr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2072A">
                  <a:tint val="75000"/>
                </a:srgbClr>
              </a:solidFill>
              <a:effectLst/>
              <a:uLnTx/>
              <a:uFillTx/>
              <a:latin typeface="Bierstadt" panose="020B0004020202020204" pitchFamily="34" charset="0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D766BFB-F904-A2F7-2884-AF7C7ACCBEAF}"/>
              </a:ext>
            </a:extLst>
          </p:cNvPr>
          <p:cNvGrpSpPr/>
          <p:nvPr/>
        </p:nvGrpSpPr>
        <p:grpSpPr>
          <a:xfrm>
            <a:off x="5148077" y="1954980"/>
            <a:ext cx="1706038" cy="1705902"/>
            <a:chOff x="1680871" y="3903103"/>
            <a:chExt cx="720000" cy="72000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13BAF96-725B-35CC-A2CC-5F4491CBE829}"/>
                </a:ext>
              </a:extLst>
            </p:cNvPr>
            <p:cNvSpPr/>
            <p:nvPr/>
          </p:nvSpPr>
          <p:spPr>
            <a:xfrm>
              <a:off x="1680871" y="3903103"/>
              <a:ext cx="720000" cy="720000"/>
            </a:xfrm>
            <a:prstGeom prst="ellipse">
              <a:avLst/>
            </a:prstGeom>
            <a:solidFill>
              <a:srgbClr val="E6E9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Light"/>
                <a:ea typeface="+mn-ea"/>
                <a:cs typeface="+mn-cs"/>
              </a:endParaRPr>
            </a:p>
          </p:txBody>
        </p:sp>
        <p:pic>
          <p:nvPicPr>
            <p:cNvPr id="11" name="Graphic 10" descr="Head with gears outline">
              <a:extLst>
                <a:ext uri="{FF2B5EF4-FFF2-40B4-BE49-F238E27FC236}">
                  <a16:creationId xmlns:a16="http://schemas.microsoft.com/office/drawing/2014/main" id="{8F01E7FA-0D24-549D-4A20-B0BC8F520D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19496" y="4034503"/>
              <a:ext cx="457200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11675735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theme">
  <a:themeElements>
    <a:clrScheme name="AuxoAI Template 1">
      <a:dk1>
        <a:srgbClr val="02072A"/>
      </a:dk1>
      <a:lt1>
        <a:srgbClr val="FFFFFF"/>
      </a:lt1>
      <a:dk2>
        <a:srgbClr val="02072A"/>
      </a:dk2>
      <a:lt2>
        <a:srgbClr val="FFFFFF"/>
      </a:lt2>
      <a:accent1>
        <a:srgbClr val="C5CCFC"/>
      </a:accent1>
      <a:accent2>
        <a:srgbClr val="91B94C"/>
      </a:accent2>
      <a:accent3>
        <a:srgbClr val="A9D45B"/>
      </a:accent3>
      <a:accent4>
        <a:srgbClr val="CBFFFF"/>
      </a:accent4>
      <a:accent5>
        <a:srgbClr val="00FEFE"/>
      </a:accent5>
      <a:accent6>
        <a:srgbClr val="007F7F"/>
      </a:accent6>
      <a:hlink>
        <a:srgbClr val="91B94C"/>
      </a:hlink>
      <a:folHlink>
        <a:srgbClr val="213AF4"/>
      </a:folHlink>
    </a:clrScheme>
    <a:fontScheme name="Default">
      <a:majorFont>
        <a:latin typeface="Bierstadt"/>
        <a:ea typeface=""/>
        <a:cs typeface=""/>
      </a:majorFont>
      <a:minorFont>
        <a:latin typeface="Arial Nova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3E9172D96F9FE45AC29174293285FBA" ma:contentTypeVersion="3" ma:contentTypeDescription="Create a new document." ma:contentTypeScope="" ma:versionID="66afa27dec4314cb97ac54924c66f136">
  <xsd:schema xmlns:xsd="http://www.w3.org/2001/XMLSchema" xmlns:xs="http://www.w3.org/2001/XMLSchema" xmlns:p="http://schemas.microsoft.com/office/2006/metadata/properties" xmlns:ns2="146ceb4b-6c95-4a0c-aa6e-ec7aed300d6c" targetNamespace="http://schemas.microsoft.com/office/2006/metadata/properties" ma:root="true" ma:fieldsID="00454e5a9dd9b739a90ee9c01efb9c14" ns2:_="">
    <xsd:import namespace="146ceb4b-6c95-4a0c-aa6e-ec7aed300d6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6ceb4b-6c95-4a0c-aa6e-ec7aed300d6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ABC596E-5218-4CCA-AB9C-C38800EE4F7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3847C59-6B4A-459F-AF3C-98D5A50DA08A}"/>
</file>

<file path=customXml/itemProps3.xml><?xml version="1.0" encoding="utf-8"?>
<ds:datastoreItem xmlns:ds="http://schemas.openxmlformats.org/officeDocument/2006/customXml" ds:itemID="{25BB0C6E-FBAA-4774-9F63-F4C7864D36C5}">
  <ds:schemaRefs>
    <ds:schemaRef ds:uri="http://purl.org/dc/dcmitype/"/>
    <ds:schemaRef ds:uri="84eb3cb4-9014-4f44-b2b6-3a1d6137ffd6"/>
    <ds:schemaRef ds:uri="http://www.w3.org/XML/1998/namespace"/>
    <ds:schemaRef ds:uri="http://schemas.microsoft.com/office/2006/metadata/properties"/>
    <ds:schemaRef ds:uri="http://purl.org/dc/terms/"/>
    <ds:schemaRef ds:uri="http://purl.org/dc/elements/1.1/"/>
    <ds:schemaRef ds:uri="http://schemas.microsoft.com/office/2006/documentManagement/types"/>
    <ds:schemaRef ds:uri="28908500-976f-4e25-ad31-764d294f3e02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8134</TotalTime>
  <Words>1062</Words>
  <Application>Microsoft Office PowerPoint</Application>
  <PresentationFormat>Widescreen</PresentationFormat>
  <Paragraphs>146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2" baseType="lpstr">
      <vt:lpstr>Arial</vt:lpstr>
      <vt:lpstr>Arial Nova Light</vt:lpstr>
      <vt:lpstr>Bierstadt</vt:lpstr>
      <vt:lpstr>Calibri</vt:lpstr>
      <vt:lpstr>Comic Sans MS</vt:lpstr>
      <vt:lpstr>Helvertica</vt:lpstr>
      <vt:lpstr>Helvetica Light</vt:lpstr>
      <vt:lpstr>Poppins</vt:lpstr>
      <vt:lpstr>Poppins Light</vt:lpstr>
      <vt:lpstr>Poppins SemiBold</vt:lpstr>
      <vt:lpstr>Wingdings</vt:lpstr>
      <vt:lpstr>3_office theme</vt:lpstr>
      <vt:lpstr>athenahealth - Identity Resolution</vt:lpstr>
      <vt:lpstr>Current State and Future Needs </vt:lpstr>
      <vt:lpstr>Popular Python Identity Matching Solutions</vt:lpstr>
      <vt:lpstr>Questions to Explore</vt:lpstr>
      <vt:lpstr>Solution Options</vt:lpstr>
      <vt:lpstr>POV - How Agentic Architecture Can Help</vt:lpstr>
      <vt:lpstr>Agentic Partner Experience</vt:lpstr>
      <vt:lpstr>Appendix</vt:lpstr>
      <vt:lpstr>Python-Based Identity Matching Solutions – At a Glance</vt:lpstr>
      <vt:lpstr>Questions to Explore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Shreyal Shah</cp:lastModifiedBy>
  <cp:revision>5</cp:revision>
  <dcterms:created xsi:type="dcterms:W3CDTF">2025-05-26T09:43:42Z</dcterms:created>
  <dcterms:modified xsi:type="dcterms:W3CDTF">2025-06-11T07:09:37Z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0x01010013E9172D96F9FE45AC29174293285FBA</vt:lpwstr>
  </property>
  <property fmtid="{D5CDD505-2E9C-101B-9397-08002B2CF9AE}" pid="3" name="MediaServiceImageTags">
    <vt:lpwstr/>
  </property>
</Properties>
</file>