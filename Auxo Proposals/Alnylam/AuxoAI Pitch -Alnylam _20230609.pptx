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3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4.xml" ContentType="application/vnd.openxmlformats-officedocument.theme+xml"/>
  <Override PartName="/ppt/slideLayouts/slideLayout28.xml" ContentType="application/vnd.openxmlformats-officedocument.presentationml.slideLayout+xml"/>
  <Override PartName="/ppt/theme/theme5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  <p:sldMasterId id="2147483685" r:id="rId5"/>
    <p:sldMasterId id="2147483688" r:id="rId6"/>
    <p:sldMasterId id="2147483701" r:id="rId7"/>
    <p:sldMasterId id="2147483704" r:id="rId8"/>
    <p:sldMasterId id="2147483708" r:id="rId9"/>
  </p:sldMasterIdLst>
  <p:notesMasterIdLst>
    <p:notesMasterId r:id="rId17"/>
  </p:notesMasterIdLst>
  <p:sldIdLst>
    <p:sldId id="995" r:id="rId10"/>
    <p:sldId id="2147472399" r:id="rId11"/>
    <p:sldId id="2146846810" r:id="rId12"/>
    <p:sldId id="2147472425" r:id="rId13"/>
    <p:sldId id="2147472384" r:id="rId14"/>
    <p:sldId id="2146846715" r:id="rId15"/>
    <p:sldId id="1039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E5F4131-57C3-A6AB-0F14-656861A6130F}" name="AT" initials="AT" userId="S::at@auxoai.com::ca5da849-ea12-45c8-b538-d361ffb98eb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6424E3C-5C65-48A1-8E78-333D613E6791}" v="543" dt="2023-06-20T16:32:07.697"/>
    <p1510:client id="{BE65BB29-6722-6CB9-6FAA-94F872255393}" v="108" dt="2023-06-20T17:10:40.223"/>
    <p1510:client id="{C297B805-89A0-4C48-9A84-0E1518726A19}" v="273" vWet="275" dt="2023-06-20T16:26:35.7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slideMasters/slideMaster5.xml" Id="rId8" /><Relationship Type="http://schemas.openxmlformats.org/officeDocument/2006/relationships/slide" Target="slides/slide4.xml" Id="rId13" /><Relationship Type="http://schemas.openxmlformats.org/officeDocument/2006/relationships/presProps" Target="presProps.xml" Id="rId18" /><Relationship Type="http://schemas.openxmlformats.org/officeDocument/2006/relationships/customXml" Target="../customXml/item3.xml" Id="rId3" /><Relationship Type="http://schemas.openxmlformats.org/officeDocument/2006/relationships/tableStyles" Target="tableStyles.xml" Id="rId21" /><Relationship Type="http://schemas.openxmlformats.org/officeDocument/2006/relationships/slideMaster" Target="slideMasters/slideMaster4.xml" Id="rId7" /><Relationship Type="http://schemas.openxmlformats.org/officeDocument/2006/relationships/slide" Target="slides/slide3.xml" Id="rId12" /><Relationship Type="http://schemas.openxmlformats.org/officeDocument/2006/relationships/notesMaster" Target="notesMasters/notesMaster1.xml" Id="rId17" /><Relationship Type="http://schemas.openxmlformats.org/officeDocument/2006/relationships/customXml" Target="../customXml/item2.xml" Id="rId2" /><Relationship Type="http://schemas.openxmlformats.org/officeDocument/2006/relationships/slide" Target="slides/slide7.xml" Id="rId16" /><Relationship Type="http://schemas.openxmlformats.org/officeDocument/2006/relationships/theme" Target="theme/theme1.xml" Id="rId20" /><Relationship Type="http://schemas.openxmlformats.org/officeDocument/2006/relationships/customXml" Target="../customXml/item1.xml" Id="rId1" /><Relationship Type="http://schemas.openxmlformats.org/officeDocument/2006/relationships/slideMaster" Target="slideMasters/slideMaster3.xml" Id="rId6" /><Relationship Type="http://schemas.openxmlformats.org/officeDocument/2006/relationships/slide" Target="slides/slide2.xml" Id="rId11" /><Relationship Type="http://schemas.microsoft.com/office/2018/10/relationships/authors" Target="authors.xml" Id="rId24" /><Relationship Type="http://schemas.openxmlformats.org/officeDocument/2006/relationships/slideMaster" Target="slideMasters/slideMaster2.xml" Id="rId5" /><Relationship Type="http://schemas.openxmlformats.org/officeDocument/2006/relationships/slide" Target="slides/slide6.xml" Id="rId15" /><Relationship Type="http://schemas.microsoft.com/office/2015/10/relationships/revisionInfo" Target="revisionInfo.xml" Id="rId23" /><Relationship Type="http://schemas.openxmlformats.org/officeDocument/2006/relationships/slide" Target="slides/slide1.xml" Id="rId10" /><Relationship Type="http://schemas.openxmlformats.org/officeDocument/2006/relationships/viewProps" Target="viewProps.xml" Id="rId19" /><Relationship Type="http://schemas.openxmlformats.org/officeDocument/2006/relationships/slideMaster" Target="slideMasters/slideMaster1.xml" Id="rId4" /><Relationship Type="http://schemas.openxmlformats.org/officeDocument/2006/relationships/slideMaster" Target="slideMasters/slideMaster6.xml" Id="rId9" /><Relationship Type="http://schemas.openxmlformats.org/officeDocument/2006/relationships/slide" Target="slides/slide5.xml" Id="rId14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0890D0-117E-4B46-9800-0A7711026255}" type="datetimeFigureOut">
              <a:rPr lang="en-IN" smtClean="0"/>
              <a:t>20-06-2023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DF5B02-8817-445F-8E92-7407A472428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5767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CA3AB2B-189A-4C92-A457-C6A3833631A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05347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0" err="1">
                <a:solidFill>
                  <a:schemeClr val="bg1"/>
                </a:solidFill>
                <a:effectLst/>
                <a:latin typeface="+mj-lt"/>
              </a:rPr>
              <a:t>AuxoAI</a:t>
            </a:r>
            <a:r>
              <a:rPr lang="en-US" i="0">
                <a:solidFill>
                  <a:schemeClr val="bg1"/>
                </a:solidFill>
                <a:effectLst/>
                <a:latin typeface="+mj-lt"/>
              </a:rPr>
              <a:t> wi</a:t>
            </a:r>
            <a:r>
              <a:rPr lang="en-US">
                <a:solidFill>
                  <a:schemeClr val="bg1"/>
                </a:solidFill>
                <a:latin typeface="+mj-lt"/>
              </a:rPr>
              <a:t>ll</a:t>
            </a:r>
            <a:r>
              <a:rPr lang="en-US" i="0">
                <a:solidFill>
                  <a:schemeClr val="bg1"/>
                </a:solidFill>
                <a:effectLst/>
                <a:latin typeface="+mj-lt"/>
              </a:rPr>
              <a:t> </a:t>
            </a:r>
            <a:r>
              <a:rPr lang="en-US" i="0" err="1">
                <a:solidFill>
                  <a:schemeClr val="bg1"/>
                </a:solidFill>
                <a:effectLst/>
                <a:latin typeface="+mj-lt"/>
              </a:rPr>
              <a:t>revolutionlize</a:t>
            </a:r>
            <a:r>
              <a:rPr lang="en-US" i="0">
                <a:solidFill>
                  <a:schemeClr val="bg1"/>
                </a:solidFill>
                <a:effectLst/>
                <a:latin typeface="+mj-lt"/>
              </a:rPr>
              <a:t> your AI </a:t>
            </a:r>
            <a:r>
              <a:rPr lang="en-US" i="0" err="1">
                <a:solidFill>
                  <a:schemeClr val="bg1"/>
                </a:solidFill>
                <a:effectLst/>
                <a:latin typeface="+mj-lt"/>
              </a:rPr>
              <a:t>jouney</a:t>
            </a:r>
            <a:r>
              <a:rPr lang="en-US" i="0">
                <a:solidFill>
                  <a:schemeClr val="bg1"/>
                </a:solidFill>
                <a:effectLst/>
                <a:latin typeface="+mj-lt"/>
              </a:rPr>
              <a:t> you at each step with our game changing analytics offerings.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970DD8-728E-4BEE-85BA-EBC8B02E8569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74442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DF5B02-8817-445F-8E92-7407A4724289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32580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839508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0F59B22-7F96-B928-FEAD-24C482F68FE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rgbClr val="FFFF00">
              <a:alpha val="36000"/>
            </a:srgbClr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35271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0F59B22-7F96-B928-FEAD-24C482F68FE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1"/>
            <a:ext cx="12192000" cy="5013177"/>
          </a:xfrm>
          <a:prstGeom prst="rect">
            <a:avLst/>
          </a:prstGeom>
          <a:solidFill>
            <a:srgbClr val="FFFF00">
              <a:alpha val="26148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4C6EE1-5D5B-80D8-9F81-7E9747CCD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32437"/>
            <a:ext cx="10515600" cy="1325563"/>
          </a:xfrm>
          <a:prstGeom prst="rect">
            <a:avLst/>
          </a:prstGeom>
        </p:spPr>
        <p:txBody>
          <a:bodyPr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645020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0F59B22-7F96-B928-FEAD-24C482F68FE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487487" y="620689"/>
            <a:ext cx="9217025" cy="4464496"/>
          </a:xfrm>
          <a:prstGeom prst="rect">
            <a:avLst/>
          </a:prstGeom>
          <a:solidFill>
            <a:srgbClr val="FFFF00">
              <a:alpha val="3365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CC9BE3D5-90BF-BFFE-9AFD-B82D1E340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46820"/>
            <a:ext cx="10515600" cy="1325563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88937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0F59B22-7F96-B928-FEAD-24C482F68FE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536159" y="0"/>
            <a:ext cx="4655841" cy="6858000"/>
          </a:xfrm>
          <a:prstGeom prst="rect">
            <a:avLst/>
          </a:prstGeom>
          <a:solidFill>
            <a:srgbClr val="FFFF00">
              <a:alpha val="3365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FD8459-0BF8-57CE-AD35-2461696CF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761856" cy="162371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20247B9-8779-4C82-2DF5-ED5A15E767D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200" y="2205162"/>
            <a:ext cx="4321125" cy="266399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190599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0F59B22-7F96-B928-FEAD-24C482F68FE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303912" y="0"/>
            <a:ext cx="6888089" cy="6858000"/>
          </a:xfrm>
          <a:prstGeom prst="rect">
            <a:avLst/>
          </a:prstGeom>
          <a:solidFill>
            <a:srgbClr val="FFFF00">
              <a:alpha val="3365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D065DF4-4FEE-3DDF-20B4-085C9EBE9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416" y="1628800"/>
            <a:ext cx="3601616" cy="428801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80780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0F59B22-7F96-B928-FEAD-24C482F68FE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896200" y="548680"/>
            <a:ext cx="3960440" cy="6011110"/>
          </a:xfrm>
          <a:prstGeom prst="rect">
            <a:avLst/>
          </a:prstGeom>
          <a:solidFill>
            <a:srgbClr val="FFFF00">
              <a:alpha val="3365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Picture Placeholder 7">
            <a:extLst>
              <a:ext uri="{FF2B5EF4-FFF2-40B4-BE49-F238E27FC236}">
                <a16:creationId xmlns:a16="http://schemas.microsoft.com/office/drawing/2014/main" id="{2E37D117-891A-426B-C28D-099D4A50E44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535215" y="548680"/>
            <a:ext cx="3960440" cy="6011110"/>
          </a:xfrm>
          <a:prstGeom prst="rect">
            <a:avLst/>
          </a:prstGeom>
          <a:solidFill>
            <a:srgbClr val="FFFF00">
              <a:alpha val="3365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5AFDC97-87B9-8102-D4E8-448BC9EA6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392" y="1628800"/>
            <a:ext cx="2160240" cy="428801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072092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 slide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4D7E51E0-C9D6-ED70-61F4-C2185401166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5600" y="0"/>
            <a:ext cx="60712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697210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B8CC6D-9507-7445-AFB9-D0C022EECBD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2919" y="397076"/>
            <a:ext cx="10698163" cy="40305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00" b="1">
                <a:solidFill>
                  <a:srgbClr val="01788D"/>
                </a:solidFill>
                <a:latin typeface="+mn-lt"/>
              </a:defRPr>
            </a:lvl1pPr>
            <a:lvl2pPr>
              <a:defRPr sz="2700">
                <a:solidFill>
                  <a:srgbClr val="39ADAC"/>
                </a:solidFill>
                <a:latin typeface="Lato" panose="020F0502020204030203" pitchFamily="34" charset="77"/>
              </a:defRPr>
            </a:lvl2pPr>
            <a:lvl3pPr>
              <a:defRPr sz="2700">
                <a:solidFill>
                  <a:srgbClr val="39ADAC"/>
                </a:solidFill>
                <a:latin typeface="Lato" panose="020F0502020204030203" pitchFamily="34" charset="77"/>
              </a:defRPr>
            </a:lvl3pPr>
            <a:lvl4pPr>
              <a:defRPr sz="2700">
                <a:solidFill>
                  <a:srgbClr val="39ADAC"/>
                </a:solidFill>
                <a:latin typeface="Lato" panose="020F0502020204030203" pitchFamily="34" charset="77"/>
              </a:defRPr>
            </a:lvl4pPr>
            <a:lvl5pPr>
              <a:defRPr sz="2700">
                <a:solidFill>
                  <a:srgbClr val="39ADAC"/>
                </a:solidFill>
                <a:latin typeface="Lato" panose="020F0502020204030203" pitchFamily="34" charset="77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95066AEB-B852-C94A-969C-3FC81B4A399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2888" y="800134"/>
            <a:ext cx="7109002" cy="228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77"/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77"/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77"/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77"/>
              </a:defRPr>
            </a:lvl5pPr>
          </a:lstStyle>
          <a:p>
            <a:pPr lvl="0"/>
            <a:r>
              <a:rPr lang="en-US"/>
              <a:t>Sub-heading</a:t>
            </a:r>
          </a:p>
        </p:txBody>
      </p:sp>
    </p:spTree>
    <p:extLst>
      <p:ext uri="{BB962C8B-B14F-4D97-AF65-F5344CB8AC3E}">
        <p14:creationId xmlns:p14="http://schemas.microsoft.com/office/powerpoint/2010/main" val="1949333097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881B9AE0-4091-2048-AF2B-F7B9D94CFCE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2888" y="800134"/>
            <a:ext cx="10698194" cy="228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Lato" panose="020F0502020204030203" pitchFamily="34" charset="77"/>
              </a:defRPr>
            </a:lvl1pPr>
            <a:lvl2pPr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77"/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77"/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77"/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77"/>
              </a:defRPr>
            </a:lvl5pPr>
          </a:lstStyle>
          <a:p>
            <a:pPr lvl="0"/>
            <a:r>
              <a:rPr lang="en-US"/>
              <a:t>Sub-heading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BD418A57-4613-7545-AFAD-E1A8661FCBE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2920" y="397076"/>
            <a:ext cx="10698163" cy="40305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00" b="1">
                <a:solidFill>
                  <a:schemeClr val="tx2"/>
                </a:solidFill>
                <a:latin typeface="+mn-lt"/>
              </a:defRPr>
            </a:lvl1pPr>
            <a:lvl2pPr>
              <a:defRPr sz="2700">
                <a:solidFill>
                  <a:srgbClr val="39ADAC"/>
                </a:solidFill>
                <a:latin typeface="Lato" panose="020F0502020204030203" pitchFamily="34" charset="77"/>
              </a:defRPr>
            </a:lvl2pPr>
            <a:lvl3pPr>
              <a:defRPr sz="2700">
                <a:solidFill>
                  <a:srgbClr val="39ADAC"/>
                </a:solidFill>
                <a:latin typeface="Lato" panose="020F0502020204030203" pitchFamily="34" charset="77"/>
              </a:defRPr>
            </a:lvl3pPr>
            <a:lvl4pPr>
              <a:defRPr sz="2700">
                <a:solidFill>
                  <a:srgbClr val="39ADAC"/>
                </a:solidFill>
                <a:latin typeface="Lato" panose="020F0502020204030203" pitchFamily="34" charset="77"/>
              </a:defRPr>
            </a:lvl4pPr>
            <a:lvl5pPr>
              <a:defRPr sz="2700">
                <a:solidFill>
                  <a:srgbClr val="39ADAC"/>
                </a:solidFill>
                <a:latin typeface="Lato" panose="020F0502020204030203" pitchFamily="34" charset="77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740345520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881B9AE0-4091-2048-AF2B-F7B9D94CFCE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2888" y="800134"/>
            <a:ext cx="10698194" cy="228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Lato" panose="020F0502020204030203" pitchFamily="34" charset="77"/>
              </a:defRPr>
            </a:lvl1pPr>
            <a:lvl2pPr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77"/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77"/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77"/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77"/>
              </a:defRPr>
            </a:lvl5pPr>
          </a:lstStyle>
          <a:p>
            <a:pPr lvl="0"/>
            <a:r>
              <a:rPr lang="en-US"/>
              <a:t>Sub-heading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BD418A57-4613-7545-AFAD-E1A8661FCBE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2920" y="397076"/>
            <a:ext cx="10698163" cy="40305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00" b="1">
                <a:solidFill>
                  <a:schemeClr val="tx2"/>
                </a:solidFill>
                <a:latin typeface="+mn-lt"/>
              </a:defRPr>
            </a:lvl1pPr>
            <a:lvl2pPr>
              <a:defRPr sz="2700">
                <a:solidFill>
                  <a:srgbClr val="39ADAC"/>
                </a:solidFill>
                <a:latin typeface="Lato" panose="020F0502020204030203" pitchFamily="34" charset="77"/>
              </a:defRPr>
            </a:lvl2pPr>
            <a:lvl3pPr>
              <a:defRPr sz="2700">
                <a:solidFill>
                  <a:srgbClr val="39ADAC"/>
                </a:solidFill>
                <a:latin typeface="Lato" panose="020F0502020204030203" pitchFamily="34" charset="77"/>
              </a:defRPr>
            </a:lvl3pPr>
            <a:lvl4pPr>
              <a:defRPr sz="2700">
                <a:solidFill>
                  <a:srgbClr val="39ADAC"/>
                </a:solidFill>
                <a:latin typeface="Lato" panose="020F0502020204030203" pitchFamily="34" charset="77"/>
              </a:defRPr>
            </a:lvl4pPr>
            <a:lvl5pPr>
              <a:defRPr sz="2700">
                <a:solidFill>
                  <a:srgbClr val="39ADAC"/>
                </a:solidFill>
                <a:latin typeface="Lato" panose="020F0502020204030203" pitchFamily="34" charset="77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A4C3B8C2-A48D-5543-AB7A-9C21C67D98C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543800" y="0"/>
            <a:ext cx="464820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280034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0">
            <a:extLst>
              <a:ext uri="{FF2B5EF4-FFF2-40B4-BE49-F238E27FC236}">
                <a16:creationId xmlns:a16="http://schemas.microsoft.com/office/drawing/2014/main" id="{B83426B6-C7FB-296F-D85C-CF249C785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8640"/>
            <a:ext cx="10515600" cy="132556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/>
                </a:solidFill>
                <a:latin typeface="Helvetica light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436517"/>
      </p:ext>
    </p:extLst>
  </p:cSld>
  <p:clrMapOvr>
    <a:masterClrMapping/>
  </p:clrMapOvr>
  <p:hf hdr="0" ft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Custom Layout">
    <p:bg>
      <p:bgPr>
        <a:solidFill>
          <a:srgbClr val="3434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0">
            <a:extLst>
              <a:ext uri="{FF2B5EF4-FFF2-40B4-BE49-F238E27FC236}">
                <a16:creationId xmlns:a16="http://schemas.microsoft.com/office/drawing/2014/main" id="{B83426B6-C7FB-296F-D85C-CF249C785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2400" y="223200"/>
            <a:ext cx="10710000" cy="867600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>
              <a:defRPr sz="2400">
                <a:solidFill>
                  <a:schemeClr val="tx1"/>
                </a:solidFill>
                <a:latin typeface="Helvetica light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685903"/>
      </p:ext>
    </p:extLst>
  </p:cSld>
  <p:clrMapOvr>
    <a:masterClrMapping/>
  </p:clrMapOvr>
  <p:hf hdr="0" ft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3924023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0F59B22-7F96-B928-FEAD-24C482F68FE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rgbClr val="FFFF00">
              <a:alpha val="36000"/>
            </a:srgbClr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057452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0F59B22-7F96-B928-FEAD-24C482F68FE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1"/>
            <a:ext cx="12192000" cy="5013177"/>
          </a:xfrm>
          <a:prstGeom prst="rect">
            <a:avLst/>
          </a:prstGeom>
          <a:solidFill>
            <a:srgbClr val="FFFF00">
              <a:alpha val="26148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4C6EE1-5D5B-80D8-9F81-7E9747CCD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32437"/>
            <a:ext cx="10515600" cy="1325563"/>
          </a:xfrm>
          <a:prstGeom prst="rect">
            <a:avLst/>
          </a:prstGeom>
        </p:spPr>
        <p:txBody>
          <a:bodyPr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866421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0F59B22-7F96-B928-FEAD-24C482F68FE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487487" y="620689"/>
            <a:ext cx="9217025" cy="4464496"/>
          </a:xfrm>
          <a:prstGeom prst="rect">
            <a:avLst/>
          </a:prstGeom>
          <a:solidFill>
            <a:srgbClr val="FFFF00">
              <a:alpha val="3365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CC9BE3D5-90BF-BFFE-9AFD-B82D1E340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46820"/>
            <a:ext cx="10515600" cy="1325563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738381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0F59B22-7F96-B928-FEAD-24C482F68FE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536159" y="0"/>
            <a:ext cx="4655841" cy="6858000"/>
          </a:xfrm>
          <a:prstGeom prst="rect">
            <a:avLst/>
          </a:prstGeom>
          <a:solidFill>
            <a:srgbClr val="FFFF00">
              <a:alpha val="3365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FD8459-0BF8-57CE-AD35-2461696CF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761856" cy="1623715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20247B9-8779-4C82-2DF5-ED5A15E767D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200" y="2205162"/>
            <a:ext cx="4321125" cy="266399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  <a:lvl2pPr>
              <a:defRPr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  <a:latin typeface="+mn-lt"/>
              </a:defRPr>
            </a:lvl3pPr>
            <a:lvl4pPr>
              <a:defRPr>
                <a:solidFill>
                  <a:schemeClr val="bg1"/>
                </a:solidFill>
                <a:latin typeface="+mn-lt"/>
              </a:defRPr>
            </a:lvl4pPr>
            <a:lvl5pPr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997297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0F59B22-7F96-B928-FEAD-24C482F68FE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303912" y="0"/>
            <a:ext cx="6888089" cy="6858000"/>
          </a:xfrm>
          <a:prstGeom prst="rect">
            <a:avLst/>
          </a:prstGeom>
          <a:solidFill>
            <a:srgbClr val="FFFF00">
              <a:alpha val="3365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D065DF4-4FEE-3DDF-20B4-085C9EBE9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416" y="1628800"/>
            <a:ext cx="3601616" cy="428801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401602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0F59B22-7F96-B928-FEAD-24C482F68FE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896200" y="548680"/>
            <a:ext cx="3960440" cy="6011110"/>
          </a:xfrm>
          <a:prstGeom prst="rect">
            <a:avLst/>
          </a:prstGeom>
          <a:solidFill>
            <a:srgbClr val="FFFF00">
              <a:alpha val="3365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Picture Placeholder 7">
            <a:extLst>
              <a:ext uri="{FF2B5EF4-FFF2-40B4-BE49-F238E27FC236}">
                <a16:creationId xmlns:a16="http://schemas.microsoft.com/office/drawing/2014/main" id="{2E37D117-891A-426B-C28D-099D4A50E44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535215" y="548680"/>
            <a:ext cx="3960440" cy="6011110"/>
          </a:xfrm>
          <a:prstGeom prst="rect">
            <a:avLst/>
          </a:prstGeom>
          <a:solidFill>
            <a:srgbClr val="FFFF00">
              <a:alpha val="3365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5AFDC97-87B9-8102-D4E8-448BC9EA6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392" y="1628800"/>
            <a:ext cx="2160240" cy="4288011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343765"/>
      </p:ext>
    </p:extLst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 slide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4D7E51E0-C9D6-ED70-61F4-C2185401166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5600" y="0"/>
            <a:ext cx="60712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272724"/>
      </p:ext>
    </p:extLst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B8CC6D-9507-7445-AFB9-D0C022EECBD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2919" y="397076"/>
            <a:ext cx="10698163" cy="40305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00" b="1">
                <a:solidFill>
                  <a:srgbClr val="01788D"/>
                </a:solidFill>
                <a:latin typeface="+mn-lt"/>
              </a:defRPr>
            </a:lvl1pPr>
            <a:lvl2pPr>
              <a:defRPr sz="2700">
                <a:solidFill>
                  <a:srgbClr val="39ADAC"/>
                </a:solidFill>
                <a:latin typeface="Lato" panose="020F0502020204030203" pitchFamily="34" charset="77"/>
              </a:defRPr>
            </a:lvl2pPr>
            <a:lvl3pPr>
              <a:defRPr sz="2700">
                <a:solidFill>
                  <a:srgbClr val="39ADAC"/>
                </a:solidFill>
                <a:latin typeface="Lato" panose="020F0502020204030203" pitchFamily="34" charset="77"/>
              </a:defRPr>
            </a:lvl3pPr>
            <a:lvl4pPr>
              <a:defRPr sz="2700">
                <a:solidFill>
                  <a:srgbClr val="39ADAC"/>
                </a:solidFill>
                <a:latin typeface="Lato" panose="020F0502020204030203" pitchFamily="34" charset="77"/>
              </a:defRPr>
            </a:lvl4pPr>
            <a:lvl5pPr>
              <a:defRPr sz="2700">
                <a:solidFill>
                  <a:srgbClr val="39ADAC"/>
                </a:solidFill>
                <a:latin typeface="Lato" panose="020F0502020204030203" pitchFamily="34" charset="77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95066AEB-B852-C94A-969C-3FC81B4A399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2888" y="800134"/>
            <a:ext cx="7109002" cy="228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77"/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77"/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77"/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77"/>
              </a:defRPr>
            </a:lvl5pPr>
          </a:lstStyle>
          <a:p>
            <a:pPr lvl="0"/>
            <a:r>
              <a:rPr lang="en-US"/>
              <a:t>Sub-heading</a:t>
            </a:r>
          </a:p>
        </p:txBody>
      </p:sp>
    </p:spTree>
    <p:extLst>
      <p:ext uri="{BB962C8B-B14F-4D97-AF65-F5344CB8AC3E}">
        <p14:creationId xmlns:p14="http://schemas.microsoft.com/office/powerpoint/2010/main" val="3484579555"/>
      </p:ext>
    </p:extLst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881B9AE0-4091-2048-AF2B-F7B9D94CFCE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2888" y="800134"/>
            <a:ext cx="10698194" cy="228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Lato" panose="020F0502020204030203" pitchFamily="34" charset="77"/>
              </a:defRPr>
            </a:lvl1pPr>
            <a:lvl2pPr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77"/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77"/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77"/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77"/>
              </a:defRPr>
            </a:lvl5pPr>
          </a:lstStyle>
          <a:p>
            <a:pPr lvl="0"/>
            <a:r>
              <a:rPr lang="en-US"/>
              <a:t>Sub-heading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BD418A57-4613-7545-AFAD-E1A8661FCBE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2920" y="397076"/>
            <a:ext cx="10698163" cy="40305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00" b="1">
                <a:solidFill>
                  <a:schemeClr val="tx2"/>
                </a:solidFill>
                <a:latin typeface="+mn-lt"/>
              </a:defRPr>
            </a:lvl1pPr>
            <a:lvl2pPr>
              <a:defRPr sz="2700">
                <a:solidFill>
                  <a:srgbClr val="39ADAC"/>
                </a:solidFill>
                <a:latin typeface="Lato" panose="020F0502020204030203" pitchFamily="34" charset="77"/>
              </a:defRPr>
            </a:lvl2pPr>
            <a:lvl3pPr>
              <a:defRPr sz="2700">
                <a:solidFill>
                  <a:srgbClr val="39ADAC"/>
                </a:solidFill>
                <a:latin typeface="Lato" panose="020F0502020204030203" pitchFamily="34" charset="77"/>
              </a:defRPr>
            </a:lvl3pPr>
            <a:lvl4pPr>
              <a:defRPr sz="2700">
                <a:solidFill>
                  <a:srgbClr val="39ADAC"/>
                </a:solidFill>
                <a:latin typeface="Lato" panose="020F0502020204030203" pitchFamily="34" charset="77"/>
              </a:defRPr>
            </a:lvl4pPr>
            <a:lvl5pPr>
              <a:defRPr sz="2700">
                <a:solidFill>
                  <a:srgbClr val="39ADAC"/>
                </a:solidFill>
                <a:latin typeface="Lato" panose="020F0502020204030203" pitchFamily="34" charset="77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148030620"/>
      </p:ext>
    </p:extLst>
  </p:cSld>
  <p:clrMapOvr>
    <a:masterClrMapping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881B9AE0-4091-2048-AF2B-F7B9D94CFCE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2888" y="800134"/>
            <a:ext cx="10698194" cy="228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Lato" panose="020F0502020204030203" pitchFamily="34" charset="77"/>
              </a:defRPr>
            </a:lvl1pPr>
            <a:lvl2pPr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77"/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77"/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77"/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77"/>
              </a:defRPr>
            </a:lvl5pPr>
          </a:lstStyle>
          <a:p>
            <a:pPr lvl="0"/>
            <a:r>
              <a:rPr lang="en-US"/>
              <a:t>Sub-heading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BD418A57-4613-7545-AFAD-E1A8661FCBE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2920" y="397076"/>
            <a:ext cx="10698163" cy="40305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00" b="1">
                <a:solidFill>
                  <a:schemeClr val="tx2"/>
                </a:solidFill>
                <a:latin typeface="+mn-lt"/>
              </a:defRPr>
            </a:lvl1pPr>
            <a:lvl2pPr>
              <a:defRPr sz="2700">
                <a:solidFill>
                  <a:srgbClr val="39ADAC"/>
                </a:solidFill>
                <a:latin typeface="Lato" panose="020F0502020204030203" pitchFamily="34" charset="77"/>
              </a:defRPr>
            </a:lvl2pPr>
            <a:lvl3pPr>
              <a:defRPr sz="2700">
                <a:solidFill>
                  <a:srgbClr val="39ADAC"/>
                </a:solidFill>
                <a:latin typeface="Lato" panose="020F0502020204030203" pitchFamily="34" charset="77"/>
              </a:defRPr>
            </a:lvl3pPr>
            <a:lvl4pPr>
              <a:defRPr sz="2700">
                <a:solidFill>
                  <a:srgbClr val="39ADAC"/>
                </a:solidFill>
                <a:latin typeface="Lato" panose="020F0502020204030203" pitchFamily="34" charset="77"/>
              </a:defRPr>
            </a:lvl4pPr>
            <a:lvl5pPr>
              <a:defRPr sz="2700">
                <a:solidFill>
                  <a:srgbClr val="39ADAC"/>
                </a:solidFill>
                <a:latin typeface="Lato" panose="020F0502020204030203" pitchFamily="34" charset="77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A4C3B8C2-A48D-5543-AB7A-9C21C67D98C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543800" y="0"/>
            <a:ext cx="464820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63372"/>
      </p:ext>
    </p:extLst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0">
            <a:extLst>
              <a:ext uri="{FF2B5EF4-FFF2-40B4-BE49-F238E27FC236}">
                <a16:creationId xmlns:a16="http://schemas.microsoft.com/office/drawing/2014/main" id="{B83426B6-C7FB-296F-D85C-CF249C785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8640"/>
            <a:ext cx="10515600" cy="1325563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/>
                </a:solidFill>
                <a:latin typeface="Helvetica light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254443"/>
      </p:ext>
    </p:extLst>
  </p:cSld>
  <p:clrMapOvr>
    <a:masterClrMapping/>
  </p:clrMapOvr>
  <p:hf hdr="0" ftr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0">
            <a:extLst>
              <a:ext uri="{FF2B5EF4-FFF2-40B4-BE49-F238E27FC236}">
                <a16:creationId xmlns:a16="http://schemas.microsoft.com/office/drawing/2014/main" id="{B83426B6-C7FB-296F-D85C-CF249C785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8640"/>
            <a:ext cx="10515600" cy="1325563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826143"/>
      </p:ext>
    </p:extLst>
  </p:cSld>
  <p:clrMapOvr>
    <a:masterClrMapping/>
  </p:clrMapOvr>
  <p:hf hdr="0" ftr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1951430"/>
      </p:ext>
    </p:extLst>
  </p:cSld>
  <p:clrMapOvr>
    <a:masterClrMapping/>
  </p:clrMapOvr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0">
            <a:extLst>
              <a:ext uri="{FF2B5EF4-FFF2-40B4-BE49-F238E27FC236}">
                <a16:creationId xmlns:a16="http://schemas.microsoft.com/office/drawing/2014/main" id="{B83426B6-C7FB-296F-D85C-CF249C785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8640"/>
            <a:ext cx="10515600" cy="1325563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734052"/>
      </p:ext>
    </p:extLst>
  </p:cSld>
  <p:clrMapOvr>
    <a:masterClrMapping/>
  </p:clrMapOvr>
  <p:hf hdr="0" ftr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0">
            <a:extLst>
              <a:ext uri="{FF2B5EF4-FFF2-40B4-BE49-F238E27FC236}">
                <a16:creationId xmlns:a16="http://schemas.microsoft.com/office/drawing/2014/main" id="{B83426B6-C7FB-296F-D85C-CF249C785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8640"/>
            <a:ext cx="10515600" cy="1325563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912028"/>
      </p:ext>
    </p:extLst>
  </p:cSld>
  <p:clrMapOvr>
    <a:masterClrMapping/>
  </p:clrMapOvr>
  <p:hf hdr="0" ftr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1096981"/>
      </p:ext>
    </p:extLst>
  </p:cSld>
  <p:clrMapOvr>
    <a:masterClrMapping/>
  </p:clrMapOvr>
  <p:hf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947033" y="715533"/>
            <a:ext cx="10298000" cy="64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48441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sv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3.svg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1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theme" Target="../theme/theme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92B9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5562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3434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DDD031DC-F022-5D3C-A0C7-9DEC8857721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025" t="24517" r="77718" b="27205"/>
          <a:stretch/>
        </p:blipFill>
        <p:spPr>
          <a:xfrm>
            <a:off x="112796" y="253426"/>
            <a:ext cx="786919" cy="773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0682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accent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sz="28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92B9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5571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DDD031DC-F022-5D3C-A0C7-9DEC8857721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l="3025" t="24517" r="77718" b="27205"/>
          <a:stretch/>
        </p:blipFill>
        <p:spPr>
          <a:xfrm>
            <a:off x="112796" y="253426"/>
            <a:ext cx="786919" cy="773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978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accent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sz="28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3434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DDD031DC-F022-5D3C-A0C7-9DEC8857721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3025" t="24517" r="77718" b="27205"/>
          <a:stretch/>
        </p:blipFill>
        <p:spPr>
          <a:xfrm>
            <a:off x="112796" y="253426"/>
            <a:ext cx="786919" cy="773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524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accent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sz="28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3434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DDD031DC-F022-5D3C-A0C7-9DEC88577216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l="3025" t="24517" r="77718" b="27205"/>
          <a:stretch/>
        </p:blipFill>
        <p:spPr>
          <a:xfrm>
            <a:off x="112796" y="253426"/>
            <a:ext cx="786919" cy="773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666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accent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sz="28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sv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12" Type="http://schemas.openxmlformats.org/officeDocument/2006/relationships/image" Target="../media/image16.png"/><Relationship Id="rId17" Type="http://schemas.openxmlformats.org/officeDocument/2006/relationships/image" Target="../media/image21.svg"/><Relationship Id="rId2" Type="http://schemas.openxmlformats.org/officeDocument/2006/relationships/image" Target="../media/image6.png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10.png"/><Relationship Id="rId11" Type="http://schemas.openxmlformats.org/officeDocument/2006/relationships/image" Target="../media/image15.svg"/><Relationship Id="rId5" Type="http://schemas.openxmlformats.org/officeDocument/2006/relationships/image" Target="../media/image9.svg"/><Relationship Id="rId15" Type="http://schemas.openxmlformats.org/officeDocument/2006/relationships/image" Target="../media/image19.sv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svg"/><Relationship Id="rId1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svg"/><Relationship Id="rId7" Type="http://schemas.openxmlformats.org/officeDocument/2006/relationships/image" Target="../media/image27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26.png"/><Relationship Id="rId5" Type="http://schemas.openxmlformats.org/officeDocument/2006/relationships/image" Target="../media/image25.svg"/><Relationship Id="rId4" Type="http://schemas.openxmlformats.org/officeDocument/2006/relationships/image" Target="../media/image24.png"/><Relationship Id="rId9" Type="http://schemas.openxmlformats.org/officeDocument/2006/relationships/image" Target="../media/image29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0.xml"/><Relationship Id="rId4" Type="http://schemas.microsoft.com/office/2007/relationships/hdphoto" Target="../media/hdphoto2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swimming, ocean floor&#10;&#10;Description automatically generated">
            <a:extLst>
              <a:ext uri="{FF2B5EF4-FFF2-40B4-BE49-F238E27FC236}">
                <a16:creationId xmlns:a16="http://schemas.microsoft.com/office/drawing/2014/main" id="{A57F3D0C-0F53-7836-E613-60D00D9BBEB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97" r="-1" b="-1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5" name="Picture 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A90D733C-1326-6229-FD7C-42996D09158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8488" y="188640"/>
            <a:ext cx="1276871" cy="23070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06DC811-7AA6-67FF-EB50-F1293A4624C1}"/>
              </a:ext>
            </a:extLst>
          </p:cNvPr>
          <p:cNvSpPr txBox="1"/>
          <p:nvPr/>
        </p:nvSpPr>
        <p:spPr>
          <a:xfrm>
            <a:off x="361" y="2795635"/>
            <a:ext cx="6624736" cy="240065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kumimoji="0" lang="en-US" sz="5400" b="1" i="0" u="none" strike="noStrike" kern="1200" cap="none" spc="0" normalizeH="0" baseline="0" noProof="0" err="1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Calibri"/>
                <a:ea typeface="+mn-ea"/>
                <a:cs typeface="Calibri"/>
              </a:rPr>
              <a:t>AuxoAI</a:t>
            </a:r>
            <a:r>
              <a:rPr lang="en-US" sz="5400" b="1">
                <a:solidFill>
                  <a:srgbClr val="FEFFFF"/>
                </a:solidFill>
                <a:latin typeface="Calibri"/>
                <a:cs typeface="Calibri"/>
              </a:rPr>
              <a:t> Introduction</a:t>
            </a:r>
            <a:endParaRPr kumimoji="0" lang="en-US" sz="3200" b="1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algn="ctr">
              <a:defRPr/>
            </a:pPr>
            <a:r>
              <a:rPr lang="en-US" sz="3200" b="1">
                <a:solidFill>
                  <a:srgbClr val="FEFFFF"/>
                </a:solidFill>
                <a:latin typeface="Calibri"/>
                <a:cs typeface="Calibri"/>
              </a:rPr>
              <a:t>AI Made Real</a:t>
            </a:r>
            <a:endParaRPr kumimoji="0" lang="en-US" sz="3200" b="1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IN" sz="32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alibri" panose="020F0502020204030204"/>
              </a:rPr>
            </a:br>
            <a:endParaRPr kumimoji="0" lang="en-US" sz="3200" b="1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83375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4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7199221-9A6A-0E5F-F230-F49F25229DA6}"/>
              </a:ext>
            </a:extLst>
          </p:cNvPr>
          <p:cNvSpPr/>
          <p:nvPr/>
        </p:nvSpPr>
        <p:spPr>
          <a:xfrm>
            <a:off x="4142094" y="1556955"/>
            <a:ext cx="3991198" cy="4028727"/>
          </a:xfrm>
          <a:prstGeom prst="rect">
            <a:avLst/>
          </a:prstGeom>
          <a:gradFill flip="none" rotWithShape="1">
            <a:gsLst>
              <a:gs pos="0">
                <a:srgbClr val="AFFE04">
                  <a:alpha val="19000"/>
                </a:srgbClr>
              </a:gs>
              <a:gs pos="50000">
                <a:srgbClr val="669900"/>
              </a:gs>
              <a:gs pos="100000">
                <a:srgbClr val="414141"/>
              </a:gs>
            </a:gsLst>
            <a:path path="circle">
              <a:fillToRect l="50000" t="50000" r="50000" b="50000"/>
            </a:path>
            <a:tileRect/>
          </a:gradFill>
          <a:effectLst>
            <a:softEdge rad="1270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C88F0F2-A591-6196-64FA-E54EBB53F75C}"/>
              </a:ext>
            </a:extLst>
          </p:cNvPr>
          <p:cNvGrpSpPr/>
          <p:nvPr/>
        </p:nvGrpSpPr>
        <p:grpSpPr>
          <a:xfrm>
            <a:off x="5322094" y="2755174"/>
            <a:ext cx="1610112" cy="1630086"/>
            <a:chOff x="5322094" y="2510623"/>
            <a:chExt cx="1610112" cy="1630086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D673C5F6-D28E-037F-D1C5-647A9A8440C5}"/>
                </a:ext>
              </a:extLst>
            </p:cNvPr>
            <p:cNvSpPr/>
            <p:nvPr/>
          </p:nvSpPr>
          <p:spPr>
            <a:xfrm>
              <a:off x="5525196" y="2711661"/>
              <a:ext cx="1230214" cy="1230214"/>
            </a:xfrm>
            <a:prstGeom prst="rect">
              <a:avLst/>
            </a:prstGeom>
            <a:solidFill>
              <a:schemeClr val="tx1">
                <a:alpha val="22000"/>
              </a:schemeClr>
            </a:solidFill>
            <a:ln w="19050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A5E061A-D536-2BE5-5360-FF701AD2BEE1}"/>
                </a:ext>
              </a:extLst>
            </p:cNvPr>
            <p:cNvSpPr/>
            <p:nvPr/>
          </p:nvSpPr>
          <p:spPr>
            <a:xfrm>
              <a:off x="5581114" y="2767580"/>
              <a:ext cx="1118376" cy="1118376"/>
            </a:xfrm>
            <a:prstGeom prst="rect">
              <a:avLst/>
            </a:prstGeom>
            <a:solidFill>
              <a:schemeClr val="tx1">
                <a:alpha val="20000"/>
              </a:schemeClr>
            </a:solidFill>
            <a:ln w="19050">
              <a:solidFill>
                <a:schemeClr val="bg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F064B58-EB89-FA19-53E5-A9B020C2AB9D}"/>
                </a:ext>
              </a:extLst>
            </p:cNvPr>
            <p:cNvSpPr txBox="1"/>
            <p:nvPr/>
          </p:nvSpPr>
          <p:spPr>
            <a:xfrm>
              <a:off x="5560828" y="3003602"/>
              <a:ext cx="115894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2000" b="0" i="0" u="none" strike="noStrike" kern="1200" cap="none" spc="0" normalizeH="0" baseline="0" noProof="0">
                  <a:ln>
                    <a:noFill/>
                  </a:ln>
                  <a:solidFill>
                    <a:srgbClr val="FEFFFF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Aharoni" panose="02010803020104030203" pitchFamily="2" charset="-79"/>
                  <a:ea typeface="+mn-ea"/>
                  <a:cs typeface="Aharoni" panose="02010803020104030203" pitchFamily="2" charset="-79"/>
                </a:rPr>
                <a:t>AI </a:t>
              </a:r>
            </a:p>
            <a:p>
              <a:pPr marL="0" marR="0" lvl="0" indent="0" algn="ct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2000" b="0" i="0" u="none" strike="noStrike" kern="1200" cap="none" spc="0" normalizeH="0" baseline="0" noProof="0">
                  <a:ln>
                    <a:noFill/>
                  </a:ln>
                  <a:solidFill>
                    <a:srgbClr val="FEFFFF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Aharoni" panose="02010803020104030203" pitchFamily="2" charset="-79"/>
                  <a:ea typeface="+mn-ea"/>
                  <a:cs typeface="Aharoni" panose="02010803020104030203" pitchFamily="2" charset="-79"/>
                </a:rPr>
                <a:t>Inside</a:t>
              </a: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DABA6836-FD5D-7998-36E6-4F704C383E1F}"/>
                </a:ext>
              </a:extLst>
            </p:cNvPr>
            <p:cNvGrpSpPr/>
            <p:nvPr/>
          </p:nvGrpSpPr>
          <p:grpSpPr>
            <a:xfrm>
              <a:off x="5663413" y="2510623"/>
              <a:ext cx="953779" cy="341749"/>
              <a:chOff x="5669210" y="2510623"/>
              <a:chExt cx="953779" cy="341749"/>
            </a:xfrm>
          </p:grpSpPr>
          <p:grpSp>
            <p:nvGrpSpPr>
              <p:cNvPr id="85" name="Group 84">
                <a:extLst>
                  <a:ext uri="{FF2B5EF4-FFF2-40B4-BE49-F238E27FC236}">
                    <a16:creationId xmlns:a16="http://schemas.microsoft.com/office/drawing/2014/main" id="{2B4FD3CC-309C-E0BB-4D7A-03161629D368}"/>
                  </a:ext>
                </a:extLst>
              </p:cNvPr>
              <p:cNvGrpSpPr/>
              <p:nvPr/>
            </p:nvGrpSpPr>
            <p:grpSpPr>
              <a:xfrm>
                <a:off x="5669210" y="2510623"/>
                <a:ext cx="108933" cy="341749"/>
                <a:chOff x="9881659" y="1337683"/>
                <a:chExt cx="108933" cy="341749"/>
              </a:xfrm>
            </p:grpSpPr>
            <p:sp>
              <p:nvSpPr>
                <p:cNvPr id="102" name="Rectangle 101">
                  <a:extLst>
                    <a:ext uri="{FF2B5EF4-FFF2-40B4-BE49-F238E27FC236}">
                      <a16:creationId xmlns:a16="http://schemas.microsoft.com/office/drawing/2014/main" id="{EBFBF6CB-0738-6F65-FD97-401F697CBA7B}"/>
                    </a:ext>
                  </a:extLst>
                </p:cNvPr>
                <p:cNvSpPr/>
                <p:nvPr/>
              </p:nvSpPr>
              <p:spPr>
                <a:xfrm>
                  <a:off x="9881659" y="1337683"/>
                  <a:ext cx="108933" cy="108933"/>
                </a:xfrm>
                <a:prstGeom prst="rect">
                  <a:avLst/>
                </a:prstGeom>
                <a:noFill/>
                <a:ln w="19050"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354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E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103" name="Straight Connector 102">
                  <a:extLst>
                    <a:ext uri="{FF2B5EF4-FFF2-40B4-BE49-F238E27FC236}">
                      <a16:creationId xmlns:a16="http://schemas.microsoft.com/office/drawing/2014/main" id="{01BE1FBC-3986-C697-3BAE-C20353882BA6}"/>
                    </a:ext>
                  </a:extLst>
                </p:cNvPr>
                <p:cNvCxnSpPr>
                  <a:stCxn id="102" idx="2"/>
                </p:cNvCxnSpPr>
                <p:nvPr/>
              </p:nvCxnSpPr>
              <p:spPr>
                <a:xfrm flipH="1">
                  <a:off x="9933517" y="1446616"/>
                  <a:ext cx="2609" cy="214967"/>
                </a:xfrm>
                <a:prstGeom prst="line">
                  <a:avLst/>
                </a:prstGeom>
                <a:ln w="19050">
                  <a:solidFill>
                    <a:schemeClr val="bg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4" name="Oval 103">
                  <a:extLst>
                    <a:ext uri="{FF2B5EF4-FFF2-40B4-BE49-F238E27FC236}">
                      <a16:creationId xmlns:a16="http://schemas.microsoft.com/office/drawing/2014/main" id="{FF89F3DB-8E5F-94DE-9DA2-940412E85352}"/>
                    </a:ext>
                  </a:extLst>
                </p:cNvPr>
                <p:cNvSpPr/>
                <p:nvPr/>
              </p:nvSpPr>
              <p:spPr>
                <a:xfrm>
                  <a:off x="9923617" y="1659632"/>
                  <a:ext cx="19800" cy="198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354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E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86" name="Group 85">
                <a:extLst>
                  <a:ext uri="{FF2B5EF4-FFF2-40B4-BE49-F238E27FC236}">
                    <a16:creationId xmlns:a16="http://schemas.microsoft.com/office/drawing/2014/main" id="{FD59074E-5AD1-5050-2C63-DB7F9716653E}"/>
                  </a:ext>
                </a:extLst>
              </p:cNvPr>
              <p:cNvGrpSpPr/>
              <p:nvPr/>
            </p:nvGrpSpPr>
            <p:grpSpPr>
              <a:xfrm>
                <a:off x="5880421" y="2510623"/>
                <a:ext cx="108933" cy="341749"/>
                <a:chOff x="9881659" y="1337683"/>
                <a:chExt cx="108933" cy="341749"/>
              </a:xfrm>
            </p:grpSpPr>
            <p:sp>
              <p:nvSpPr>
                <p:cNvPr id="99" name="Rectangle 98">
                  <a:extLst>
                    <a:ext uri="{FF2B5EF4-FFF2-40B4-BE49-F238E27FC236}">
                      <a16:creationId xmlns:a16="http://schemas.microsoft.com/office/drawing/2014/main" id="{89D3C428-A86A-526A-AF64-1BFB558EBB15}"/>
                    </a:ext>
                  </a:extLst>
                </p:cNvPr>
                <p:cNvSpPr/>
                <p:nvPr/>
              </p:nvSpPr>
              <p:spPr>
                <a:xfrm>
                  <a:off x="9881659" y="1337683"/>
                  <a:ext cx="108933" cy="108933"/>
                </a:xfrm>
                <a:prstGeom prst="rect">
                  <a:avLst/>
                </a:prstGeom>
                <a:noFill/>
                <a:ln w="19050"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354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E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100" name="Straight Connector 99">
                  <a:extLst>
                    <a:ext uri="{FF2B5EF4-FFF2-40B4-BE49-F238E27FC236}">
                      <a16:creationId xmlns:a16="http://schemas.microsoft.com/office/drawing/2014/main" id="{268B47E8-9B77-3744-6DF0-2B5D8307630D}"/>
                    </a:ext>
                  </a:extLst>
                </p:cNvPr>
                <p:cNvCxnSpPr>
                  <a:stCxn id="99" idx="2"/>
                </p:cNvCxnSpPr>
                <p:nvPr/>
              </p:nvCxnSpPr>
              <p:spPr>
                <a:xfrm flipH="1">
                  <a:off x="9933517" y="1446616"/>
                  <a:ext cx="2609" cy="214967"/>
                </a:xfrm>
                <a:prstGeom prst="line">
                  <a:avLst/>
                </a:prstGeom>
                <a:ln w="19050">
                  <a:solidFill>
                    <a:schemeClr val="bg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1" name="Oval 100">
                  <a:extLst>
                    <a:ext uri="{FF2B5EF4-FFF2-40B4-BE49-F238E27FC236}">
                      <a16:creationId xmlns:a16="http://schemas.microsoft.com/office/drawing/2014/main" id="{A77BC65F-96D7-5734-2858-E0CBA72F2FFA}"/>
                    </a:ext>
                  </a:extLst>
                </p:cNvPr>
                <p:cNvSpPr/>
                <p:nvPr/>
              </p:nvSpPr>
              <p:spPr>
                <a:xfrm>
                  <a:off x="9923617" y="1659632"/>
                  <a:ext cx="19800" cy="198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354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E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87" name="Group 86">
                <a:extLst>
                  <a:ext uri="{FF2B5EF4-FFF2-40B4-BE49-F238E27FC236}">
                    <a16:creationId xmlns:a16="http://schemas.microsoft.com/office/drawing/2014/main" id="{D9C7A38A-008B-1FA2-CA88-9A2263366324}"/>
                  </a:ext>
                </a:extLst>
              </p:cNvPr>
              <p:cNvGrpSpPr/>
              <p:nvPr/>
            </p:nvGrpSpPr>
            <p:grpSpPr>
              <a:xfrm>
                <a:off x="6091632" y="2510623"/>
                <a:ext cx="108933" cy="341749"/>
                <a:chOff x="9881659" y="1337683"/>
                <a:chExt cx="108933" cy="341749"/>
              </a:xfrm>
            </p:grpSpPr>
            <p:sp>
              <p:nvSpPr>
                <p:cNvPr id="96" name="Rectangle 95">
                  <a:extLst>
                    <a:ext uri="{FF2B5EF4-FFF2-40B4-BE49-F238E27FC236}">
                      <a16:creationId xmlns:a16="http://schemas.microsoft.com/office/drawing/2014/main" id="{A22D5D04-C7EC-F1FD-DC1C-C12D52138ADA}"/>
                    </a:ext>
                  </a:extLst>
                </p:cNvPr>
                <p:cNvSpPr/>
                <p:nvPr/>
              </p:nvSpPr>
              <p:spPr>
                <a:xfrm>
                  <a:off x="9881659" y="1337683"/>
                  <a:ext cx="108933" cy="108933"/>
                </a:xfrm>
                <a:prstGeom prst="rect">
                  <a:avLst/>
                </a:prstGeom>
                <a:noFill/>
                <a:ln w="19050"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354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E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97" name="Straight Connector 96">
                  <a:extLst>
                    <a:ext uri="{FF2B5EF4-FFF2-40B4-BE49-F238E27FC236}">
                      <a16:creationId xmlns:a16="http://schemas.microsoft.com/office/drawing/2014/main" id="{2ED0C5B3-FF21-AF6B-1518-DC3BBB8E0E43}"/>
                    </a:ext>
                  </a:extLst>
                </p:cNvPr>
                <p:cNvCxnSpPr>
                  <a:stCxn id="96" idx="2"/>
                </p:cNvCxnSpPr>
                <p:nvPr/>
              </p:nvCxnSpPr>
              <p:spPr>
                <a:xfrm flipH="1">
                  <a:off x="9933517" y="1446616"/>
                  <a:ext cx="2609" cy="214967"/>
                </a:xfrm>
                <a:prstGeom prst="line">
                  <a:avLst/>
                </a:prstGeom>
                <a:ln w="19050">
                  <a:solidFill>
                    <a:schemeClr val="bg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6EA1A5C5-9362-67ED-AF5F-CFBC6084F389}"/>
                    </a:ext>
                  </a:extLst>
                </p:cNvPr>
                <p:cNvSpPr/>
                <p:nvPr/>
              </p:nvSpPr>
              <p:spPr>
                <a:xfrm>
                  <a:off x="9923617" y="1659632"/>
                  <a:ext cx="19800" cy="198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354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E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88" name="Group 87">
                <a:extLst>
                  <a:ext uri="{FF2B5EF4-FFF2-40B4-BE49-F238E27FC236}">
                    <a16:creationId xmlns:a16="http://schemas.microsoft.com/office/drawing/2014/main" id="{5FDF216B-4A92-044D-A0AC-09B02E70D7BB}"/>
                  </a:ext>
                </a:extLst>
              </p:cNvPr>
              <p:cNvGrpSpPr/>
              <p:nvPr/>
            </p:nvGrpSpPr>
            <p:grpSpPr>
              <a:xfrm>
                <a:off x="6302843" y="2510623"/>
                <a:ext cx="108933" cy="341749"/>
                <a:chOff x="9881659" y="1337683"/>
                <a:chExt cx="108933" cy="341749"/>
              </a:xfrm>
            </p:grpSpPr>
            <p:sp>
              <p:nvSpPr>
                <p:cNvPr id="93" name="Rectangle 92">
                  <a:extLst>
                    <a:ext uri="{FF2B5EF4-FFF2-40B4-BE49-F238E27FC236}">
                      <a16:creationId xmlns:a16="http://schemas.microsoft.com/office/drawing/2014/main" id="{62DD6D44-3323-D335-C8C1-1B107095A75C}"/>
                    </a:ext>
                  </a:extLst>
                </p:cNvPr>
                <p:cNvSpPr/>
                <p:nvPr/>
              </p:nvSpPr>
              <p:spPr>
                <a:xfrm>
                  <a:off x="9881659" y="1337683"/>
                  <a:ext cx="108933" cy="108933"/>
                </a:xfrm>
                <a:prstGeom prst="rect">
                  <a:avLst/>
                </a:prstGeom>
                <a:noFill/>
                <a:ln w="19050"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354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E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94" name="Straight Connector 93">
                  <a:extLst>
                    <a:ext uri="{FF2B5EF4-FFF2-40B4-BE49-F238E27FC236}">
                      <a16:creationId xmlns:a16="http://schemas.microsoft.com/office/drawing/2014/main" id="{D3BD64E8-3B5D-FEFE-57CE-B2B972474DB7}"/>
                    </a:ext>
                  </a:extLst>
                </p:cNvPr>
                <p:cNvCxnSpPr>
                  <a:stCxn id="93" idx="2"/>
                </p:cNvCxnSpPr>
                <p:nvPr/>
              </p:nvCxnSpPr>
              <p:spPr>
                <a:xfrm flipH="1">
                  <a:off x="9933517" y="1446616"/>
                  <a:ext cx="2609" cy="214967"/>
                </a:xfrm>
                <a:prstGeom prst="line">
                  <a:avLst/>
                </a:prstGeom>
                <a:ln w="19050">
                  <a:solidFill>
                    <a:schemeClr val="bg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5" name="Oval 94">
                  <a:extLst>
                    <a:ext uri="{FF2B5EF4-FFF2-40B4-BE49-F238E27FC236}">
                      <a16:creationId xmlns:a16="http://schemas.microsoft.com/office/drawing/2014/main" id="{1650B957-3653-54B7-7792-60C635478AAF}"/>
                    </a:ext>
                  </a:extLst>
                </p:cNvPr>
                <p:cNvSpPr/>
                <p:nvPr/>
              </p:nvSpPr>
              <p:spPr>
                <a:xfrm>
                  <a:off x="9923617" y="1659632"/>
                  <a:ext cx="19800" cy="198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354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E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89" name="Group 88">
                <a:extLst>
                  <a:ext uri="{FF2B5EF4-FFF2-40B4-BE49-F238E27FC236}">
                    <a16:creationId xmlns:a16="http://schemas.microsoft.com/office/drawing/2014/main" id="{06CC3C52-3B99-39DD-5EA0-6630ACADB6F0}"/>
                  </a:ext>
                </a:extLst>
              </p:cNvPr>
              <p:cNvGrpSpPr/>
              <p:nvPr/>
            </p:nvGrpSpPr>
            <p:grpSpPr>
              <a:xfrm>
                <a:off x="6514056" y="2510623"/>
                <a:ext cx="108933" cy="341749"/>
                <a:chOff x="9881659" y="1337683"/>
                <a:chExt cx="108933" cy="341749"/>
              </a:xfrm>
            </p:grpSpPr>
            <p:sp>
              <p:nvSpPr>
                <p:cNvPr id="90" name="Rectangle 89">
                  <a:extLst>
                    <a:ext uri="{FF2B5EF4-FFF2-40B4-BE49-F238E27FC236}">
                      <a16:creationId xmlns:a16="http://schemas.microsoft.com/office/drawing/2014/main" id="{B3431EEC-823F-FC45-0742-42B90303E07E}"/>
                    </a:ext>
                  </a:extLst>
                </p:cNvPr>
                <p:cNvSpPr/>
                <p:nvPr/>
              </p:nvSpPr>
              <p:spPr>
                <a:xfrm>
                  <a:off x="9881659" y="1337683"/>
                  <a:ext cx="108933" cy="108933"/>
                </a:xfrm>
                <a:prstGeom prst="rect">
                  <a:avLst/>
                </a:prstGeom>
                <a:noFill/>
                <a:ln w="19050"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354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E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91" name="Straight Connector 90">
                  <a:extLst>
                    <a:ext uri="{FF2B5EF4-FFF2-40B4-BE49-F238E27FC236}">
                      <a16:creationId xmlns:a16="http://schemas.microsoft.com/office/drawing/2014/main" id="{7DBBF6E9-2F3F-9143-4303-39F22CFE64C8}"/>
                    </a:ext>
                  </a:extLst>
                </p:cNvPr>
                <p:cNvCxnSpPr>
                  <a:stCxn id="90" idx="2"/>
                </p:cNvCxnSpPr>
                <p:nvPr/>
              </p:nvCxnSpPr>
              <p:spPr>
                <a:xfrm flipH="1">
                  <a:off x="9933517" y="1446616"/>
                  <a:ext cx="2609" cy="214967"/>
                </a:xfrm>
                <a:prstGeom prst="line">
                  <a:avLst/>
                </a:prstGeom>
                <a:ln w="19050">
                  <a:solidFill>
                    <a:schemeClr val="bg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2" name="Oval 91">
                  <a:extLst>
                    <a:ext uri="{FF2B5EF4-FFF2-40B4-BE49-F238E27FC236}">
                      <a16:creationId xmlns:a16="http://schemas.microsoft.com/office/drawing/2014/main" id="{227DE479-B9A7-BA6B-250F-77C8DA5FC248}"/>
                    </a:ext>
                  </a:extLst>
                </p:cNvPr>
                <p:cNvSpPr/>
                <p:nvPr/>
              </p:nvSpPr>
              <p:spPr>
                <a:xfrm>
                  <a:off x="9923617" y="1659632"/>
                  <a:ext cx="19800" cy="198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354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E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D558EE5C-7D89-B1CC-9D22-F069F050A1FB}"/>
                </a:ext>
              </a:extLst>
            </p:cNvPr>
            <p:cNvGrpSpPr/>
            <p:nvPr/>
          </p:nvGrpSpPr>
          <p:grpSpPr>
            <a:xfrm flipV="1">
              <a:off x="5663413" y="3798960"/>
              <a:ext cx="953779" cy="341749"/>
              <a:chOff x="5669210" y="2510623"/>
              <a:chExt cx="953779" cy="341749"/>
            </a:xfrm>
          </p:grpSpPr>
          <p:grpSp>
            <p:nvGrpSpPr>
              <p:cNvPr id="65" name="Group 64">
                <a:extLst>
                  <a:ext uri="{FF2B5EF4-FFF2-40B4-BE49-F238E27FC236}">
                    <a16:creationId xmlns:a16="http://schemas.microsoft.com/office/drawing/2014/main" id="{3898AD91-30C7-9479-3135-8A9684112D58}"/>
                  </a:ext>
                </a:extLst>
              </p:cNvPr>
              <p:cNvGrpSpPr/>
              <p:nvPr/>
            </p:nvGrpSpPr>
            <p:grpSpPr>
              <a:xfrm>
                <a:off x="5669210" y="2510623"/>
                <a:ext cx="108933" cy="341749"/>
                <a:chOff x="9881659" y="1337683"/>
                <a:chExt cx="108933" cy="341749"/>
              </a:xfrm>
            </p:grpSpPr>
            <p:sp>
              <p:nvSpPr>
                <p:cNvPr id="82" name="Rectangle 81">
                  <a:extLst>
                    <a:ext uri="{FF2B5EF4-FFF2-40B4-BE49-F238E27FC236}">
                      <a16:creationId xmlns:a16="http://schemas.microsoft.com/office/drawing/2014/main" id="{D918A28C-00DD-0B1D-18AD-681B2F8000AB}"/>
                    </a:ext>
                  </a:extLst>
                </p:cNvPr>
                <p:cNvSpPr/>
                <p:nvPr/>
              </p:nvSpPr>
              <p:spPr>
                <a:xfrm>
                  <a:off x="9881659" y="1337683"/>
                  <a:ext cx="108933" cy="108933"/>
                </a:xfrm>
                <a:prstGeom prst="rect">
                  <a:avLst/>
                </a:prstGeom>
                <a:noFill/>
                <a:ln w="19050"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354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E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83" name="Straight Connector 82">
                  <a:extLst>
                    <a:ext uri="{FF2B5EF4-FFF2-40B4-BE49-F238E27FC236}">
                      <a16:creationId xmlns:a16="http://schemas.microsoft.com/office/drawing/2014/main" id="{BDDC8298-34D1-3AF4-1F1C-EAAA1B80A078}"/>
                    </a:ext>
                  </a:extLst>
                </p:cNvPr>
                <p:cNvCxnSpPr>
                  <a:stCxn id="82" idx="2"/>
                </p:cNvCxnSpPr>
                <p:nvPr/>
              </p:nvCxnSpPr>
              <p:spPr>
                <a:xfrm flipH="1">
                  <a:off x="9933517" y="1446616"/>
                  <a:ext cx="2609" cy="214967"/>
                </a:xfrm>
                <a:prstGeom prst="line">
                  <a:avLst/>
                </a:prstGeom>
                <a:ln w="19050">
                  <a:solidFill>
                    <a:schemeClr val="bg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4" name="Oval 83">
                  <a:extLst>
                    <a:ext uri="{FF2B5EF4-FFF2-40B4-BE49-F238E27FC236}">
                      <a16:creationId xmlns:a16="http://schemas.microsoft.com/office/drawing/2014/main" id="{FEDC51B6-43CE-162B-3CEC-14586581D8AB}"/>
                    </a:ext>
                  </a:extLst>
                </p:cNvPr>
                <p:cNvSpPr/>
                <p:nvPr/>
              </p:nvSpPr>
              <p:spPr>
                <a:xfrm>
                  <a:off x="9923617" y="1659632"/>
                  <a:ext cx="19800" cy="198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354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E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66" name="Group 65">
                <a:extLst>
                  <a:ext uri="{FF2B5EF4-FFF2-40B4-BE49-F238E27FC236}">
                    <a16:creationId xmlns:a16="http://schemas.microsoft.com/office/drawing/2014/main" id="{534C7924-2AC7-2F21-EABC-2D704CB30FA5}"/>
                  </a:ext>
                </a:extLst>
              </p:cNvPr>
              <p:cNvGrpSpPr/>
              <p:nvPr/>
            </p:nvGrpSpPr>
            <p:grpSpPr>
              <a:xfrm>
                <a:off x="5880421" y="2510623"/>
                <a:ext cx="108933" cy="341749"/>
                <a:chOff x="9881659" y="1337683"/>
                <a:chExt cx="108933" cy="341749"/>
              </a:xfrm>
            </p:grpSpPr>
            <p:sp>
              <p:nvSpPr>
                <p:cNvPr id="79" name="Rectangle 78">
                  <a:extLst>
                    <a:ext uri="{FF2B5EF4-FFF2-40B4-BE49-F238E27FC236}">
                      <a16:creationId xmlns:a16="http://schemas.microsoft.com/office/drawing/2014/main" id="{755B10A8-BCEE-DC0F-89AA-AA727CE3C862}"/>
                    </a:ext>
                  </a:extLst>
                </p:cNvPr>
                <p:cNvSpPr/>
                <p:nvPr/>
              </p:nvSpPr>
              <p:spPr>
                <a:xfrm>
                  <a:off x="9881659" y="1337683"/>
                  <a:ext cx="108933" cy="108933"/>
                </a:xfrm>
                <a:prstGeom prst="rect">
                  <a:avLst/>
                </a:prstGeom>
                <a:noFill/>
                <a:ln w="19050"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354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E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80" name="Straight Connector 79">
                  <a:extLst>
                    <a:ext uri="{FF2B5EF4-FFF2-40B4-BE49-F238E27FC236}">
                      <a16:creationId xmlns:a16="http://schemas.microsoft.com/office/drawing/2014/main" id="{08249AAA-1B1C-65F6-1DB8-1DC2C0B680F3}"/>
                    </a:ext>
                  </a:extLst>
                </p:cNvPr>
                <p:cNvCxnSpPr>
                  <a:stCxn id="79" idx="2"/>
                </p:cNvCxnSpPr>
                <p:nvPr/>
              </p:nvCxnSpPr>
              <p:spPr>
                <a:xfrm flipH="1">
                  <a:off x="9933517" y="1446616"/>
                  <a:ext cx="2609" cy="214967"/>
                </a:xfrm>
                <a:prstGeom prst="line">
                  <a:avLst/>
                </a:prstGeom>
                <a:ln w="19050">
                  <a:solidFill>
                    <a:schemeClr val="bg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1" name="Oval 80">
                  <a:extLst>
                    <a:ext uri="{FF2B5EF4-FFF2-40B4-BE49-F238E27FC236}">
                      <a16:creationId xmlns:a16="http://schemas.microsoft.com/office/drawing/2014/main" id="{9A8FC560-36BF-F70C-65B0-6571F470A3EA}"/>
                    </a:ext>
                  </a:extLst>
                </p:cNvPr>
                <p:cNvSpPr/>
                <p:nvPr/>
              </p:nvSpPr>
              <p:spPr>
                <a:xfrm>
                  <a:off x="9923617" y="1659632"/>
                  <a:ext cx="19800" cy="198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354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E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67" name="Group 66">
                <a:extLst>
                  <a:ext uri="{FF2B5EF4-FFF2-40B4-BE49-F238E27FC236}">
                    <a16:creationId xmlns:a16="http://schemas.microsoft.com/office/drawing/2014/main" id="{8E39D6FC-56C0-FB4F-A21C-4FCD15968E73}"/>
                  </a:ext>
                </a:extLst>
              </p:cNvPr>
              <p:cNvGrpSpPr/>
              <p:nvPr/>
            </p:nvGrpSpPr>
            <p:grpSpPr>
              <a:xfrm>
                <a:off x="6091632" y="2510623"/>
                <a:ext cx="108933" cy="341749"/>
                <a:chOff x="9881659" y="1337683"/>
                <a:chExt cx="108933" cy="341749"/>
              </a:xfrm>
            </p:grpSpPr>
            <p:sp>
              <p:nvSpPr>
                <p:cNvPr id="76" name="Rectangle 75">
                  <a:extLst>
                    <a:ext uri="{FF2B5EF4-FFF2-40B4-BE49-F238E27FC236}">
                      <a16:creationId xmlns:a16="http://schemas.microsoft.com/office/drawing/2014/main" id="{E03EBB95-1F72-8C00-EAC7-D3E6664F2B74}"/>
                    </a:ext>
                  </a:extLst>
                </p:cNvPr>
                <p:cNvSpPr/>
                <p:nvPr/>
              </p:nvSpPr>
              <p:spPr>
                <a:xfrm>
                  <a:off x="9881659" y="1337683"/>
                  <a:ext cx="108933" cy="108933"/>
                </a:xfrm>
                <a:prstGeom prst="rect">
                  <a:avLst/>
                </a:prstGeom>
                <a:noFill/>
                <a:ln w="19050"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354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E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77" name="Straight Connector 76">
                  <a:extLst>
                    <a:ext uri="{FF2B5EF4-FFF2-40B4-BE49-F238E27FC236}">
                      <a16:creationId xmlns:a16="http://schemas.microsoft.com/office/drawing/2014/main" id="{E2B5013D-1721-A0A8-9943-F513460E8AE3}"/>
                    </a:ext>
                  </a:extLst>
                </p:cNvPr>
                <p:cNvCxnSpPr>
                  <a:stCxn id="76" idx="2"/>
                </p:cNvCxnSpPr>
                <p:nvPr/>
              </p:nvCxnSpPr>
              <p:spPr>
                <a:xfrm flipH="1">
                  <a:off x="9933517" y="1446616"/>
                  <a:ext cx="2609" cy="214967"/>
                </a:xfrm>
                <a:prstGeom prst="line">
                  <a:avLst/>
                </a:prstGeom>
                <a:ln w="19050">
                  <a:solidFill>
                    <a:schemeClr val="bg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8" name="Oval 77">
                  <a:extLst>
                    <a:ext uri="{FF2B5EF4-FFF2-40B4-BE49-F238E27FC236}">
                      <a16:creationId xmlns:a16="http://schemas.microsoft.com/office/drawing/2014/main" id="{4B212312-AA5B-F0FA-D4B5-77D6A1A25D1C}"/>
                    </a:ext>
                  </a:extLst>
                </p:cNvPr>
                <p:cNvSpPr/>
                <p:nvPr/>
              </p:nvSpPr>
              <p:spPr>
                <a:xfrm>
                  <a:off x="9923617" y="1659632"/>
                  <a:ext cx="19800" cy="198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354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E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68" name="Group 67">
                <a:extLst>
                  <a:ext uri="{FF2B5EF4-FFF2-40B4-BE49-F238E27FC236}">
                    <a16:creationId xmlns:a16="http://schemas.microsoft.com/office/drawing/2014/main" id="{5453D0CC-1C17-D18F-82DA-5BB5966F8FC2}"/>
                  </a:ext>
                </a:extLst>
              </p:cNvPr>
              <p:cNvGrpSpPr/>
              <p:nvPr/>
            </p:nvGrpSpPr>
            <p:grpSpPr>
              <a:xfrm>
                <a:off x="6302843" y="2510623"/>
                <a:ext cx="108933" cy="341749"/>
                <a:chOff x="9881659" y="1337683"/>
                <a:chExt cx="108933" cy="341749"/>
              </a:xfrm>
            </p:grpSpPr>
            <p:sp>
              <p:nvSpPr>
                <p:cNvPr id="73" name="Rectangle 72">
                  <a:extLst>
                    <a:ext uri="{FF2B5EF4-FFF2-40B4-BE49-F238E27FC236}">
                      <a16:creationId xmlns:a16="http://schemas.microsoft.com/office/drawing/2014/main" id="{E1D1131A-D85D-3FB3-2507-FAC075114FF3}"/>
                    </a:ext>
                  </a:extLst>
                </p:cNvPr>
                <p:cNvSpPr/>
                <p:nvPr/>
              </p:nvSpPr>
              <p:spPr>
                <a:xfrm>
                  <a:off x="9881659" y="1337683"/>
                  <a:ext cx="108933" cy="108933"/>
                </a:xfrm>
                <a:prstGeom prst="rect">
                  <a:avLst/>
                </a:prstGeom>
                <a:noFill/>
                <a:ln w="19050"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354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E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74" name="Straight Connector 73">
                  <a:extLst>
                    <a:ext uri="{FF2B5EF4-FFF2-40B4-BE49-F238E27FC236}">
                      <a16:creationId xmlns:a16="http://schemas.microsoft.com/office/drawing/2014/main" id="{95FD9915-AA66-6521-930B-EA8BFB7526E1}"/>
                    </a:ext>
                  </a:extLst>
                </p:cNvPr>
                <p:cNvCxnSpPr>
                  <a:stCxn id="73" idx="2"/>
                </p:cNvCxnSpPr>
                <p:nvPr/>
              </p:nvCxnSpPr>
              <p:spPr>
                <a:xfrm flipH="1">
                  <a:off x="9933517" y="1446616"/>
                  <a:ext cx="2609" cy="214967"/>
                </a:xfrm>
                <a:prstGeom prst="line">
                  <a:avLst/>
                </a:prstGeom>
                <a:ln w="19050">
                  <a:solidFill>
                    <a:schemeClr val="bg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5" name="Oval 74">
                  <a:extLst>
                    <a:ext uri="{FF2B5EF4-FFF2-40B4-BE49-F238E27FC236}">
                      <a16:creationId xmlns:a16="http://schemas.microsoft.com/office/drawing/2014/main" id="{B5A6DEAC-2764-6CE9-4FB4-3F23FA44A3DF}"/>
                    </a:ext>
                  </a:extLst>
                </p:cNvPr>
                <p:cNvSpPr/>
                <p:nvPr/>
              </p:nvSpPr>
              <p:spPr>
                <a:xfrm>
                  <a:off x="9923617" y="1659632"/>
                  <a:ext cx="19800" cy="198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354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E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69" name="Group 68">
                <a:extLst>
                  <a:ext uri="{FF2B5EF4-FFF2-40B4-BE49-F238E27FC236}">
                    <a16:creationId xmlns:a16="http://schemas.microsoft.com/office/drawing/2014/main" id="{3558CF30-C23D-2EC7-FC14-60252A1EB79E}"/>
                  </a:ext>
                </a:extLst>
              </p:cNvPr>
              <p:cNvGrpSpPr/>
              <p:nvPr/>
            </p:nvGrpSpPr>
            <p:grpSpPr>
              <a:xfrm>
                <a:off x="6514056" y="2510623"/>
                <a:ext cx="108933" cy="341749"/>
                <a:chOff x="9881659" y="1337683"/>
                <a:chExt cx="108933" cy="341749"/>
              </a:xfrm>
            </p:grpSpPr>
            <p:sp>
              <p:nvSpPr>
                <p:cNvPr id="70" name="Rectangle 69">
                  <a:extLst>
                    <a:ext uri="{FF2B5EF4-FFF2-40B4-BE49-F238E27FC236}">
                      <a16:creationId xmlns:a16="http://schemas.microsoft.com/office/drawing/2014/main" id="{56315413-E15F-DB19-DDA1-4EFEC7EB808A}"/>
                    </a:ext>
                  </a:extLst>
                </p:cNvPr>
                <p:cNvSpPr/>
                <p:nvPr/>
              </p:nvSpPr>
              <p:spPr>
                <a:xfrm>
                  <a:off x="9881659" y="1337683"/>
                  <a:ext cx="108933" cy="108933"/>
                </a:xfrm>
                <a:prstGeom prst="rect">
                  <a:avLst/>
                </a:prstGeom>
                <a:noFill/>
                <a:ln w="19050"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354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E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71" name="Straight Connector 70">
                  <a:extLst>
                    <a:ext uri="{FF2B5EF4-FFF2-40B4-BE49-F238E27FC236}">
                      <a16:creationId xmlns:a16="http://schemas.microsoft.com/office/drawing/2014/main" id="{1F5B0CC9-9B4B-AB86-F00B-13067F7D5905}"/>
                    </a:ext>
                  </a:extLst>
                </p:cNvPr>
                <p:cNvCxnSpPr>
                  <a:stCxn id="70" idx="2"/>
                </p:cNvCxnSpPr>
                <p:nvPr/>
              </p:nvCxnSpPr>
              <p:spPr>
                <a:xfrm flipH="1">
                  <a:off x="9933517" y="1446616"/>
                  <a:ext cx="2609" cy="214967"/>
                </a:xfrm>
                <a:prstGeom prst="line">
                  <a:avLst/>
                </a:prstGeom>
                <a:ln w="19050">
                  <a:solidFill>
                    <a:schemeClr val="bg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2" name="Oval 71">
                  <a:extLst>
                    <a:ext uri="{FF2B5EF4-FFF2-40B4-BE49-F238E27FC236}">
                      <a16:creationId xmlns:a16="http://schemas.microsoft.com/office/drawing/2014/main" id="{369698E1-64D7-5446-9C5B-F5F26B7716D5}"/>
                    </a:ext>
                  </a:extLst>
                </p:cNvPr>
                <p:cNvSpPr/>
                <p:nvPr/>
              </p:nvSpPr>
              <p:spPr>
                <a:xfrm>
                  <a:off x="9923617" y="1659632"/>
                  <a:ext cx="19800" cy="198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354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E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7D4303C9-7989-C2C2-849A-2B210180E763}"/>
                </a:ext>
              </a:extLst>
            </p:cNvPr>
            <p:cNvGrpSpPr/>
            <p:nvPr/>
          </p:nvGrpSpPr>
          <p:grpSpPr>
            <a:xfrm rot="16200000" flipV="1">
              <a:off x="6284442" y="3155896"/>
              <a:ext cx="953779" cy="341749"/>
              <a:chOff x="5669210" y="2510623"/>
              <a:chExt cx="953779" cy="341749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C36DFB58-1578-28EB-6CD1-6AA67AE8A864}"/>
                  </a:ext>
                </a:extLst>
              </p:cNvPr>
              <p:cNvGrpSpPr/>
              <p:nvPr/>
            </p:nvGrpSpPr>
            <p:grpSpPr>
              <a:xfrm>
                <a:off x="5669210" y="2510623"/>
                <a:ext cx="108933" cy="341749"/>
                <a:chOff x="9881659" y="1337683"/>
                <a:chExt cx="108933" cy="341749"/>
              </a:xfrm>
            </p:grpSpPr>
            <p:sp>
              <p:nvSpPr>
                <p:cNvPr id="62" name="Rectangle 61">
                  <a:extLst>
                    <a:ext uri="{FF2B5EF4-FFF2-40B4-BE49-F238E27FC236}">
                      <a16:creationId xmlns:a16="http://schemas.microsoft.com/office/drawing/2014/main" id="{8CF8181C-3483-B5E6-6A73-AE42228058FB}"/>
                    </a:ext>
                  </a:extLst>
                </p:cNvPr>
                <p:cNvSpPr/>
                <p:nvPr/>
              </p:nvSpPr>
              <p:spPr>
                <a:xfrm>
                  <a:off x="9881659" y="1337683"/>
                  <a:ext cx="108933" cy="108933"/>
                </a:xfrm>
                <a:prstGeom prst="rect">
                  <a:avLst/>
                </a:prstGeom>
                <a:noFill/>
                <a:ln w="19050"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354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E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63" name="Straight Connector 62">
                  <a:extLst>
                    <a:ext uri="{FF2B5EF4-FFF2-40B4-BE49-F238E27FC236}">
                      <a16:creationId xmlns:a16="http://schemas.microsoft.com/office/drawing/2014/main" id="{0A5A3860-5CAA-96F0-1911-FBE1624E1473}"/>
                    </a:ext>
                  </a:extLst>
                </p:cNvPr>
                <p:cNvCxnSpPr>
                  <a:stCxn id="62" idx="2"/>
                </p:cNvCxnSpPr>
                <p:nvPr/>
              </p:nvCxnSpPr>
              <p:spPr>
                <a:xfrm flipH="1">
                  <a:off x="9933517" y="1446616"/>
                  <a:ext cx="2609" cy="214967"/>
                </a:xfrm>
                <a:prstGeom prst="line">
                  <a:avLst/>
                </a:prstGeom>
                <a:ln w="19050">
                  <a:solidFill>
                    <a:schemeClr val="bg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4" name="Oval 63">
                  <a:extLst>
                    <a:ext uri="{FF2B5EF4-FFF2-40B4-BE49-F238E27FC236}">
                      <a16:creationId xmlns:a16="http://schemas.microsoft.com/office/drawing/2014/main" id="{BE01A13F-4151-4D08-54C1-B29D1351A6B6}"/>
                    </a:ext>
                  </a:extLst>
                </p:cNvPr>
                <p:cNvSpPr/>
                <p:nvPr/>
              </p:nvSpPr>
              <p:spPr>
                <a:xfrm>
                  <a:off x="9923617" y="1659632"/>
                  <a:ext cx="19800" cy="198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354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E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955DA568-7A23-BC1F-DFE8-B1AA211EF394}"/>
                  </a:ext>
                </a:extLst>
              </p:cNvPr>
              <p:cNvGrpSpPr/>
              <p:nvPr/>
            </p:nvGrpSpPr>
            <p:grpSpPr>
              <a:xfrm>
                <a:off x="5880421" y="2510623"/>
                <a:ext cx="108933" cy="341749"/>
                <a:chOff x="9881659" y="1337683"/>
                <a:chExt cx="108933" cy="341749"/>
              </a:xfrm>
            </p:grpSpPr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87DB128D-E6C3-7B75-A99B-42D046A66FF2}"/>
                    </a:ext>
                  </a:extLst>
                </p:cNvPr>
                <p:cNvSpPr/>
                <p:nvPr/>
              </p:nvSpPr>
              <p:spPr>
                <a:xfrm>
                  <a:off x="9881659" y="1337683"/>
                  <a:ext cx="108933" cy="108933"/>
                </a:xfrm>
                <a:prstGeom prst="rect">
                  <a:avLst/>
                </a:prstGeom>
                <a:noFill/>
                <a:ln w="19050"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354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E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56" name="Straight Connector 55">
                  <a:extLst>
                    <a:ext uri="{FF2B5EF4-FFF2-40B4-BE49-F238E27FC236}">
                      <a16:creationId xmlns:a16="http://schemas.microsoft.com/office/drawing/2014/main" id="{F9065BCE-8AFC-2078-5A8B-550935FC0C79}"/>
                    </a:ext>
                  </a:extLst>
                </p:cNvPr>
                <p:cNvCxnSpPr>
                  <a:stCxn id="55" idx="2"/>
                </p:cNvCxnSpPr>
                <p:nvPr/>
              </p:nvCxnSpPr>
              <p:spPr>
                <a:xfrm flipH="1">
                  <a:off x="9933517" y="1446616"/>
                  <a:ext cx="2609" cy="214967"/>
                </a:xfrm>
                <a:prstGeom prst="line">
                  <a:avLst/>
                </a:prstGeom>
                <a:ln w="19050">
                  <a:solidFill>
                    <a:schemeClr val="bg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1" name="Oval 60">
                  <a:extLst>
                    <a:ext uri="{FF2B5EF4-FFF2-40B4-BE49-F238E27FC236}">
                      <a16:creationId xmlns:a16="http://schemas.microsoft.com/office/drawing/2014/main" id="{AA94601D-A3A2-9742-7F03-B0C192896AB7}"/>
                    </a:ext>
                  </a:extLst>
                </p:cNvPr>
                <p:cNvSpPr/>
                <p:nvPr/>
              </p:nvSpPr>
              <p:spPr>
                <a:xfrm>
                  <a:off x="9923617" y="1659632"/>
                  <a:ext cx="19800" cy="198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354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E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43" name="Group 42">
                <a:extLst>
                  <a:ext uri="{FF2B5EF4-FFF2-40B4-BE49-F238E27FC236}">
                    <a16:creationId xmlns:a16="http://schemas.microsoft.com/office/drawing/2014/main" id="{44164E5A-0824-9789-DB8C-2CFDD9EE2219}"/>
                  </a:ext>
                </a:extLst>
              </p:cNvPr>
              <p:cNvGrpSpPr/>
              <p:nvPr/>
            </p:nvGrpSpPr>
            <p:grpSpPr>
              <a:xfrm>
                <a:off x="6091632" y="2510623"/>
                <a:ext cx="108933" cy="341749"/>
                <a:chOff x="9881659" y="1337683"/>
                <a:chExt cx="108933" cy="341749"/>
              </a:xfrm>
            </p:grpSpPr>
            <p:sp>
              <p:nvSpPr>
                <p:cNvPr id="52" name="Rectangle 51">
                  <a:extLst>
                    <a:ext uri="{FF2B5EF4-FFF2-40B4-BE49-F238E27FC236}">
                      <a16:creationId xmlns:a16="http://schemas.microsoft.com/office/drawing/2014/main" id="{859ECF18-7715-1D77-29D1-B7E76B9193B4}"/>
                    </a:ext>
                  </a:extLst>
                </p:cNvPr>
                <p:cNvSpPr/>
                <p:nvPr/>
              </p:nvSpPr>
              <p:spPr>
                <a:xfrm>
                  <a:off x="9881659" y="1337683"/>
                  <a:ext cx="108933" cy="108933"/>
                </a:xfrm>
                <a:prstGeom prst="rect">
                  <a:avLst/>
                </a:prstGeom>
                <a:noFill/>
                <a:ln w="19050"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354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E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53" name="Straight Connector 52">
                  <a:extLst>
                    <a:ext uri="{FF2B5EF4-FFF2-40B4-BE49-F238E27FC236}">
                      <a16:creationId xmlns:a16="http://schemas.microsoft.com/office/drawing/2014/main" id="{61098135-E2FF-D721-9785-4E376BBBF4AA}"/>
                    </a:ext>
                  </a:extLst>
                </p:cNvPr>
                <p:cNvCxnSpPr>
                  <a:stCxn id="52" idx="2"/>
                </p:cNvCxnSpPr>
                <p:nvPr/>
              </p:nvCxnSpPr>
              <p:spPr>
                <a:xfrm flipH="1">
                  <a:off x="9933517" y="1446616"/>
                  <a:ext cx="2609" cy="214967"/>
                </a:xfrm>
                <a:prstGeom prst="line">
                  <a:avLst/>
                </a:prstGeom>
                <a:ln w="19050">
                  <a:solidFill>
                    <a:schemeClr val="bg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4" name="Oval 53">
                  <a:extLst>
                    <a:ext uri="{FF2B5EF4-FFF2-40B4-BE49-F238E27FC236}">
                      <a16:creationId xmlns:a16="http://schemas.microsoft.com/office/drawing/2014/main" id="{117163A9-12FE-5D92-83DC-7DCF99AD9739}"/>
                    </a:ext>
                  </a:extLst>
                </p:cNvPr>
                <p:cNvSpPr/>
                <p:nvPr/>
              </p:nvSpPr>
              <p:spPr>
                <a:xfrm>
                  <a:off x="9923617" y="1659632"/>
                  <a:ext cx="19800" cy="198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354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E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2BBA76B7-2A7D-2EB2-BAF6-C93E1B7BD136}"/>
                  </a:ext>
                </a:extLst>
              </p:cNvPr>
              <p:cNvGrpSpPr/>
              <p:nvPr/>
            </p:nvGrpSpPr>
            <p:grpSpPr>
              <a:xfrm>
                <a:off x="6302843" y="2510623"/>
                <a:ext cx="108933" cy="341749"/>
                <a:chOff x="9881659" y="1337683"/>
                <a:chExt cx="108933" cy="341749"/>
              </a:xfrm>
            </p:grpSpPr>
            <p:sp>
              <p:nvSpPr>
                <p:cNvPr id="49" name="Rectangle 48">
                  <a:extLst>
                    <a:ext uri="{FF2B5EF4-FFF2-40B4-BE49-F238E27FC236}">
                      <a16:creationId xmlns:a16="http://schemas.microsoft.com/office/drawing/2014/main" id="{604E5AF3-F6B1-F26B-E7CF-8745A37F6C7C}"/>
                    </a:ext>
                  </a:extLst>
                </p:cNvPr>
                <p:cNvSpPr/>
                <p:nvPr/>
              </p:nvSpPr>
              <p:spPr>
                <a:xfrm>
                  <a:off x="9881659" y="1337683"/>
                  <a:ext cx="108933" cy="108933"/>
                </a:xfrm>
                <a:prstGeom prst="rect">
                  <a:avLst/>
                </a:prstGeom>
                <a:noFill/>
                <a:ln w="19050"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354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E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50" name="Straight Connector 49">
                  <a:extLst>
                    <a:ext uri="{FF2B5EF4-FFF2-40B4-BE49-F238E27FC236}">
                      <a16:creationId xmlns:a16="http://schemas.microsoft.com/office/drawing/2014/main" id="{F004019E-EDDC-6C1D-7D28-1A2269E5E3F8}"/>
                    </a:ext>
                  </a:extLst>
                </p:cNvPr>
                <p:cNvCxnSpPr>
                  <a:stCxn id="49" idx="2"/>
                </p:cNvCxnSpPr>
                <p:nvPr/>
              </p:nvCxnSpPr>
              <p:spPr>
                <a:xfrm flipH="1">
                  <a:off x="9933517" y="1446616"/>
                  <a:ext cx="2609" cy="214967"/>
                </a:xfrm>
                <a:prstGeom prst="line">
                  <a:avLst/>
                </a:prstGeom>
                <a:ln w="19050">
                  <a:solidFill>
                    <a:schemeClr val="bg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1" name="Oval 50">
                  <a:extLst>
                    <a:ext uri="{FF2B5EF4-FFF2-40B4-BE49-F238E27FC236}">
                      <a16:creationId xmlns:a16="http://schemas.microsoft.com/office/drawing/2014/main" id="{55BE8722-A601-6A99-FB2F-F73C028BB8D7}"/>
                    </a:ext>
                  </a:extLst>
                </p:cNvPr>
                <p:cNvSpPr/>
                <p:nvPr/>
              </p:nvSpPr>
              <p:spPr>
                <a:xfrm>
                  <a:off x="9923617" y="1659632"/>
                  <a:ext cx="19800" cy="198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354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E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3C1A819C-A96D-DB25-7CEE-B5E4305DD49F}"/>
                  </a:ext>
                </a:extLst>
              </p:cNvPr>
              <p:cNvGrpSpPr/>
              <p:nvPr/>
            </p:nvGrpSpPr>
            <p:grpSpPr>
              <a:xfrm>
                <a:off x="6514056" y="2510623"/>
                <a:ext cx="108933" cy="341749"/>
                <a:chOff x="9881659" y="1337683"/>
                <a:chExt cx="108933" cy="341749"/>
              </a:xfrm>
            </p:grpSpPr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745749E6-541E-EDEC-7EB7-EFBE09424F1C}"/>
                    </a:ext>
                  </a:extLst>
                </p:cNvPr>
                <p:cNvSpPr/>
                <p:nvPr/>
              </p:nvSpPr>
              <p:spPr>
                <a:xfrm>
                  <a:off x="9881659" y="1337683"/>
                  <a:ext cx="108933" cy="108933"/>
                </a:xfrm>
                <a:prstGeom prst="rect">
                  <a:avLst/>
                </a:prstGeom>
                <a:noFill/>
                <a:ln w="19050"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354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E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47" name="Straight Connector 46">
                  <a:extLst>
                    <a:ext uri="{FF2B5EF4-FFF2-40B4-BE49-F238E27FC236}">
                      <a16:creationId xmlns:a16="http://schemas.microsoft.com/office/drawing/2014/main" id="{843B6AD4-940F-A3A7-AB7E-B432BB5FB3DE}"/>
                    </a:ext>
                  </a:extLst>
                </p:cNvPr>
                <p:cNvCxnSpPr>
                  <a:stCxn id="46" idx="2"/>
                </p:cNvCxnSpPr>
                <p:nvPr/>
              </p:nvCxnSpPr>
              <p:spPr>
                <a:xfrm flipH="1">
                  <a:off x="9933517" y="1446616"/>
                  <a:ext cx="2609" cy="214967"/>
                </a:xfrm>
                <a:prstGeom prst="line">
                  <a:avLst/>
                </a:prstGeom>
                <a:ln w="19050">
                  <a:solidFill>
                    <a:schemeClr val="bg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2B252D0F-B513-E880-B3AA-BABDCA6B2378}"/>
                    </a:ext>
                  </a:extLst>
                </p:cNvPr>
                <p:cNvSpPr/>
                <p:nvPr/>
              </p:nvSpPr>
              <p:spPr>
                <a:xfrm>
                  <a:off x="9923617" y="1659632"/>
                  <a:ext cx="19800" cy="198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354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E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D12BDA1-32D5-5B51-8B9A-EF1030A91A82}"/>
                </a:ext>
              </a:extLst>
            </p:cNvPr>
            <p:cNvGrpSpPr/>
            <p:nvPr/>
          </p:nvGrpSpPr>
          <p:grpSpPr>
            <a:xfrm rot="5400000" flipH="1" flipV="1">
              <a:off x="5016079" y="3155896"/>
              <a:ext cx="953779" cy="341749"/>
              <a:chOff x="5669210" y="2510623"/>
              <a:chExt cx="953779" cy="341749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B7EBA9A0-9F92-2618-21BD-8F3266B91EB8}"/>
                  </a:ext>
                </a:extLst>
              </p:cNvPr>
              <p:cNvGrpSpPr/>
              <p:nvPr/>
            </p:nvGrpSpPr>
            <p:grpSpPr>
              <a:xfrm>
                <a:off x="5669210" y="2510623"/>
                <a:ext cx="108933" cy="341749"/>
                <a:chOff x="9881659" y="1337683"/>
                <a:chExt cx="108933" cy="341749"/>
              </a:xfrm>
            </p:grpSpPr>
            <p:sp>
              <p:nvSpPr>
                <p:cNvPr id="38" name="Rectangle 37">
                  <a:extLst>
                    <a:ext uri="{FF2B5EF4-FFF2-40B4-BE49-F238E27FC236}">
                      <a16:creationId xmlns:a16="http://schemas.microsoft.com/office/drawing/2014/main" id="{9B6D0B13-66B9-F8C2-5A4E-70D61D6B5063}"/>
                    </a:ext>
                  </a:extLst>
                </p:cNvPr>
                <p:cNvSpPr/>
                <p:nvPr/>
              </p:nvSpPr>
              <p:spPr>
                <a:xfrm>
                  <a:off x="9881659" y="1337683"/>
                  <a:ext cx="108933" cy="108933"/>
                </a:xfrm>
                <a:prstGeom prst="rect">
                  <a:avLst/>
                </a:prstGeom>
                <a:noFill/>
                <a:ln w="19050"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354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E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39" name="Straight Connector 38">
                  <a:extLst>
                    <a:ext uri="{FF2B5EF4-FFF2-40B4-BE49-F238E27FC236}">
                      <a16:creationId xmlns:a16="http://schemas.microsoft.com/office/drawing/2014/main" id="{9E7CF8AE-3BA4-5677-8564-9DB584759DDC}"/>
                    </a:ext>
                  </a:extLst>
                </p:cNvPr>
                <p:cNvCxnSpPr>
                  <a:stCxn id="38" idx="2"/>
                </p:cNvCxnSpPr>
                <p:nvPr/>
              </p:nvCxnSpPr>
              <p:spPr>
                <a:xfrm flipH="1">
                  <a:off x="9933517" y="1446616"/>
                  <a:ext cx="2609" cy="214967"/>
                </a:xfrm>
                <a:prstGeom prst="line">
                  <a:avLst/>
                </a:prstGeom>
                <a:ln w="19050">
                  <a:solidFill>
                    <a:schemeClr val="bg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0" name="Oval 39">
                  <a:extLst>
                    <a:ext uri="{FF2B5EF4-FFF2-40B4-BE49-F238E27FC236}">
                      <a16:creationId xmlns:a16="http://schemas.microsoft.com/office/drawing/2014/main" id="{B01C7948-2CF9-C614-BE44-FF72C84D0C08}"/>
                    </a:ext>
                  </a:extLst>
                </p:cNvPr>
                <p:cNvSpPr/>
                <p:nvPr/>
              </p:nvSpPr>
              <p:spPr>
                <a:xfrm>
                  <a:off x="9923617" y="1659632"/>
                  <a:ext cx="19800" cy="198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354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E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C12B6C6C-4041-F57B-1FFE-D17A3AF21B7F}"/>
                  </a:ext>
                </a:extLst>
              </p:cNvPr>
              <p:cNvGrpSpPr/>
              <p:nvPr/>
            </p:nvGrpSpPr>
            <p:grpSpPr>
              <a:xfrm>
                <a:off x="5880421" y="2510623"/>
                <a:ext cx="108933" cy="341749"/>
                <a:chOff x="9881659" y="1337683"/>
                <a:chExt cx="108933" cy="341749"/>
              </a:xfrm>
            </p:grpSpPr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76587F41-5E20-2DC8-9BF2-0D1A75DF45B4}"/>
                    </a:ext>
                  </a:extLst>
                </p:cNvPr>
                <p:cNvSpPr/>
                <p:nvPr/>
              </p:nvSpPr>
              <p:spPr>
                <a:xfrm>
                  <a:off x="9881659" y="1337683"/>
                  <a:ext cx="108933" cy="108933"/>
                </a:xfrm>
                <a:prstGeom prst="rect">
                  <a:avLst/>
                </a:prstGeom>
                <a:noFill/>
                <a:ln w="19050"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354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E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36" name="Straight Connector 35">
                  <a:extLst>
                    <a:ext uri="{FF2B5EF4-FFF2-40B4-BE49-F238E27FC236}">
                      <a16:creationId xmlns:a16="http://schemas.microsoft.com/office/drawing/2014/main" id="{FA0723B2-5641-B162-9B81-B66BAD709D05}"/>
                    </a:ext>
                  </a:extLst>
                </p:cNvPr>
                <p:cNvCxnSpPr>
                  <a:stCxn id="35" idx="2"/>
                </p:cNvCxnSpPr>
                <p:nvPr/>
              </p:nvCxnSpPr>
              <p:spPr>
                <a:xfrm flipH="1">
                  <a:off x="9933517" y="1446616"/>
                  <a:ext cx="2609" cy="214967"/>
                </a:xfrm>
                <a:prstGeom prst="line">
                  <a:avLst/>
                </a:prstGeom>
                <a:ln w="19050">
                  <a:solidFill>
                    <a:schemeClr val="bg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7" name="Oval 36">
                  <a:extLst>
                    <a:ext uri="{FF2B5EF4-FFF2-40B4-BE49-F238E27FC236}">
                      <a16:creationId xmlns:a16="http://schemas.microsoft.com/office/drawing/2014/main" id="{91DA631B-693D-ABD0-3746-0B7AD714AF91}"/>
                    </a:ext>
                  </a:extLst>
                </p:cNvPr>
                <p:cNvSpPr/>
                <p:nvPr/>
              </p:nvSpPr>
              <p:spPr>
                <a:xfrm>
                  <a:off x="9923617" y="1659632"/>
                  <a:ext cx="19800" cy="198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354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E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D7FBE0E1-D28D-09E8-04E0-F146FA648FA1}"/>
                  </a:ext>
                </a:extLst>
              </p:cNvPr>
              <p:cNvGrpSpPr/>
              <p:nvPr/>
            </p:nvGrpSpPr>
            <p:grpSpPr>
              <a:xfrm>
                <a:off x="6091632" y="2510623"/>
                <a:ext cx="108933" cy="341749"/>
                <a:chOff x="9881659" y="1337683"/>
                <a:chExt cx="108933" cy="341749"/>
              </a:xfrm>
            </p:grpSpPr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5DA4CE6F-2D4F-AB47-2465-C571302DDFC0}"/>
                    </a:ext>
                  </a:extLst>
                </p:cNvPr>
                <p:cNvSpPr/>
                <p:nvPr/>
              </p:nvSpPr>
              <p:spPr>
                <a:xfrm>
                  <a:off x="9881659" y="1337683"/>
                  <a:ext cx="108933" cy="108933"/>
                </a:xfrm>
                <a:prstGeom prst="rect">
                  <a:avLst/>
                </a:prstGeom>
                <a:noFill/>
                <a:ln w="19050"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354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E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33" name="Straight Connector 32">
                  <a:extLst>
                    <a:ext uri="{FF2B5EF4-FFF2-40B4-BE49-F238E27FC236}">
                      <a16:creationId xmlns:a16="http://schemas.microsoft.com/office/drawing/2014/main" id="{9090FD58-1B07-02AA-81B2-CA4119E773E7}"/>
                    </a:ext>
                  </a:extLst>
                </p:cNvPr>
                <p:cNvCxnSpPr>
                  <a:stCxn id="32" idx="2"/>
                </p:cNvCxnSpPr>
                <p:nvPr/>
              </p:nvCxnSpPr>
              <p:spPr>
                <a:xfrm flipH="1">
                  <a:off x="9933517" y="1446616"/>
                  <a:ext cx="2609" cy="214967"/>
                </a:xfrm>
                <a:prstGeom prst="line">
                  <a:avLst/>
                </a:prstGeom>
                <a:ln w="19050">
                  <a:solidFill>
                    <a:schemeClr val="bg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4" name="Oval 33">
                  <a:extLst>
                    <a:ext uri="{FF2B5EF4-FFF2-40B4-BE49-F238E27FC236}">
                      <a16:creationId xmlns:a16="http://schemas.microsoft.com/office/drawing/2014/main" id="{EBF1246E-65FD-571A-F844-A043389C5387}"/>
                    </a:ext>
                  </a:extLst>
                </p:cNvPr>
                <p:cNvSpPr/>
                <p:nvPr/>
              </p:nvSpPr>
              <p:spPr>
                <a:xfrm>
                  <a:off x="9923617" y="1659632"/>
                  <a:ext cx="19800" cy="198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354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E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2CC57CD1-62F9-D0D0-34FB-CB81D0F05212}"/>
                  </a:ext>
                </a:extLst>
              </p:cNvPr>
              <p:cNvGrpSpPr/>
              <p:nvPr/>
            </p:nvGrpSpPr>
            <p:grpSpPr>
              <a:xfrm>
                <a:off x="6302843" y="2510623"/>
                <a:ext cx="108933" cy="341749"/>
                <a:chOff x="9881659" y="1337683"/>
                <a:chExt cx="108933" cy="341749"/>
              </a:xfrm>
            </p:grpSpPr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FCE1DC3A-2100-9202-B62F-6A96E634FE64}"/>
                    </a:ext>
                  </a:extLst>
                </p:cNvPr>
                <p:cNvSpPr/>
                <p:nvPr/>
              </p:nvSpPr>
              <p:spPr>
                <a:xfrm>
                  <a:off x="9881659" y="1337683"/>
                  <a:ext cx="108933" cy="108933"/>
                </a:xfrm>
                <a:prstGeom prst="rect">
                  <a:avLst/>
                </a:prstGeom>
                <a:noFill/>
                <a:ln w="19050"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354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E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3FC61C3E-F8DA-0AEB-39C9-B9F00D36B70F}"/>
                    </a:ext>
                  </a:extLst>
                </p:cNvPr>
                <p:cNvCxnSpPr>
                  <a:stCxn id="28" idx="2"/>
                </p:cNvCxnSpPr>
                <p:nvPr/>
              </p:nvCxnSpPr>
              <p:spPr>
                <a:xfrm flipH="1">
                  <a:off x="9933517" y="1446616"/>
                  <a:ext cx="2609" cy="214967"/>
                </a:xfrm>
                <a:prstGeom prst="line">
                  <a:avLst/>
                </a:prstGeom>
                <a:ln w="19050">
                  <a:solidFill>
                    <a:schemeClr val="bg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32EACFFE-9430-6D81-21C5-7A0853C7771D}"/>
                    </a:ext>
                  </a:extLst>
                </p:cNvPr>
                <p:cNvSpPr/>
                <p:nvPr/>
              </p:nvSpPr>
              <p:spPr>
                <a:xfrm>
                  <a:off x="9923617" y="1659632"/>
                  <a:ext cx="19800" cy="198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354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E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CFD5B29B-18DF-EF5C-2692-CF6FF83A4A45}"/>
                  </a:ext>
                </a:extLst>
              </p:cNvPr>
              <p:cNvGrpSpPr/>
              <p:nvPr/>
            </p:nvGrpSpPr>
            <p:grpSpPr>
              <a:xfrm>
                <a:off x="6514056" y="2510623"/>
                <a:ext cx="108933" cy="341749"/>
                <a:chOff x="9881659" y="1337683"/>
                <a:chExt cx="108933" cy="341749"/>
              </a:xfrm>
            </p:grpSpPr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13D6876E-AE11-C1ED-D3FF-5D0AAFAE507A}"/>
                    </a:ext>
                  </a:extLst>
                </p:cNvPr>
                <p:cNvSpPr/>
                <p:nvPr/>
              </p:nvSpPr>
              <p:spPr>
                <a:xfrm>
                  <a:off x="9881659" y="1337683"/>
                  <a:ext cx="108933" cy="108933"/>
                </a:xfrm>
                <a:prstGeom prst="rect">
                  <a:avLst/>
                </a:prstGeom>
                <a:noFill/>
                <a:ln w="19050"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354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E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cxnSp>
              <p:nvCxnSpPr>
                <p:cNvPr id="26" name="Straight Connector 25">
                  <a:extLst>
                    <a:ext uri="{FF2B5EF4-FFF2-40B4-BE49-F238E27FC236}">
                      <a16:creationId xmlns:a16="http://schemas.microsoft.com/office/drawing/2014/main" id="{800838F1-69AD-A0C3-0F32-2DE6C2560C51}"/>
                    </a:ext>
                  </a:extLst>
                </p:cNvPr>
                <p:cNvCxnSpPr>
                  <a:stCxn id="25" idx="2"/>
                </p:cNvCxnSpPr>
                <p:nvPr/>
              </p:nvCxnSpPr>
              <p:spPr>
                <a:xfrm flipH="1">
                  <a:off x="9933517" y="1446616"/>
                  <a:ext cx="2609" cy="214967"/>
                </a:xfrm>
                <a:prstGeom prst="line">
                  <a:avLst/>
                </a:prstGeom>
                <a:ln w="19050">
                  <a:solidFill>
                    <a:schemeClr val="bg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05CC45CD-DF49-A9F0-250D-9E49D49F5B86}"/>
                    </a:ext>
                  </a:extLst>
                </p:cNvPr>
                <p:cNvSpPr/>
                <p:nvPr/>
              </p:nvSpPr>
              <p:spPr>
                <a:xfrm>
                  <a:off x="9923617" y="1659632"/>
                  <a:ext cx="19800" cy="198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354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EFFFF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D4F9A327-6256-92C6-D7B6-5E88DA9100A0}"/>
              </a:ext>
            </a:extLst>
          </p:cNvPr>
          <p:cNvGrpSpPr/>
          <p:nvPr/>
        </p:nvGrpSpPr>
        <p:grpSpPr>
          <a:xfrm>
            <a:off x="7053852" y="2956212"/>
            <a:ext cx="1182098" cy="1168422"/>
            <a:chOff x="7053852" y="2711661"/>
            <a:chExt cx="1182098" cy="1168422"/>
          </a:xfrm>
        </p:grpSpPr>
        <p:cxnSp>
          <p:nvCxnSpPr>
            <p:cNvPr id="106" name="Straight Arrow Connector 105">
              <a:extLst>
                <a:ext uri="{FF2B5EF4-FFF2-40B4-BE49-F238E27FC236}">
                  <a16:creationId xmlns:a16="http://schemas.microsoft.com/office/drawing/2014/main" id="{17A9FB7B-18C1-F3DF-B7CC-9AB8EF96DAF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53852" y="2897053"/>
              <a:ext cx="856259" cy="7291"/>
            </a:xfrm>
            <a:prstGeom prst="straightConnector1">
              <a:avLst/>
            </a:prstGeom>
            <a:ln>
              <a:headEnd type="oval"/>
              <a:tailEnd type="oval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Straight Arrow Connector 108">
              <a:extLst>
                <a:ext uri="{FF2B5EF4-FFF2-40B4-BE49-F238E27FC236}">
                  <a16:creationId xmlns:a16="http://schemas.microsoft.com/office/drawing/2014/main" id="{6A152368-5914-C405-E33A-3AF053DBA3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10111" y="2711661"/>
              <a:ext cx="177551" cy="185392"/>
            </a:xfrm>
            <a:prstGeom prst="straightConnector1">
              <a:avLst/>
            </a:prstGeom>
            <a:ln>
              <a:headEnd type="oval"/>
              <a:tailEnd type="oval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3" name="Straight Arrow Connector 112">
              <a:extLst>
                <a:ext uri="{FF2B5EF4-FFF2-40B4-BE49-F238E27FC236}">
                  <a16:creationId xmlns:a16="http://schemas.microsoft.com/office/drawing/2014/main" id="{0C20B60D-84F8-0CCD-8FE3-BC95A5FDA8C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53852" y="3112953"/>
              <a:ext cx="856259" cy="7291"/>
            </a:xfrm>
            <a:prstGeom prst="straightConnector1">
              <a:avLst/>
            </a:prstGeom>
            <a:ln>
              <a:headEnd type="oval"/>
              <a:tailEnd type="oval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4" name="Straight Arrow Connector 113">
              <a:extLst>
                <a:ext uri="{FF2B5EF4-FFF2-40B4-BE49-F238E27FC236}">
                  <a16:creationId xmlns:a16="http://schemas.microsoft.com/office/drawing/2014/main" id="{8D07D136-DFDA-D828-27BF-C3A143E2CB5A}"/>
                </a:ext>
              </a:extLst>
            </p:cNvPr>
            <p:cNvCxnSpPr>
              <a:cxnSpLocks/>
            </p:cNvCxnSpPr>
            <p:nvPr/>
          </p:nvCxnSpPr>
          <p:spPr>
            <a:xfrm>
              <a:off x="7910111" y="3112953"/>
              <a:ext cx="325839" cy="0"/>
            </a:xfrm>
            <a:prstGeom prst="straightConnector1">
              <a:avLst/>
            </a:prstGeom>
            <a:ln>
              <a:headEnd type="oval"/>
              <a:tailEnd type="oval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7" name="Straight Arrow Connector 116">
              <a:extLst>
                <a:ext uri="{FF2B5EF4-FFF2-40B4-BE49-F238E27FC236}">
                  <a16:creationId xmlns:a16="http://schemas.microsoft.com/office/drawing/2014/main" id="{431A6D6C-E5FC-17B1-125C-E8879FF69C44}"/>
                </a:ext>
              </a:extLst>
            </p:cNvPr>
            <p:cNvCxnSpPr>
              <a:cxnSpLocks/>
            </p:cNvCxnSpPr>
            <p:nvPr/>
          </p:nvCxnSpPr>
          <p:spPr>
            <a:xfrm>
              <a:off x="7053852" y="3310744"/>
              <a:ext cx="243886" cy="0"/>
            </a:xfrm>
            <a:prstGeom prst="straightConnector1">
              <a:avLst/>
            </a:prstGeom>
            <a:ln>
              <a:headEnd type="oval"/>
              <a:tailEnd type="oval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8" name="Straight Arrow Connector 117">
              <a:extLst>
                <a:ext uri="{FF2B5EF4-FFF2-40B4-BE49-F238E27FC236}">
                  <a16:creationId xmlns:a16="http://schemas.microsoft.com/office/drawing/2014/main" id="{708925E5-3643-7D80-C1D5-D2EC4C9C58E9}"/>
                </a:ext>
              </a:extLst>
            </p:cNvPr>
            <p:cNvCxnSpPr>
              <a:cxnSpLocks/>
            </p:cNvCxnSpPr>
            <p:nvPr/>
          </p:nvCxnSpPr>
          <p:spPr>
            <a:xfrm>
              <a:off x="7299325" y="3311537"/>
              <a:ext cx="131762" cy="133336"/>
            </a:xfrm>
            <a:prstGeom prst="straightConnector1">
              <a:avLst/>
            </a:prstGeom>
            <a:ln>
              <a:headEnd type="oval"/>
              <a:tailEnd type="oval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7" name="Straight Arrow Connector 136">
              <a:extLst>
                <a:ext uri="{FF2B5EF4-FFF2-40B4-BE49-F238E27FC236}">
                  <a16:creationId xmlns:a16="http://schemas.microsoft.com/office/drawing/2014/main" id="{8FD6BF6B-2DE0-2592-C0DD-14FB9B9A10D5}"/>
                </a:ext>
              </a:extLst>
            </p:cNvPr>
            <p:cNvCxnSpPr>
              <a:cxnSpLocks/>
            </p:cNvCxnSpPr>
            <p:nvPr/>
          </p:nvCxnSpPr>
          <p:spPr>
            <a:xfrm>
              <a:off x="7431084" y="3446469"/>
              <a:ext cx="664287" cy="0"/>
            </a:xfrm>
            <a:prstGeom prst="straightConnector1">
              <a:avLst/>
            </a:prstGeom>
            <a:ln>
              <a:headEnd type="oval"/>
              <a:tailEnd type="oval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9" name="Straight Arrow Connector 138">
              <a:extLst>
                <a:ext uri="{FF2B5EF4-FFF2-40B4-BE49-F238E27FC236}">
                  <a16:creationId xmlns:a16="http://schemas.microsoft.com/office/drawing/2014/main" id="{62C89147-4C6D-D8A5-6743-9DB606CB2B5F}"/>
                </a:ext>
              </a:extLst>
            </p:cNvPr>
            <p:cNvCxnSpPr>
              <a:cxnSpLocks/>
            </p:cNvCxnSpPr>
            <p:nvPr/>
          </p:nvCxnSpPr>
          <p:spPr>
            <a:xfrm>
              <a:off x="7053852" y="3537315"/>
              <a:ext cx="243886" cy="0"/>
            </a:xfrm>
            <a:prstGeom prst="straightConnector1">
              <a:avLst/>
            </a:prstGeom>
            <a:ln>
              <a:headEnd type="oval"/>
              <a:tailEnd type="oval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0" name="Straight Arrow Connector 139">
              <a:extLst>
                <a:ext uri="{FF2B5EF4-FFF2-40B4-BE49-F238E27FC236}">
                  <a16:creationId xmlns:a16="http://schemas.microsoft.com/office/drawing/2014/main" id="{0F522D0D-B0E9-80A8-0031-C3C2C9001E14}"/>
                </a:ext>
              </a:extLst>
            </p:cNvPr>
            <p:cNvCxnSpPr>
              <a:cxnSpLocks/>
            </p:cNvCxnSpPr>
            <p:nvPr/>
          </p:nvCxnSpPr>
          <p:spPr>
            <a:xfrm>
              <a:off x="7053852" y="3751672"/>
              <a:ext cx="769348" cy="0"/>
            </a:xfrm>
            <a:prstGeom prst="straightConnector1">
              <a:avLst/>
            </a:prstGeom>
            <a:ln>
              <a:headEnd type="oval"/>
              <a:tailEnd type="oval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2" name="Straight Arrow Connector 141">
              <a:extLst>
                <a:ext uri="{FF2B5EF4-FFF2-40B4-BE49-F238E27FC236}">
                  <a16:creationId xmlns:a16="http://schemas.microsoft.com/office/drawing/2014/main" id="{9409971D-5487-B399-2AD4-954782269500}"/>
                </a:ext>
              </a:extLst>
            </p:cNvPr>
            <p:cNvCxnSpPr>
              <a:cxnSpLocks/>
            </p:cNvCxnSpPr>
            <p:nvPr/>
          </p:nvCxnSpPr>
          <p:spPr>
            <a:xfrm>
              <a:off x="7823200" y="3746747"/>
              <a:ext cx="131762" cy="133336"/>
            </a:xfrm>
            <a:prstGeom prst="straightConnector1">
              <a:avLst/>
            </a:prstGeom>
            <a:ln>
              <a:headEnd type="oval"/>
              <a:tailEnd type="oval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2DABECC7-3E56-7C1A-25E5-150D4E142CDE}"/>
              </a:ext>
            </a:extLst>
          </p:cNvPr>
          <p:cNvGrpSpPr/>
          <p:nvPr/>
        </p:nvGrpSpPr>
        <p:grpSpPr>
          <a:xfrm rot="16200000">
            <a:off x="5494788" y="1463096"/>
            <a:ext cx="1182098" cy="1168422"/>
            <a:chOff x="7053852" y="2711661"/>
            <a:chExt cx="1182098" cy="1168422"/>
          </a:xfrm>
        </p:grpSpPr>
        <p:cxnSp>
          <p:nvCxnSpPr>
            <p:cNvPr id="145" name="Straight Arrow Connector 144">
              <a:extLst>
                <a:ext uri="{FF2B5EF4-FFF2-40B4-BE49-F238E27FC236}">
                  <a16:creationId xmlns:a16="http://schemas.microsoft.com/office/drawing/2014/main" id="{7D61B944-B105-B13D-CC98-1C715BE17F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53852" y="2897053"/>
              <a:ext cx="856259" cy="7291"/>
            </a:xfrm>
            <a:prstGeom prst="straightConnector1">
              <a:avLst/>
            </a:prstGeom>
            <a:ln>
              <a:headEnd type="oval"/>
              <a:tailEnd type="oval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6" name="Straight Arrow Connector 145">
              <a:extLst>
                <a:ext uri="{FF2B5EF4-FFF2-40B4-BE49-F238E27FC236}">
                  <a16:creationId xmlns:a16="http://schemas.microsoft.com/office/drawing/2014/main" id="{C2951C1D-F303-9B59-7C0E-ECB853BDB3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10111" y="2711661"/>
              <a:ext cx="177551" cy="185392"/>
            </a:xfrm>
            <a:prstGeom prst="straightConnector1">
              <a:avLst/>
            </a:prstGeom>
            <a:ln>
              <a:headEnd type="oval"/>
              <a:tailEnd type="oval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7" name="Straight Arrow Connector 146">
              <a:extLst>
                <a:ext uri="{FF2B5EF4-FFF2-40B4-BE49-F238E27FC236}">
                  <a16:creationId xmlns:a16="http://schemas.microsoft.com/office/drawing/2014/main" id="{0FDC339B-9E88-2680-1C6E-BF75EA8E95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53852" y="3112953"/>
              <a:ext cx="856259" cy="7291"/>
            </a:xfrm>
            <a:prstGeom prst="straightConnector1">
              <a:avLst/>
            </a:prstGeom>
            <a:ln>
              <a:headEnd type="oval"/>
              <a:tailEnd type="oval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8" name="Straight Arrow Connector 147">
              <a:extLst>
                <a:ext uri="{FF2B5EF4-FFF2-40B4-BE49-F238E27FC236}">
                  <a16:creationId xmlns:a16="http://schemas.microsoft.com/office/drawing/2014/main" id="{6C93F4C1-248D-371C-54E7-E03F8BFAF9BB}"/>
                </a:ext>
              </a:extLst>
            </p:cNvPr>
            <p:cNvCxnSpPr>
              <a:cxnSpLocks/>
            </p:cNvCxnSpPr>
            <p:nvPr/>
          </p:nvCxnSpPr>
          <p:spPr>
            <a:xfrm>
              <a:off x="7910111" y="3112953"/>
              <a:ext cx="325839" cy="0"/>
            </a:xfrm>
            <a:prstGeom prst="straightConnector1">
              <a:avLst/>
            </a:prstGeom>
            <a:ln>
              <a:headEnd type="oval"/>
              <a:tailEnd type="oval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9" name="Straight Arrow Connector 148">
              <a:extLst>
                <a:ext uri="{FF2B5EF4-FFF2-40B4-BE49-F238E27FC236}">
                  <a16:creationId xmlns:a16="http://schemas.microsoft.com/office/drawing/2014/main" id="{5836B396-1533-52A7-5F9F-2816F574EC59}"/>
                </a:ext>
              </a:extLst>
            </p:cNvPr>
            <p:cNvCxnSpPr>
              <a:cxnSpLocks/>
            </p:cNvCxnSpPr>
            <p:nvPr/>
          </p:nvCxnSpPr>
          <p:spPr>
            <a:xfrm>
              <a:off x="7053852" y="3310744"/>
              <a:ext cx="243886" cy="0"/>
            </a:xfrm>
            <a:prstGeom prst="straightConnector1">
              <a:avLst/>
            </a:prstGeom>
            <a:ln>
              <a:headEnd type="oval"/>
              <a:tailEnd type="oval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0" name="Straight Arrow Connector 149">
              <a:extLst>
                <a:ext uri="{FF2B5EF4-FFF2-40B4-BE49-F238E27FC236}">
                  <a16:creationId xmlns:a16="http://schemas.microsoft.com/office/drawing/2014/main" id="{9AD708DD-BD1A-C15E-E92E-C8D064B45252}"/>
                </a:ext>
              </a:extLst>
            </p:cNvPr>
            <p:cNvCxnSpPr>
              <a:cxnSpLocks/>
            </p:cNvCxnSpPr>
            <p:nvPr/>
          </p:nvCxnSpPr>
          <p:spPr>
            <a:xfrm>
              <a:off x="7299325" y="3311537"/>
              <a:ext cx="131762" cy="133336"/>
            </a:xfrm>
            <a:prstGeom prst="straightConnector1">
              <a:avLst/>
            </a:prstGeom>
            <a:ln>
              <a:headEnd type="oval"/>
              <a:tailEnd type="oval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1" name="Straight Arrow Connector 150">
              <a:extLst>
                <a:ext uri="{FF2B5EF4-FFF2-40B4-BE49-F238E27FC236}">
                  <a16:creationId xmlns:a16="http://schemas.microsoft.com/office/drawing/2014/main" id="{10863AA6-B145-B5C6-13CF-53EFCCFE5D76}"/>
                </a:ext>
              </a:extLst>
            </p:cNvPr>
            <p:cNvCxnSpPr>
              <a:cxnSpLocks/>
            </p:cNvCxnSpPr>
            <p:nvPr/>
          </p:nvCxnSpPr>
          <p:spPr>
            <a:xfrm>
              <a:off x="7431084" y="3446469"/>
              <a:ext cx="664287" cy="0"/>
            </a:xfrm>
            <a:prstGeom prst="straightConnector1">
              <a:avLst/>
            </a:prstGeom>
            <a:ln>
              <a:headEnd type="oval"/>
              <a:tailEnd type="oval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2" name="Straight Arrow Connector 151">
              <a:extLst>
                <a:ext uri="{FF2B5EF4-FFF2-40B4-BE49-F238E27FC236}">
                  <a16:creationId xmlns:a16="http://schemas.microsoft.com/office/drawing/2014/main" id="{FD2BEF37-3DD7-E70B-749D-6595AFD8E71A}"/>
                </a:ext>
              </a:extLst>
            </p:cNvPr>
            <p:cNvCxnSpPr>
              <a:cxnSpLocks/>
            </p:cNvCxnSpPr>
            <p:nvPr/>
          </p:nvCxnSpPr>
          <p:spPr>
            <a:xfrm>
              <a:off x="7053852" y="3537315"/>
              <a:ext cx="243886" cy="0"/>
            </a:xfrm>
            <a:prstGeom prst="straightConnector1">
              <a:avLst/>
            </a:prstGeom>
            <a:ln>
              <a:headEnd type="oval"/>
              <a:tailEnd type="oval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3" name="Straight Arrow Connector 152">
              <a:extLst>
                <a:ext uri="{FF2B5EF4-FFF2-40B4-BE49-F238E27FC236}">
                  <a16:creationId xmlns:a16="http://schemas.microsoft.com/office/drawing/2014/main" id="{CDE8A5D8-6482-FCE9-FB33-5161D33EA564}"/>
                </a:ext>
              </a:extLst>
            </p:cNvPr>
            <p:cNvCxnSpPr>
              <a:cxnSpLocks/>
            </p:cNvCxnSpPr>
            <p:nvPr/>
          </p:nvCxnSpPr>
          <p:spPr>
            <a:xfrm>
              <a:off x="7053852" y="3751672"/>
              <a:ext cx="769348" cy="0"/>
            </a:xfrm>
            <a:prstGeom prst="straightConnector1">
              <a:avLst/>
            </a:prstGeom>
            <a:ln>
              <a:headEnd type="oval"/>
              <a:tailEnd type="oval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4" name="Straight Arrow Connector 153">
              <a:extLst>
                <a:ext uri="{FF2B5EF4-FFF2-40B4-BE49-F238E27FC236}">
                  <a16:creationId xmlns:a16="http://schemas.microsoft.com/office/drawing/2014/main" id="{8E9E653D-3270-5934-1BDA-49ADA5834E8E}"/>
                </a:ext>
              </a:extLst>
            </p:cNvPr>
            <p:cNvCxnSpPr>
              <a:cxnSpLocks/>
            </p:cNvCxnSpPr>
            <p:nvPr/>
          </p:nvCxnSpPr>
          <p:spPr>
            <a:xfrm>
              <a:off x="7823200" y="3746747"/>
              <a:ext cx="131762" cy="133336"/>
            </a:xfrm>
            <a:prstGeom prst="straightConnector1">
              <a:avLst/>
            </a:prstGeom>
            <a:ln>
              <a:headEnd type="oval"/>
              <a:tailEnd type="oval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8A5D26E6-57CA-D66F-3771-9C9C76FC51BC}"/>
              </a:ext>
            </a:extLst>
          </p:cNvPr>
          <p:cNvGrpSpPr/>
          <p:nvPr/>
        </p:nvGrpSpPr>
        <p:grpSpPr>
          <a:xfrm rot="10800000">
            <a:off x="4029468" y="2979817"/>
            <a:ext cx="1182098" cy="1168422"/>
            <a:chOff x="7053852" y="2711661"/>
            <a:chExt cx="1182098" cy="1168422"/>
          </a:xfrm>
        </p:grpSpPr>
        <p:cxnSp>
          <p:nvCxnSpPr>
            <p:cNvPr id="156" name="Straight Arrow Connector 155">
              <a:extLst>
                <a:ext uri="{FF2B5EF4-FFF2-40B4-BE49-F238E27FC236}">
                  <a16:creationId xmlns:a16="http://schemas.microsoft.com/office/drawing/2014/main" id="{5558FFA5-3191-E480-24EA-FD403DDE8C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53852" y="2897053"/>
              <a:ext cx="856259" cy="7291"/>
            </a:xfrm>
            <a:prstGeom prst="straightConnector1">
              <a:avLst/>
            </a:prstGeom>
            <a:ln>
              <a:headEnd type="oval"/>
              <a:tailEnd type="oval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7" name="Straight Arrow Connector 156">
              <a:extLst>
                <a:ext uri="{FF2B5EF4-FFF2-40B4-BE49-F238E27FC236}">
                  <a16:creationId xmlns:a16="http://schemas.microsoft.com/office/drawing/2014/main" id="{CA19F1B2-A44C-9575-5379-1BED29264D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10111" y="2711661"/>
              <a:ext cx="177551" cy="185392"/>
            </a:xfrm>
            <a:prstGeom prst="straightConnector1">
              <a:avLst/>
            </a:prstGeom>
            <a:ln>
              <a:headEnd type="oval"/>
              <a:tailEnd type="oval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8" name="Straight Arrow Connector 157">
              <a:extLst>
                <a:ext uri="{FF2B5EF4-FFF2-40B4-BE49-F238E27FC236}">
                  <a16:creationId xmlns:a16="http://schemas.microsoft.com/office/drawing/2014/main" id="{84E91D6D-E1DF-9C24-F61B-F5B81FE833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53852" y="3112953"/>
              <a:ext cx="856259" cy="7291"/>
            </a:xfrm>
            <a:prstGeom prst="straightConnector1">
              <a:avLst/>
            </a:prstGeom>
            <a:ln>
              <a:headEnd type="oval"/>
              <a:tailEnd type="oval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9" name="Straight Arrow Connector 158">
              <a:extLst>
                <a:ext uri="{FF2B5EF4-FFF2-40B4-BE49-F238E27FC236}">
                  <a16:creationId xmlns:a16="http://schemas.microsoft.com/office/drawing/2014/main" id="{03E62CB0-1F33-1980-C8E2-90175D0A6903}"/>
                </a:ext>
              </a:extLst>
            </p:cNvPr>
            <p:cNvCxnSpPr>
              <a:cxnSpLocks/>
            </p:cNvCxnSpPr>
            <p:nvPr/>
          </p:nvCxnSpPr>
          <p:spPr>
            <a:xfrm>
              <a:off x="7910111" y="3112953"/>
              <a:ext cx="325839" cy="0"/>
            </a:xfrm>
            <a:prstGeom prst="straightConnector1">
              <a:avLst/>
            </a:prstGeom>
            <a:ln>
              <a:headEnd type="oval"/>
              <a:tailEnd type="oval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0" name="Straight Arrow Connector 159">
              <a:extLst>
                <a:ext uri="{FF2B5EF4-FFF2-40B4-BE49-F238E27FC236}">
                  <a16:creationId xmlns:a16="http://schemas.microsoft.com/office/drawing/2014/main" id="{0BF95960-E474-BC98-3087-CAF7380C6A82}"/>
                </a:ext>
              </a:extLst>
            </p:cNvPr>
            <p:cNvCxnSpPr>
              <a:cxnSpLocks/>
            </p:cNvCxnSpPr>
            <p:nvPr/>
          </p:nvCxnSpPr>
          <p:spPr>
            <a:xfrm>
              <a:off x="7053852" y="3310744"/>
              <a:ext cx="243886" cy="0"/>
            </a:xfrm>
            <a:prstGeom prst="straightConnector1">
              <a:avLst/>
            </a:prstGeom>
            <a:ln>
              <a:headEnd type="oval"/>
              <a:tailEnd type="oval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1" name="Straight Arrow Connector 160">
              <a:extLst>
                <a:ext uri="{FF2B5EF4-FFF2-40B4-BE49-F238E27FC236}">
                  <a16:creationId xmlns:a16="http://schemas.microsoft.com/office/drawing/2014/main" id="{86AD003D-4258-74AA-63DB-042515CB7287}"/>
                </a:ext>
              </a:extLst>
            </p:cNvPr>
            <p:cNvCxnSpPr>
              <a:cxnSpLocks/>
            </p:cNvCxnSpPr>
            <p:nvPr/>
          </p:nvCxnSpPr>
          <p:spPr>
            <a:xfrm>
              <a:off x="7299325" y="3311537"/>
              <a:ext cx="131762" cy="133336"/>
            </a:xfrm>
            <a:prstGeom prst="straightConnector1">
              <a:avLst/>
            </a:prstGeom>
            <a:ln>
              <a:headEnd type="oval"/>
              <a:tailEnd type="oval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2" name="Straight Arrow Connector 161">
              <a:extLst>
                <a:ext uri="{FF2B5EF4-FFF2-40B4-BE49-F238E27FC236}">
                  <a16:creationId xmlns:a16="http://schemas.microsoft.com/office/drawing/2014/main" id="{3CE66143-D8B0-C89F-44A5-06031EC40B98}"/>
                </a:ext>
              </a:extLst>
            </p:cNvPr>
            <p:cNvCxnSpPr>
              <a:cxnSpLocks/>
            </p:cNvCxnSpPr>
            <p:nvPr/>
          </p:nvCxnSpPr>
          <p:spPr>
            <a:xfrm>
              <a:off x="7431084" y="3446469"/>
              <a:ext cx="664287" cy="0"/>
            </a:xfrm>
            <a:prstGeom prst="straightConnector1">
              <a:avLst/>
            </a:prstGeom>
            <a:ln>
              <a:headEnd type="oval"/>
              <a:tailEnd type="oval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3" name="Straight Arrow Connector 162">
              <a:extLst>
                <a:ext uri="{FF2B5EF4-FFF2-40B4-BE49-F238E27FC236}">
                  <a16:creationId xmlns:a16="http://schemas.microsoft.com/office/drawing/2014/main" id="{A6BCC5A0-0128-DE3D-4B96-62B6CADC37AA}"/>
                </a:ext>
              </a:extLst>
            </p:cNvPr>
            <p:cNvCxnSpPr>
              <a:cxnSpLocks/>
            </p:cNvCxnSpPr>
            <p:nvPr/>
          </p:nvCxnSpPr>
          <p:spPr>
            <a:xfrm>
              <a:off x="7053852" y="3537315"/>
              <a:ext cx="243886" cy="0"/>
            </a:xfrm>
            <a:prstGeom prst="straightConnector1">
              <a:avLst/>
            </a:prstGeom>
            <a:ln>
              <a:headEnd type="oval"/>
              <a:tailEnd type="oval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4" name="Straight Arrow Connector 163">
              <a:extLst>
                <a:ext uri="{FF2B5EF4-FFF2-40B4-BE49-F238E27FC236}">
                  <a16:creationId xmlns:a16="http://schemas.microsoft.com/office/drawing/2014/main" id="{9764F986-7B5F-0FC3-00F9-8FF9B50B8AF6}"/>
                </a:ext>
              </a:extLst>
            </p:cNvPr>
            <p:cNvCxnSpPr>
              <a:cxnSpLocks/>
            </p:cNvCxnSpPr>
            <p:nvPr/>
          </p:nvCxnSpPr>
          <p:spPr>
            <a:xfrm>
              <a:off x="7053852" y="3751672"/>
              <a:ext cx="769348" cy="0"/>
            </a:xfrm>
            <a:prstGeom prst="straightConnector1">
              <a:avLst/>
            </a:prstGeom>
            <a:ln>
              <a:headEnd type="oval"/>
              <a:tailEnd type="oval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5" name="Straight Arrow Connector 164">
              <a:extLst>
                <a:ext uri="{FF2B5EF4-FFF2-40B4-BE49-F238E27FC236}">
                  <a16:creationId xmlns:a16="http://schemas.microsoft.com/office/drawing/2014/main" id="{F54EDD1D-167E-50AE-C4C1-CCCD16D48BCE}"/>
                </a:ext>
              </a:extLst>
            </p:cNvPr>
            <p:cNvCxnSpPr>
              <a:cxnSpLocks/>
            </p:cNvCxnSpPr>
            <p:nvPr/>
          </p:nvCxnSpPr>
          <p:spPr>
            <a:xfrm>
              <a:off x="7823200" y="3746747"/>
              <a:ext cx="131762" cy="133336"/>
            </a:xfrm>
            <a:prstGeom prst="straightConnector1">
              <a:avLst/>
            </a:prstGeom>
            <a:ln>
              <a:headEnd type="oval"/>
              <a:tailEnd type="oval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0F48C230-16E6-31CF-9B98-D036329D5D5E}"/>
              </a:ext>
            </a:extLst>
          </p:cNvPr>
          <p:cNvGrpSpPr/>
          <p:nvPr/>
        </p:nvGrpSpPr>
        <p:grpSpPr>
          <a:xfrm rot="5400000" flipV="1">
            <a:off x="5494788" y="4486039"/>
            <a:ext cx="1182098" cy="1168422"/>
            <a:chOff x="7053852" y="2711661"/>
            <a:chExt cx="1182098" cy="1168422"/>
          </a:xfrm>
        </p:grpSpPr>
        <p:cxnSp>
          <p:nvCxnSpPr>
            <p:cNvPr id="167" name="Straight Arrow Connector 166">
              <a:extLst>
                <a:ext uri="{FF2B5EF4-FFF2-40B4-BE49-F238E27FC236}">
                  <a16:creationId xmlns:a16="http://schemas.microsoft.com/office/drawing/2014/main" id="{ABE24252-9162-2D0F-805E-4724D84D82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53852" y="2897053"/>
              <a:ext cx="856259" cy="7291"/>
            </a:xfrm>
            <a:prstGeom prst="straightConnector1">
              <a:avLst/>
            </a:prstGeom>
            <a:ln>
              <a:headEnd type="oval"/>
              <a:tailEnd type="oval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8" name="Straight Arrow Connector 167">
              <a:extLst>
                <a:ext uri="{FF2B5EF4-FFF2-40B4-BE49-F238E27FC236}">
                  <a16:creationId xmlns:a16="http://schemas.microsoft.com/office/drawing/2014/main" id="{EE9246F3-1B94-F348-3243-68D91EFC38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10111" y="2711661"/>
              <a:ext cx="177551" cy="185392"/>
            </a:xfrm>
            <a:prstGeom prst="straightConnector1">
              <a:avLst/>
            </a:prstGeom>
            <a:ln>
              <a:headEnd type="oval"/>
              <a:tailEnd type="oval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9" name="Straight Arrow Connector 168">
              <a:extLst>
                <a:ext uri="{FF2B5EF4-FFF2-40B4-BE49-F238E27FC236}">
                  <a16:creationId xmlns:a16="http://schemas.microsoft.com/office/drawing/2014/main" id="{19ADD8FB-CBCE-C526-11F8-C36F7BF676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53852" y="3112953"/>
              <a:ext cx="856259" cy="7291"/>
            </a:xfrm>
            <a:prstGeom prst="straightConnector1">
              <a:avLst/>
            </a:prstGeom>
            <a:ln>
              <a:headEnd type="oval"/>
              <a:tailEnd type="oval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0" name="Straight Arrow Connector 169">
              <a:extLst>
                <a:ext uri="{FF2B5EF4-FFF2-40B4-BE49-F238E27FC236}">
                  <a16:creationId xmlns:a16="http://schemas.microsoft.com/office/drawing/2014/main" id="{571F6744-4527-985C-3807-2F22E9252F02}"/>
                </a:ext>
              </a:extLst>
            </p:cNvPr>
            <p:cNvCxnSpPr>
              <a:cxnSpLocks/>
            </p:cNvCxnSpPr>
            <p:nvPr/>
          </p:nvCxnSpPr>
          <p:spPr>
            <a:xfrm>
              <a:off x="7910111" y="3112953"/>
              <a:ext cx="325839" cy="0"/>
            </a:xfrm>
            <a:prstGeom prst="straightConnector1">
              <a:avLst/>
            </a:prstGeom>
            <a:ln>
              <a:headEnd type="oval"/>
              <a:tailEnd type="oval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1" name="Straight Arrow Connector 170">
              <a:extLst>
                <a:ext uri="{FF2B5EF4-FFF2-40B4-BE49-F238E27FC236}">
                  <a16:creationId xmlns:a16="http://schemas.microsoft.com/office/drawing/2014/main" id="{F6E3A771-BE37-7C9C-EE67-9ED2BBAA4987}"/>
                </a:ext>
              </a:extLst>
            </p:cNvPr>
            <p:cNvCxnSpPr>
              <a:cxnSpLocks/>
            </p:cNvCxnSpPr>
            <p:nvPr/>
          </p:nvCxnSpPr>
          <p:spPr>
            <a:xfrm>
              <a:off x="7053852" y="3310744"/>
              <a:ext cx="243886" cy="0"/>
            </a:xfrm>
            <a:prstGeom prst="straightConnector1">
              <a:avLst/>
            </a:prstGeom>
            <a:ln>
              <a:headEnd type="oval"/>
              <a:tailEnd type="oval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2" name="Straight Arrow Connector 171">
              <a:extLst>
                <a:ext uri="{FF2B5EF4-FFF2-40B4-BE49-F238E27FC236}">
                  <a16:creationId xmlns:a16="http://schemas.microsoft.com/office/drawing/2014/main" id="{D1D167ED-E5B4-B2BE-4974-64A08A255F3A}"/>
                </a:ext>
              </a:extLst>
            </p:cNvPr>
            <p:cNvCxnSpPr>
              <a:cxnSpLocks/>
            </p:cNvCxnSpPr>
            <p:nvPr/>
          </p:nvCxnSpPr>
          <p:spPr>
            <a:xfrm>
              <a:off x="7299325" y="3311537"/>
              <a:ext cx="131762" cy="133336"/>
            </a:xfrm>
            <a:prstGeom prst="straightConnector1">
              <a:avLst/>
            </a:prstGeom>
            <a:ln>
              <a:headEnd type="oval"/>
              <a:tailEnd type="oval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3" name="Straight Arrow Connector 172">
              <a:extLst>
                <a:ext uri="{FF2B5EF4-FFF2-40B4-BE49-F238E27FC236}">
                  <a16:creationId xmlns:a16="http://schemas.microsoft.com/office/drawing/2014/main" id="{495EB52E-500C-4482-0B02-1FDB40B92408}"/>
                </a:ext>
              </a:extLst>
            </p:cNvPr>
            <p:cNvCxnSpPr>
              <a:cxnSpLocks/>
            </p:cNvCxnSpPr>
            <p:nvPr/>
          </p:nvCxnSpPr>
          <p:spPr>
            <a:xfrm>
              <a:off x="7431084" y="3446469"/>
              <a:ext cx="664287" cy="0"/>
            </a:xfrm>
            <a:prstGeom prst="straightConnector1">
              <a:avLst/>
            </a:prstGeom>
            <a:ln>
              <a:headEnd type="oval"/>
              <a:tailEnd type="oval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4" name="Straight Arrow Connector 173">
              <a:extLst>
                <a:ext uri="{FF2B5EF4-FFF2-40B4-BE49-F238E27FC236}">
                  <a16:creationId xmlns:a16="http://schemas.microsoft.com/office/drawing/2014/main" id="{43725004-4A95-65B3-B6F5-C21F98050EAF}"/>
                </a:ext>
              </a:extLst>
            </p:cNvPr>
            <p:cNvCxnSpPr>
              <a:cxnSpLocks/>
            </p:cNvCxnSpPr>
            <p:nvPr/>
          </p:nvCxnSpPr>
          <p:spPr>
            <a:xfrm>
              <a:off x="7053852" y="3537315"/>
              <a:ext cx="243886" cy="0"/>
            </a:xfrm>
            <a:prstGeom prst="straightConnector1">
              <a:avLst/>
            </a:prstGeom>
            <a:ln>
              <a:headEnd type="oval"/>
              <a:tailEnd type="oval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5" name="Straight Arrow Connector 174">
              <a:extLst>
                <a:ext uri="{FF2B5EF4-FFF2-40B4-BE49-F238E27FC236}">
                  <a16:creationId xmlns:a16="http://schemas.microsoft.com/office/drawing/2014/main" id="{9AC29D56-11F0-1DE1-3426-B2B54EBCAC9C}"/>
                </a:ext>
              </a:extLst>
            </p:cNvPr>
            <p:cNvCxnSpPr>
              <a:cxnSpLocks/>
            </p:cNvCxnSpPr>
            <p:nvPr/>
          </p:nvCxnSpPr>
          <p:spPr>
            <a:xfrm>
              <a:off x="7053852" y="3751672"/>
              <a:ext cx="769348" cy="0"/>
            </a:xfrm>
            <a:prstGeom prst="straightConnector1">
              <a:avLst/>
            </a:prstGeom>
            <a:ln>
              <a:headEnd type="oval"/>
              <a:tailEnd type="oval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6" name="Straight Arrow Connector 175">
              <a:extLst>
                <a:ext uri="{FF2B5EF4-FFF2-40B4-BE49-F238E27FC236}">
                  <a16:creationId xmlns:a16="http://schemas.microsoft.com/office/drawing/2014/main" id="{3F1FDF33-40F3-1FE6-3209-03856F69B2E8}"/>
                </a:ext>
              </a:extLst>
            </p:cNvPr>
            <p:cNvCxnSpPr>
              <a:cxnSpLocks/>
            </p:cNvCxnSpPr>
            <p:nvPr/>
          </p:nvCxnSpPr>
          <p:spPr>
            <a:xfrm>
              <a:off x="7823200" y="3746747"/>
              <a:ext cx="131762" cy="133336"/>
            </a:xfrm>
            <a:prstGeom prst="straightConnector1">
              <a:avLst/>
            </a:prstGeom>
            <a:ln>
              <a:headEnd type="oval"/>
              <a:tailEnd type="oval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77" name="Oval 176">
            <a:extLst>
              <a:ext uri="{FF2B5EF4-FFF2-40B4-BE49-F238E27FC236}">
                <a16:creationId xmlns:a16="http://schemas.microsoft.com/office/drawing/2014/main" id="{85C2AB66-2779-EF97-5F65-07B59EFB54B1}"/>
              </a:ext>
            </a:extLst>
          </p:cNvPr>
          <p:cNvSpPr/>
          <p:nvPr/>
        </p:nvSpPr>
        <p:spPr>
          <a:xfrm>
            <a:off x="6636053" y="1706832"/>
            <a:ext cx="67986" cy="67986"/>
          </a:xfrm>
          <a:prstGeom prst="ellipse">
            <a:avLst/>
          </a:prstGeom>
          <a:solidFill>
            <a:srgbClr val="AFFE04"/>
          </a:solidFill>
          <a:ln>
            <a:solidFill>
              <a:srgbClr val="AFFE04"/>
            </a:solidFill>
          </a:ln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9" name="Oval 178">
            <a:extLst>
              <a:ext uri="{FF2B5EF4-FFF2-40B4-BE49-F238E27FC236}">
                <a16:creationId xmlns:a16="http://schemas.microsoft.com/office/drawing/2014/main" id="{74633AAC-C35E-93FC-C230-134B427A479B}"/>
              </a:ext>
            </a:extLst>
          </p:cNvPr>
          <p:cNvSpPr/>
          <p:nvPr/>
        </p:nvSpPr>
        <p:spPr>
          <a:xfrm>
            <a:off x="8201957" y="3326115"/>
            <a:ext cx="67986" cy="67986"/>
          </a:xfrm>
          <a:prstGeom prst="ellipse">
            <a:avLst/>
          </a:prstGeom>
          <a:solidFill>
            <a:srgbClr val="AFFE04"/>
          </a:solidFill>
          <a:ln>
            <a:solidFill>
              <a:srgbClr val="AFFE04"/>
            </a:solidFill>
          </a:ln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0" name="Oval 179">
            <a:extLst>
              <a:ext uri="{FF2B5EF4-FFF2-40B4-BE49-F238E27FC236}">
                <a16:creationId xmlns:a16="http://schemas.microsoft.com/office/drawing/2014/main" id="{B1035161-B58E-AB9D-0F5C-0C20A220D5F5}"/>
              </a:ext>
            </a:extLst>
          </p:cNvPr>
          <p:cNvSpPr/>
          <p:nvPr/>
        </p:nvSpPr>
        <p:spPr>
          <a:xfrm>
            <a:off x="7920969" y="4090641"/>
            <a:ext cx="67986" cy="67986"/>
          </a:xfrm>
          <a:prstGeom prst="ellipse">
            <a:avLst/>
          </a:prstGeom>
          <a:solidFill>
            <a:srgbClr val="AFFE04"/>
          </a:solidFill>
          <a:ln>
            <a:solidFill>
              <a:srgbClr val="AFFE04"/>
            </a:solidFill>
          </a:ln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1" name="Oval 180">
            <a:extLst>
              <a:ext uri="{FF2B5EF4-FFF2-40B4-BE49-F238E27FC236}">
                <a16:creationId xmlns:a16="http://schemas.microsoft.com/office/drawing/2014/main" id="{85E9FAA9-8861-495A-8A2E-BCF48BE7ABFA}"/>
              </a:ext>
            </a:extLst>
          </p:cNvPr>
          <p:cNvSpPr/>
          <p:nvPr/>
        </p:nvSpPr>
        <p:spPr>
          <a:xfrm>
            <a:off x="6294709" y="4689092"/>
            <a:ext cx="67986" cy="67986"/>
          </a:xfrm>
          <a:prstGeom prst="ellipse">
            <a:avLst/>
          </a:prstGeom>
          <a:solidFill>
            <a:srgbClr val="AFFE04"/>
          </a:solidFill>
          <a:ln>
            <a:solidFill>
              <a:srgbClr val="AFFE04"/>
            </a:solidFill>
          </a:ln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2" name="Oval 181">
            <a:extLst>
              <a:ext uri="{FF2B5EF4-FFF2-40B4-BE49-F238E27FC236}">
                <a16:creationId xmlns:a16="http://schemas.microsoft.com/office/drawing/2014/main" id="{DE04D1F4-8E47-61A9-6356-502F5FF16BE7}"/>
              </a:ext>
            </a:extLst>
          </p:cNvPr>
          <p:cNvSpPr/>
          <p:nvPr/>
        </p:nvSpPr>
        <p:spPr>
          <a:xfrm>
            <a:off x="5868169" y="5299834"/>
            <a:ext cx="67986" cy="67986"/>
          </a:xfrm>
          <a:prstGeom prst="ellipse">
            <a:avLst/>
          </a:prstGeom>
          <a:solidFill>
            <a:srgbClr val="AFFE04"/>
          </a:solidFill>
          <a:ln>
            <a:solidFill>
              <a:srgbClr val="AFFE04"/>
            </a:solidFill>
          </a:ln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3" name="Oval 182">
            <a:extLst>
              <a:ext uri="{FF2B5EF4-FFF2-40B4-BE49-F238E27FC236}">
                <a16:creationId xmlns:a16="http://schemas.microsoft.com/office/drawing/2014/main" id="{26AE3B98-D54B-CB84-39EF-88FFB094CA89}"/>
              </a:ext>
            </a:extLst>
          </p:cNvPr>
          <p:cNvSpPr/>
          <p:nvPr/>
        </p:nvSpPr>
        <p:spPr>
          <a:xfrm>
            <a:off x="4143762" y="4114247"/>
            <a:ext cx="67986" cy="67986"/>
          </a:xfrm>
          <a:prstGeom prst="ellipse">
            <a:avLst/>
          </a:prstGeom>
          <a:solidFill>
            <a:srgbClr val="AFFE04"/>
          </a:solidFill>
          <a:ln>
            <a:solidFill>
              <a:srgbClr val="AFFE04"/>
            </a:solidFill>
          </a:ln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4" name="Oval 183">
            <a:extLst>
              <a:ext uri="{FF2B5EF4-FFF2-40B4-BE49-F238E27FC236}">
                <a16:creationId xmlns:a16="http://schemas.microsoft.com/office/drawing/2014/main" id="{B00AC815-0D45-5E68-BA7C-9B0CF9B581DD}"/>
              </a:ext>
            </a:extLst>
          </p:cNvPr>
          <p:cNvSpPr/>
          <p:nvPr/>
        </p:nvSpPr>
        <p:spPr>
          <a:xfrm>
            <a:off x="4933739" y="3515781"/>
            <a:ext cx="67986" cy="67986"/>
          </a:xfrm>
          <a:prstGeom prst="ellipse">
            <a:avLst/>
          </a:prstGeom>
          <a:solidFill>
            <a:srgbClr val="AFFE04"/>
          </a:solidFill>
          <a:ln>
            <a:solidFill>
              <a:srgbClr val="AFFE04"/>
            </a:solidFill>
          </a:ln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5" name="Oval 184">
            <a:extLst>
              <a:ext uri="{FF2B5EF4-FFF2-40B4-BE49-F238E27FC236}">
                <a16:creationId xmlns:a16="http://schemas.microsoft.com/office/drawing/2014/main" id="{65BB7DDD-4CA1-4BC0-826E-8F9F0809176A}"/>
              </a:ext>
            </a:extLst>
          </p:cNvPr>
          <p:cNvSpPr/>
          <p:nvPr/>
        </p:nvSpPr>
        <p:spPr>
          <a:xfrm>
            <a:off x="5868169" y="1744624"/>
            <a:ext cx="67986" cy="67986"/>
          </a:xfrm>
          <a:prstGeom prst="ellipse">
            <a:avLst/>
          </a:prstGeom>
          <a:solidFill>
            <a:srgbClr val="AFFE04"/>
          </a:solidFill>
          <a:ln>
            <a:solidFill>
              <a:srgbClr val="AFFE04"/>
            </a:solidFill>
          </a:ln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6" name="Oval 185">
            <a:extLst>
              <a:ext uri="{FF2B5EF4-FFF2-40B4-BE49-F238E27FC236}">
                <a16:creationId xmlns:a16="http://schemas.microsoft.com/office/drawing/2014/main" id="{940BEE24-F953-0C34-7603-616588DB236E}"/>
              </a:ext>
            </a:extLst>
          </p:cNvPr>
          <p:cNvSpPr/>
          <p:nvPr/>
        </p:nvSpPr>
        <p:spPr>
          <a:xfrm>
            <a:off x="6065954" y="2356758"/>
            <a:ext cx="67986" cy="67986"/>
          </a:xfrm>
          <a:prstGeom prst="ellipse">
            <a:avLst/>
          </a:prstGeom>
          <a:solidFill>
            <a:srgbClr val="AFFE04"/>
          </a:solidFill>
          <a:ln>
            <a:solidFill>
              <a:srgbClr val="AFFE04"/>
            </a:solidFill>
          </a:ln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39CD40CB-8A6F-CB68-2AD4-F7754F3EFA1D}"/>
              </a:ext>
            </a:extLst>
          </p:cNvPr>
          <p:cNvSpPr txBox="1">
            <a:spLocks/>
          </p:cNvSpPr>
          <p:nvPr/>
        </p:nvSpPr>
        <p:spPr>
          <a:xfrm>
            <a:off x="1004884" y="312900"/>
            <a:ext cx="11187116" cy="866548"/>
          </a:xfrm>
          <a:prstGeom prst="rect">
            <a:avLst/>
          </a:prstGeom>
          <a:ln>
            <a:noFill/>
          </a:ln>
        </p:spPr>
        <p:txBody>
          <a:bodyPr vert="horz" lIns="45720" tIns="22860" rIns="45720" bIns="22860" rtlCol="0" anchor="ctr">
            <a:noAutofit/>
          </a:bodyPr>
          <a:lstStyle>
            <a:lvl1pPr indent="0" defTabSz="4572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100" b="1">
                <a:solidFill>
                  <a:srgbClr val="38FFFF"/>
                </a:solidFill>
                <a:latin typeface="Calibri" panose="020F0502020204030204"/>
              </a:defRPr>
            </a:lvl1pPr>
            <a:lvl2pPr marL="408297" indent="-136099" defTabSz="544396">
              <a:lnSpc>
                <a:spcPct val="90000"/>
              </a:lnSpc>
              <a:spcBef>
                <a:spcPts val="298"/>
              </a:spcBef>
              <a:buFont typeface="Arial" panose="020B0604020202020204" pitchFamily="34" charset="0"/>
              <a:buChar char="•"/>
              <a:defRPr sz="2700">
                <a:solidFill>
                  <a:srgbClr val="39ADAC"/>
                </a:solidFill>
                <a:latin typeface="Lato" panose="020F0502020204030203" pitchFamily="34" charset="77"/>
              </a:defRPr>
            </a:lvl2pPr>
            <a:lvl3pPr marL="680496" indent="-136099" defTabSz="544396">
              <a:lnSpc>
                <a:spcPct val="90000"/>
              </a:lnSpc>
              <a:spcBef>
                <a:spcPts val="298"/>
              </a:spcBef>
              <a:buFont typeface="Arial" panose="020B0604020202020204" pitchFamily="34" charset="0"/>
              <a:buChar char="•"/>
              <a:defRPr sz="2700">
                <a:solidFill>
                  <a:srgbClr val="39ADAC"/>
                </a:solidFill>
                <a:latin typeface="Lato" panose="020F0502020204030203" pitchFamily="34" charset="77"/>
              </a:defRPr>
            </a:lvl3pPr>
            <a:lvl4pPr marL="952694" indent="-136099" defTabSz="544396">
              <a:lnSpc>
                <a:spcPct val="90000"/>
              </a:lnSpc>
              <a:spcBef>
                <a:spcPts val="298"/>
              </a:spcBef>
              <a:buFont typeface="Arial" panose="020B0604020202020204" pitchFamily="34" charset="0"/>
              <a:buChar char="•"/>
              <a:defRPr sz="2700">
                <a:solidFill>
                  <a:srgbClr val="39ADAC"/>
                </a:solidFill>
                <a:latin typeface="Lato" panose="020F0502020204030203" pitchFamily="34" charset="77"/>
              </a:defRPr>
            </a:lvl4pPr>
            <a:lvl5pPr marL="1224892" indent="-136099" defTabSz="544396">
              <a:lnSpc>
                <a:spcPct val="90000"/>
              </a:lnSpc>
              <a:spcBef>
                <a:spcPts val="298"/>
              </a:spcBef>
              <a:buFont typeface="Arial" panose="020B0604020202020204" pitchFamily="34" charset="0"/>
              <a:buChar char="•"/>
              <a:defRPr sz="2700">
                <a:solidFill>
                  <a:srgbClr val="39ADAC"/>
                </a:solidFill>
                <a:latin typeface="Lato" panose="020F0502020204030203" pitchFamily="34" charset="77"/>
              </a:defRPr>
            </a:lvl5pPr>
            <a:lvl6pPr marL="1497091" indent="-136099" defTabSz="544396">
              <a:lnSpc>
                <a:spcPct val="90000"/>
              </a:lnSpc>
              <a:spcBef>
                <a:spcPts val="298"/>
              </a:spcBef>
              <a:buFont typeface="Arial" panose="020B0604020202020204" pitchFamily="34" charset="0"/>
              <a:buChar char="•"/>
              <a:defRPr sz="1072"/>
            </a:lvl6pPr>
            <a:lvl7pPr marL="1769289" indent="-136099" defTabSz="544396">
              <a:lnSpc>
                <a:spcPct val="90000"/>
              </a:lnSpc>
              <a:spcBef>
                <a:spcPts val="298"/>
              </a:spcBef>
              <a:buFont typeface="Arial" panose="020B0604020202020204" pitchFamily="34" charset="0"/>
              <a:buChar char="•"/>
              <a:defRPr sz="1072"/>
            </a:lvl7pPr>
            <a:lvl8pPr marL="2041487" indent="-136099" defTabSz="544396">
              <a:lnSpc>
                <a:spcPct val="90000"/>
              </a:lnSpc>
              <a:spcBef>
                <a:spcPts val="298"/>
              </a:spcBef>
              <a:buFont typeface="Arial" panose="020B0604020202020204" pitchFamily="34" charset="0"/>
              <a:buChar char="•"/>
              <a:defRPr sz="1072"/>
            </a:lvl8pPr>
            <a:lvl9pPr marL="2313685" indent="-136099" defTabSz="544396">
              <a:lnSpc>
                <a:spcPct val="90000"/>
              </a:lnSpc>
              <a:spcBef>
                <a:spcPts val="298"/>
              </a:spcBef>
              <a:buFont typeface="Arial" panose="020B0604020202020204" pitchFamily="34" charset="0"/>
              <a:buChar char="•"/>
              <a:defRPr sz="1072"/>
            </a:lvl9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92B94C"/>
                </a:solidFill>
                <a:effectLst/>
                <a:uLnTx/>
                <a:uFillTx/>
                <a:latin typeface="Helvetica light"/>
                <a:ea typeface="+mn-ea"/>
                <a:cs typeface="Helvetica"/>
              </a:rPr>
              <a:t>We are an AI First company</a:t>
            </a:r>
          </a:p>
        </p:txBody>
      </p:sp>
    </p:spTree>
    <p:extLst>
      <p:ext uri="{BB962C8B-B14F-4D97-AF65-F5344CB8AC3E}">
        <p14:creationId xmlns:p14="http://schemas.microsoft.com/office/powerpoint/2010/main" val="924832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A6A574C-267D-F778-FB78-7E03426556A0}"/>
              </a:ext>
            </a:extLst>
          </p:cNvPr>
          <p:cNvSpPr/>
          <p:nvPr/>
        </p:nvSpPr>
        <p:spPr>
          <a:xfrm>
            <a:off x="108568" y="3956392"/>
            <a:ext cx="3506186" cy="1567380"/>
          </a:xfrm>
          <a:prstGeom prst="round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400"/>
              <a:t>We will build </a:t>
            </a:r>
            <a:r>
              <a:rPr lang="en-IN" sz="1400" b="1">
                <a:solidFill>
                  <a:schemeClr val="tx1"/>
                </a:solidFill>
              </a:rPr>
              <a:t>business co-pilots</a:t>
            </a:r>
          </a:p>
          <a:p>
            <a:pPr marL="285750" marR="0" lvl="0" indent="-285750" algn="l" defTabSz="914354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Helvetica light"/>
                <a:ea typeface="Calibri" panose="020F0502020204030204" pitchFamily="34" charset="0"/>
                <a:cs typeface="Arial" panose="020B0604020202020204" pitchFamily="34" charset="0"/>
              </a:rPr>
              <a:t>Set up a sandbox environment</a:t>
            </a:r>
          </a:p>
          <a:p>
            <a:pPr marL="285750" marR="0" lvl="0" indent="-285750" algn="l" defTabSz="914354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Helvetica light"/>
                <a:ea typeface="Calibri" panose="020F0502020204030204" pitchFamily="34" charset="0"/>
                <a:cs typeface="Arial" panose="020B0604020202020204" pitchFamily="34" charset="0"/>
              </a:rPr>
              <a:t>Build POCs for rapid delivery</a:t>
            </a:r>
          </a:p>
          <a:p>
            <a:pPr marL="285750" marR="0" lvl="0" indent="-285750" algn="l" defTabSz="914354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Helvetica light"/>
                <a:ea typeface="Calibri" panose="020F0502020204030204" pitchFamily="34" charset="0"/>
                <a:cs typeface="Arial" panose="020B0604020202020204" pitchFamily="34" charset="0"/>
              </a:rPr>
              <a:t>Test and evaluate models against KPIs for prototype deployment</a:t>
            </a:r>
            <a:endParaRPr kumimoji="0" lang="en-IN" sz="1400" b="0" i="0" u="none" strike="noStrike" kern="1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Helvetica light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8C5FBA2-3A17-C8AC-6A10-6E19A5F2053D}"/>
              </a:ext>
            </a:extLst>
          </p:cNvPr>
          <p:cNvGrpSpPr/>
          <p:nvPr/>
        </p:nvGrpSpPr>
        <p:grpSpPr>
          <a:xfrm>
            <a:off x="2470870" y="1698701"/>
            <a:ext cx="2087740" cy="1799775"/>
            <a:chOff x="2802816" y="1658296"/>
            <a:chExt cx="2087740" cy="1799775"/>
          </a:xfrm>
        </p:grpSpPr>
        <p:sp>
          <p:nvSpPr>
            <p:cNvPr id="203" name="Hexagon 202">
              <a:extLst>
                <a:ext uri="{FF2B5EF4-FFF2-40B4-BE49-F238E27FC236}">
                  <a16:creationId xmlns:a16="http://schemas.microsoft.com/office/drawing/2014/main" id="{821C81C6-B76B-F1BF-EF9A-12029AE36A96}"/>
                </a:ext>
              </a:extLst>
            </p:cNvPr>
            <p:cNvSpPr/>
            <p:nvPr/>
          </p:nvSpPr>
          <p:spPr>
            <a:xfrm>
              <a:off x="3104887" y="1909942"/>
              <a:ext cx="1484013" cy="1279321"/>
            </a:xfrm>
            <a:prstGeom prst="hexagon">
              <a:avLst/>
            </a:prstGeom>
            <a:noFill/>
            <a:ln w="3175">
              <a:solidFill>
                <a:schemeClr val="bg1"/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C30BCC0F-3E73-8BC1-B426-99CC133AC452}"/>
                </a:ext>
              </a:extLst>
            </p:cNvPr>
            <p:cNvSpPr txBox="1"/>
            <p:nvPr/>
          </p:nvSpPr>
          <p:spPr>
            <a:xfrm>
              <a:off x="3453370" y="2109731"/>
              <a:ext cx="791581" cy="6263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3500" b="1">
                  <a:solidFill>
                    <a:schemeClr val="bg1"/>
                  </a:solidFill>
                </a:rPr>
                <a:t>AI</a:t>
              </a:r>
            </a:p>
          </p:txBody>
        </p:sp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5114D882-DB67-CAA1-E7B0-722C434E867B}"/>
                </a:ext>
              </a:extLst>
            </p:cNvPr>
            <p:cNvSpPr txBox="1"/>
            <p:nvPr/>
          </p:nvSpPr>
          <p:spPr>
            <a:xfrm>
              <a:off x="3451103" y="2092144"/>
              <a:ext cx="791581" cy="6263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IN" sz="3500" b="1">
                <a:solidFill>
                  <a:schemeClr val="bg1"/>
                </a:solidFill>
              </a:endParaRPr>
            </a:p>
          </p:txBody>
        </p:sp>
        <p:sp>
          <p:nvSpPr>
            <p:cNvPr id="208" name="TextBox 207">
              <a:extLst>
                <a:ext uri="{FF2B5EF4-FFF2-40B4-BE49-F238E27FC236}">
                  <a16:creationId xmlns:a16="http://schemas.microsoft.com/office/drawing/2014/main" id="{81F5A5F1-448C-D366-BCAD-B821C5E20B2D}"/>
                </a:ext>
              </a:extLst>
            </p:cNvPr>
            <p:cNvSpPr txBox="1"/>
            <p:nvPr/>
          </p:nvSpPr>
          <p:spPr>
            <a:xfrm>
              <a:off x="2885227" y="2678588"/>
              <a:ext cx="1923334" cy="3971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b="1">
                  <a:solidFill>
                    <a:schemeClr val="bg1"/>
                  </a:solidFill>
                </a:rPr>
                <a:t>Boot</a:t>
              </a:r>
            </a:p>
          </p:txBody>
        </p:sp>
        <p:sp>
          <p:nvSpPr>
            <p:cNvPr id="209" name="Hexagon 208">
              <a:extLst>
                <a:ext uri="{FF2B5EF4-FFF2-40B4-BE49-F238E27FC236}">
                  <a16:creationId xmlns:a16="http://schemas.microsoft.com/office/drawing/2014/main" id="{7CEAE1BD-CA45-3AAF-B5E0-2700A67A98A0}"/>
                </a:ext>
              </a:extLst>
            </p:cNvPr>
            <p:cNvSpPr/>
            <p:nvPr/>
          </p:nvSpPr>
          <p:spPr>
            <a:xfrm>
              <a:off x="2959146" y="1782320"/>
              <a:ext cx="1780095" cy="1534564"/>
            </a:xfrm>
            <a:prstGeom prst="hexagon">
              <a:avLst/>
            </a:prstGeom>
            <a:noFill/>
            <a:ln w="3175">
              <a:solidFill>
                <a:schemeClr val="bg1"/>
              </a:solidFill>
              <a:prstDash val="dash"/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0" name="Hexagon 209">
              <a:extLst>
                <a:ext uri="{FF2B5EF4-FFF2-40B4-BE49-F238E27FC236}">
                  <a16:creationId xmlns:a16="http://schemas.microsoft.com/office/drawing/2014/main" id="{06BBE3E5-1605-F285-E9BD-45B586383BAA}"/>
                </a:ext>
              </a:extLst>
            </p:cNvPr>
            <p:cNvSpPr/>
            <p:nvPr/>
          </p:nvSpPr>
          <p:spPr>
            <a:xfrm flipV="1">
              <a:off x="4535296" y="2527168"/>
              <a:ext cx="88263" cy="76089"/>
            </a:xfrm>
            <a:prstGeom prst="hexagon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1" name="Hexagon 210">
              <a:extLst>
                <a:ext uri="{FF2B5EF4-FFF2-40B4-BE49-F238E27FC236}">
                  <a16:creationId xmlns:a16="http://schemas.microsoft.com/office/drawing/2014/main" id="{962C8F61-D41A-2A1A-C342-1668B7F6F2EB}"/>
                </a:ext>
              </a:extLst>
            </p:cNvPr>
            <p:cNvSpPr/>
            <p:nvPr/>
          </p:nvSpPr>
          <p:spPr>
            <a:xfrm flipV="1">
              <a:off x="4231640" y="1889651"/>
              <a:ext cx="88263" cy="76089"/>
            </a:xfrm>
            <a:prstGeom prst="hexagon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2" name="Hexagon 211">
              <a:extLst>
                <a:ext uri="{FF2B5EF4-FFF2-40B4-BE49-F238E27FC236}">
                  <a16:creationId xmlns:a16="http://schemas.microsoft.com/office/drawing/2014/main" id="{785B0936-134D-1B1F-E71F-29CF2D13D41C}"/>
                </a:ext>
              </a:extLst>
            </p:cNvPr>
            <p:cNvSpPr/>
            <p:nvPr/>
          </p:nvSpPr>
          <p:spPr>
            <a:xfrm flipV="1">
              <a:off x="3365107" y="1886853"/>
              <a:ext cx="88263" cy="76089"/>
            </a:xfrm>
            <a:prstGeom prst="hexagon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3" name="Hexagon 212">
              <a:extLst>
                <a:ext uri="{FF2B5EF4-FFF2-40B4-BE49-F238E27FC236}">
                  <a16:creationId xmlns:a16="http://schemas.microsoft.com/office/drawing/2014/main" id="{AC30B1AE-6869-D545-0B53-72989B064462}"/>
                </a:ext>
              </a:extLst>
            </p:cNvPr>
            <p:cNvSpPr/>
            <p:nvPr/>
          </p:nvSpPr>
          <p:spPr>
            <a:xfrm flipV="1">
              <a:off x="3056725" y="2511443"/>
              <a:ext cx="88263" cy="76089"/>
            </a:xfrm>
            <a:prstGeom prst="hexagon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4" name="Hexagon 213">
              <a:extLst>
                <a:ext uri="{FF2B5EF4-FFF2-40B4-BE49-F238E27FC236}">
                  <a16:creationId xmlns:a16="http://schemas.microsoft.com/office/drawing/2014/main" id="{D853C3C7-EA94-CEBC-12C5-64714F5F8B40}"/>
                </a:ext>
              </a:extLst>
            </p:cNvPr>
            <p:cNvSpPr/>
            <p:nvPr/>
          </p:nvSpPr>
          <p:spPr>
            <a:xfrm flipV="1">
              <a:off x="4231639" y="3133891"/>
              <a:ext cx="88263" cy="76089"/>
            </a:xfrm>
            <a:prstGeom prst="hexagon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5" name="Hexagon 214">
              <a:extLst>
                <a:ext uri="{FF2B5EF4-FFF2-40B4-BE49-F238E27FC236}">
                  <a16:creationId xmlns:a16="http://schemas.microsoft.com/office/drawing/2014/main" id="{EBBB270F-129D-3257-1371-505D218FBCA7}"/>
                </a:ext>
              </a:extLst>
            </p:cNvPr>
            <p:cNvSpPr/>
            <p:nvPr/>
          </p:nvSpPr>
          <p:spPr>
            <a:xfrm flipV="1">
              <a:off x="3381523" y="3127307"/>
              <a:ext cx="88263" cy="76089"/>
            </a:xfrm>
            <a:prstGeom prst="hexagon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16" name="Hexagon 215">
              <a:extLst>
                <a:ext uri="{FF2B5EF4-FFF2-40B4-BE49-F238E27FC236}">
                  <a16:creationId xmlns:a16="http://schemas.microsoft.com/office/drawing/2014/main" id="{128BEAEA-6FBD-43C1-25CA-073CB2028FB1}"/>
                </a:ext>
              </a:extLst>
            </p:cNvPr>
            <p:cNvSpPr/>
            <p:nvPr/>
          </p:nvSpPr>
          <p:spPr>
            <a:xfrm>
              <a:off x="2802816" y="1658296"/>
              <a:ext cx="2087740" cy="1799775"/>
            </a:xfrm>
            <a:prstGeom prst="hexagon">
              <a:avLst/>
            </a:prstGeom>
            <a:noFill/>
            <a:ln w="6350">
              <a:solidFill>
                <a:schemeClr val="bg1"/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F679762-8E74-99CB-6C8A-7ED278D4BB17}"/>
              </a:ext>
            </a:extLst>
          </p:cNvPr>
          <p:cNvCxnSpPr>
            <a:cxnSpLocks/>
          </p:cNvCxnSpPr>
          <p:nvPr/>
        </p:nvCxnSpPr>
        <p:spPr>
          <a:xfrm>
            <a:off x="4355024" y="2003347"/>
            <a:ext cx="1719327" cy="0"/>
          </a:xfrm>
          <a:prstGeom prst="line">
            <a:avLst/>
          </a:prstGeom>
          <a:ln w="3175">
            <a:solidFill>
              <a:srgbClr val="777777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1231992-A28A-BEA6-54C0-6A3CE53593B3}"/>
              </a:ext>
            </a:extLst>
          </p:cNvPr>
          <p:cNvSpPr/>
          <p:nvPr/>
        </p:nvSpPr>
        <p:spPr>
          <a:xfrm>
            <a:off x="6203812" y="1121123"/>
            <a:ext cx="4251549" cy="1576972"/>
          </a:xfrm>
          <a:prstGeom prst="round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400"/>
              <a:t>We will create your </a:t>
            </a:r>
            <a:r>
              <a:rPr lang="en-IN" sz="1400" b="1">
                <a:solidFill>
                  <a:schemeClr val="tx1"/>
                </a:solidFill>
              </a:rPr>
              <a:t>AI Strategy</a:t>
            </a:r>
          </a:p>
          <a:p>
            <a:pPr marL="285750" marR="0" lvl="0" indent="-285750" algn="l" defTabSz="914354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Helvetica light"/>
                <a:ea typeface="Calibri" panose="020F0502020204030204" pitchFamily="34" charset="0"/>
                <a:cs typeface="Arial" panose="020B0604020202020204" pitchFamily="34" charset="0"/>
              </a:rPr>
              <a:t>Conduct bootcamp to educate leadership on the art of possible using AI</a:t>
            </a:r>
          </a:p>
          <a:p>
            <a:pPr marL="285750" marR="0" lvl="0" indent="-285750" algn="l" defTabSz="914354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Helvetica light"/>
                <a:ea typeface="Calibri" panose="020F0502020204030204" pitchFamily="34" charset="0"/>
                <a:cs typeface="Arial" panose="020B0604020202020204" pitchFamily="34" charset="0"/>
              </a:rPr>
              <a:t>Identify opportunities for possible AI interventions</a:t>
            </a:r>
          </a:p>
          <a:p>
            <a:pPr marL="285750" marR="0" lvl="0" indent="-285750" algn="l" defTabSz="914354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Helvetica light"/>
                <a:ea typeface="Calibri" panose="020F0502020204030204" pitchFamily="34" charset="0"/>
                <a:cs typeface="Arial" panose="020B0604020202020204" pitchFamily="34" charset="0"/>
              </a:rPr>
              <a:t>Prioritize AI modules for rapid prototyping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0B41F09-51B6-1974-7184-C98BE0008BA6}"/>
              </a:ext>
            </a:extLst>
          </p:cNvPr>
          <p:cNvCxnSpPr>
            <a:cxnSpLocks/>
          </p:cNvCxnSpPr>
          <p:nvPr/>
        </p:nvCxnSpPr>
        <p:spPr>
          <a:xfrm>
            <a:off x="3614753" y="4373919"/>
            <a:ext cx="944794" cy="0"/>
          </a:xfrm>
          <a:prstGeom prst="line">
            <a:avLst/>
          </a:prstGeom>
          <a:ln w="3175">
            <a:solidFill>
              <a:srgbClr val="777777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2721CB1-70A9-D121-D269-1CCD4728C7C9}"/>
              </a:ext>
            </a:extLst>
          </p:cNvPr>
          <p:cNvCxnSpPr>
            <a:cxnSpLocks/>
          </p:cNvCxnSpPr>
          <p:nvPr/>
        </p:nvCxnSpPr>
        <p:spPr>
          <a:xfrm>
            <a:off x="7043401" y="5316751"/>
            <a:ext cx="484599" cy="0"/>
          </a:xfrm>
          <a:prstGeom prst="line">
            <a:avLst/>
          </a:prstGeom>
          <a:ln w="3175">
            <a:solidFill>
              <a:srgbClr val="777777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F7398017-557C-2D10-E338-A28FCE6F3A0B}"/>
              </a:ext>
            </a:extLst>
          </p:cNvPr>
          <p:cNvSpPr/>
          <p:nvPr/>
        </p:nvSpPr>
        <p:spPr>
          <a:xfrm>
            <a:off x="8427724" y="4034183"/>
            <a:ext cx="3655709" cy="1403496"/>
          </a:xfrm>
          <a:prstGeom prst="round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400"/>
              <a:t>We will </a:t>
            </a:r>
            <a:r>
              <a:rPr lang="en-IN" sz="1400" b="1">
                <a:solidFill>
                  <a:schemeClr val="tx1"/>
                </a:solidFill>
              </a:rPr>
              <a:t>deploy &amp; maintain AI models:</a:t>
            </a:r>
          </a:p>
          <a:p>
            <a:pPr marL="180975" indent="-180975" algn="l" rtl="0" fontAlgn="base">
              <a:buFont typeface="Arial" panose="020B0604020202020204" pitchFamily="34" charset="0"/>
              <a:buChar char="•"/>
            </a:pPr>
            <a:r>
              <a:rPr lang="en-US" sz="1400" b="0" i="0" u="none" strike="noStrike">
                <a:solidFill>
                  <a:srgbClr val="FEFFFF"/>
                </a:solidFill>
                <a:effectLst/>
                <a:latin typeface="Helvetica light"/>
              </a:rPr>
              <a:t>Enable deploying and maintaining AI solutions in your environment</a:t>
            </a:r>
          </a:p>
          <a:p>
            <a:pPr marL="180975" indent="-180975" algn="l" rtl="0" fontAlgn="base">
              <a:buFont typeface="Arial" panose="020B0604020202020204" pitchFamily="34" charset="0"/>
              <a:buChar char="•"/>
            </a:pPr>
            <a:r>
              <a:rPr lang="en-US" sz="1400" b="0" i="0" u="none" strike="noStrike">
                <a:solidFill>
                  <a:srgbClr val="FEFFFF"/>
                </a:solidFill>
                <a:effectLst/>
                <a:latin typeface="Helvetica light"/>
              </a:rPr>
              <a:t>Monitor and refine model and establish ongoing support and training ecosystem</a:t>
            </a:r>
          </a:p>
          <a:p>
            <a:pPr marL="180975" indent="-180975" algn="l" rtl="0" fontAlgn="base">
              <a:buFont typeface="Arial" panose="020B0604020202020204" pitchFamily="34" charset="0"/>
              <a:buChar char="•"/>
            </a:pPr>
            <a:r>
              <a:rPr lang="en-US" sz="1400" b="0" i="0" u="none" strike="noStrike">
                <a:solidFill>
                  <a:srgbClr val="FEFFFF"/>
                </a:solidFill>
                <a:effectLst/>
                <a:latin typeface="Helvetica light"/>
              </a:rPr>
              <a:t>Change management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800D554-CCDF-4BBA-6EA0-5CD86BD4C858}"/>
              </a:ext>
            </a:extLst>
          </p:cNvPr>
          <p:cNvGrpSpPr/>
          <p:nvPr/>
        </p:nvGrpSpPr>
        <p:grpSpPr>
          <a:xfrm>
            <a:off x="5891296" y="3658163"/>
            <a:ext cx="2087740" cy="1799775"/>
            <a:chOff x="2802816" y="1658296"/>
            <a:chExt cx="2087740" cy="1799775"/>
          </a:xfrm>
        </p:grpSpPr>
        <p:sp>
          <p:nvSpPr>
            <p:cNvPr id="7" name="Hexagon 6">
              <a:extLst>
                <a:ext uri="{FF2B5EF4-FFF2-40B4-BE49-F238E27FC236}">
                  <a16:creationId xmlns:a16="http://schemas.microsoft.com/office/drawing/2014/main" id="{1FFFD80D-5890-E1B7-2D94-5A30888D1432}"/>
                </a:ext>
              </a:extLst>
            </p:cNvPr>
            <p:cNvSpPr/>
            <p:nvPr/>
          </p:nvSpPr>
          <p:spPr>
            <a:xfrm>
              <a:off x="3104887" y="1909942"/>
              <a:ext cx="1484013" cy="1279321"/>
            </a:xfrm>
            <a:prstGeom prst="hexagon">
              <a:avLst/>
            </a:prstGeom>
            <a:noFill/>
            <a:ln w="3175">
              <a:solidFill>
                <a:schemeClr val="bg1"/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A81564F-20C9-40D9-42A1-1B5AD495F9CE}"/>
                </a:ext>
              </a:extLst>
            </p:cNvPr>
            <p:cNvSpPr txBox="1"/>
            <p:nvPr/>
          </p:nvSpPr>
          <p:spPr>
            <a:xfrm>
              <a:off x="3453370" y="2109731"/>
              <a:ext cx="791581" cy="6263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3500" b="1">
                  <a:solidFill>
                    <a:schemeClr val="bg1"/>
                  </a:solidFill>
                </a:rPr>
                <a:t>AI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C1F4D12-6FA6-A47A-8D82-E48CFD238A5E}"/>
                </a:ext>
              </a:extLst>
            </p:cNvPr>
            <p:cNvSpPr txBox="1"/>
            <p:nvPr/>
          </p:nvSpPr>
          <p:spPr>
            <a:xfrm>
              <a:off x="3451103" y="2092144"/>
              <a:ext cx="791581" cy="6263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IN" sz="3500" b="1">
                <a:solidFill>
                  <a:schemeClr val="bg1"/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491F4D8-64AB-CED1-F74F-FDE761690574}"/>
                </a:ext>
              </a:extLst>
            </p:cNvPr>
            <p:cNvSpPr txBox="1"/>
            <p:nvPr/>
          </p:nvSpPr>
          <p:spPr>
            <a:xfrm>
              <a:off x="2885227" y="2678588"/>
              <a:ext cx="1923334" cy="3971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b="1">
                  <a:solidFill>
                    <a:schemeClr val="bg1"/>
                  </a:solidFill>
                </a:rPr>
                <a:t>Realize</a:t>
              </a:r>
            </a:p>
          </p:txBody>
        </p:sp>
        <p:sp>
          <p:nvSpPr>
            <p:cNvPr id="13" name="Hexagon 12">
              <a:extLst>
                <a:ext uri="{FF2B5EF4-FFF2-40B4-BE49-F238E27FC236}">
                  <a16:creationId xmlns:a16="http://schemas.microsoft.com/office/drawing/2014/main" id="{918A7519-22D2-6A92-A0D2-88DC5C858D2A}"/>
                </a:ext>
              </a:extLst>
            </p:cNvPr>
            <p:cNvSpPr/>
            <p:nvPr/>
          </p:nvSpPr>
          <p:spPr>
            <a:xfrm>
              <a:off x="2959146" y="1782320"/>
              <a:ext cx="1780095" cy="1534564"/>
            </a:xfrm>
            <a:prstGeom prst="hexagon">
              <a:avLst/>
            </a:prstGeom>
            <a:noFill/>
            <a:ln w="3175">
              <a:solidFill>
                <a:schemeClr val="bg1"/>
              </a:solidFill>
              <a:prstDash val="dash"/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Hexagon 13">
              <a:extLst>
                <a:ext uri="{FF2B5EF4-FFF2-40B4-BE49-F238E27FC236}">
                  <a16:creationId xmlns:a16="http://schemas.microsoft.com/office/drawing/2014/main" id="{DA735BB3-C5FD-9B72-A2C4-B2DEE72FA2E6}"/>
                </a:ext>
              </a:extLst>
            </p:cNvPr>
            <p:cNvSpPr/>
            <p:nvPr/>
          </p:nvSpPr>
          <p:spPr>
            <a:xfrm flipV="1">
              <a:off x="4535296" y="2527168"/>
              <a:ext cx="88263" cy="76089"/>
            </a:xfrm>
            <a:prstGeom prst="hexagon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Hexagon 14">
              <a:extLst>
                <a:ext uri="{FF2B5EF4-FFF2-40B4-BE49-F238E27FC236}">
                  <a16:creationId xmlns:a16="http://schemas.microsoft.com/office/drawing/2014/main" id="{6963B414-4DEB-773D-4C4F-21C888418B18}"/>
                </a:ext>
              </a:extLst>
            </p:cNvPr>
            <p:cNvSpPr/>
            <p:nvPr/>
          </p:nvSpPr>
          <p:spPr>
            <a:xfrm flipV="1">
              <a:off x="4231640" y="1889651"/>
              <a:ext cx="88263" cy="76089"/>
            </a:xfrm>
            <a:prstGeom prst="hexagon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6" name="Hexagon 15">
              <a:extLst>
                <a:ext uri="{FF2B5EF4-FFF2-40B4-BE49-F238E27FC236}">
                  <a16:creationId xmlns:a16="http://schemas.microsoft.com/office/drawing/2014/main" id="{4D8C06ED-02E1-CF23-A49E-E116243B6C17}"/>
                </a:ext>
              </a:extLst>
            </p:cNvPr>
            <p:cNvSpPr/>
            <p:nvPr/>
          </p:nvSpPr>
          <p:spPr>
            <a:xfrm flipV="1">
              <a:off x="3365107" y="1886853"/>
              <a:ext cx="88263" cy="76089"/>
            </a:xfrm>
            <a:prstGeom prst="hexagon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" name="Hexagon 16">
              <a:extLst>
                <a:ext uri="{FF2B5EF4-FFF2-40B4-BE49-F238E27FC236}">
                  <a16:creationId xmlns:a16="http://schemas.microsoft.com/office/drawing/2014/main" id="{ADEC5709-CF4A-E535-5C4A-3709CF017BC2}"/>
                </a:ext>
              </a:extLst>
            </p:cNvPr>
            <p:cNvSpPr/>
            <p:nvPr/>
          </p:nvSpPr>
          <p:spPr>
            <a:xfrm flipV="1">
              <a:off x="3056725" y="2511443"/>
              <a:ext cx="88263" cy="76089"/>
            </a:xfrm>
            <a:prstGeom prst="hexagon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9" name="Hexagon 18">
              <a:extLst>
                <a:ext uri="{FF2B5EF4-FFF2-40B4-BE49-F238E27FC236}">
                  <a16:creationId xmlns:a16="http://schemas.microsoft.com/office/drawing/2014/main" id="{B9294D30-D71D-AE5C-5C8D-7DC44147D8F7}"/>
                </a:ext>
              </a:extLst>
            </p:cNvPr>
            <p:cNvSpPr/>
            <p:nvPr/>
          </p:nvSpPr>
          <p:spPr>
            <a:xfrm flipV="1">
              <a:off x="4231639" y="3133891"/>
              <a:ext cx="88263" cy="76089"/>
            </a:xfrm>
            <a:prstGeom prst="hexagon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0" name="Hexagon 19">
              <a:extLst>
                <a:ext uri="{FF2B5EF4-FFF2-40B4-BE49-F238E27FC236}">
                  <a16:creationId xmlns:a16="http://schemas.microsoft.com/office/drawing/2014/main" id="{52DE145E-AE6D-37AB-5415-6977D68A87A9}"/>
                </a:ext>
              </a:extLst>
            </p:cNvPr>
            <p:cNvSpPr/>
            <p:nvPr/>
          </p:nvSpPr>
          <p:spPr>
            <a:xfrm flipV="1">
              <a:off x="3381523" y="3127307"/>
              <a:ext cx="88263" cy="76089"/>
            </a:xfrm>
            <a:prstGeom prst="hexagon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2" name="Hexagon 21">
              <a:extLst>
                <a:ext uri="{FF2B5EF4-FFF2-40B4-BE49-F238E27FC236}">
                  <a16:creationId xmlns:a16="http://schemas.microsoft.com/office/drawing/2014/main" id="{6C630909-3C25-6890-495A-BA161B27BB06}"/>
                </a:ext>
              </a:extLst>
            </p:cNvPr>
            <p:cNvSpPr/>
            <p:nvPr/>
          </p:nvSpPr>
          <p:spPr>
            <a:xfrm>
              <a:off x="2802816" y="1658296"/>
              <a:ext cx="2087740" cy="1799775"/>
            </a:xfrm>
            <a:prstGeom prst="hexagon">
              <a:avLst/>
            </a:prstGeom>
            <a:noFill/>
            <a:ln w="6350">
              <a:solidFill>
                <a:schemeClr val="bg1"/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6BDC5C3-A51D-EFEB-AA17-0B2D280D1009}"/>
              </a:ext>
            </a:extLst>
          </p:cNvPr>
          <p:cNvGrpSpPr/>
          <p:nvPr/>
        </p:nvGrpSpPr>
        <p:grpSpPr>
          <a:xfrm>
            <a:off x="4170818" y="2669182"/>
            <a:ext cx="2087740" cy="1799775"/>
            <a:chOff x="2802816" y="1658296"/>
            <a:chExt cx="2087740" cy="1799775"/>
          </a:xfrm>
        </p:grpSpPr>
        <p:sp>
          <p:nvSpPr>
            <p:cNvPr id="26" name="Hexagon 25">
              <a:extLst>
                <a:ext uri="{FF2B5EF4-FFF2-40B4-BE49-F238E27FC236}">
                  <a16:creationId xmlns:a16="http://schemas.microsoft.com/office/drawing/2014/main" id="{5B7CBB89-98A4-C764-14F5-0070C8D5B620}"/>
                </a:ext>
              </a:extLst>
            </p:cNvPr>
            <p:cNvSpPr/>
            <p:nvPr/>
          </p:nvSpPr>
          <p:spPr>
            <a:xfrm>
              <a:off x="3104887" y="1909942"/>
              <a:ext cx="1484013" cy="1279321"/>
            </a:xfrm>
            <a:prstGeom prst="hexagon">
              <a:avLst/>
            </a:prstGeom>
            <a:noFill/>
            <a:ln w="3175">
              <a:solidFill>
                <a:schemeClr val="bg1"/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5FA30A4-5059-00AD-4913-277F7022446F}"/>
                </a:ext>
              </a:extLst>
            </p:cNvPr>
            <p:cNvSpPr txBox="1"/>
            <p:nvPr/>
          </p:nvSpPr>
          <p:spPr>
            <a:xfrm>
              <a:off x="3453370" y="2109731"/>
              <a:ext cx="791581" cy="6263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3500" b="1">
                  <a:solidFill>
                    <a:schemeClr val="bg1"/>
                  </a:solidFill>
                </a:rPr>
                <a:t>AI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1F9630F-B768-1894-9DE6-D095BE209B06}"/>
                </a:ext>
              </a:extLst>
            </p:cNvPr>
            <p:cNvSpPr txBox="1"/>
            <p:nvPr/>
          </p:nvSpPr>
          <p:spPr>
            <a:xfrm>
              <a:off x="3451103" y="2092144"/>
              <a:ext cx="791581" cy="6263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3500" b="1">
                  <a:solidFill>
                    <a:schemeClr val="bg1"/>
                  </a:solidFill>
                </a:rPr>
                <a:t>AI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BD3A6BD8-D16D-90CB-936C-1CD65F565194}"/>
                </a:ext>
              </a:extLst>
            </p:cNvPr>
            <p:cNvSpPr txBox="1"/>
            <p:nvPr/>
          </p:nvSpPr>
          <p:spPr>
            <a:xfrm>
              <a:off x="2885227" y="2678588"/>
              <a:ext cx="1923334" cy="3971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2000" b="1">
                  <a:solidFill>
                    <a:schemeClr val="bg1"/>
                  </a:solidFill>
                </a:rPr>
                <a:t>Studio</a:t>
              </a:r>
            </a:p>
          </p:txBody>
        </p:sp>
        <p:sp>
          <p:nvSpPr>
            <p:cNvPr id="32" name="Hexagon 31">
              <a:extLst>
                <a:ext uri="{FF2B5EF4-FFF2-40B4-BE49-F238E27FC236}">
                  <a16:creationId xmlns:a16="http://schemas.microsoft.com/office/drawing/2014/main" id="{5A815BB0-299B-3D98-D956-CFE6258AF907}"/>
                </a:ext>
              </a:extLst>
            </p:cNvPr>
            <p:cNvSpPr/>
            <p:nvPr/>
          </p:nvSpPr>
          <p:spPr>
            <a:xfrm>
              <a:off x="2959146" y="1782320"/>
              <a:ext cx="1780095" cy="1534564"/>
            </a:xfrm>
            <a:prstGeom prst="hexagon">
              <a:avLst/>
            </a:prstGeom>
            <a:noFill/>
            <a:ln w="3175">
              <a:solidFill>
                <a:schemeClr val="bg1"/>
              </a:solidFill>
              <a:prstDash val="dash"/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3" name="Hexagon 32">
              <a:extLst>
                <a:ext uri="{FF2B5EF4-FFF2-40B4-BE49-F238E27FC236}">
                  <a16:creationId xmlns:a16="http://schemas.microsoft.com/office/drawing/2014/main" id="{7CD768C2-699E-0C8A-69EF-740BCA31376A}"/>
                </a:ext>
              </a:extLst>
            </p:cNvPr>
            <p:cNvSpPr/>
            <p:nvPr/>
          </p:nvSpPr>
          <p:spPr>
            <a:xfrm flipV="1">
              <a:off x="4535296" y="2527168"/>
              <a:ext cx="88263" cy="76089"/>
            </a:xfrm>
            <a:prstGeom prst="hexagon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4" name="Hexagon 33">
              <a:extLst>
                <a:ext uri="{FF2B5EF4-FFF2-40B4-BE49-F238E27FC236}">
                  <a16:creationId xmlns:a16="http://schemas.microsoft.com/office/drawing/2014/main" id="{B3FB1F10-950F-EC53-866E-E0AB75234EB4}"/>
                </a:ext>
              </a:extLst>
            </p:cNvPr>
            <p:cNvSpPr/>
            <p:nvPr/>
          </p:nvSpPr>
          <p:spPr>
            <a:xfrm flipV="1">
              <a:off x="4231640" y="1889651"/>
              <a:ext cx="88263" cy="76089"/>
            </a:xfrm>
            <a:prstGeom prst="hexagon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5" name="Hexagon 34">
              <a:extLst>
                <a:ext uri="{FF2B5EF4-FFF2-40B4-BE49-F238E27FC236}">
                  <a16:creationId xmlns:a16="http://schemas.microsoft.com/office/drawing/2014/main" id="{345A3E64-D08D-C052-384F-6426F229E405}"/>
                </a:ext>
              </a:extLst>
            </p:cNvPr>
            <p:cNvSpPr/>
            <p:nvPr/>
          </p:nvSpPr>
          <p:spPr>
            <a:xfrm flipV="1">
              <a:off x="3365107" y="1886853"/>
              <a:ext cx="88263" cy="76089"/>
            </a:xfrm>
            <a:prstGeom prst="hexagon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6" name="Hexagon 35">
              <a:extLst>
                <a:ext uri="{FF2B5EF4-FFF2-40B4-BE49-F238E27FC236}">
                  <a16:creationId xmlns:a16="http://schemas.microsoft.com/office/drawing/2014/main" id="{0907224C-657D-5725-3035-7098872AA091}"/>
                </a:ext>
              </a:extLst>
            </p:cNvPr>
            <p:cNvSpPr/>
            <p:nvPr/>
          </p:nvSpPr>
          <p:spPr>
            <a:xfrm flipV="1">
              <a:off x="3056725" y="2511443"/>
              <a:ext cx="88263" cy="76089"/>
            </a:xfrm>
            <a:prstGeom prst="hexagon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7" name="Hexagon 36">
              <a:extLst>
                <a:ext uri="{FF2B5EF4-FFF2-40B4-BE49-F238E27FC236}">
                  <a16:creationId xmlns:a16="http://schemas.microsoft.com/office/drawing/2014/main" id="{2268D2F4-7834-9116-EC9B-CC42274C88DE}"/>
                </a:ext>
              </a:extLst>
            </p:cNvPr>
            <p:cNvSpPr/>
            <p:nvPr/>
          </p:nvSpPr>
          <p:spPr>
            <a:xfrm flipV="1">
              <a:off x="4231639" y="3133891"/>
              <a:ext cx="88263" cy="76089"/>
            </a:xfrm>
            <a:prstGeom prst="hexagon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8" name="Hexagon 37">
              <a:extLst>
                <a:ext uri="{FF2B5EF4-FFF2-40B4-BE49-F238E27FC236}">
                  <a16:creationId xmlns:a16="http://schemas.microsoft.com/office/drawing/2014/main" id="{C22B765E-6678-BCE8-6CCB-F21F9FBBE44D}"/>
                </a:ext>
              </a:extLst>
            </p:cNvPr>
            <p:cNvSpPr/>
            <p:nvPr/>
          </p:nvSpPr>
          <p:spPr>
            <a:xfrm flipV="1">
              <a:off x="3381523" y="3127307"/>
              <a:ext cx="88263" cy="76089"/>
            </a:xfrm>
            <a:prstGeom prst="hexagon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9" name="Hexagon 38">
              <a:extLst>
                <a:ext uri="{FF2B5EF4-FFF2-40B4-BE49-F238E27FC236}">
                  <a16:creationId xmlns:a16="http://schemas.microsoft.com/office/drawing/2014/main" id="{52210C3D-0C15-0FA6-503D-2DE083C91AE4}"/>
                </a:ext>
              </a:extLst>
            </p:cNvPr>
            <p:cNvSpPr/>
            <p:nvPr/>
          </p:nvSpPr>
          <p:spPr>
            <a:xfrm>
              <a:off x="2802816" y="1658296"/>
              <a:ext cx="2087740" cy="1799775"/>
            </a:xfrm>
            <a:prstGeom prst="hexagon">
              <a:avLst/>
            </a:prstGeom>
            <a:noFill/>
            <a:ln w="6350">
              <a:solidFill>
                <a:schemeClr val="bg1"/>
              </a:solidFill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2CE75CD2-5F7B-0881-DE84-36D2728E145F}"/>
              </a:ext>
            </a:extLst>
          </p:cNvPr>
          <p:cNvSpPr txBox="1">
            <a:spLocks/>
          </p:cNvSpPr>
          <p:nvPr/>
        </p:nvSpPr>
        <p:spPr>
          <a:xfrm>
            <a:off x="1004884" y="312900"/>
            <a:ext cx="11187116" cy="866548"/>
          </a:xfrm>
          <a:prstGeom prst="rect">
            <a:avLst/>
          </a:prstGeom>
          <a:ln>
            <a:noFill/>
          </a:ln>
        </p:spPr>
        <p:txBody>
          <a:bodyPr vert="horz" lIns="45720" tIns="22860" rIns="45720" bIns="22860" rtlCol="0" anchor="ctr">
            <a:noAutofit/>
          </a:bodyPr>
          <a:lstStyle>
            <a:lvl1pPr indent="0" defTabSz="4572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100" b="1">
                <a:solidFill>
                  <a:srgbClr val="38FFFF"/>
                </a:solidFill>
                <a:latin typeface="Calibri" panose="020F0502020204030204"/>
              </a:defRPr>
            </a:lvl1pPr>
            <a:lvl2pPr marL="408297" indent="-136099" defTabSz="544396">
              <a:lnSpc>
                <a:spcPct val="90000"/>
              </a:lnSpc>
              <a:spcBef>
                <a:spcPts val="298"/>
              </a:spcBef>
              <a:buFont typeface="Arial" panose="020B0604020202020204" pitchFamily="34" charset="0"/>
              <a:buChar char="•"/>
              <a:defRPr sz="2700">
                <a:solidFill>
                  <a:srgbClr val="39ADAC"/>
                </a:solidFill>
                <a:latin typeface="Lato" panose="020F0502020204030203" pitchFamily="34" charset="77"/>
              </a:defRPr>
            </a:lvl2pPr>
            <a:lvl3pPr marL="680496" indent="-136099" defTabSz="544396">
              <a:lnSpc>
                <a:spcPct val="90000"/>
              </a:lnSpc>
              <a:spcBef>
                <a:spcPts val="298"/>
              </a:spcBef>
              <a:buFont typeface="Arial" panose="020B0604020202020204" pitchFamily="34" charset="0"/>
              <a:buChar char="•"/>
              <a:defRPr sz="2700">
                <a:solidFill>
                  <a:srgbClr val="39ADAC"/>
                </a:solidFill>
                <a:latin typeface="Lato" panose="020F0502020204030203" pitchFamily="34" charset="77"/>
              </a:defRPr>
            </a:lvl3pPr>
            <a:lvl4pPr marL="952694" indent="-136099" defTabSz="544396">
              <a:lnSpc>
                <a:spcPct val="90000"/>
              </a:lnSpc>
              <a:spcBef>
                <a:spcPts val="298"/>
              </a:spcBef>
              <a:buFont typeface="Arial" panose="020B0604020202020204" pitchFamily="34" charset="0"/>
              <a:buChar char="•"/>
              <a:defRPr sz="2700">
                <a:solidFill>
                  <a:srgbClr val="39ADAC"/>
                </a:solidFill>
                <a:latin typeface="Lato" panose="020F0502020204030203" pitchFamily="34" charset="77"/>
              </a:defRPr>
            </a:lvl4pPr>
            <a:lvl5pPr marL="1224892" indent="-136099" defTabSz="544396">
              <a:lnSpc>
                <a:spcPct val="90000"/>
              </a:lnSpc>
              <a:spcBef>
                <a:spcPts val="298"/>
              </a:spcBef>
              <a:buFont typeface="Arial" panose="020B0604020202020204" pitchFamily="34" charset="0"/>
              <a:buChar char="•"/>
              <a:defRPr sz="2700">
                <a:solidFill>
                  <a:srgbClr val="39ADAC"/>
                </a:solidFill>
                <a:latin typeface="Lato" panose="020F0502020204030203" pitchFamily="34" charset="77"/>
              </a:defRPr>
            </a:lvl5pPr>
            <a:lvl6pPr marL="1497091" indent="-136099" defTabSz="544396">
              <a:lnSpc>
                <a:spcPct val="90000"/>
              </a:lnSpc>
              <a:spcBef>
                <a:spcPts val="298"/>
              </a:spcBef>
              <a:buFont typeface="Arial" panose="020B0604020202020204" pitchFamily="34" charset="0"/>
              <a:buChar char="•"/>
              <a:defRPr sz="1072"/>
            </a:lvl6pPr>
            <a:lvl7pPr marL="1769289" indent="-136099" defTabSz="544396">
              <a:lnSpc>
                <a:spcPct val="90000"/>
              </a:lnSpc>
              <a:spcBef>
                <a:spcPts val="298"/>
              </a:spcBef>
              <a:buFont typeface="Arial" panose="020B0604020202020204" pitchFamily="34" charset="0"/>
              <a:buChar char="•"/>
              <a:defRPr sz="1072"/>
            </a:lvl7pPr>
            <a:lvl8pPr marL="2041487" indent="-136099" defTabSz="544396">
              <a:lnSpc>
                <a:spcPct val="90000"/>
              </a:lnSpc>
              <a:spcBef>
                <a:spcPts val="298"/>
              </a:spcBef>
              <a:buFont typeface="Arial" panose="020B0604020202020204" pitchFamily="34" charset="0"/>
              <a:buChar char="•"/>
              <a:defRPr sz="1072"/>
            </a:lvl8pPr>
            <a:lvl9pPr marL="2313685" indent="-136099" defTabSz="544396">
              <a:lnSpc>
                <a:spcPct val="90000"/>
              </a:lnSpc>
              <a:spcBef>
                <a:spcPts val="298"/>
              </a:spcBef>
              <a:buFont typeface="Arial" panose="020B0604020202020204" pitchFamily="34" charset="0"/>
              <a:buChar char="•"/>
              <a:defRPr sz="1072"/>
            </a:lvl9pPr>
          </a:lstStyle>
          <a:p>
            <a:pPr defTabSz="914400">
              <a:lnSpc>
                <a:spcPct val="80000"/>
              </a:lnSpc>
              <a:spcBef>
                <a:spcPts val="0"/>
              </a:spcBef>
              <a:defRPr/>
            </a:pPr>
            <a:r>
              <a:rPr lang="en-US" sz="2800" b="0">
                <a:solidFill>
                  <a:srgbClr val="92B94C"/>
                </a:solidFill>
                <a:latin typeface="Helvetica light"/>
                <a:cs typeface="Helvetica"/>
              </a:rPr>
              <a:t>Three steps on the </a:t>
            </a:r>
            <a:r>
              <a:rPr lang="en-US" sz="2800" b="0" err="1">
                <a:solidFill>
                  <a:srgbClr val="92B94C"/>
                </a:solidFill>
                <a:latin typeface="Helvetica light"/>
                <a:cs typeface="Helvetica"/>
              </a:rPr>
              <a:t>GenAI</a:t>
            </a:r>
            <a:r>
              <a:rPr lang="en-US" sz="2800" b="0">
                <a:solidFill>
                  <a:srgbClr val="92B94C"/>
                </a:solidFill>
                <a:latin typeface="Helvetica light"/>
                <a:cs typeface="Helvetica"/>
              </a:rPr>
              <a:t> journey</a:t>
            </a:r>
            <a:endParaRPr lang="en-US">
              <a:ea typeface="+mn-ea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A88AE22-BD62-F3B1-CEC6-9CD674A57D39}"/>
              </a:ext>
            </a:extLst>
          </p:cNvPr>
          <p:cNvCxnSpPr>
            <a:cxnSpLocks/>
            <a:endCxn id="22" idx="0"/>
          </p:cNvCxnSpPr>
          <p:nvPr/>
        </p:nvCxnSpPr>
        <p:spPr>
          <a:xfrm flipH="1" flipV="1">
            <a:off x="7979036" y="4558051"/>
            <a:ext cx="448688" cy="7028"/>
          </a:xfrm>
          <a:prstGeom prst="line">
            <a:avLst/>
          </a:prstGeom>
          <a:ln w="3175">
            <a:solidFill>
              <a:srgbClr val="777777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7124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23425A8-9E7A-5472-1B34-6D787EC90098}"/>
              </a:ext>
            </a:extLst>
          </p:cNvPr>
          <p:cNvSpPr/>
          <p:nvPr/>
        </p:nvSpPr>
        <p:spPr>
          <a:xfrm>
            <a:off x="0" y="4465996"/>
            <a:ext cx="12192000" cy="239200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/>
            <a:r>
              <a:rPr lang="en-IN" b="1">
                <a:solidFill>
                  <a:schemeClr val="accent6">
                    <a:lumMod val="40000"/>
                    <a:lumOff val="60000"/>
                  </a:schemeClr>
                </a:solidFill>
              </a:rPr>
              <a:t>Other building blocks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D8EC053-2CE6-B2E8-2A33-47B2DA03898D}"/>
              </a:ext>
            </a:extLst>
          </p:cNvPr>
          <p:cNvCxnSpPr>
            <a:cxnSpLocks/>
          </p:cNvCxnSpPr>
          <p:nvPr/>
        </p:nvCxnSpPr>
        <p:spPr>
          <a:xfrm>
            <a:off x="0" y="2097021"/>
            <a:ext cx="12163559" cy="0"/>
          </a:xfrm>
          <a:prstGeom prst="line">
            <a:avLst/>
          </a:prstGeom>
          <a:ln w="76200">
            <a:solidFill>
              <a:schemeClr val="tx2">
                <a:lumMod val="2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5" name="Graphic 24" descr="Lightbulb and gear outline">
            <a:extLst>
              <a:ext uri="{FF2B5EF4-FFF2-40B4-BE49-F238E27FC236}">
                <a16:creationId xmlns:a16="http://schemas.microsoft.com/office/drawing/2014/main" id="{DA5D4379-7672-9C81-D84A-2AD3E16D2D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08961" y="1831276"/>
            <a:ext cx="457200" cy="457200"/>
          </a:xfrm>
          <a:prstGeom prst="rect">
            <a:avLst/>
          </a:prstGeom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6EF7D05A-9568-851C-B29A-FD5A3F71AFA1}"/>
              </a:ext>
            </a:extLst>
          </p:cNvPr>
          <p:cNvSpPr/>
          <p:nvPr/>
        </p:nvSpPr>
        <p:spPr>
          <a:xfrm>
            <a:off x="7364730" y="1617916"/>
            <a:ext cx="914400" cy="914400"/>
          </a:xfrm>
          <a:prstGeom prst="ellipse">
            <a:avLst/>
          </a:prstGeom>
          <a:solidFill>
            <a:srgbClr val="000000"/>
          </a:solidFill>
          <a:ln w="76200"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>
              <a:solidFill>
                <a:srgbClr val="343434"/>
              </a:solidFill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1D890010-9125-E8E0-403C-D4ACA003F298}"/>
              </a:ext>
            </a:extLst>
          </p:cNvPr>
          <p:cNvGrpSpPr/>
          <p:nvPr/>
        </p:nvGrpSpPr>
        <p:grpSpPr>
          <a:xfrm>
            <a:off x="471351" y="1602676"/>
            <a:ext cx="2651760" cy="1343668"/>
            <a:chOff x="471351" y="1928815"/>
            <a:chExt cx="2651760" cy="1343668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F67863B-979F-8DC6-30A2-4C9E4A54DE20}"/>
                </a:ext>
              </a:extLst>
            </p:cNvPr>
            <p:cNvSpPr/>
            <p:nvPr/>
          </p:nvSpPr>
          <p:spPr>
            <a:xfrm>
              <a:off x="1110342" y="1928815"/>
              <a:ext cx="914400" cy="914400"/>
            </a:xfrm>
            <a:prstGeom prst="ellipse">
              <a:avLst/>
            </a:prstGeom>
            <a:solidFill>
              <a:srgbClr val="000000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>
                <a:solidFill>
                  <a:srgbClr val="343434"/>
                </a:solidFill>
              </a:endParaRPr>
            </a:p>
          </p:txBody>
        </p:sp>
        <p:pic>
          <p:nvPicPr>
            <p:cNvPr id="23" name="Graphic 22" descr="Chess pieces outline">
              <a:extLst>
                <a:ext uri="{FF2B5EF4-FFF2-40B4-BE49-F238E27FC236}">
                  <a16:creationId xmlns:a16="http://schemas.microsoft.com/office/drawing/2014/main" id="{75400557-A91E-311D-EC95-A119CD9406E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340031" y="2157415"/>
              <a:ext cx="457200" cy="457200"/>
            </a:xfrm>
            <a:prstGeom prst="rect">
              <a:avLst/>
            </a:prstGeom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94EBAE40-D9C3-2E12-524F-243312FCA7C6}"/>
                </a:ext>
              </a:extLst>
            </p:cNvPr>
            <p:cNvSpPr txBox="1"/>
            <p:nvPr/>
          </p:nvSpPr>
          <p:spPr>
            <a:xfrm>
              <a:off x="471351" y="2903151"/>
              <a:ext cx="2651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>
                  <a:solidFill>
                    <a:schemeClr val="accent6">
                      <a:lumMod val="75000"/>
                    </a:schemeClr>
                  </a:solidFill>
                </a:rPr>
                <a:t>AI Expedition Kick-off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5FB5FD64-6361-4D52-7496-B221983B1CDC}"/>
              </a:ext>
            </a:extLst>
          </p:cNvPr>
          <p:cNvGrpSpPr/>
          <p:nvPr/>
        </p:nvGrpSpPr>
        <p:grpSpPr>
          <a:xfrm>
            <a:off x="4049248" y="1614766"/>
            <a:ext cx="2651760" cy="1331578"/>
            <a:chOff x="3934948" y="1940905"/>
            <a:chExt cx="2651760" cy="1331578"/>
          </a:xfrm>
        </p:grpSpPr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BCA2A0D2-13F1-67A5-08D1-B822DC34FA6E}"/>
                </a:ext>
              </a:extLst>
            </p:cNvPr>
            <p:cNvSpPr/>
            <p:nvPr/>
          </p:nvSpPr>
          <p:spPr>
            <a:xfrm>
              <a:off x="4129018" y="1940905"/>
              <a:ext cx="914400" cy="914400"/>
            </a:xfrm>
            <a:prstGeom prst="ellipse">
              <a:avLst/>
            </a:prstGeom>
            <a:solidFill>
              <a:srgbClr val="000000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>
                <a:solidFill>
                  <a:srgbClr val="343434"/>
                </a:solidFill>
              </a:endParaRPr>
            </a:p>
          </p:txBody>
        </p:sp>
        <p:pic>
          <p:nvPicPr>
            <p:cNvPr id="79" name="Graphic 78" descr="Lightbulb and gear outline">
              <a:extLst>
                <a:ext uri="{FF2B5EF4-FFF2-40B4-BE49-F238E27FC236}">
                  <a16:creationId xmlns:a16="http://schemas.microsoft.com/office/drawing/2014/main" id="{9188BB40-9423-2AC0-0E22-11F73335978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357618" y="2165695"/>
              <a:ext cx="457200" cy="457200"/>
            </a:xfrm>
            <a:prstGeom prst="rect">
              <a:avLst/>
            </a:prstGeom>
          </p:spPr>
        </p:pic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045918E0-03F5-A239-4937-839A79658974}"/>
                </a:ext>
              </a:extLst>
            </p:cNvPr>
            <p:cNvSpPr txBox="1"/>
            <p:nvPr/>
          </p:nvSpPr>
          <p:spPr>
            <a:xfrm>
              <a:off x="3934948" y="2903151"/>
              <a:ext cx="2651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>
                  <a:solidFill>
                    <a:schemeClr val="accent6">
                      <a:lumMod val="75000"/>
                    </a:schemeClr>
                  </a:solidFill>
                </a:rPr>
                <a:t>AI Odyssey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F65E341C-F849-3C5E-7C06-C95803045493}"/>
              </a:ext>
            </a:extLst>
          </p:cNvPr>
          <p:cNvGrpSpPr/>
          <p:nvPr/>
        </p:nvGrpSpPr>
        <p:grpSpPr>
          <a:xfrm>
            <a:off x="6743700" y="1831095"/>
            <a:ext cx="2651760" cy="1117342"/>
            <a:chOff x="6473718" y="2180275"/>
            <a:chExt cx="2651760" cy="1117342"/>
          </a:xfrm>
        </p:grpSpPr>
        <p:pic>
          <p:nvPicPr>
            <p:cNvPr id="27" name="Graphic 26" descr="Circles with arrows outline">
              <a:extLst>
                <a:ext uri="{FF2B5EF4-FFF2-40B4-BE49-F238E27FC236}">
                  <a16:creationId xmlns:a16="http://schemas.microsoft.com/office/drawing/2014/main" id="{7DE9EC1A-D063-C4D9-2B44-AA757426FC7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332617" y="2180275"/>
              <a:ext cx="457200" cy="457200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A080F90-0600-3D81-62E4-831668D17552}"/>
                </a:ext>
              </a:extLst>
            </p:cNvPr>
            <p:cNvSpPr txBox="1"/>
            <p:nvPr/>
          </p:nvSpPr>
          <p:spPr>
            <a:xfrm>
              <a:off x="6473718" y="2928285"/>
              <a:ext cx="2651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>
                  <a:solidFill>
                    <a:schemeClr val="accent6">
                      <a:lumMod val="75000"/>
                    </a:schemeClr>
                  </a:solidFill>
                </a:rPr>
                <a:t>AI Innovation Forge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520BD19-8A2A-37AF-31B2-71AF011218C7}"/>
              </a:ext>
            </a:extLst>
          </p:cNvPr>
          <p:cNvGrpSpPr/>
          <p:nvPr/>
        </p:nvGrpSpPr>
        <p:grpSpPr>
          <a:xfrm>
            <a:off x="9811430" y="1618008"/>
            <a:ext cx="2651760" cy="1328336"/>
            <a:chOff x="9388520" y="1944147"/>
            <a:chExt cx="2651760" cy="1328336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E2C8A8A2-4EAE-6628-7CB5-4A06B9318283}"/>
                </a:ext>
              </a:extLst>
            </p:cNvPr>
            <p:cNvSpPr/>
            <p:nvPr/>
          </p:nvSpPr>
          <p:spPr>
            <a:xfrm>
              <a:off x="9877016" y="1944147"/>
              <a:ext cx="914400" cy="914400"/>
            </a:xfrm>
            <a:prstGeom prst="ellipse">
              <a:avLst/>
            </a:prstGeom>
            <a:solidFill>
              <a:srgbClr val="000000"/>
            </a:solidFill>
            <a:ln w="76200"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2400">
                <a:solidFill>
                  <a:srgbClr val="343434"/>
                </a:solidFill>
              </a:endParaRPr>
            </a:p>
          </p:txBody>
        </p:sp>
        <p:pic>
          <p:nvPicPr>
            <p:cNvPr id="29" name="Graphic 28" descr="List outline">
              <a:extLst>
                <a:ext uri="{FF2B5EF4-FFF2-40B4-BE49-F238E27FC236}">
                  <a16:creationId xmlns:a16="http://schemas.microsoft.com/office/drawing/2014/main" id="{2762403D-5904-4F41-B22B-5141106B442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0117046" y="2176557"/>
              <a:ext cx="457200" cy="457200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55F9D3A-3FFB-F119-342E-D054508C739E}"/>
                </a:ext>
              </a:extLst>
            </p:cNvPr>
            <p:cNvSpPr txBox="1"/>
            <p:nvPr/>
          </p:nvSpPr>
          <p:spPr>
            <a:xfrm>
              <a:off x="9388520" y="2903151"/>
              <a:ext cx="26517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>
                  <a:solidFill>
                    <a:schemeClr val="accent6">
                      <a:lumMod val="75000"/>
                    </a:schemeClr>
                  </a:solidFill>
                </a:rPr>
                <a:t>AI Insights Nexus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DC50ADA2-233F-67AD-B7BE-836C60261B7C}"/>
              </a:ext>
            </a:extLst>
          </p:cNvPr>
          <p:cNvGrpSpPr/>
          <p:nvPr/>
        </p:nvGrpSpPr>
        <p:grpSpPr>
          <a:xfrm>
            <a:off x="48706" y="4976467"/>
            <a:ext cx="2740412" cy="1554635"/>
            <a:chOff x="48706" y="4976467"/>
            <a:chExt cx="2740412" cy="1554635"/>
          </a:xfrm>
        </p:grpSpPr>
        <p:pic>
          <p:nvPicPr>
            <p:cNvPr id="10" name="Graphic 9" descr="Dice outline">
              <a:extLst>
                <a:ext uri="{FF2B5EF4-FFF2-40B4-BE49-F238E27FC236}">
                  <a16:creationId xmlns:a16="http://schemas.microsoft.com/office/drawing/2014/main" id="{B763755C-898F-B36F-48BD-62FEEB56C27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157151" y="4976467"/>
              <a:ext cx="640080" cy="64008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82114DA-0EE0-F10F-F3FC-A65842B8B159}"/>
                </a:ext>
              </a:extLst>
            </p:cNvPr>
            <p:cNvSpPr txBox="1"/>
            <p:nvPr/>
          </p:nvSpPr>
          <p:spPr>
            <a:xfrm>
              <a:off x="48706" y="5576995"/>
              <a:ext cx="2740412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400" b="1">
                  <a:solidFill>
                    <a:schemeClr val="accent6">
                      <a:lumMod val="75000"/>
                    </a:schemeClr>
                  </a:solidFill>
                </a:rPr>
                <a:t>AI Quest Badges</a:t>
              </a:r>
              <a:br>
                <a:rPr lang="en-IN" sz="1400" b="1">
                  <a:solidFill>
                    <a:schemeClr val="accent6">
                      <a:lumMod val="75000"/>
                    </a:schemeClr>
                  </a:solidFill>
                </a:rPr>
              </a:br>
              <a:r>
                <a:rPr lang="en-IN" sz="1400">
                  <a:solidFill>
                    <a:schemeClr val="accent6">
                      <a:lumMod val="20000"/>
                      <a:lumOff val="80000"/>
                    </a:schemeClr>
                  </a:solidFill>
                </a:rPr>
                <a:t>Executives embark on AI quest, earning badges for participation and completion</a:t>
              </a:r>
            </a:p>
          </p:txBody>
        </p:sp>
      </p:grpSp>
      <p:pic>
        <p:nvPicPr>
          <p:cNvPr id="14" name="Graphic 13" descr="Compass outline">
            <a:extLst>
              <a:ext uri="{FF2B5EF4-FFF2-40B4-BE49-F238E27FC236}">
                <a16:creationId xmlns:a16="http://schemas.microsoft.com/office/drawing/2014/main" id="{B3FE25E8-7448-A212-97FB-C96F07B2BA0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325001" y="4876848"/>
            <a:ext cx="640080" cy="64008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48DDF44-753F-EC4F-92FA-3388DC0D17BD}"/>
              </a:ext>
            </a:extLst>
          </p:cNvPr>
          <p:cNvSpPr txBox="1"/>
          <p:nvPr/>
        </p:nvSpPr>
        <p:spPr>
          <a:xfrm>
            <a:off x="6384948" y="5546854"/>
            <a:ext cx="258280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>
                <a:solidFill>
                  <a:schemeClr val="accent6">
                    <a:lumMod val="75000"/>
                  </a:schemeClr>
                </a:solidFill>
              </a:rPr>
              <a:t>AI Expert Series</a:t>
            </a:r>
            <a:br>
              <a:rPr lang="en-IN" sz="1400" b="1">
                <a:solidFill>
                  <a:schemeClr val="accent6">
                    <a:lumMod val="75000"/>
                  </a:schemeClr>
                </a:solidFill>
              </a:rPr>
            </a:br>
            <a:r>
              <a:rPr lang="en-IN" sz="1400">
                <a:solidFill>
                  <a:schemeClr val="bg1"/>
                </a:solidFill>
              </a:rPr>
              <a:t>Speaker sessions, fireside chats and round tables with </a:t>
            </a:r>
            <a:r>
              <a:rPr lang="en-IN" sz="1400">
                <a:solidFill>
                  <a:schemeClr val="accent6">
                    <a:lumMod val="20000"/>
                    <a:lumOff val="80000"/>
                  </a:schemeClr>
                </a:solidFill>
              </a:rPr>
              <a:t>AI experts for first-hand view on industry advancements</a:t>
            </a:r>
          </a:p>
        </p:txBody>
      </p:sp>
      <p:pic>
        <p:nvPicPr>
          <p:cNvPr id="20" name="Graphic 19" descr="Newspaper outline">
            <a:extLst>
              <a:ext uri="{FF2B5EF4-FFF2-40B4-BE49-F238E27FC236}">
                <a16:creationId xmlns:a16="http://schemas.microsoft.com/office/drawing/2014/main" id="{AE1919E2-3717-C13E-503F-347729D1FAE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454604" y="4876848"/>
            <a:ext cx="470905" cy="64008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0CD75C29-8D3E-3809-A2A5-DFEBA19401C1}"/>
              </a:ext>
            </a:extLst>
          </p:cNvPr>
          <p:cNvSpPr txBox="1"/>
          <p:nvPr/>
        </p:nvSpPr>
        <p:spPr>
          <a:xfrm>
            <a:off x="9395460" y="5528358"/>
            <a:ext cx="258280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>
                <a:solidFill>
                  <a:schemeClr val="accent6">
                    <a:lumMod val="75000"/>
                  </a:schemeClr>
                </a:solidFill>
              </a:rPr>
              <a:t>AI Newsletter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br>
              <a:rPr lang="en-IN" sz="1400" b="1">
                <a:solidFill>
                  <a:schemeClr val="accent6">
                    <a:lumMod val="75000"/>
                  </a:schemeClr>
                </a:solidFill>
              </a:rPr>
            </a:br>
            <a:r>
              <a:rPr lang="en-IN" sz="1400">
                <a:solidFill>
                  <a:schemeClr val="accent6">
                    <a:lumMod val="20000"/>
                    <a:lumOff val="80000"/>
                  </a:schemeClr>
                </a:solidFill>
              </a:rPr>
              <a:t>Release of articles, case studies and thought leadership to keep up inspiration and share progress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CC285AB-0152-4EFB-AB58-69EC16F05EE7}"/>
              </a:ext>
            </a:extLst>
          </p:cNvPr>
          <p:cNvSpPr txBox="1"/>
          <p:nvPr/>
        </p:nvSpPr>
        <p:spPr>
          <a:xfrm>
            <a:off x="48706" y="3009846"/>
            <a:ext cx="31060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>
                <a:solidFill>
                  <a:schemeClr val="accent6">
                    <a:lumMod val="20000"/>
                    <a:lumOff val="80000"/>
                  </a:schemeClr>
                </a:solidFill>
              </a:rPr>
              <a:t>VR experience sparks AI curiosity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>
                <a:solidFill>
                  <a:schemeClr val="accent6">
                    <a:lumMod val="20000"/>
                    <a:lumOff val="80000"/>
                  </a:schemeClr>
                </a:solidFill>
              </a:rPr>
              <a:t>Use case brainstorming and detail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C80E828-E108-7D2E-3AE3-A491E2EB188A}"/>
              </a:ext>
            </a:extLst>
          </p:cNvPr>
          <p:cNvSpPr txBox="1"/>
          <p:nvPr/>
        </p:nvSpPr>
        <p:spPr>
          <a:xfrm>
            <a:off x="3094483" y="3021447"/>
            <a:ext cx="34423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>
                <a:solidFill>
                  <a:schemeClr val="accent6">
                    <a:lumMod val="20000"/>
                    <a:lumOff val="80000"/>
                  </a:schemeClr>
                </a:solidFill>
              </a:rPr>
              <a:t>Interactive ethical dilemma scenarios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>
                <a:solidFill>
                  <a:schemeClr val="accent6">
                    <a:lumMod val="20000"/>
                    <a:lumOff val="80000"/>
                  </a:schemeClr>
                </a:solidFill>
              </a:rPr>
              <a:t>AI Ethics Game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26DD035-A579-DCBB-4254-52C2432C49EA}"/>
              </a:ext>
            </a:extLst>
          </p:cNvPr>
          <p:cNvSpPr txBox="1"/>
          <p:nvPr/>
        </p:nvSpPr>
        <p:spPr>
          <a:xfrm>
            <a:off x="6513849" y="3032793"/>
            <a:ext cx="28557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>
                <a:solidFill>
                  <a:schemeClr val="accent6">
                    <a:lumMod val="20000"/>
                    <a:lumOff val="80000"/>
                  </a:schemeClr>
                </a:solidFill>
              </a:rPr>
              <a:t>Design thinking workshop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>
                <a:solidFill>
                  <a:schemeClr val="accent6">
                    <a:lumMod val="20000"/>
                    <a:lumOff val="80000"/>
                  </a:schemeClr>
                </a:solidFill>
              </a:rPr>
              <a:t>Rapid prototyping sessions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F524882-95E6-38B6-25E7-6A703C7CE897}"/>
              </a:ext>
            </a:extLst>
          </p:cNvPr>
          <p:cNvSpPr txBox="1"/>
          <p:nvPr/>
        </p:nvSpPr>
        <p:spPr>
          <a:xfrm>
            <a:off x="9483009" y="3009846"/>
            <a:ext cx="33864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>
                <a:solidFill>
                  <a:schemeClr val="accent6">
                    <a:lumMod val="20000"/>
                    <a:lumOff val="80000"/>
                  </a:schemeClr>
                </a:solidFill>
              </a:rPr>
              <a:t>Cross functional discussions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>
                <a:solidFill>
                  <a:schemeClr val="accent6">
                    <a:lumMod val="20000"/>
                    <a:lumOff val="80000"/>
                  </a:schemeClr>
                </a:solidFill>
              </a:rPr>
              <a:t>Prioritization of use cases</a:t>
            </a:r>
          </a:p>
        </p:txBody>
      </p:sp>
      <p:pic>
        <p:nvPicPr>
          <p:cNvPr id="42" name="Graphic 41" descr="Drawing Figure outline">
            <a:extLst>
              <a:ext uri="{FF2B5EF4-FFF2-40B4-BE49-F238E27FC236}">
                <a16:creationId xmlns:a16="http://schemas.microsoft.com/office/drawing/2014/main" id="{9D26B9A4-33A5-B6B6-E47E-FB5F92D2E77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354165" y="4971558"/>
            <a:ext cx="548640" cy="548640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17E106E7-0B32-145B-A92C-1E5B941DCAD1}"/>
              </a:ext>
            </a:extLst>
          </p:cNvPr>
          <p:cNvSpPr txBox="1"/>
          <p:nvPr/>
        </p:nvSpPr>
        <p:spPr>
          <a:xfrm>
            <a:off x="3216827" y="5576994"/>
            <a:ext cx="274041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b="1">
                <a:solidFill>
                  <a:schemeClr val="accent6">
                    <a:lumMod val="75000"/>
                  </a:schemeClr>
                </a:solidFill>
              </a:rPr>
              <a:t>AI In Action</a:t>
            </a:r>
            <a:br>
              <a:rPr lang="en-IN" sz="1400" b="1">
                <a:solidFill>
                  <a:schemeClr val="accent6">
                    <a:lumMod val="75000"/>
                  </a:schemeClr>
                </a:solidFill>
              </a:rPr>
            </a:br>
            <a:r>
              <a:rPr lang="en-IN" sz="1400">
                <a:solidFill>
                  <a:schemeClr val="accent6">
                    <a:lumMod val="20000"/>
                    <a:lumOff val="80000"/>
                  </a:schemeClr>
                </a:solidFill>
              </a:rPr>
              <a:t>AI Startup presentations and Labs to witness demo of AI in Healthcare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961238-5DC5-6B01-9357-EB7FFBCBB724}"/>
              </a:ext>
            </a:extLst>
          </p:cNvPr>
          <p:cNvSpPr txBox="1">
            <a:spLocks/>
          </p:cNvSpPr>
          <p:nvPr/>
        </p:nvSpPr>
        <p:spPr>
          <a:xfrm>
            <a:off x="1004884" y="312900"/>
            <a:ext cx="11187116" cy="866548"/>
          </a:xfrm>
          <a:prstGeom prst="rect">
            <a:avLst/>
          </a:prstGeom>
          <a:ln>
            <a:noFill/>
          </a:ln>
        </p:spPr>
        <p:txBody>
          <a:bodyPr vert="horz" lIns="45720" tIns="22860" rIns="45720" bIns="22860" rtlCol="0" anchor="ctr">
            <a:noAutofit/>
          </a:bodyPr>
          <a:lstStyle>
            <a:lvl1pPr indent="0" defTabSz="4572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100" b="1">
                <a:solidFill>
                  <a:srgbClr val="38FFFF"/>
                </a:solidFill>
                <a:latin typeface="Calibri" panose="020F0502020204030204"/>
              </a:defRPr>
            </a:lvl1pPr>
            <a:lvl2pPr marL="408297" indent="-136099" defTabSz="544396">
              <a:lnSpc>
                <a:spcPct val="90000"/>
              </a:lnSpc>
              <a:spcBef>
                <a:spcPts val="298"/>
              </a:spcBef>
              <a:buFont typeface="Arial" panose="020B0604020202020204" pitchFamily="34" charset="0"/>
              <a:buChar char="•"/>
              <a:defRPr sz="2700">
                <a:solidFill>
                  <a:srgbClr val="39ADAC"/>
                </a:solidFill>
                <a:latin typeface="Lato" panose="020F0502020204030203" pitchFamily="34" charset="77"/>
              </a:defRPr>
            </a:lvl2pPr>
            <a:lvl3pPr marL="680496" indent="-136099" defTabSz="544396">
              <a:lnSpc>
                <a:spcPct val="90000"/>
              </a:lnSpc>
              <a:spcBef>
                <a:spcPts val="298"/>
              </a:spcBef>
              <a:buFont typeface="Arial" panose="020B0604020202020204" pitchFamily="34" charset="0"/>
              <a:buChar char="•"/>
              <a:defRPr sz="2700">
                <a:solidFill>
                  <a:srgbClr val="39ADAC"/>
                </a:solidFill>
                <a:latin typeface="Lato" panose="020F0502020204030203" pitchFamily="34" charset="77"/>
              </a:defRPr>
            </a:lvl3pPr>
            <a:lvl4pPr marL="952694" indent="-136099" defTabSz="544396">
              <a:lnSpc>
                <a:spcPct val="90000"/>
              </a:lnSpc>
              <a:spcBef>
                <a:spcPts val="298"/>
              </a:spcBef>
              <a:buFont typeface="Arial" panose="020B0604020202020204" pitchFamily="34" charset="0"/>
              <a:buChar char="•"/>
              <a:defRPr sz="2700">
                <a:solidFill>
                  <a:srgbClr val="39ADAC"/>
                </a:solidFill>
                <a:latin typeface="Lato" panose="020F0502020204030203" pitchFamily="34" charset="77"/>
              </a:defRPr>
            </a:lvl4pPr>
            <a:lvl5pPr marL="1224892" indent="-136099" defTabSz="544396">
              <a:lnSpc>
                <a:spcPct val="90000"/>
              </a:lnSpc>
              <a:spcBef>
                <a:spcPts val="298"/>
              </a:spcBef>
              <a:buFont typeface="Arial" panose="020B0604020202020204" pitchFamily="34" charset="0"/>
              <a:buChar char="•"/>
              <a:defRPr sz="2700">
                <a:solidFill>
                  <a:srgbClr val="39ADAC"/>
                </a:solidFill>
                <a:latin typeface="Lato" panose="020F0502020204030203" pitchFamily="34" charset="77"/>
              </a:defRPr>
            </a:lvl5pPr>
            <a:lvl6pPr marL="1497091" indent="-136099" defTabSz="544396">
              <a:lnSpc>
                <a:spcPct val="90000"/>
              </a:lnSpc>
              <a:spcBef>
                <a:spcPts val="298"/>
              </a:spcBef>
              <a:buFont typeface="Arial" panose="020B0604020202020204" pitchFamily="34" charset="0"/>
              <a:buChar char="•"/>
              <a:defRPr sz="1072"/>
            </a:lvl6pPr>
            <a:lvl7pPr marL="1769289" indent="-136099" defTabSz="544396">
              <a:lnSpc>
                <a:spcPct val="90000"/>
              </a:lnSpc>
              <a:spcBef>
                <a:spcPts val="298"/>
              </a:spcBef>
              <a:buFont typeface="Arial" panose="020B0604020202020204" pitchFamily="34" charset="0"/>
              <a:buChar char="•"/>
              <a:defRPr sz="1072"/>
            </a:lvl7pPr>
            <a:lvl8pPr marL="2041487" indent="-136099" defTabSz="544396">
              <a:lnSpc>
                <a:spcPct val="90000"/>
              </a:lnSpc>
              <a:spcBef>
                <a:spcPts val="298"/>
              </a:spcBef>
              <a:buFont typeface="Arial" panose="020B0604020202020204" pitchFamily="34" charset="0"/>
              <a:buChar char="•"/>
              <a:defRPr sz="1072"/>
            </a:lvl8pPr>
            <a:lvl9pPr marL="2313685" indent="-136099" defTabSz="544396">
              <a:lnSpc>
                <a:spcPct val="90000"/>
              </a:lnSpc>
              <a:spcBef>
                <a:spcPts val="298"/>
              </a:spcBef>
              <a:buFont typeface="Arial" panose="020B0604020202020204" pitchFamily="34" charset="0"/>
              <a:buChar char="•"/>
              <a:defRPr sz="1072"/>
            </a:lvl9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92B94C"/>
                </a:solidFill>
                <a:effectLst/>
                <a:uLnTx/>
                <a:uFillTx/>
                <a:latin typeface="Helvetica light"/>
                <a:ea typeface="+mn-ea"/>
                <a:cs typeface="Helvetica"/>
              </a:rPr>
              <a:t>AI Education will be tailored to the needs of leadership and will focus on experiential learning in real-world context</a:t>
            </a:r>
          </a:p>
        </p:txBody>
      </p:sp>
    </p:spTree>
    <p:extLst>
      <p:ext uri="{BB962C8B-B14F-4D97-AF65-F5344CB8AC3E}">
        <p14:creationId xmlns:p14="http://schemas.microsoft.com/office/powerpoint/2010/main" val="23106437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7F4032-1AB7-CE91-3F3C-C23F9911FBF7}"/>
              </a:ext>
            </a:extLst>
          </p:cNvPr>
          <p:cNvSpPr txBox="1"/>
          <p:nvPr/>
        </p:nvSpPr>
        <p:spPr>
          <a:xfrm>
            <a:off x="2626359" y="2220128"/>
            <a:ext cx="844803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6000" b="1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Helvetica light"/>
                <a:ea typeface="+mn-ea"/>
                <a:cs typeface="+mn-cs"/>
              </a:rPr>
              <a:t>X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4A1216-079C-C0A5-78E2-2741D01661AA}"/>
              </a:ext>
            </a:extLst>
          </p:cNvPr>
          <p:cNvSpPr txBox="1"/>
          <p:nvPr/>
        </p:nvSpPr>
        <p:spPr>
          <a:xfrm>
            <a:off x="2626359" y="3078819"/>
            <a:ext cx="844803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6000" b="1" i="0" u="none" strike="noStrike" kern="1200" cap="none" spc="0" normalizeH="0" baseline="0" noProof="0">
                <a:ln>
                  <a:noFill/>
                </a:ln>
                <a:solidFill>
                  <a:srgbClr val="91B94C"/>
                </a:solidFill>
                <a:effectLst/>
                <a:uLnTx/>
                <a:uFillTx/>
                <a:latin typeface="Helvetica light"/>
                <a:ea typeface="+mn-ea"/>
                <a:cs typeface="+mn-cs"/>
              </a:rPr>
              <a:t>Co-Pilot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632CA81D-AD22-E4DA-D440-374F1D1BD01B}"/>
              </a:ext>
            </a:extLst>
          </p:cNvPr>
          <p:cNvSpPr txBox="1">
            <a:spLocks/>
          </p:cNvSpPr>
          <p:nvPr/>
        </p:nvSpPr>
        <p:spPr>
          <a:xfrm>
            <a:off x="1004884" y="312900"/>
            <a:ext cx="11187116" cy="866548"/>
          </a:xfrm>
          <a:prstGeom prst="rect">
            <a:avLst/>
          </a:prstGeom>
          <a:ln>
            <a:noFill/>
          </a:ln>
        </p:spPr>
        <p:txBody>
          <a:bodyPr vert="horz" lIns="45720" tIns="22860" rIns="45720" bIns="22860" rtlCol="0" anchor="ctr">
            <a:noAutofit/>
          </a:bodyPr>
          <a:lstStyle>
            <a:lvl1pPr indent="0" defTabSz="4572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100" b="1">
                <a:solidFill>
                  <a:srgbClr val="38FFFF"/>
                </a:solidFill>
                <a:latin typeface="Calibri" panose="020F0502020204030204"/>
              </a:defRPr>
            </a:lvl1pPr>
            <a:lvl2pPr marL="408297" indent="-136099" defTabSz="544396">
              <a:lnSpc>
                <a:spcPct val="90000"/>
              </a:lnSpc>
              <a:spcBef>
                <a:spcPts val="298"/>
              </a:spcBef>
              <a:buFont typeface="Arial" panose="020B0604020202020204" pitchFamily="34" charset="0"/>
              <a:buChar char="•"/>
              <a:defRPr sz="2700">
                <a:solidFill>
                  <a:srgbClr val="39ADAC"/>
                </a:solidFill>
                <a:latin typeface="Lato" panose="020F0502020204030203" pitchFamily="34" charset="77"/>
              </a:defRPr>
            </a:lvl2pPr>
            <a:lvl3pPr marL="680496" indent="-136099" defTabSz="544396">
              <a:lnSpc>
                <a:spcPct val="90000"/>
              </a:lnSpc>
              <a:spcBef>
                <a:spcPts val="298"/>
              </a:spcBef>
              <a:buFont typeface="Arial" panose="020B0604020202020204" pitchFamily="34" charset="0"/>
              <a:buChar char="•"/>
              <a:defRPr sz="2700">
                <a:solidFill>
                  <a:srgbClr val="39ADAC"/>
                </a:solidFill>
                <a:latin typeface="Lato" panose="020F0502020204030203" pitchFamily="34" charset="77"/>
              </a:defRPr>
            </a:lvl3pPr>
            <a:lvl4pPr marL="952694" indent="-136099" defTabSz="544396">
              <a:lnSpc>
                <a:spcPct val="90000"/>
              </a:lnSpc>
              <a:spcBef>
                <a:spcPts val="298"/>
              </a:spcBef>
              <a:buFont typeface="Arial" panose="020B0604020202020204" pitchFamily="34" charset="0"/>
              <a:buChar char="•"/>
              <a:defRPr sz="2700">
                <a:solidFill>
                  <a:srgbClr val="39ADAC"/>
                </a:solidFill>
                <a:latin typeface="Lato" panose="020F0502020204030203" pitchFamily="34" charset="77"/>
              </a:defRPr>
            </a:lvl4pPr>
            <a:lvl5pPr marL="1224892" indent="-136099" defTabSz="544396">
              <a:lnSpc>
                <a:spcPct val="90000"/>
              </a:lnSpc>
              <a:spcBef>
                <a:spcPts val="298"/>
              </a:spcBef>
              <a:buFont typeface="Arial" panose="020B0604020202020204" pitchFamily="34" charset="0"/>
              <a:buChar char="•"/>
              <a:defRPr sz="2700">
                <a:solidFill>
                  <a:srgbClr val="39ADAC"/>
                </a:solidFill>
                <a:latin typeface="Lato" panose="020F0502020204030203" pitchFamily="34" charset="77"/>
              </a:defRPr>
            </a:lvl5pPr>
            <a:lvl6pPr marL="1497091" indent="-136099" defTabSz="544396">
              <a:lnSpc>
                <a:spcPct val="90000"/>
              </a:lnSpc>
              <a:spcBef>
                <a:spcPts val="298"/>
              </a:spcBef>
              <a:buFont typeface="Arial" panose="020B0604020202020204" pitchFamily="34" charset="0"/>
              <a:buChar char="•"/>
              <a:defRPr sz="1072"/>
            </a:lvl6pPr>
            <a:lvl7pPr marL="1769289" indent="-136099" defTabSz="544396">
              <a:lnSpc>
                <a:spcPct val="90000"/>
              </a:lnSpc>
              <a:spcBef>
                <a:spcPts val="298"/>
              </a:spcBef>
              <a:buFont typeface="Arial" panose="020B0604020202020204" pitchFamily="34" charset="0"/>
              <a:buChar char="•"/>
              <a:defRPr sz="1072"/>
            </a:lvl7pPr>
            <a:lvl8pPr marL="2041487" indent="-136099" defTabSz="544396">
              <a:lnSpc>
                <a:spcPct val="90000"/>
              </a:lnSpc>
              <a:spcBef>
                <a:spcPts val="298"/>
              </a:spcBef>
              <a:buFont typeface="Arial" panose="020B0604020202020204" pitchFamily="34" charset="0"/>
              <a:buChar char="•"/>
              <a:defRPr sz="1072"/>
            </a:lvl8pPr>
            <a:lvl9pPr marL="2313685" indent="-136099" defTabSz="544396">
              <a:lnSpc>
                <a:spcPct val="90000"/>
              </a:lnSpc>
              <a:spcBef>
                <a:spcPts val="298"/>
              </a:spcBef>
              <a:buFont typeface="Arial" panose="020B0604020202020204" pitchFamily="34" charset="0"/>
              <a:buChar char="•"/>
              <a:defRPr sz="1072"/>
            </a:lvl9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srgbClr val="92B94C"/>
                </a:solidFill>
                <a:effectLst/>
                <a:uLnTx/>
                <a:uFillTx/>
                <a:latin typeface="Helvetica light"/>
                <a:ea typeface="+mn-ea"/>
                <a:cs typeface="Helvetica" panose="020B0604020202020204" pitchFamily="34" charset="0"/>
              </a:rPr>
              <a:t>Delivering Superlative Experiences through Co-Pilots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CA6B81D-4CF6-7153-5C9C-A7410779C40B}"/>
              </a:ext>
            </a:extLst>
          </p:cNvPr>
          <p:cNvCxnSpPr>
            <a:cxnSpLocks/>
          </p:cNvCxnSpPr>
          <p:nvPr/>
        </p:nvCxnSpPr>
        <p:spPr>
          <a:xfrm>
            <a:off x="3710576" y="2133061"/>
            <a:ext cx="0" cy="1935060"/>
          </a:xfrm>
          <a:prstGeom prst="line">
            <a:avLst/>
          </a:prstGeom>
          <a:ln w="76200">
            <a:solidFill>
              <a:srgbClr val="00000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538AB04A-56C8-FC94-530A-2AC377BF2AAA}"/>
              </a:ext>
            </a:extLst>
          </p:cNvPr>
          <p:cNvSpPr/>
          <p:nvPr/>
        </p:nvSpPr>
        <p:spPr>
          <a:xfrm>
            <a:off x="0" y="1915885"/>
            <a:ext cx="3710576" cy="4942116"/>
          </a:xfrm>
          <a:prstGeom prst="rect">
            <a:avLst/>
          </a:prstGeom>
          <a:solidFill>
            <a:srgbClr val="34343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Helvetica ligh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1F835E-4E4D-ECE0-23F5-27332D338724}"/>
              </a:ext>
            </a:extLst>
          </p:cNvPr>
          <p:cNvSpPr txBox="1"/>
          <p:nvPr/>
        </p:nvSpPr>
        <p:spPr>
          <a:xfrm>
            <a:off x="502442" y="4917614"/>
            <a:ext cx="111871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err="1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Helvetica light"/>
                <a:ea typeface="Calibri" panose="020F0502020204030204" pitchFamily="34" charset="0"/>
                <a:cs typeface="Times New Roman" panose="02020603050405020304" pitchFamily="18" charset="0"/>
              </a:rPr>
              <a:t>AuxoAI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Helvetica light"/>
                <a:ea typeface="Calibri" panose="020F0502020204030204" pitchFamily="34" charset="0"/>
                <a:cs typeface="Times New Roman" panose="02020603050405020304" pitchFamily="18" charset="0"/>
              </a:rPr>
              <a:t> helps you build and scale impactful solutions in 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91B94C"/>
                </a:solidFill>
                <a:effectLst/>
                <a:uLnTx/>
                <a:uFillTx/>
                <a:latin typeface="Helvetica light"/>
                <a:ea typeface="Calibri" panose="020F0502020204030204" pitchFamily="34" charset="0"/>
                <a:cs typeface="Times New Roman" panose="02020603050405020304" pitchFamily="18" charset="0"/>
              </a:rPr>
              <a:t>your domain of priority.</a:t>
            </a:r>
            <a:endParaRPr kumimoji="0" lang="en-IN" sz="1800" b="1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Helvetica ligh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835FC2E-217B-38FA-FCD2-B7B92AEB09F3}"/>
              </a:ext>
            </a:extLst>
          </p:cNvPr>
          <p:cNvSpPr/>
          <p:nvPr/>
        </p:nvSpPr>
        <p:spPr>
          <a:xfrm>
            <a:off x="12411385" y="202019"/>
            <a:ext cx="1333322" cy="669851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Play in slide show mode</a:t>
            </a:r>
          </a:p>
        </p:txBody>
      </p:sp>
    </p:spTree>
    <p:extLst>
      <p:ext uri="{BB962C8B-B14F-4D97-AF65-F5344CB8AC3E}">
        <p14:creationId xmlns:p14="http://schemas.microsoft.com/office/powerpoint/2010/main" val="2545462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" presetClass="exit" presetSubtype="8" ac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Chord 83">
            <a:extLst>
              <a:ext uri="{FF2B5EF4-FFF2-40B4-BE49-F238E27FC236}">
                <a16:creationId xmlns:a16="http://schemas.microsoft.com/office/drawing/2014/main" id="{0110C3FE-74D3-774D-7622-B2F7A4742DA0}"/>
              </a:ext>
            </a:extLst>
          </p:cNvPr>
          <p:cNvSpPr/>
          <p:nvPr/>
        </p:nvSpPr>
        <p:spPr>
          <a:xfrm>
            <a:off x="9800748" y="1227289"/>
            <a:ext cx="3765960" cy="3582653"/>
          </a:xfrm>
          <a:prstGeom prst="chord">
            <a:avLst>
              <a:gd name="adj1" fmla="val 4396902"/>
              <a:gd name="adj2" fmla="val 17159793"/>
            </a:avLst>
          </a:prstGeom>
          <a:solidFill>
            <a:srgbClr val="00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Helvetica light"/>
              <a:ea typeface="+mn-ea"/>
              <a:cs typeface="+mn-cs"/>
            </a:endParaRP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B97210E7-47FA-1C9B-ABDF-7204F2926697}"/>
              </a:ext>
            </a:extLst>
          </p:cNvPr>
          <p:cNvCxnSpPr>
            <a:cxnSpLocks/>
          </p:cNvCxnSpPr>
          <p:nvPr/>
        </p:nvCxnSpPr>
        <p:spPr>
          <a:xfrm>
            <a:off x="9178535" y="2042785"/>
            <a:ext cx="1408082" cy="0"/>
          </a:xfrm>
          <a:prstGeom prst="straightConnector1">
            <a:avLst/>
          </a:prstGeom>
          <a:ln w="28575">
            <a:gradFill flip="none" rotWithShape="1">
              <a:gsLst>
                <a:gs pos="0">
                  <a:schemeClr val="tx1"/>
                </a:gs>
                <a:gs pos="100000">
                  <a:srgbClr val="000000"/>
                </a:gs>
              </a:gsLst>
              <a:lin ang="0" scaled="1"/>
              <a:tileRect/>
            </a:gradFill>
            <a:bevel/>
            <a:headEnd type="oval" w="lg" len="lg"/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6" name="Chord 85">
            <a:extLst>
              <a:ext uri="{FF2B5EF4-FFF2-40B4-BE49-F238E27FC236}">
                <a16:creationId xmlns:a16="http://schemas.microsoft.com/office/drawing/2014/main" id="{FC6F2317-44D2-5EE9-D1BE-85C2D0006D57}"/>
              </a:ext>
            </a:extLst>
          </p:cNvPr>
          <p:cNvSpPr/>
          <p:nvPr/>
        </p:nvSpPr>
        <p:spPr>
          <a:xfrm flipH="1">
            <a:off x="-1371254" y="1235704"/>
            <a:ext cx="3765960" cy="3582653"/>
          </a:xfrm>
          <a:prstGeom prst="chord">
            <a:avLst>
              <a:gd name="adj1" fmla="val 4396902"/>
              <a:gd name="adj2" fmla="val 17159793"/>
            </a:avLst>
          </a:prstGeom>
          <a:solidFill>
            <a:srgbClr val="00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Helvetica ligh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6FFE7B-D821-B552-D253-62D5A91D7508}"/>
              </a:ext>
            </a:extLst>
          </p:cNvPr>
          <p:cNvSpPr txBox="1"/>
          <p:nvPr/>
        </p:nvSpPr>
        <p:spPr>
          <a:xfrm>
            <a:off x="3518875" y="6298181"/>
            <a:ext cx="4997699" cy="400110"/>
          </a:xfrm>
          <a:prstGeom prst="rect">
            <a:avLst/>
          </a:prstGeom>
          <a:noFill/>
          <a:effectLst>
            <a:glow rad="101600">
              <a:schemeClr val="accent6">
                <a:satMod val="175000"/>
                <a:alpha val="40000"/>
              </a:schemeClr>
            </a:glow>
          </a:effectLst>
        </p:spPr>
        <p:txBody>
          <a:bodyPr wrap="square" rtlCol="0">
            <a:spAutoFit/>
          </a:bodyPr>
          <a:lstStyle/>
          <a:p>
            <a:pPr marL="0" marR="0" lvl="0" indent="0" algn="ct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>
                <a:ln>
                  <a:noFill/>
                </a:ln>
                <a:solidFill>
                  <a:srgbClr val="91B94C">
                    <a:lumMod val="40000"/>
                    <a:lumOff val="60000"/>
                  </a:srgbClr>
                </a:solidFill>
                <a:effectLst>
                  <a:glow rad="228600">
                    <a:srgbClr val="91B94C">
                      <a:lumMod val="50000"/>
                      <a:alpha val="40000"/>
                    </a:srgbClr>
                  </a:glow>
                </a:effectLst>
                <a:uLnTx/>
                <a:uFillTx/>
                <a:latin typeface="Helvetica light"/>
                <a:ea typeface="+mn-ea"/>
                <a:cs typeface="+mn-cs"/>
              </a:rPr>
              <a:t>Improved business outcomes</a:t>
            </a:r>
          </a:p>
        </p:txBody>
      </p:sp>
      <p:pic>
        <p:nvPicPr>
          <p:cNvPr id="19" name="Graphic 18" descr="Caret Right outline">
            <a:extLst>
              <a:ext uri="{FF2B5EF4-FFF2-40B4-BE49-F238E27FC236}">
                <a16:creationId xmlns:a16="http://schemas.microsoft.com/office/drawing/2014/main" id="{28DC33E3-4A57-F8B4-C56E-F8F255FECA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5632713" y="4641821"/>
            <a:ext cx="720000" cy="720000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F35D867C-5D96-C551-90D4-23F288AF302F}"/>
              </a:ext>
            </a:extLst>
          </p:cNvPr>
          <p:cNvSpPr/>
          <p:nvPr/>
        </p:nvSpPr>
        <p:spPr>
          <a:xfrm>
            <a:off x="4751114" y="1857469"/>
            <a:ext cx="2430781" cy="2430781"/>
          </a:xfrm>
          <a:prstGeom prst="ellipse">
            <a:avLst/>
          </a:prstGeom>
          <a:noFill/>
          <a:ln w="285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87000">
                  <a:schemeClr val="tx1"/>
                </a:gs>
                <a:gs pos="100000">
                  <a:schemeClr val="tx1"/>
                </a:gs>
              </a:gsLst>
              <a:lin ang="0" scaled="1"/>
              <a:tileRect/>
            </a:gra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5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Helvetica light"/>
              <a:ea typeface="+mn-ea"/>
              <a:cs typeface="Helvetica" panose="020B0604020202020204" pitchFamily="34" charset="0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1B6869F-7683-5885-2CF3-7E9ADD1559AF}"/>
              </a:ext>
            </a:extLst>
          </p:cNvPr>
          <p:cNvSpPr/>
          <p:nvPr/>
        </p:nvSpPr>
        <p:spPr>
          <a:xfrm>
            <a:off x="1671630" y="3455732"/>
            <a:ext cx="3485165" cy="674555"/>
          </a:xfrm>
          <a:custGeom>
            <a:avLst/>
            <a:gdLst>
              <a:gd name="connsiteX0" fmla="*/ 0 w 3844212"/>
              <a:gd name="connsiteY0" fmla="*/ 522551 h 522551"/>
              <a:gd name="connsiteX1" fmla="*/ 998375 w 3844212"/>
              <a:gd name="connsiteY1" fmla="*/ 37 h 522551"/>
              <a:gd name="connsiteX2" fmla="*/ 2892490 w 3844212"/>
              <a:gd name="connsiteY2" fmla="*/ 494559 h 522551"/>
              <a:gd name="connsiteX3" fmla="*/ 3844212 w 3844212"/>
              <a:gd name="connsiteY3" fmla="*/ 410584 h 522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44212" h="522551">
                <a:moveTo>
                  <a:pt x="0" y="522551"/>
                </a:moveTo>
                <a:cubicBezTo>
                  <a:pt x="258146" y="263626"/>
                  <a:pt x="516293" y="4702"/>
                  <a:pt x="998375" y="37"/>
                </a:cubicBezTo>
                <a:cubicBezTo>
                  <a:pt x="1480457" y="-4628"/>
                  <a:pt x="2418184" y="426135"/>
                  <a:pt x="2892490" y="494559"/>
                </a:cubicBezTo>
                <a:cubicBezTo>
                  <a:pt x="3366796" y="562983"/>
                  <a:pt x="3605504" y="486783"/>
                  <a:pt x="3844212" y="410584"/>
                </a:cubicBezTo>
              </a:path>
            </a:pathLst>
          </a:custGeom>
          <a:noFill/>
          <a:ln w="28575" cap="rnd">
            <a:gradFill flip="none" rotWithShape="1">
              <a:gsLst>
                <a:gs pos="0">
                  <a:srgbClr val="000000"/>
                </a:gs>
                <a:gs pos="62000">
                  <a:schemeClr val="bg1"/>
                </a:gs>
                <a:gs pos="100000">
                  <a:schemeClr val="bg1"/>
                </a:gs>
              </a:gsLst>
              <a:lin ang="0" scaled="1"/>
              <a:tileRect/>
            </a:gradFill>
            <a:round/>
            <a:headEnd type="none"/>
            <a:tailEnd type="oval" w="lg" len="lg"/>
            <a:extLst>
              <a:ext uri="{C807C97D-BFC1-408E-A445-0C87EB9F89A2}">
                <ask:lineSketchStyleProps xmlns:ask="http://schemas.microsoft.com/office/drawing/2018/sketchyshapes" sd="1847422903">
                  <a:custGeom>
                    <a:avLst/>
                    <a:gdLst>
                      <a:gd name="connsiteX0" fmla="*/ 0 w 3600000"/>
                      <a:gd name="connsiteY0" fmla="*/ 522551 h 522551"/>
                      <a:gd name="connsiteX1" fmla="*/ 934951 w 3600000"/>
                      <a:gd name="connsiteY1" fmla="*/ 37 h 522551"/>
                      <a:gd name="connsiteX2" fmla="*/ 2708738 w 3600000"/>
                      <a:gd name="connsiteY2" fmla="*/ 494559 h 522551"/>
                      <a:gd name="connsiteX3" fmla="*/ 3600000 w 3600000"/>
                      <a:gd name="connsiteY3" fmla="*/ 410584 h 52255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</a:cxnLst>
                    <a:rect l="l" t="t" r="r" b="b"/>
                    <a:pathLst>
                      <a:path w="3600000" h="522551" extrusionOk="0">
                        <a:moveTo>
                          <a:pt x="0" y="522551"/>
                        </a:moveTo>
                        <a:cubicBezTo>
                          <a:pt x="206185" y="271139"/>
                          <a:pt x="503124" y="-22656"/>
                          <a:pt x="934951" y="37"/>
                        </a:cubicBezTo>
                        <a:cubicBezTo>
                          <a:pt x="1387447" y="26639"/>
                          <a:pt x="2264918" y="488584"/>
                          <a:pt x="2708738" y="494559"/>
                        </a:cubicBezTo>
                        <a:cubicBezTo>
                          <a:pt x="3146207" y="608800"/>
                          <a:pt x="3363653" y="481449"/>
                          <a:pt x="3600000" y="410584"/>
                        </a:cubicBezTo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Helvetica light"/>
              <a:ea typeface="+mn-ea"/>
              <a:cs typeface="+mn-cs"/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BD41943A-122B-2BBC-C70E-ACFEB4E9352A}"/>
              </a:ext>
            </a:extLst>
          </p:cNvPr>
          <p:cNvSpPr/>
          <p:nvPr/>
        </p:nvSpPr>
        <p:spPr>
          <a:xfrm flipH="1">
            <a:off x="1803134" y="2564125"/>
            <a:ext cx="3029485" cy="173795"/>
          </a:xfrm>
          <a:custGeom>
            <a:avLst/>
            <a:gdLst>
              <a:gd name="connsiteX0" fmla="*/ 0 w 3685592"/>
              <a:gd name="connsiteY0" fmla="*/ 55984 h 168905"/>
              <a:gd name="connsiteX1" fmla="*/ 2313992 w 3685592"/>
              <a:gd name="connsiteY1" fmla="*/ 167951 h 168905"/>
              <a:gd name="connsiteX2" fmla="*/ 3685592 w 3685592"/>
              <a:gd name="connsiteY2" fmla="*/ 0 h 1689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85592" h="168905">
                <a:moveTo>
                  <a:pt x="0" y="55984"/>
                </a:moveTo>
                <a:cubicBezTo>
                  <a:pt x="849863" y="116633"/>
                  <a:pt x="1699727" y="177282"/>
                  <a:pt x="2313992" y="167951"/>
                </a:cubicBezTo>
                <a:cubicBezTo>
                  <a:pt x="2928257" y="158620"/>
                  <a:pt x="3572070" y="34212"/>
                  <a:pt x="3685592" y="0"/>
                </a:cubicBezTo>
              </a:path>
            </a:pathLst>
          </a:custGeom>
          <a:noFill/>
          <a:ln w="19050" cap="rnd">
            <a:gradFill flip="none" rotWithShape="1">
              <a:gsLst>
                <a:gs pos="0">
                  <a:srgbClr val="000000"/>
                </a:gs>
                <a:gs pos="62000">
                  <a:schemeClr val="bg1"/>
                </a:gs>
                <a:gs pos="100000">
                  <a:schemeClr val="bg1"/>
                </a:gs>
              </a:gsLst>
              <a:lin ang="10800000" scaled="1"/>
              <a:tileRect/>
            </a:gradFill>
            <a:round/>
            <a:headEnd type="oval" w="lg" len="lg"/>
            <a:tailEnd type="none" w="lg" len="lg"/>
            <a:extLst>
              <a:ext uri="{C807C97D-BFC1-408E-A445-0C87EB9F89A2}">
                <ask:lineSketchStyleProps xmlns:ask="http://schemas.microsoft.com/office/drawing/2018/sketchyshapes" sd="3046027325">
                  <a:custGeom>
                    <a:avLst/>
                    <a:gdLst>
                      <a:gd name="connsiteX0" fmla="*/ 0 w 3600000"/>
                      <a:gd name="connsiteY0" fmla="*/ 55984 h 168905"/>
                      <a:gd name="connsiteX1" fmla="*/ 2260253 w 3600000"/>
                      <a:gd name="connsiteY1" fmla="*/ 167951 h 168905"/>
                      <a:gd name="connsiteX2" fmla="*/ 3600000 w 3600000"/>
                      <a:gd name="connsiteY2" fmla="*/ 0 h 16890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3600000" h="168905" extrusionOk="0">
                        <a:moveTo>
                          <a:pt x="0" y="55984"/>
                        </a:moveTo>
                        <a:cubicBezTo>
                          <a:pt x="852299" y="53958"/>
                          <a:pt x="1673325" y="235407"/>
                          <a:pt x="2260253" y="167951"/>
                        </a:cubicBezTo>
                        <a:cubicBezTo>
                          <a:pt x="2857659" y="156119"/>
                          <a:pt x="3481634" y="18919"/>
                          <a:pt x="3600000" y="0"/>
                        </a:cubicBezTo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Helvetica light"/>
              <a:ea typeface="+mn-ea"/>
              <a:cs typeface="+mn-cs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4C761415-5986-218E-B8B0-0C1041AF703E}"/>
              </a:ext>
            </a:extLst>
          </p:cNvPr>
          <p:cNvSpPr/>
          <p:nvPr/>
        </p:nvSpPr>
        <p:spPr>
          <a:xfrm>
            <a:off x="1905979" y="3020643"/>
            <a:ext cx="2846165" cy="411330"/>
          </a:xfrm>
          <a:custGeom>
            <a:avLst/>
            <a:gdLst>
              <a:gd name="connsiteX0" fmla="*/ 0 w 3657600"/>
              <a:gd name="connsiteY0" fmla="*/ 262687 h 365509"/>
              <a:gd name="connsiteX1" fmla="*/ 1175658 w 3657600"/>
              <a:gd name="connsiteY1" fmla="*/ 1430 h 365509"/>
              <a:gd name="connsiteX2" fmla="*/ 2705878 w 3657600"/>
              <a:gd name="connsiteY2" fmla="*/ 365324 h 365509"/>
              <a:gd name="connsiteX3" fmla="*/ 3657600 w 3657600"/>
              <a:gd name="connsiteY3" fmla="*/ 57414 h 365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57600" h="365509">
                <a:moveTo>
                  <a:pt x="0" y="262687"/>
                </a:moveTo>
                <a:cubicBezTo>
                  <a:pt x="362339" y="123505"/>
                  <a:pt x="724678" y="-15676"/>
                  <a:pt x="1175658" y="1430"/>
                </a:cubicBezTo>
                <a:cubicBezTo>
                  <a:pt x="1626638" y="18536"/>
                  <a:pt x="2292221" y="355993"/>
                  <a:pt x="2705878" y="365324"/>
                </a:cubicBezTo>
                <a:cubicBezTo>
                  <a:pt x="3119535" y="374655"/>
                  <a:pt x="3447661" y="29422"/>
                  <a:pt x="3657600" y="57414"/>
                </a:cubicBezTo>
              </a:path>
            </a:pathLst>
          </a:custGeom>
          <a:noFill/>
          <a:ln w="19050">
            <a:gradFill flip="none" rotWithShape="1">
              <a:gsLst>
                <a:gs pos="0">
                  <a:srgbClr val="000000"/>
                </a:gs>
                <a:gs pos="62000">
                  <a:schemeClr val="bg1"/>
                </a:gs>
                <a:gs pos="100000">
                  <a:schemeClr val="bg1"/>
                </a:gs>
              </a:gsLst>
              <a:lin ang="0" scaled="1"/>
              <a:tileRect/>
            </a:gradFill>
            <a:headEnd type="none"/>
            <a:tailEnd type="oval" w="lg" len="lg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Helvetica light"/>
              <a:ea typeface="+mn-ea"/>
              <a:cs typeface="+mn-cs"/>
            </a:endParaRP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7B036D91-8974-5EB8-0BE2-5CE85D2177E5}"/>
              </a:ext>
            </a:extLst>
          </p:cNvPr>
          <p:cNvSpPr/>
          <p:nvPr/>
        </p:nvSpPr>
        <p:spPr>
          <a:xfrm>
            <a:off x="1710013" y="1824625"/>
            <a:ext cx="3420986" cy="558075"/>
          </a:xfrm>
          <a:custGeom>
            <a:avLst/>
            <a:gdLst>
              <a:gd name="connsiteX0" fmla="*/ 0 w 3963583"/>
              <a:gd name="connsiteY0" fmla="*/ 0 h 495907"/>
              <a:gd name="connsiteX1" fmla="*/ 1483567 w 3963583"/>
              <a:gd name="connsiteY1" fmla="*/ 485192 h 495907"/>
              <a:gd name="connsiteX2" fmla="*/ 3657600 w 3963583"/>
              <a:gd name="connsiteY2" fmla="*/ 335902 h 495907"/>
              <a:gd name="connsiteX3" fmla="*/ 3946849 w 3963583"/>
              <a:gd name="connsiteY3" fmla="*/ 335902 h 495907"/>
              <a:gd name="connsiteX4" fmla="*/ 3946849 w 3963583"/>
              <a:gd name="connsiteY4" fmla="*/ 335902 h 495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63583" h="495907">
                <a:moveTo>
                  <a:pt x="0" y="0"/>
                </a:moveTo>
                <a:cubicBezTo>
                  <a:pt x="436983" y="214604"/>
                  <a:pt x="873967" y="429208"/>
                  <a:pt x="1483567" y="485192"/>
                </a:cubicBezTo>
                <a:cubicBezTo>
                  <a:pt x="2093167" y="541176"/>
                  <a:pt x="3247053" y="360784"/>
                  <a:pt x="3657600" y="335902"/>
                </a:cubicBezTo>
                <a:cubicBezTo>
                  <a:pt x="4068147" y="311020"/>
                  <a:pt x="3946849" y="335902"/>
                  <a:pt x="3946849" y="335902"/>
                </a:cubicBezTo>
                <a:lnTo>
                  <a:pt x="3946849" y="335902"/>
                </a:lnTo>
              </a:path>
            </a:pathLst>
          </a:custGeom>
          <a:noFill/>
          <a:ln w="19050">
            <a:gradFill flip="none" rotWithShape="1">
              <a:gsLst>
                <a:gs pos="0">
                  <a:srgbClr val="000000"/>
                </a:gs>
                <a:gs pos="62000">
                  <a:schemeClr val="bg1"/>
                </a:gs>
                <a:gs pos="100000">
                  <a:schemeClr val="bg1"/>
                </a:gs>
              </a:gsLst>
              <a:lin ang="0" scaled="1"/>
              <a:tileRect/>
            </a:gradFill>
            <a:headEnd type="none"/>
            <a:tailEnd type="oval" w="lg" len="lg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Helvetica light"/>
              <a:ea typeface="+mn-ea"/>
              <a:cs typeface="+mn-cs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F765842-F769-A484-436E-8F82B938F782}"/>
              </a:ext>
            </a:extLst>
          </p:cNvPr>
          <p:cNvCxnSpPr>
            <a:cxnSpLocks/>
          </p:cNvCxnSpPr>
          <p:nvPr/>
        </p:nvCxnSpPr>
        <p:spPr>
          <a:xfrm>
            <a:off x="6871746" y="2259508"/>
            <a:ext cx="1891140" cy="11944"/>
          </a:xfrm>
          <a:prstGeom prst="straightConnector1">
            <a:avLst/>
          </a:prstGeom>
          <a:ln w="28575">
            <a:solidFill>
              <a:schemeClr val="tx1"/>
            </a:solidFill>
            <a:bevel/>
            <a:headEnd type="oval" w="lg" len="lg"/>
            <a:tailEnd type="oval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070564E-1874-0125-7642-9A7EBA4D8D51}"/>
              </a:ext>
            </a:extLst>
          </p:cNvPr>
          <p:cNvCxnSpPr>
            <a:cxnSpLocks/>
          </p:cNvCxnSpPr>
          <p:nvPr/>
        </p:nvCxnSpPr>
        <p:spPr>
          <a:xfrm>
            <a:off x="7129829" y="2780962"/>
            <a:ext cx="1881019" cy="0"/>
          </a:xfrm>
          <a:prstGeom prst="straightConnector1">
            <a:avLst/>
          </a:prstGeom>
          <a:ln w="28575">
            <a:solidFill>
              <a:schemeClr val="tx1"/>
            </a:solidFill>
            <a:bevel/>
            <a:headEnd type="oval" w="lg" len="lg"/>
            <a:tailEnd type="oval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31CF363-9CEE-DCB2-6192-6D0E33609626}"/>
              </a:ext>
            </a:extLst>
          </p:cNvPr>
          <p:cNvCxnSpPr>
            <a:cxnSpLocks/>
          </p:cNvCxnSpPr>
          <p:nvPr/>
        </p:nvCxnSpPr>
        <p:spPr>
          <a:xfrm>
            <a:off x="9010848" y="2780962"/>
            <a:ext cx="1408082" cy="0"/>
          </a:xfrm>
          <a:prstGeom prst="straightConnector1">
            <a:avLst/>
          </a:prstGeom>
          <a:ln w="28575">
            <a:gradFill flip="none" rotWithShape="1">
              <a:gsLst>
                <a:gs pos="0">
                  <a:schemeClr val="tx1"/>
                </a:gs>
                <a:gs pos="91000">
                  <a:srgbClr val="000000"/>
                </a:gs>
                <a:gs pos="100000">
                  <a:srgbClr val="000000"/>
                </a:gs>
              </a:gsLst>
              <a:lin ang="0" scaled="1"/>
              <a:tileRect/>
            </a:gradFill>
            <a:bevel/>
            <a:headEnd type="oval" w="lg" len="lg"/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61941B6-BBC9-C24D-ACA2-8EF980E17E0B}"/>
              </a:ext>
            </a:extLst>
          </p:cNvPr>
          <p:cNvCxnSpPr>
            <a:cxnSpLocks/>
          </p:cNvCxnSpPr>
          <p:nvPr/>
        </p:nvCxnSpPr>
        <p:spPr>
          <a:xfrm>
            <a:off x="7181890" y="3310532"/>
            <a:ext cx="761978" cy="0"/>
          </a:xfrm>
          <a:prstGeom prst="straightConnector1">
            <a:avLst/>
          </a:prstGeom>
          <a:ln w="28575">
            <a:solidFill>
              <a:schemeClr val="tx1"/>
            </a:solidFill>
            <a:bevel/>
            <a:headEnd type="oval" w="lg" len="lg"/>
            <a:tailEnd type="oval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9A34FF0-6824-F87F-C6CE-7EAF2E9AED2E}"/>
              </a:ext>
            </a:extLst>
          </p:cNvPr>
          <p:cNvCxnSpPr>
            <a:cxnSpLocks/>
          </p:cNvCxnSpPr>
          <p:nvPr/>
        </p:nvCxnSpPr>
        <p:spPr>
          <a:xfrm>
            <a:off x="7948826" y="3311904"/>
            <a:ext cx="411667" cy="230741"/>
          </a:xfrm>
          <a:prstGeom prst="straightConnector1">
            <a:avLst/>
          </a:prstGeom>
          <a:ln w="28575">
            <a:solidFill>
              <a:schemeClr val="tx1"/>
            </a:solidFill>
            <a:bevel/>
            <a:headEnd type="oval" w="lg" len="lg"/>
            <a:tailEnd type="oval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916F35E-B172-F3A4-1D9B-95578AE2BABA}"/>
              </a:ext>
            </a:extLst>
          </p:cNvPr>
          <p:cNvCxnSpPr>
            <a:cxnSpLocks/>
          </p:cNvCxnSpPr>
          <p:nvPr/>
        </p:nvCxnSpPr>
        <p:spPr>
          <a:xfrm>
            <a:off x="6778834" y="3948795"/>
            <a:ext cx="1199850" cy="0"/>
          </a:xfrm>
          <a:prstGeom prst="straightConnector1">
            <a:avLst/>
          </a:prstGeom>
          <a:ln w="28575">
            <a:solidFill>
              <a:schemeClr val="tx1"/>
            </a:solidFill>
            <a:bevel/>
            <a:headEnd type="oval" w="lg" len="lg"/>
            <a:tailEnd type="oval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0FB9F149-CB0F-4570-F9AC-B796EE14B7AA}"/>
              </a:ext>
            </a:extLst>
          </p:cNvPr>
          <p:cNvSpPr/>
          <p:nvPr/>
        </p:nvSpPr>
        <p:spPr>
          <a:xfrm>
            <a:off x="4839082" y="1947599"/>
            <a:ext cx="2268729" cy="2268729"/>
          </a:xfrm>
          <a:prstGeom prst="ellipse">
            <a:avLst/>
          </a:prstGeom>
          <a:solidFill>
            <a:srgbClr val="000000">
              <a:alpha val="30196"/>
            </a:srgbClr>
          </a:solidFill>
          <a:ln>
            <a:noFill/>
            <a:prstDash val="lg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Helvetica light"/>
              <a:ea typeface="+mn-ea"/>
              <a:cs typeface="Helvetica" panose="020B0604020202020204" pitchFamily="34" charset="0"/>
            </a:endParaRPr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1B2127EB-1CC7-B529-1704-FEB6C5B80358}"/>
              </a:ext>
            </a:extLst>
          </p:cNvPr>
          <p:cNvCxnSpPr>
            <a:cxnSpLocks/>
          </p:cNvCxnSpPr>
          <p:nvPr/>
        </p:nvCxnSpPr>
        <p:spPr>
          <a:xfrm>
            <a:off x="8360493" y="3542645"/>
            <a:ext cx="2075445" cy="0"/>
          </a:xfrm>
          <a:prstGeom prst="straightConnector1">
            <a:avLst/>
          </a:prstGeom>
          <a:ln w="28575">
            <a:gradFill flip="none" rotWithShape="1">
              <a:gsLst>
                <a:gs pos="0">
                  <a:schemeClr val="tx1"/>
                </a:gs>
                <a:gs pos="100000">
                  <a:srgbClr val="000000"/>
                </a:gs>
              </a:gsLst>
              <a:lin ang="0" scaled="1"/>
              <a:tileRect/>
            </a:gradFill>
            <a:bevel/>
            <a:headEnd type="oval" w="lg" len="lg"/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4" name="Graphic 8" descr="Three circles, one filled with diagonal lines">
            <a:extLst>
              <a:ext uri="{FF2B5EF4-FFF2-40B4-BE49-F238E27FC236}">
                <a16:creationId xmlns:a16="http://schemas.microsoft.com/office/drawing/2014/main" id="{D1EBE793-526A-FC4B-BB95-F9E0F6FB6B66}"/>
              </a:ext>
            </a:extLst>
          </p:cNvPr>
          <p:cNvGrpSpPr/>
          <p:nvPr/>
        </p:nvGrpSpPr>
        <p:grpSpPr>
          <a:xfrm rot="10800000">
            <a:off x="12764" y="1693141"/>
            <a:ext cx="1941812" cy="1941805"/>
            <a:chOff x="163341" y="2878070"/>
            <a:chExt cx="2284485" cy="2284475"/>
          </a:xfrm>
          <a:solidFill>
            <a:srgbClr val="333333">
              <a:alpha val="80000"/>
            </a:srgbClr>
          </a:solidFill>
        </p:grpSpPr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2FD193C2-E106-6074-CD8E-7D77A4ACBF3A}"/>
                </a:ext>
              </a:extLst>
            </p:cNvPr>
            <p:cNvSpPr/>
            <p:nvPr/>
          </p:nvSpPr>
          <p:spPr>
            <a:xfrm>
              <a:off x="285451" y="3000180"/>
              <a:ext cx="504339" cy="504329"/>
            </a:xfrm>
            <a:custGeom>
              <a:avLst/>
              <a:gdLst>
                <a:gd name="connsiteX0" fmla="*/ 445351 w 504339"/>
                <a:gd name="connsiteY0" fmla="*/ 32042 h 504329"/>
                <a:gd name="connsiteX1" fmla="*/ 32052 w 504339"/>
                <a:gd name="connsiteY1" fmla="*/ 445351 h 504329"/>
                <a:gd name="connsiteX2" fmla="*/ 0 w 504339"/>
                <a:gd name="connsiteY2" fmla="*/ 504330 h 504329"/>
                <a:gd name="connsiteX3" fmla="*/ 504339 w 504339"/>
                <a:gd name="connsiteY3" fmla="*/ 0 h 5043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4339" h="504329">
                  <a:moveTo>
                    <a:pt x="445351" y="32042"/>
                  </a:moveTo>
                  <a:lnTo>
                    <a:pt x="32052" y="445351"/>
                  </a:lnTo>
                  <a:lnTo>
                    <a:pt x="0" y="504330"/>
                  </a:lnTo>
                  <a:lnTo>
                    <a:pt x="504339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91B94C"/>
                </a:solidFill>
                <a:effectLst/>
                <a:uLnTx/>
                <a:uFillTx/>
                <a:latin typeface="Helvetica light"/>
                <a:ea typeface="+mn-ea"/>
                <a:cs typeface="+mn-cs"/>
              </a:endParaRPr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13FD3D7C-BCF6-8D64-746B-105A6739ABFC}"/>
                </a:ext>
              </a:extLst>
            </p:cNvPr>
            <p:cNvSpPr/>
            <p:nvPr/>
          </p:nvSpPr>
          <p:spPr>
            <a:xfrm>
              <a:off x="209870" y="2924599"/>
              <a:ext cx="769962" cy="769962"/>
            </a:xfrm>
            <a:custGeom>
              <a:avLst/>
              <a:gdLst>
                <a:gd name="connsiteX0" fmla="*/ 730444 w 769962"/>
                <a:gd name="connsiteY0" fmla="*/ 12583 h 769962"/>
                <a:gd name="connsiteX1" fmla="*/ 12583 w 769962"/>
                <a:gd name="connsiteY1" fmla="*/ 730444 h 769962"/>
                <a:gd name="connsiteX2" fmla="*/ 0 w 769962"/>
                <a:gd name="connsiteY2" fmla="*/ 769963 h 769962"/>
                <a:gd name="connsiteX3" fmla="*/ 769963 w 769962"/>
                <a:gd name="connsiteY3" fmla="*/ 0 h 769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9962" h="769962">
                  <a:moveTo>
                    <a:pt x="730444" y="12583"/>
                  </a:moveTo>
                  <a:lnTo>
                    <a:pt x="12583" y="730444"/>
                  </a:lnTo>
                  <a:lnTo>
                    <a:pt x="0" y="769963"/>
                  </a:lnTo>
                  <a:lnTo>
                    <a:pt x="76996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91B94C"/>
                </a:solidFill>
                <a:effectLst/>
                <a:uLnTx/>
                <a:uFillTx/>
                <a:latin typeface="Helvetica light"/>
                <a:ea typeface="+mn-ea"/>
                <a:cs typeface="+mn-cs"/>
              </a:endParaRPr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CFAC768D-0D62-21B9-A421-EA645EAD97FC}"/>
                </a:ext>
              </a:extLst>
            </p:cNvPr>
            <p:cNvSpPr/>
            <p:nvPr/>
          </p:nvSpPr>
          <p:spPr>
            <a:xfrm>
              <a:off x="176637" y="2891357"/>
              <a:ext cx="950909" cy="950909"/>
            </a:xfrm>
            <a:custGeom>
              <a:avLst/>
              <a:gdLst>
                <a:gd name="connsiteX0" fmla="*/ 918400 w 950909"/>
                <a:gd name="connsiteY0" fmla="*/ 5572 h 950909"/>
                <a:gd name="connsiteX1" fmla="*/ 5563 w 950909"/>
                <a:gd name="connsiteY1" fmla="*/ 918410 h 950909"/>
                <a:gd name="connsiteX2" fmla="*/ 0 w 950909"/>
                <a:gd name="connsiteY2" fmla="*/ 950909 h 950909"/>
                <a:gd name="connsiteX3" fmla="*/ 950909 w 950909"/>
                <a:gd name="connsiteY3" fmla="*/ 0 h 950909"/>
                <a:gd name="connsiteX4" fmla="*/ 918400 w 950909"/>
                <a:gd name="connsiteY4" fmla="*/ 5572 h 950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50909" h="950909">
                  <a:moveTo>
                    <a:pt x="918400" y="5572"/>
                  </a:moveTo>
                  <a:lnTo>
                    <a:pt x="5563" y="918410"/>
                  </a:lnTo>
                  <a:cubicBezTo>
                    <a:pt x="3543" y="929221"/>
                    <a:pt x="1695" y="940060"/>
                    <a:pt x="0" y="950909"/>
                  </a:cubicBezTo>
                  <a:lnTo>
                    <a:pt x="950909" y="0"/>
                  </a:lnTo>
                  <a:cubicBezTo>
                    <a:pt x="940051" y="1705"/>
                    <a:pt x="929211" y="3553"/>
                    <a:pt x="918400" y="5572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91B94C"/>
                </a:solidFill>
                <a:effectLst/>
                <a:uLnTx/>
                <a:uFillTx/>
                <a:latin typeface="Helvetica light"/>
                <a:ea typeface="+mn-ea"/>
                <a:cs typeface="+mn-cs"/>
              </a:endParaRPr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FDBBC69A-9953-40B3-82D7-4CC313320A03}"/>
                </a:ext>
              </a:extLst>
            </p:cNvPr>
            <p:cNvSpPr/>
            <p:nvPr/>
          </p:nvSpPr>
          <p:spPr>
            <a:xfrm>
              <a:off x="163826" y="2878556"/>
              <a:ext cx="1090974" cy="1090974"/>
            </a:xfrm>
            <a:custGeom>
              <a:avLst/>
              <a:gdLst>
                <a:gd name="connsiteX0" fmla="*/ 1062438 w 1090974"/>
                <a:gd name="connsiteY0" fmla="*/ 1610 h 1090974"/>
                <a:gd name="connsiteX1" fmla="*/ 1610 w 1090974"/>
                <a:gd name="connsiteY1" fmla="*/ 1062428 h 1090974"/>
                <a:gd name="connsiteX2" fmla="*/ 0 w 1090974"/>
                <a:gd name="connsiteY2" fmla="*/ 1090975 h 1090974"/>
                <a:gd name="connsiteX3" fmla="*/ 1090975 w 1090974"/>
                <a:gd name="connsiteY3" fmla="*/ 0 h 1090974"/>
                <a:gd name="connsiteX4" fmla="*/ 1062438 w 1090974"/>
                <a:gd name="connsiteY4" fmla="*/ 1610 h 1090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90974" h="1090974">
                  <a:moveTo>
                    <a:pt x="1062438" y="1610"/>
                  </a:moveTo>
                  <a:lnTo>
                    <a:pt x="1610" y="1062428"/>
                  </a:lnTo>
                  <a:cubicBezTo>
                    <a:pt x="953" y="1071934"/>
                    <a:pt x="419" y="1081459"/>
                    <a:pt x="0" y="1090975"/>
                  </a:cubicBezTo>
                  <a:lnTo>
                    <a:pt x="1090975" y="0"/>
                  </a:lnTo>
                  <a:cubicBezTo>
                    <a:pt x="1081459" y="429"/>
                    <a:pt x="1071944" y="952"/>
                    <a:pt x="1062438" y="16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91B94C"/>
                </a:solidFill>
                <a:effectLst/>
                <a:uLnTx/>
                <a:uFillTx/>
                <a:latin typeface="Helvetica light"/>
                <a:ea typeface="+mn-ea"/>
                <a:cs typeface="+mn-cs"/>
              </a:endParaRPr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6E37E752-5243-5FC1-9EE2-118AFC6D99FE}"/>
                </a:ext>
              </a:extLst>
            </p:cNvPr>
            <p:cNvSpPr/>
            <p:nvPr/>
          </p:nvSpPr>
          <p:spPr>
            <a:xfrm>
              <a:off x="163341" y="2878070"/>
              <a:ext cx="1205303" cy="1205303"/>
            </a:xfrm>
            <a:custGeom>
              <a:avLst/>
              <a:gdLst>
                <a:gd name="connsiteX0" fmla="*/ 1179490 w 1205303"/>
                <a:gd name="connsiteY0" fmla="*/ 0 h 1205303"/>
                <a:gd name="connsiteX1" fmla="*/ 0 w 1205303"/>
                <a:gd name="connsiteY1" fmla="*/ 1179481 h 1205303"/>
                <a:gd name="connsiteX2" fmla="*/ 1114 w 1205303"/>
                <a:gd name="connsiteY2" fmla="*/ 1205303 h 1205303"/>
                <a:gd name="connsiteX3" fmla="*/ 1205303 w 1205303"/>
                <a:gd name="connsiteY3" fmla="*/ 1114 h 1205303"/>
                <a:gd name="connsiteX4" fmla="*/ 1179490 w 1205303"/>
                <a:gd name="connsiteY4" fmla="*/ 0 h 1205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05303" h="1205303">
                  <a:moveTo>
                    <a:pt x="1179490" y="0"/>
                  </a:moveTo>
                  <a:lnTo>
                    <a:pt x="0" y="1179481"/>
                  </a:lnTo>
                  <a:cubicBezTo>
                    <a:pt x="276" y="1188091"/>
                    <a:pt x="648" y="1196692"/>
                    <a:pt x="1114" y="1205303"/>
                  </a:cubicBezTo>
                  <a:lnTo>
                    <a:pt x="1205303" y="1114"/>
                  </a:lnTo>
                  <a:cubicBezTo>
                    <a:pt x="1196702" y="648"/>
                    <a:pt x="1188101" y="276"/>
                    <a:pt x="117949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91B94C"/>
                </a:solidFill>
                <a:effectLst/>
                <a:uLnTx/>
                <a:uFillTx/>
                <a:latin typeface="Helvetica light"/>
                <a:ea typeface="+mn-ea"/>
                <a:cs typeface="+mn-cs"/>
              </a:endParaRPr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776996AE-C267-119C-3D38-B5236C3005A3}"/>
                </a:ext>
              </a:extLst>
            </p:cNvPr>
            <p:cNvSpPr/>
            <p:nvPr/>
          </p:nvSpPr>
          <p:spPr>
            <a:xfrm>
              <a:off x="171684" y="2886414"/>
              <a:ext cx="1300991" cy="1301000"/>
            </a:xfrm>
            <a:custGeom>
              <a:avLst/>
              <a:gdLst>
                <a:gd name="connsiteX0" fmla="*/ 1277264 w 1300991"/>
                <a:gd name="connsiteY0" fmla="*/ 0 h 1301000"/>
                <a:gd name="connsiteX1" fmla="*/ 0 w 1300991"/>
                <a:gd name="connsiteY1" fmla="*/ 1277264 h 1301000"/>
                <a:gd name="connsiteX2" fmla="*/ 3210 w 1300991"/>
                <a:gd name="connsiteY2" fmla="*/ 1301001 h 1301000"/>
                <a:gd name="connsiteX3" fmla="*/ 1300991 w 1300991"/>
                <a:gd name="connsiteY3" fmla="*/ 3210 h 1301000"/>
                <a:gd name="connsiteX4" fmla="*/ 1277264 w 1300991"/>
                <a:gd name="connsiteY4" fmla="*/ 0 h 130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0991" h="1301000">
                  <a:moveTo>
                    <a:pt x="1277264" y="0"/>
                  </a:moveTo>
                  <a:lnTo>
                    <a:pt x="0" y="1277264"/>
                  </a:lnTo>
                  <a:cubicBezTo>
                    <a:pt x="991" y="1285180"/>
                    <a:pt x="2048" y="1293095"/>
                    <a:pt x="3210" y="1301001"/>
                  </a:cubicBezTo>
                  <a:lnTo>
                    <a:pt x="1300991" y="3210"/>
                  </a:lnTo>
                  <a:cubicBezTo>
                    <a:pt x="1293095" y="2048"/>
                    <a:pt x="1285180" y="1000"/>
                    <a:pt x="127726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91B94C"/>
                </a:solidFill>
                <a:effectLst/>
                <a:uLnTx/>
                <a:uFillTx/>
                <a:latin typeface="Helvetica light"/>
                <a:ea typeface="+mn-ea"/>
                <a:cs typeface="+mn-cs"/>
              </a:endParaRPr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47CFC5DA-5C49-56D8-92DB-B773CA0F01A5}"/>
                </a:ext>
              </a:extLst>
            </p:cNvPr>
            <p:cNvSpPr/>
            <p:nvPr/>
          </p:nvSpPr>
          <p:spPr>
            <a:xfrm>
              <a:off x="188296" y="2903025"/>
              <a:ext cx="1380467" cy="1380477"/>
            </a:xfrm>
            <a:custGeom>
              <a:avLst/>
              <a:gdLst>
                <a:gd name="connsiteX0" fmla="*/ 1358513 w 1380467"/>
                <a:gd name="connsiteY0" fmla="*/ 0 h 1380477"/>
                <a:gd name="connsiteX1" fmla="*/ 0 w 1380467"/>
                <a:gd name="connsiteY1" fmla="*/ 1358513 h 1380477"/>
                <a:gd name="connsiteX2" fmla="*/ 4972 w 1380467"/>
                <a:gd name="connsiteY2" fmla="*/ 1380477 h 1380477"/>
                <a:gd name="connsiteX3" fmla="*/ 1380468 w 1380467"/>
                <a:gd name="connsiteY3" fmla="*/ 4982 h 1380477"/>
                <a:gd name="connsiteX4" fmla="*/ 1358513 w 1380467"/>
                <a:gd name="connsiteY4" fmla="*/ 0 h 1380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80467" h="1380477">
                  <a:moveTo>
                    <a:pt x="1358513" y="0"/>
                  </a:moveTo>
                  <a:lnTo>
                    <a:pt x="0" y="1358513"/>
                  </a:lnTo>
                  <a:cubicBezTo>
                    <a:pt x="1572" y="1365847"/>
                    <a:pt x="3258" y="1373162"/>
                    <a:pt x="4972" y="1380477"/>
                  </a:cubicBezTo>
                  <a:lnTo>
                    <a:pt x="1380468" y="4982"/>
                  </a:lnTo>
                  <a:cubicBezTo>
                    <a:pt x="1373162" y="3258"/>
                    <a:pt x="1365847" y="1572"/>
                    <a:pt x="1358513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91B94C"/>
                </a:solidFill>
                <a:effectLst/>
                <a:uLnTx/>
                <a:uFillTx/>
                <a:latin typeface="Helvetica light"/>
                <a:ea typeface="+mn-ea"/>
                <a:cs typeface="+mn-cs"/>
              </a:endParaRPr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195D4729-D420-43BC-074E-EE8818911608}"/>
                </a:ext>
              </a:extLst>
            </p:cNvPr>
            <p:cNvSpPr/>
            <p:nvPr/>
          </p:nvSpPr>
          <p:spPr>
            <a:xfrm>
              <a:off x="211804" y="2926533"/>
              <a:ext cx="1446523" cy="1446514"/>
            </a:xfrm>
            <a:custGeom>
              <a:avLst/>
              <a:gdLst>
                <a:gd name="connsiteX0" fmla="*/ 1425959 w 1446523"/>
                <a:gd name="connsiteY0" fmla="*/ 0 h 1446514"/>
                <a:gd name="connsiteX1" fmla="*/ 0 w 1446523"/>
                <a:gd name="connsiteY1" fmla="*/ 1425959 h 1446514"/>
                <a:gd name="connsiteX2" fmla="*/ 6382 w 1446523"/>
                <a:gd name="connsiteY2" fmla="*/ 1446514 h 1446514"/>
                <a:gd name="connsiteX3" fmla="*/ 1446524 w 1446523"/>
                <a:gd name="connsiteY3" fmla="*/ 6372 h 1446514"/>
                <a:gd name="connsiteX4" fmla="*/ 1425959 w 1446523"/>
                <a:gd name="connsiteY4" fmla="*/ 0 h 1446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46523" h="1446514">
                  <a:moveTo>
                    <a:pt x="1425959" y="0"/>
                  </a:moveTo>
                  <a:lnTo>
                    <a:pt x="0" y="1425959"/>
                  </a:lnTo>
                  <a:cubicBezTo>
                    <a:pt x="2076" y="1432827"/>
                    <a:pt x="4172" y="1439685"/>
                    <a:pt x="6382" y="1446514"/>
                  </a:cubicBezTo>
                  <a:lnTo>
                    <a:pt x="1446524" y="6372"/>
                  </a:lnTo>
                  <a:cubicBezTo>
                    <a:pt x="1439685" y="4172"/>
                    <a:pt x="1432827" y="2076"/>
                    <a:pt x="1425959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91B94C"/>
                </a:solidFill>
                <a:effectLst/>
                <a:uLnTx/>
                <a:uFillTx/>
                <a:latin typeface="Helvetica light"/>
                <a:ea typeface="+mn-ea"/>
                <a:cs typeface="+mn-cs"/>
              </a:endParaRPr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25977EB7-6C11-2F1D-A442-5605A49CE288}"/>
                </a:ext>
              </a:extLst>
            </p:cNvPr>
            <p:cNvSpPr/>
            <p:nvPr/>
          </p:nvSpPr>
          <p:spPr>
            <a:xfrm>
              <a:off x="241274" y="2955994"/>
              <a:ext cx="1500730" cy="1500730"/>
            </a:xfrm>
            <a:custGeom>
              <a:avLst/>
              <a:gdLst>
                <a:gd name="connsiteX0" fmla="*/ 1481490 w 1500730"/>
                <a:gd name="connsiteY0" fmla="*/ 0 h 1500730"/>
                <a:gd name="connsiteX1" fmla="*/ 0 w 1500730"/>
                <a:gd name="connsiteY1" fmla="*/ 1481500 h 1500730"/>
                <a:gd name="connsiteX2" fmla="*/ 7706 w 1500730"/>
                <a:gd name="connsiteY2" fmla="*/ 1500730 h 1500730"/>
                <a:gd name="connsiteX3" fmla="*/ 1500730 w 1500730"/>
                <a:gd name="connsiteY3" fmla="*/ 7706 h 1500730"/>
                <a:gd name="connsiteX4" fmla="*/ 1481490 w 1500730"/>
                <a:gd name="connsiteY4" fmla="*/ 0 h 1500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00730" h="1500730">
                  <a:moveTo>
                    <a:pt x="1481490" y="0"/>
                  </a:moveTo>
                  <a:lnTo>
                    <a:pt x="0" y="1481500"/>
                  </a:lnTo>
                  <a:cubicBezTo>
                    <a:pt x="2515" y="1487929"/>
                    <a:pt x="5067" y="1494339"/>
                    <a:pt x="7706" y="1500730"/>
                  </a:cubicBezTo>
                  <a:lnTo>
                    <a:pt x="1500730" y="7706"/>
                  </a:lnTo>
                  <a:cubicBezTo>
                    <a:pt x="1494339" y="5067"/>
                    <a:pt x="1487919" y="2515"/>
                    <a:pt x="148149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91B94C"/>
                </a:solidFill>
                <a:effectLst/>
                <a:uLnTx/>
                <a:uFillTx/>
                <a:latin typeface="Helvetica light"/>
                <a:ea typeface="+mn-ea"/>
                <a:cs typeface="+mn-cs"/>
              </a:endParaRPr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9D624211-AC4A-4EC4-CA46-C1CD1CF2D529}"/>
                </a:ext>
              </a:extLst>
            </p:cNvPr>
            <p:cNvSpPr/>
            <p:nvPr/>
          </p:nvSpPr>
          <p:spPr>
            <a:xfrm>
              <a:off x="308961" y="2990756"/>
              <a:ext cx="1544488" cy="1544488"/>
            </a:xfrm>
            <a:custGeom>
              <a:avLst/>
              <a:gdLst>
                <a:gd name="connsiteX0" fmla="*/ 1526448 w 1544488"/>
                <a:gd name="connsiteY0" fmla="*/ 0 h 1544488"/>
                <a:gd name="connsiteX1" fmla="*/ 0 w 1544488"/>
                <a:gd name="connsiteY1" fmla="*/ 1526448 h 1544488"/>
                <a:gd name="connsiteX2" fmla="*/ 8896 w 1544488"/>
                <a:gd name="connsiteY2" fmla="*/ 1544488 h 1544488"/>
                <a:gd name="connsiteX3" fmla="*/ 1544488 w 1544488"/>
                <a:gd name="connsiteY3" fmla="*/ 8896 h 1544488"/>
                <a:gd name="connsiteX4" fmla="*/ 1526448 w 1544488"/>
                <a:gd name="connsiteY4" fmla="*/ 0 h 15444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4488" h="1544488">
                  <a:moveTo>
                    <a:pt x="1526448" y="0"/>
                  </a:moveTo>
                  <a:lnTo>
                    <a:pt x="0" y="1526448"/>
                  </a:lnTo>
                  <a:cubicBezTo>
                    <a:pt x="2915" y="1532477"/>
                    <a:pt x="5877" y="1538497"/>
                    <a:pt x="8896" y="1544488"/>
                  </a:cubicBezTo>
                  <a:lnTo>
                    <a:pt x="1544488" y="8896"/>
                  </a:lnTo>
                  <a:cubicBezTo>
                    <a:pt x="1538497" y="5868"/>
                    <a:pt x="1532477" y="2905"/>
                    <a:pt x="1526448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91B94C"/>
                </a:solidFill>
                <a:effectLst/>
                <a:uLnTx/>
                <a:uFillTx/>
                <a:latin typeface="Helvetica light"/>
                <a:ea typeface="+mn-ea"/>
                <a:cs typeface="+mn-cs"/>
              </a:endParaRPr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B307BF09-1D3D-BF43-E24F-58512D2C511A}"/>
                </a:ext>
              </a:extLst>
            </p:cNvPr>
            <p:cNvSpPr/>
            <p:nvPr/>
          </p:nvSpPr>
          <p:spPr>
            <a:xfrm>
              <a:off x="315655" y="3030384"/>
              <a:ext cx="1578606" cy="1578606"/>
            </a:xfrm>
            <a:custGeom>
              <a:avLst/>
              <a:gdLst>
                <a:gd name="connsiteX0" fmla="*/ 1561662 w 1578606"/>
                <a:gd name="connsiteY0" fmla="*/ 0 h 1578606"/>
                <a:gd name="connsiteX1" fmla="*/ 0 w 1578606"/>
                <a:gd name="connsiteY1" fmla="*/ 1561662 h 1578606"/>
                <a:gd name="connsiteX2" fmla="*/ 9992 w 1578606"/>
                <a:gd name="connsiteY2" fmla="*/ 1578607 h 1578606"/>
                <a:gd name="connsiteX3" fmla="*/ 1578607 w 1578606"/>
                <a:gd name="connsiteY3" fmla="*/ 9982 h 1578606"/>
                <a:gd name="connsiteX4" fmla="*/ 1561662 w 1578606"/>
                <a:gd name="connsiteY4" fmla="*/ 0 h 157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78606" h="1578606">
                  <a:moveTo>
                    <a:pt x="1561662" y="0"/>
                  </a:moveTo>
                  <a:lnTo>
                    <a:pt x="0" y="1561662"/>
                  </a:lnTo>
                  <a:cubicBezTo>
                    <a:pt x="3277" y="1567329"/>
                    <a:pt x="6610" y="1572978"/>
                    <a:pt x="9992" y="1578607"/>
                  </a:cubicBezTo>
                  <a:lnTo>
                    <a:pt x="1578607" y="9982"/>
                  </a:lnTo>
                  <a:cubicBezTo>
                    <a:pt x="1572987" y="6601"/>
                    <a:pt x="1567339" y="3277"/>
                    <a:pt x="1561662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91B94C"/>
                </a:solidFill>
                <a:effectLst/>
                <a:uLnTx/>
                <a:uFillTx/>
                <a:latin typeface="Helvetica light"/>
                <a:ea typeface="+mn-ea"/>
                <a:cs typeface="+mn-cs"/>
              </a:endParaRPr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2474C490-7E19-CD04-039F-551DB1294127}"/>
                </a:ext>
              </a:extLst>
            </p:cNvPr>
            <p:cNvSpPr/>
            <p:nvPr/>
          </p:nvSpPr>
          <p:spPr>
            <a:xfrm>
              <a:off x="359822" y="3074552"/>
              <a:ext cx="1603733" cy="1603724"/>
            </a:xfrm>
            <a:custGeom>
              <a:avLst/>
              <a:gdLst>
                <a:gd name="connsiteX0" fmla="*/ 1587799 w 1603733"/>
                <a:gd name="connsiteY0" fmla="*/ 0 h 1603724"/>
                <a:gd name="connsiteX1" fmla="*/ 0 w 1603733"/>
                <a:gd name="connsiteY1" fmla="*/ 1587798 h 1603724"/>
                <a:gd name="connsiteX2" fmla="*/ 11011 w 1603733"/>
                <a:gd name="connsiteY2" fmla="*/ 1603724 h 1603724"/>
                <a:gd name="connsiteX3" fmla="*/ 1603734 w 1603733"/>
                <a:gd name="connsiteY3" fmla="*/ 11001 h 1603724"/>
                <a:gd name="connsiteX4" fmla="*/ 1587799 w 1603733"/>
                <a:gd name="connsiteY4" fmla="*/ 0 h 1603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3733" h="1603724">
                  <a:moveTo>
                    <a:pt x="1587799" y="0"/>
                  </a:moveTo>
                  <a:lnTo>
                    <a:pt x="0" y="1587798"/>
                  </a:lnTo>
                  <a:cubicBezTo>
                    <a:pt x="3629" y="1593132"/>
                    <a:pt x="7277" y="1598448"/>
                    <a:pt x="11011" y="1603724"/>
                  </a:cubicBezTo>
                  <a:lnTo>
                    <a:pt x="1603734" y="11001"/>
                  </a:lnTo>
                  <a:cubicBezTo>
                    <a:pt x="1598447" y="7277"/>
                    <a:pt x="1593123" y="3629"/>
                    <a:pt x="1587799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91B94C"/>
                </a:solidFill>
                <a:effectLst/>
                <a:uLnTx/>
                <a:uFillTx/>
                <a:latin typeface="Helvetica light"/>
                <a:ea typeface="+mn-ea"/>
                <a:cs typeface="+mn-cs"/>
              </a:endParaRPr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529873A3-78EA-16C6-7120-48895AB82D31}"/>
                </a:ext>
              </a:extLst>
            </p:cNvPr>
            <p:cNvSpPr/>
            <p:nvPr/>
          </p:nvSpPr>
          <p:spPr>
            <a:xfrm>
              <a:off x="408285" y="3123015"/>
              <a:ext cx="1620307" cy="1620316"/>
            </a:xfrm>
            <a:custGeom>
              <a:avLst/>
              <a:gdLst>
                <a:gd name="connsiteX0" fmla="*/ 1605343 w 1620307"/>
                <a:gd name="connsiteY0" fmla="*/ 0 h 1620316"/>
                <a:gd name="connsiteX1" fmla="*/ 0 w 1620307"/>
                <a:gd name="connsiteY1" fmla="*/ 1605343 h 1620316"/>
                <a:gd name="connsiteX2" fmla="*/ 11963 w 1620307"/>
                <a:gd name="connsiteY2" fmla="*/ 1620317 h 1620316"/>
                <a:gd name="connsiteX3" fmla="*/ 1620307 w 1620307"/>
                <a:gd name="connsiteY3" fmla="*/ 11973 h 1620316"/>
                <a:gd name="connsiteX4" fmla="*/ 1605343 w 1620307"/>
                <a:gd name="connsiteY4" fmla="*/ 0 h 1620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20307" h="1620316">
                  <a:moveTo>
                    <a:pt x="1605343" y="0"/>
                  </a:moveTo>
                  <a:lnTo>
                    <a:pt x="0" y="1605343"/>
                  </a:lnTo>
                  <a:cubicBezTo>
                    <a:pt x="3962" y="1610354"/>
                    <a:pt x="7906" y="1615364"/>
                    <a:pt x="11963" y="1620317"/>
                  </a:cubicBezTo>
                  <a:lnTo>
                    <a:pt x="1620307" y="11973"/>
                  </a:lnTo>
                  <a:cubicBezTo>
                    <a:pt x="1615354" y="7906"/>
                    <a:pt x="1610344" y="3953"/>
                    <a:pt x="1605343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91B94C"/>
                </a:solidFill>
                <a:effectLst/>
                <a:uLnTx/>
                <a:uFillTx/>
                <a:latin typeface="Helvetica light"/>
                <a:ea typeface="+mn-ea"/>
                <a:cs typeface="+mn-cs"/>
              </a:endParaRPr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A76B5183-101B-9E5A-6551-0DB3719ABB51}"/>
                </a:ext>
              </a:extLst>
            </p:cNvPr>
            <p:cNvSpPr/>
            <p:nvPr/>
          </p:nvSpPr>
          <p:spPr>
            <a:xfrm>
              <a:off x="460863" y="3175583"/>
              <a:ext cx="1628632" cy="1628641"/>
            </a:xfrm>
            <a:custGeom>
              <a:avLst/>
              <a:gdLst>
                <a:gd name="connsiteX0" fmla="*/ 1614650 w 1628632"/>
                <a:gd name="connsiteY0" fmla="*/ 0 h 1628641"/>
                <a:gd name="connsiteX1" fmla="*/ 0 w 1628632"/>
                <a:gd name="connsiteY1" fmla="*/ 1614659 h 1628641"/>
                <a:gd name="connsiteX2" fmla="*/ 12954 w 1628632"/>
                <a:gd name="connsiteY2" fmla="*/ 1628642 h 1628641"/>
                <a:gd name="connsiteX3" fmla="*/ 1628632 w 1628632"/>
                <a:gd name="connsiteY3" fmla="*/ 12964 h 1628641"/>
                <a:gd name="connsiteX4" fmla="*/ 1614650 w 1628632"/>
                <a:gd name="connsiteY4" fmla="*/ 0 h 1628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28632" h="1628641">
                  <a:moveTo>
                    <a:pt x="1614650" y="0"/>
                  </a:moveTo>
                  <a:lnTo>
                    <a:pt x="0" y="1614659"/>
                  </a:lnTo>
                  <a:cubicBezTo>
                    <a:pt x="4277" y="1619345"/>
                    <a:pt x="8592" y="1624013"/>
                    <a:pt x="12954" y="1628642"/>
                  </a:cubicBezTo>
                  <a:lnTo>
                    <a:pt x="1628632" y="12964"/>
                  </a:lnTo>
                  <a:cubicBezTo>
                    <a:pt x="1624003" y="8591"/>
                    <a:pt x="1619336" y="4277"/>
                    <a:pt x="1614650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91B94C"/>
                </a:solidFill>
                <a:effectLst/>
                <a:uLnTx/>
                <a:uFillTx/>
                <a:latin typeface="Helvetica light"/>
                <a:ea typeface="+mn-ea"/>
                <a:cs typeface="+mn-cs"/>
              </a:endParaRPr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895CD8B3-B6E2-C136-A243-476D55A1301B}"/>
                </a:ext>
              </a:extLst>
            </p:cNvPr>
            <p:cNvSpPr/>
            <p:nvPr/>
          </p:nvSpPr>
          <p:spPr>
            <a:xfrm>
              <a:off x="517452" y="3232169"/>
              <a:ext cx="1628935" cy="1628937"/>
            </a:xfrm>
            <a:custGeom>
              <a:avLst/>
              <a:gdLst>
                <a:gd name="connsiteX0" fmla="*/ 1615945 w 1628936"/>
                <a:gd name="connsiteY0" fmla="*/ 0 h 1628937"/>
                <a:gd name="connsiteX1" fmla="*/ 0 w 1628936"/>
                <a:gd name="connsiteY1" fmla="*/ 1615954 h 1628937"/>
                <a:gd name="connsiteX2" fmla="*/ 13954 w 1628936"/>
                <a:gd name="connsiteY2" fmla="*/ 1628937 h 1628937"/>
                <a:gd name="connsiteX3" fmla="*/ 1628937 w 1628936"/>
                <a:gd name="connsiteY3" fmla="*/ 13954 h 1628937"/>
                <a:gd name="connsiteX4" fmla="*/ 1615945 w 1628936"/>
                <a:gd name="connsiteY4" fmla="*/ 0 h 1628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28936" h="1628937">
                  <a:moveTo>
                    <a:pt x="1615945" y="0"/>
                  </a:moveTo>
                  <a:lnTo>
                    <a:pt x="0" y="1615954"/>
                  </a:lnTo>
                  <a:cubicBezTo>
                    <a:pt x="4610" y="1620345"/>
                    <a:pt x="9287" y="1624632"/>
                    <a:pt x="13954" y="1628937"/>
                  </a:cubicBezTo>
                  <a:lnTo>
                    <a:pt x="1628937" y="13954"/>
                  </a:lnTo>
                  <a:cubicBezTo>
                    <a:pt x="1624622" y="9287"/>
                    <a:pt x="1620336" y="4620"/>
                    <a:pt x="1615945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91B94C"/>
                </a:solidFill>
                <a:effectLst/>
                <a:uLnTx/>
                <a:uFillTx/>
                <a:latin typeface="Helvetica light"/>
                <a:ea typeface="+mn-ea"/>
                <a:cs typeface="+mn-cs"/>
              </a:endParaRPr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F31F5AC8-00A4-1F12-5399-B6D2A1B7B2BD}"/>
                </a:ext>
              </a:extLst>
            </p:cNvPr>
            <p:cNvSpPr/>
            <p:nvPr/>
          </p:nvSpPr>
          <p:spPr>
            <a:xfrm>
              <a:off x="578107" y="3292826"/>
              <a:ext cx="1621183" cy="1621183"/>
            </a:xfrm>
            <a:custGeom>
              <a:avLst/>
              <a:gdLst>
                <a:gd name="connsiteX0" fmla="*/ 1609096 w 1621183"/>
                <a:gd name="connsiteY0" fmla="*/ 0 h 1621183"/>
                <a:gd name="connsiteX1" fmla="*/ 0 w 1621183"/>
                <a:gd name="connsiteY1" fmla="*/ 1609106 h 1621183"/>
                <a:gd name="connsiteX2" fmla="*/ 14869 w 1621183"/>
                <a:gd name="connsiteY2" fmla="*/ 1621184 h 1621183"/>
                <a:gd name="connsiteX3" fmla="*/ 1621184 w 1621183"/>
                <a:gd name="connsiteY3" fmla="*/ 14868 h 1621183"/>
                <a:gd name="connsiteX4" fmla="*/ 1609096 w 1621183"/>
                <a:gd name="connsiteY4" fmla="*/ 0 h 16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21183" h="1621183">
                  <a:moveTo>
                    <a:pt x="1609096" y="0"/>
                  </a:moveTo>
                  <a:lnTo>
                    <a:pt x="0" y="1609106"/>
                  </a:lnTo>
                  <a:cubicBezTo>
                    <a:pt x="4924" y="1613183"/>
                    <a:pt x="9887" y="1617202"/>
                    <a:pt x="14869" y="1621184"/>
                  </a:cubicBezTo>
                  <a:lnTo>
                    <a:pt x="1621184" y="14868"/>
                  </a:lnTo>
                  <a:cubicBezTo>
                    <a:pt x="1617193" y="9887"/>
                    <a:pt x="1613173" y="4934"/>
                    <a:pt x="1609096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91B94C"/>
                </a:solidFill>
                <a:effectLst/>
                <a:uLnTx/>
                <a:uFillTx/>
                <a:latin typeface="Helvetica light"/>
                <a:ea typeface="+mn-ea"/>
                <a:cs typeface="+mn-cs"/>
              </a:endParaRPr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7E67C33C-8A65-5F5D-F6A8-622895334CF1}"/>
                </a:ext>
              </a:extLst>
            </p:cNvPr>
            <p:cNvSpPr/>
            <p:nvPr/>
          </p:nvSpPr>
          <p:spPr>
            <a:xfrm>
              <a:off x="642829" y="3357549"/>
              <a:ext cx="1605238" cy="1605248"/>
            </a:xfrm>
            <a:custGeom>
              <a:avLst/>
              <a:gdLst>
                <a:gd name="connsiteX0" fmla="*/ 1594123 w 1605238"/>
                <a:gd name="connsiteY0" fmla="*/ 0 h 1605248"/>
                <a:gd name="connsiteX1" fmla="*/ 0 w 1605238"/>
                <a:gd name="connsiteY1" fmla="*/ 1594133 h 1605248"/>
                <a:gd name="connsiteX2" fmla="*/ 15821 w 1605238"/>
                <a:gd name="connsiteY2" fmla="*/ 1605248 h 1605248"/>
                <a:gd name="connsiteX3" fmla="*/ 1605239 w 1605238"/>
                <a:gd name="connsiteY3" fmla="*/ 15821 h 1605248"/>
                <a:gd name="connsiteX4" fmla="*/ 1594123 w 1605238"/>
                <a:gd name="connsiteY4" fmla="*/ 0 h 1605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05238" h="1605248">
                  <a:moveTo>
                    <a:pt x="1594123" y="0"/>
                  </a:moveTo>
                  <a:lnTo>
                    <a:pt x="0" y="1594133"/>
                  </a:lnTo>
                  <a:cubicBezTo>
                    <a:pt x="5258" y="1597876"/>
                    <a:pt x="10516" y="1601600"/>
                    <a:pt x="15821" y="1605248"/>
                  </a:cubicBezTo>
                  <a:lnTo>
                    <a:pt x="1605239" y="15821"/>
                  </a:lnTo>
                  <a:cubicBezTo>
                    <a:pt x="1601600" y="10525"/>
                    <a:pt x="1597876" y="5258"/>
                    <a:pt x="1594123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91B94C"/>
                </a:solidFill>
                <a:effectLst/>
                <a:uLnTx/>
                <a:uFillTx/>
                <a:latin typeface="Helvetica light"/>
                <a:ea typeface="+mn-ea"/>
                <a:cs typeface="+mn-cs"/>
              </a:endParaRPr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BB85B5CF-6A0F-7569-B43D-ABE19BF51EF9}"/>
                </a:ext>
              </a:extLst>
            </p:cNvPr>
            <p:cNvSpPr/>
            <p:nvPr/>
          </p:nvSpPr>
          <p:spPr>
            <a:xfrm>
              <a:off x="711771" y="3426500"/>
              <a:ext cx="1580806" cy="1580807"/>
            </a:xfrm>
            <a:custGeom>
              <a:avLst/>
              <a:gdLst>
                <a:gd name="connsiteX0" fmla="*/ 1570701 w 1580806"/>
                <a:gd name="connsiteY0" fmla="*/ 0 h 1580807"/>
                <a:gd name="connsiteX1" fmla="*/ 0 w 1580806"/>
                <a:gd name="connsiteY1" fmla="*/ 1570701 h 1580807"/>
                <a:gd name="connsiteX2" fmla="*/ 16840 w 1580806"/>
                <a:gd name="connsiteY2" fmla="*/ 1580807 h 1580807"/>
                <a:gd name="connsiteX3" fmla="*/ 1580807 w 1580806"/>
                <a:gd name="connsiteY3" fmla="*/ 16840 h 1580807"/>
                <a:gd name="connsiteX4" fmla="*/ 1570701 w 1580806"/>
                <a:gd name="connsiteY4" fmla="*/ 0 h 158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80806" h="1580807">
                  <a:moveTo>
                    <a:pt x="1570701" y="0"/>
                  </a:moveTo>
                  <a:lnTo>
                    <a:pt x="0" y="1570701"/>
                  </a:lnTo>
                  <a:cubicBezTo>
                    <a:pt x="5591" y="1574111"/>
                    <a:pt x="11192" y="1577502"/>
                    <a:pt x="16840" y="1580807"/>
                  </a:cubicBezTo>
                  <a:lnTo>
                    <a:pt x="1580807" y="16840"/>
                  </a:lnTo>
                  <a:cubicBezTo>
                    <a:pt x="1577502" y="11192"/>
                    <a:pt x="1574111" y="5601"/>
                    <a:pt x="1570701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91B94C"/>
                </a:solidFill>
                <a:effectLst/>
                <a:uLnTx/>
                <a:uFillTx/>
                <a:latin typeface="Helvetica light"/>
                <a:ea typeface="+mn-ea"/>
                <a:cs typeface="+mn-cs"/>
              </a:endParaRPr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B83830CC-1808-DC6E-772F-60A6F4C322B9}"/>
                </a:ext>
              </a:extLst>
            </p:cNvPr>
            <p:cNvSpPr/>
            <p:nvPr/>
          </p:nvSpPr>
          <p:spPr>
            <a:xfrm>
              <a:off x="785180" y="3499909"/>
              <a:ext cx="1547374" cy="1547364"/>
            </a:xfrm>
            <a:custGeom>
              <a:avLst/>
              <a:gdLst>
                <a:gd name="connsiteX0" fmla="*/ 1538354 w 1547374"/>
                <a:gd name="connsiteY0" fmla="*/ 0 h 1547364"/>
                <a:gd name="connsiteX1" fmla="*/ 0 w 1547374"/>
                <a:gd name="connsiteY1" fmla="*/ 1538354 h 1547364"/>
                <a:gd name="connsiteX2" fmla="*/ 17926 w 1547374"/>
                <a:gd name="connsiteY2" fmla="*/ 1547365 h 1547364"/>
                <a:gd name="connsiteX3" fmla="*/ 1547375 w 1547374"/>
                <a:gd name="connsiteY3" fmla="*/ 17916 h 1547364"/>
                <a:gd name="connsiteX4" fmla="*/ 1538354 w 1547374"/>
                <a:gd name="connsiteY4" fmla="*/ 0 h 1547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7374" h="1547364">
                  <a:moveTo>
                    <a:pt x="1538354" y="0"/>
                  </a:moveTo>
                  <a:lnTo>
                    <a:pt x="0" y="1538354"/>
                  </a:lnTo>
                  <a:cubicBezTo>
                    <a:pt x="5953" y="1541402"/>
                    <a:pt x="11925" y="1544431"/>
                    <a:pt x="17926" y="1547365"/>
                  </a:cubicBezTo>
                  <a:lnTo>
                    <a:pt x="1547375" y="17916"/>
                  </a:lnTo>
                  <a:cubicBezTo>
                    <a:pt x="1544431" y="11925"/>
                    <a:pt x="1541402" y="5953"/>
                    <a:pt x="153835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91B94C"/>
                </a:solidFill>
                <a:effectLst/>
                <a:uLnTx/>
                <a:uFillTx/>
                <a:latin typeface="Helvetica light"/>
                <a:ea typeface="+mn-ea"/>
                <a:cs typeface="+mn-cs"/>
              </a:endParaRPr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B1C9B7B3-3813-01C1-84F7-F2F98742B48D}"/>
                </a:ext>
              </a:extLst>
            </p:cNvPr>
            <p:cNvSpPr/>
            <p:nvPr/>
          </p:nvSpPr>
          <p:spPr>
            <a:xfrm>
              <a:off x="863341" y="3578063"/>
              <a:ext cx="1504321" cy="1504340"/>
            </a:xfrm>
            <a:custGeom>
              <a:avLst/>
              <a:gdLst>
                <a:gd name="connsiteX0" fmla="*/ 1496501 w 1504321"/>
                <a:gd name="connsiteY0" fmla="*/ 0 h 1504340"/>
                <a:gd name="connsiteX1" fmla="*/ 0 w 1504321"/>
                <a:gd name="connsiteY1" fmla="*/ 1496511 h 1504340"/>
                <a:gd name="connsiteX2" fmla="*/ 19107 w 1504321"/>
                <a:gd name="connsiteY2" fmla="*/ 1504341 h 1504340"/>
                <a:gd name="connsiteX3" fmla="*/ 1504321 w 1504321"/>
                <a:gd name="connsiteY3" fmla="*/ 19117 h 1504340"/>
                <a:gd name="connsiteX4" fmla="*/ 1496501 w 1504321"/>
                <a:gd name="connsiteY4" fmla="*/ 0 h 1504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04321" h="1504340">
                  <a:moveTo>
                    <a:pt x="1496501" y="0"/>
                  </a:moveTo>
                  <a:lnTo>
                    <a:pt x="0" y="1496511"/>
                  </a:lnTo>
                  <a:cubicBezTo>
                    <a:pt x="6353" y="1499178"/>
                    <a:pt x="12716" y="1501797"/>
                    <a:pt x="19107" y="1504341"/>
                  </a:cubicBezTo>
                  <a:lnTo>
                    <a:pt x="1504321" y="19117"/>
                  </a:lnTo>
                  <a:cubicBezTo>
                    <a:pt x="1501788" y="12725"/>
                    <a:pt x="1499168" y="6353"/>
                    <a:pt x="1496501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91B94C"/>
                </a:solidFill>
                <a:effectLst/>
                <a:uLnTx/>
                <a:uFillTx/>
                <a:latin typeface="Helvetica light"/>
                <a:ea typeface="+mn-ea"/>
                <a:cs typeface="+mn-cs"/>
              </a:endParaRPr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FE873A6B-66EA-0E57-9D5F-5A88ECA2DBCF}"/>
                </a:ext>
              </a:extLst>
            </p:cNvPr>
            <p:cNvSpPr/>
            <p:nvPr/>
          </p:nvSpPr>
          <p:spPr>
            <a:xfrm>
              <a:off x="946648" y="3661368"/>
              <a:ext cx="1450866" cy="1450876"/>
            </a:xfrm>
            <a:custGeom>
              <a:avLst/>
              <a:gdLst>
                <a:gd name="connsiteX0" fmla="*/ 1444362 w 1450866"/>
                <a:gd name="connsiteY0" fmla="*/ 0 h 1450876"/>
                <a:gd name="connsiteX1" fmla="*/ 0 w 1450866"/>
                <a:gd name="connsiteY1" fmla="*/ 1444371 h 1450876"/>
                <a:gd name="connsiteX2" fmla="*/ 20431 w 1450866"/>
                <a:gd name="connsiteY2" fmla="*/ 1450877 h 1450876"/>
                <a:gd name="connsiteX3" fmla="*/ 1450867 w 1450866"/>
                <a:gd name="connsiteY3" fmla="*/ 20431 h 1450876"/>
                <a:gd name="connsiteX4" fmla="*/ 1444362 w 1450866"/>
                <a:gd name="connsiteY4" fmla="*/ 0 h 1450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50866" h="1450876">
                  <a:moveTo>
                    <a:pt x="1444362" y="0"/>
                  </a:moveTo>
                  <a:lnTo>
                    <a:pt x="0" y="1444371"/>
                  </a:lnTo>
                  <a:cubicBezTo>
                    <a:pt x="6791" y="1446609"/>
                    <a:pt x="13602" y="1448772"/>
                    <a:pt x="20431" y="1450877"/>
                  </a:cubicBezTo>
                  <a:lnTo>
                    <a:pt x="1450867" y="20431"/>
                  </a:lnTo>
                  <a:cubicBezTo>
                    <a:pt x="1448762" y="13602"/>
                    <a:pt x="1446600" y="6791"/>
                    <a:pt x="1444362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91B94C"/>
                </a:solidFill>
                <a:effectLst/>
                <a:uLnTx/>
                <a:uFillTx/>
                <a:latin typeface="Helvetica light"/>
                <a:ea typeface="+mn-ea"/>
                <a:cs typeface="+mn-cs"/>
              </a:endParaRPr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4DA899EF-F6D4-0C8E-6D19-1591BA08FB3D}"/>
                </a:ext>
              </a:extLst>
            </p:cNvPr>
            <p:cNvSpPr/>
            <p:nvPr/>
          </p:nvSpPr>
          <p:spPr>
            <a:xfrm>
              <a:off x="1035659" y="3750379"/>
              <a:ext cx="1385868" cy="1385868"/>
            </a:xfrm>
            <a:custGeom>
              <a:avLst/>
              <a:gdLst>
                <a:gd name="connsiteX0" fmla="*/ 1380801 w 1385868"/>
                <a:gd name="connsiteY0" fmla="*/ 0 h 1385868"/>
                <a:gd name="connsiteX1" fmla="*/ 0 w 1385868"/>
                <a:gd name="connsiteY1" fmla="*/ 1380811 h 1385868"/>
                <a:gd name="connsiteX2" fmla="*/ 21879 w 1385868"/>
                <a:gd name="connsiteY2" fmla="*/ 1385869 h 1385868"/>
                <a:gd name="connsiteX3" fmla="*/ 1385868 w 1385868"/>
                <a:gd name="connsiteY3" fmla="*/ 21879 h 1385868"/>
                <a:gd name="connsiteX4" fmla="*/ 1380801 w 1385868"/>
                <a:gd name="connsiteY4" fmla="*/ 0 h 138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85868" h="1385868">
                  <a:moveTo>
                    <a:pt x="1380801" y="0"/>
                  </a:moveTo>
                  <a:lnTo>
                    <a:pt x="0" y="1380811"/>
                  </a:lnTo>
                  <a:cubicBezTo>
                    <a:pt x="7277" y="1382573"/>
                    <a:pt x="14573" y="1384259"/>
                    <a:pt x="21879" y="1385869"/>
                  </a:cubicBezTo>
                  <a:lnTo>
                    <a:pt x="1385868" y="21879"/>
                  </a:lnTo>
                  <a:cubicBezTo>
                    <a:pt x="1384249" y="14573"/>
                    <a:pt x="1382563" y="7287"/>
                    <a:pt x="1380801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91B94C"/>
                </a:solidFill>
                <a:effectLst/>
                <a:uLnTx/>
                <a:uFillTx/>
                <a:latin typeface="Helvetica light"/>
                <a:ea typeface="+mn-ea"/>
                <a:cs typeface="+mn-cs"/>
              </a:endParaRPr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8565436E-BB34-3550-CABE-B24CBF76626C}"/>
                </a:ext>
              </a:extLst>
            </p:cNvPr>
            <p:cNvSpPr/>
            <p:nvPr/>
          </p:nvSpPr>
          <p:spPr>
            <a:xfrm>
              <a:off x="1131300" y="3846029"/>
              <a:ext cx="1307353" cy="1307344"/>
            </a:xfrm>
            <a:custGeom>
              <a:avLst/>
              <a:gdLst>
                <a:gd name="connsiteX0" fmla="*/ 1303992 w 1307353"/>
                <a:gd name="connsiteY0" fmla="*/ 0 h 1307344"/>
                <a:gd name="connsiteX1" fmla="*/ 0 w 1307353"/>
                <a:gd name="connsiteY1" fmla="*/ 1303982 h 1307344"/>
                <a:gd name="connsiteX2" fmla="*/ 23574 w 1307353"/>
                <a:gd name="connsiteY2" fmla="*/ 1307344 h 1307344"/>
                <a:gd name="connsiteX3" fmla="*/ 1307354 w 1307353"/>
                <a:gd name="connsiteY3" fmla="*/ 23565 h 1307344"/>
                <a:gd name="connsiteX4" fmla="*/ 1303992 w 1307353"/>
                <a:gd name="connsiteY4" fmla="*/ 0 h 1307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7353" h="1307344">
                  <a:moveTo>
                    <a:pt x="1303992" y="0"/>
                  </a:moveTo>
                  <a:lnTo>
                    <a:pt x="0" y="1303982"/>
                  </a:lnTo>
                  <a:cubicBezTo>
                    <a:pt x="7849" y="1305192"/>
                    <a:pt x="15707" y="1306306"/>
                    <a:pt x="23574" y="1307344"/>
                  </a:cubicBezTo>
                  <a:lnTo>
                    <a:pt x="1307354" y="23565"/>
                  </a:lnTo>
                  <a:cubicBezTo>
                    <a:pt x="1306316" y="15697"/>
                    <a:pt x="1305192" y="7849"/>
                    <a:pt x="1303992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91B94C"/>
                </a:solidFill>
                <a:effectLst/>
                <a:uLnTx/>
                <a:uFillTx/>
                <a:latin typeface="Helvetica light"/>
                <a:ea typeface="+mn-ea"/>
                <a:cs typeface="+mn-cs"/>
              </a:endParaRPr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EEF17F5F-B1EF-6B12-8E08-C319E77193FB}"/>
                </a:ext>
              </a:extLst>
            </p:cNvPr>
            <p:cNvSpPr/>
            <p:nvPr/>
          </p:nvSpPr>
          <p:spPr>
            <a:xfrm>
              <a:off x="1234665" y="3949385"/>
              <a:ext cx="1213037" cy="1213037"/>
            </a:xfrm>
            <a:custGeom>
              <a:avLst/>
              <a:gdLst>
                <a:gd name="connsiteX0" fmla="*/ 1211732 w 1213037"/>
                <a:gd name="connsiteY0" fmla="*/ 0 h 1213037"/>
                <a:gd name="connsiteX1" fmla="*/ 0 w 1213037"/>
                <a:gd name="connsiteY1" fmla="*/ 1211732 h 1213037"/>
                <a:gd name="connsiteX2" fmla="*/ 25632 w 1213037"/>
                <a:gd name="connsiteY2" fmla="*/ 1213038 h 1213037"/>
                <a:gd name="connsiteX3" fmla="*/ 1213037 w 1213037"/>
                <a:gd name="connsiteY3" fmla="*/ 25632 h 1213037"/>
                <a:gd name="connsiteX4" fmla="*/ 1211732 w 1213037"/>
                <a:gd name="connsiteY4" fmla="*/ 0 h 1213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13037" h="1213037">
                  <a:moveTo>
                    <a:pt x="1211732" y="0"/>
                  </a:moveTo>
                  <a:lnTo>
                    <a:pt x="0" y="1211732"/>
                  </a:lnTo>
                  <a:cubicBezTo>
                    <a:pt x="8544" y="1212256"/>
                    <a:pt x="17088" y="1212704"/>
                    <a:pt x="25632" y="1213038"/>
                  </a:cubicBezTo>
                  <a:lnTo>
                    <a:pt x="1213037" y="25632"/>
                  </a:lnTo>
                  <a:cubicBezTo>
                    <a:pt x="1212694" y="17088"/>
                    <a:pt x="1212256" y="8544"/>
                    <a:pt x="1211732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91B94C"/>
                </a:solidFill>
                <a:effectLst/>
                <a:uLnTx/>
                <a:uFillTx/>
                <a:latin typeface="Helvetica light"/>
                <a:ea typeface="+mn-ea"/>
                <a:cs typeface="+mn-cs"/>
              </a:endParaRPr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1ABAB53A-5AAE-E0D0-A6E6-802FE2469A28}"/>
                </a:ext>
              </a:extLst>
            </p:cNvPr>
            <p:cNvSpPr/>
            <p:nvPr/>
          </p:nvSpPr>
          <p:spPr>
            <a:xfrm>
              <a:off x="1347708" y="4062427"/>
              <a:ext cx="1100118" cy="1100118"/>
            </a:xfrm>
            <a:custGeom>
              <a:avLst/>
              <a:gdLst>
                <a:gd name="connsiteX0" fmla="*/ 1098728 w 1100118"/>
                <a:gd name="connsiteY0" fmla="*/ 28327 h 1100118"/>
                <a:gd name="connsiteX1" fmla="*/ 1100119 w 1100118"/>
                <a:gd name="connsiteY1" fmla="*/ 0 h 1100118"/>
                <a:gd name="connsiteX2" fmla="*/ 0 w 1100118"/>
                <a:gd name="connsiteY2" fmla="*/ 1100119 h 1100118"/>
                <a:gd name="connsiteX3" fmla="*/ 28327 w 1100118"/>
                <a:gd name="connsiteY3" fmla="*/ 1098737 h 1100118"/>
                <a:gd name="connsiteX4" fmla="*/ 1098728 w 1100118"/>
                <a:gd name="connsiteY4" fmla="*/ 28327 h 1100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00118" h="1100118">
                  <a:moveTo>
                    <a:pt x="1098728" y="28327"/>
                  </a:moveTo>
                  <a:cubicBezTo>
                    <a:pt x="1099309" y="18888"/>
                    <a:pt x="1099766" y="9449"/>
                    <a:pt x="1100119" y="0"/>
                  </a:cubicBezTo>
                  <a:lnTo>
                    <a:pt x="0" y="1100119"/>
                  </a:lnTo>
                  <a:cubicBezTo>
                    <a:pt x="9449" y="1099776"/>
                    <a:pt x="18888" y="1099309"/>
                    <a:pt x="28327" y="1098737"/>
                  </a:cubicBezTo>
                  <a:lnTo>
                    <a:pt x="1098728" y="28327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91B94C"/>
                </a:solidFill>
                <a:effectLst/>
                <a:uLnTx/>
                <a:uFillTx/>
                <a:latin typeface="Helvetica light"/>
                <a:ea typeface="+mn-ea"/>
                <a:cs typeface="+mn-cs"/>
              </a:endParaRPr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406B3C58-EED1-D9AD-67A4-0EB3B7BBB91E}"/>
                </a:ext>
              </a:extLst>
            </p:cNvPr>
            <p:cNvSpPr/>
            <p:nvPr/>
          </p:nvSpPr>
          <p:spPr>
            <a:xfrm>
              <a:off x="1473714" y="4188434"/>
              <a:ext cx="962558" cy="962567"/>
            </a:xfrm>
            <a:custGeom>
              <a:avLst/>
              <a:gdLst>
                <a:gd name="connsiteX0" fmla="*/ 32194 w 962558"/>
                <a:gd name="connsiteY0" fmla="*/ 957310 h 962567"/>
                <a:gd name="connsiteX1" fmla="*/ 957300 w 962558"/>
                <a:gd name="connsiteY1" fmla="*/ 32204 h 962567"/>
                <a:gd name="connsiteX2" fmla="*/ 962558 w 962558"/>
                <a:gd name="connsiteY2" fmla="*/ 0 h 962567"/>
                <a:gd name="connsiteX3" fmla="*/ 0 w 962558"/>
                <a:gd name="connsiteY3" fmla="*/ 962568 h 962567"/>
                <a:gd name="connsiteX4" fmla="*/ 32194 w 962558"/>
                <a:gd name="connsiteY4" fmla="*/ 957310 h 962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62558" h="962567">
                  <a:moveTo>
                    <a:pt x="32194" y="957310"/>
                  </a:moveTo>
                  <a:lnTo>
                    <a:pt x="957300" y="32204"/>
                  </a:lnTo>
                  <a:cubicBezTo>
                    <a:pt x="959196" y="21489"/>
                    <a:pt x="960968" y="10763"/>
                    <a:pt x="962558" y="0"/>
                  </a:cubicBezTo>
                  <a:lnTo>
                    <a:pt x="0" y="962568"/>
                  </a:lnTo>
                  <a:cubicBezTo>
                    <a:pt x="10754" y="960977"/>
                    <a:pt x="21488" y="959206"/>
                    <a:pt x="32194" y="95731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91B94C"/>
                </a:solidFill>
                <a:effectLst/>
                <a:uLnTx/>
                <a:uFillTx/>
                <a:latin typeface="Helvetica light"/>
                <a:ea typeface="+mn-ea"/>
                <a:cs typeface="+mn-cs"/>
              </a:endParaRPr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616F27FA-B202-5BCD-B5C9-805975160082}"/>
                </a:ext>
              </a:extLst>
            </p:cNvPr>
            <p:cNvSpPr/>
            <p:nvPr/>
          </p:nvSpPr>
          <p:spPr>
            <a:xfrm>
              <a:off x="1619627" y="4334347"/>
              <a:ext cx="785212" cy="785212"/>
            </a:xfrm>
            <a:custGeom>
              <a:avLst/>
              <a:gdLst>
                <a:gd name="connsiteX0" fmla="*/ 38586 w 785212"/>
                <a:gd name="connsiteY0" fmla="*/ 773563 h 785212"/>
                <a:gd name="connsiteX1" fmla="*/ 773563 w 785212"/>
                <a:gd name="connsiteY1" fmla="*/ 38586 h 785212"/>
                <a:gd name="connsiteX2" fmla="*/ 785212 w 785212"/>
                <a:gd name="connsiteY2" fmla="*/ 0 h 785212"/>
                <a:gd name="connsiteX3" fmla="*/ 0 w 785212"/>
                <a:gd name="connsiteY3" fmla="*/ 785213 h 785212"/>
                <a:gd name="connsiteX4" fmla="*/ 38586 w 785212"/>
                <a:gd name="connsiteY4" fmla="*/ 773563 h 785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85212" h="785212">
                  <a:moveTo>
                    <a:pt x="38586" y="773563"/>
                  </a:moveTo>
                  <a:lnTo>
                    <a:pt x="773563" y="38586"/>
                  </a:lnTo>
                  <a:cubicBezTo>
                    <a:pt x="777707" y="25784"/>
                    <a:pt x="781536" y="12916"/>
                    <a:pt x="785212" y="0"/>
                  </a:cubicBezTo>
                  <a:lnTo>
                    <a:pt x="0" y="785213"/>
                  </a:lnTo>
                  <a:cubicBezTo>
                    <a:pt x="12906" y="781536"/>
                    <a:pt x="25784" y="777707"/>
                    <a:pt x="38586" y="773563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91B94C"/>
                </a:solidFill>
                <a:effectLst/>
                <a:uLnTx/>
                <a:uFillTx/>
                <a:latin typeface="Helvetica light"/>
                <a:ea typeface="+mn-ea"/>
                <a:cs typeface="+mn-cs"/>
              </a:endParaRPr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32E1FD3A-410D-8496-D292-94C364C78BAD}"/>
                </a:ext>
              </a:extLst>
            </p:cNvPr>
            <p:cNvSpPr/>
            <p:nvPr/>
          </p:nvSpPr>
          <p:spPr>
            <a:xfrm>
              <a:off x="1804669" y="4519399"/>
              <a:ext cx="529580" cy="529580"/>
            </a:xfrm>
            <a:custGeom>
              <a:avLst/>
              <a:gdLst>
                <a:gd name="connsiteX0" fmla="*/ 55998 w 529580"/>
                <a:gd name="connsiteY0" fmla="*/ 500520 h 529580"/>
                <a:gd name="connsiteX1" fmla="*/ 500529 w 529580"/>
                <a:gd name="connsiteY1" fmla="*/ 55997 h 529580"/>
                <a:gd name="connsiteX2" fmla="*/ 529580 w 529580"/>
                <a:gd name="connsiteY2" fmla="*/ 0 h 529580"/>
                <a:gd name="connsiteX3" fmla="*/ 0 w 529580"/>
                <a:gd name="connsiteY3" fmla="*/ 529580 h 529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29580" h="529580">
                  <a:moveTo>
                    <a:pt x="55998" y="500520"/>
                  </a:moveTo>
                  <a:lnTo>
                    <a:pt x="500529" y="55997"/>
                  </a:lnTo>
                  <a:lnTo>
                    <a:pt x="529580" y="0"/>
                  </a:lnTo>
                  <a:lnTo>
                    <a:pt x="0" y="52958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91B94C"/>
                </a:solidFill>
                <a:effectLst/>
                <a:uLnTx/>
                <a:uFillTx/>
                <a:latin typeface="Helvetica light"/>
                <a:ea typeface="+mn-ea"/>
                <a:cs typeface="+mn-cs"/>
              </a:endParaRPr>
            </a:p>
          </p:txBody>
        </p:sp>
      </p:grp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1675FB65-7DE7-3F47-B34F-0C1C18D9F47B}"/>
              </a:ext>
            </a:extLst>
          </p:cNvPr>
          <p:cNvCxnSpPr>
            <a:cxnSpLocks/>
          </p:cNvCxnSpPr>
          <p:nvPr/>
        </p:nvCxnSpPr>
        <p:spPr>
          <a:xfrm>
            <a:off x="9595174" y="3948795"/>
            <a:ext cx="840764" cy="258429"/>
          </a:xfrm>
          <a:prstGeom prst="straightConnector1">
            <a:avLst/>
          </a:prstGeom>
          <a:ln w="28575">
            <a:gradFill flip="none" rotWithShape="1">
              <a:gsLst>
                <a:gs pos="0">
                  <a:schemeClr val="tx1"/>
                </a:gs>
                <a:gs pos="100000">
                  <a:srgbClr val="000000"/>
                </a:gs>
                <a:gs pos="100000">
                  <a:srgbClr val="000000"/>
                </a:gs>
              </a:gsLst>
              <a:lin ang="0" scaled="1"/>
              <a:tileRect/>
            </a:gradFill>
            <a:bevel/>
            <a:headEnd type="oval" w="lg" len="lg"/>
            <a:tailEnd type="non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1" name="Arc 100">
            <a:extLst>
              <a:ext uri="{FF2B5EF4-FFF2-40B4-BE49-F238E27FC236}">
                <a16:creationId xmlns:a16="http://schemas.microsoft.com/office/drawing/2014/main" id="{7F60E4B8-CC90-8E3C-402A-AF305314C44D}"/>
              </a:ext>
            </a:extLst>
          </p:cNvPr>
          <p:cNvSpPr/>
          <p:nvPr/>
        </p:nvSpPr>
        <p:spPr>
          <a:xfrm rot="16200000">
            <a:off x="9653335" y="1137030"/>
            <a:ext cx="3780000" cy="3780000"/>
          </a:xfrm>
          <a:prstGeom prst="arc">
            <a:avLst>
              <a:gd name="adj1" fmla="val 10738057"/>
              <a:gd name="adj2" fmla="val 0"/>
            </a:avLst>
          </a:prstGeom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91B94C"/>
              </a:solidFill>
              <a:effectLst/>
              <a:uLnTx/>
              <a:uFillTx/>
              <a:latin typeface="Helvetica light"/>
              <a:ea typeface="+mn-ea"/>
              <a:cs typeface="+mn-cs"/>
            </a:endParaRPr>
          </a:p>
        </p:txBody>
      </p:sp>
      <p:pic>
        <p:nvPicPr>
          <p:cNvPr id="139" name="Graphic 138" descr="Grid lines">
            <a:extLst>
              <a:ext uri="{FF2B5EF4-FFF2-40B4-BE49-F238E27FC236}">
                <a16:creationId xmlns:a16="http://schemas.microsoft.com/office/drawing/2014/main" id="{C29E9428-B8D2-5F1F-B179-5BEE9CD4E2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59597" y="1704886"/>
            <a:ext cx="1787168" cy="2020966"/>
          </a:xfrm>
          <a:prstGeom prst="rect">
            <a:avLst/>
          </a:prstGeom>
        </p:spPr>
      </p:pic>
      <p:pic>
        <p:nvPicPr>
          <p:cNvPr id="141" name="Graphic 140" descr="Plug outline">
            <a:extLst>
              <a:ext uri="{FF2B5EF4-FFF2-40B4-BE49-F238E27FC236}">
                <a16:creationId xmlns:a16="http://schemas.microsoft.com/office/drawing/2014/main" id="{AE6C71E3-3145-8B4D-68E6-5A903BCD027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407064" y="1936342"/>
            <a:ext cx="1490400" cy="1490400"/>
          </a:xfrm>
          <a:prstGeom prst="rect">
            <a:avLst/>
          </a:prstGeom>
        </p:spPr>
      </p:pic>
      <p:sp>
        <p:nvSpPr>
          <p:cNvPr id="155" name="Oval 154">
            <a:extLst>
              <a:ext uri="{FF2B5EF4-FFF2-40B4-BE49-F238E27FC236}">
                <a16:creationId xmlns:a16="http://schemas.microsoft.com/office/drawing/2014/main" id="{103D6EC8-D53F-8101-BD28-19EEBE5A6706}"/>
              </a:ext>
            </a:extLst>
          </p:cNvPr>
          <p:cNvSpPr/>
          <p:nvPr/>
        </p:nvSpPr>
        <p:spPr>
          <a:xfrm>
            <a:off x="4447696" y="1539569"/>
            <a:ext cx="3060000" cy="3060000"/>
          </a:xfrm>
          <a:prstGeom prst="ellipse">
            <a:avLst/>
          </a:prstGeom>
          <a:noFill/>
          <a:ln>
            <a:solidFill>
              <a:srgbClr val="969696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500" b="0" i="0" u="none" strike="noStrike" kern="1200" cap="none" spc="0" normalizeH="0" baseline="0" noProof="0">
              <a:ln>
                <a:noFill/>
              </a:ln>
              <a:solidFill>
                <a:srgbClr val="FEFFFF"/>
              </a:solidFill>
              <a:effectLst/>
              <a:uLnTx/>
              <a:uFillTx/>
              <a:latin typeface="Helvetica light"/>
              <a:ea typeface="+mn-ea"/>
              <a:cs typeface="Helvetica" panose="020B0604020202020204" pitchFamily="34" charset="0"/>
            </a:endParaRPr>
          </a:p>
        </p:txBody>
      </p:sp>
      <p:sp>
        <p:nvSpPr>
          <p:cNvPr id="179" name="Arc 178">
            <a:extLst>
              <a:ext uri="{FF2B5EF4-FFF2-40B4-BE49-F238E27FC236}">
                <a16:creationId xmlns:a16="http://schemas.microsoft.com/office/drawing/2014/main" id="{989B2AD4-AFD9-2E31-003B-892409BD2DF4}"/>
              </a:ext>
            </a:extLst>
          </p:cNvPr>
          <p:cNvSpPr/>
          <p:nvPr/>
        </p:nvSpPr>
        <p:spPr>
          <a:xfrm rot="5400000" flipH="1">
            <a:off x="-1243213" y="1139972"/>
            <a:ext cx="3780000" cy="3780000"/>
          </a:xfrm>
          <a:prstGeom prst="arc">
            <a:avLst>
              <a:gd name="adj1" fmla="val 10738057"/>
              <a:gd name="adj2" fmla="val 0"/>
            </a:avLst>
          </a:prstGeom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91B94C"/>
              </a:solidFill>
              <a:effectLst/>
              <a:uLnTx/>
              <a:uFillTx/>
              <a:latin typeface="Helvetica light"/>
              <a:ea typeface="+mn-ea"/>
              <a:cs typeface="+mn-cs"/>
            </a:endParaRPr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D2F939E5-6F11-03A6-EAF5-CDDB359E3639}"/>
              </a:ext>
            </a:extLst>
          </p:cNvPr>
          <p:cNvSpPr/>
          <p:nvPr/>
        </p:nvSpPr>
        <p:spPr>
          <a:xfrm rot="10800000">
            <a:off x="4885482" y="1983169"/>
            <a:ext cx="450000" cy="450000"/>
          </a:xfrm>
          <a:custGeom>
            <a:avLst/>
            <a:gdLst>
              <a:gd name="connsiteX0" fmla="*/ 271244 w 542486"/>
              <a:gd name="connsiteY0" fmla="*/ 542487 h 542486"/>
              <a:gd name="connsiteX1" fmla="*/ 271244 w 542486"/>
              <a:gd name="connsiteY1" fmla="*/ 542487 h 542486"/>
              <a:gd name="connsiteX2" fmla="*/ 0 w 542486"/>
              <a:gd name="connsiteY2" fmla="*/ 271243 h 542486"/>
              <a:gd name="connsiteX3" fmla="*/ 0 w 542486"/>
              <a:gd name="connsiteY3" fmla="*/ 271243 h 542486"/>
              <a:gd name="connsiteX4" fmla="*/ 271244 w 542486"/>
              <a:gd name="connsiteY4" fmla="*/ 0 h 542486"/>
              <a:gd name="connsiteX5" fmla="*/ 271244 w 542486"/>
              <a:gd name="connsiteY5" fmla="*/ 0 h 542486"/>
              <a:gd name="connsiteX6" fmla="*/ 542487 w 542486"/>
              <a:gd name="connsiteY6" fmla="*/ 271243 h 542486"/>
              <a:gd name="connsiteX7" fmla="*/ 542487 w 542486"/>
              <a:gd name="connsiteY7" fmla="*/ 271243 h 542486"/>
              <a:gd name="connsiteX8" fmla="*/ 271244 w 542486"/>
              <a:gd name="connsiteY8" fmla="*/ 542487 h 542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2486" h="542486">
                <a:moveTo>
                  <a:pt x="271244" y="542487"/>
                </a:moveTo>
                <a:lnTo>
                  <a:pt x="271244" y="542487"/>
                </a:lnTo>
                <a:cubicBezTo>
                  <a:pt x="121444" y="542487"/>
                  <a:pt x="0" y="421053"/>
                  <a:pt x="0" y="271243"/>
                </a:cubicBezTo>
                <a:lnTo>
                  <a:pt x="0" y="271243"/>
                </a:lnTo>
                <a:cubicBezTo>
                  <a:pt x="0" y="121444"/>
                  <a:pt x="121434" y="0"/>
                  <a:pt x="271244" y="0"/>
                </a:cubicBezTo>
                <a:lnTo>
                  <a:pt x="271244" y="0"/>
                </a:lnTo>
                <a:cubicBezTo>
                  <a:pt x="421053" y="0"/>
                  <a:pt x="542487" y="121444"/>
                  <a:pt x="542487" y="271243"/>
                </a:cubicBezTo>
                <a:lnTo>
                  <a:pt x="542487" y="271243"/>
                </a:lnTo>
                <a:cubicBezTo>
                  <a:pt x="542487" y="421043"/>
                  <a:pt x="421053" y="542487"/>
                  <a:pt x="271244" y="542487"/>
                </a:cubicBezTo>
                <a:close/>
              </a:path>
            </a:pathLst>
          </a:custGeom>
          <a:solidFill>
            <a:srgbClr val="737373">
              <a:alpha val="20000"/>
            </a:srgb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91B94C"/>
              </a:solidFill>
              <a:effectLst/>
              <a:uLnTx/>
              <a:uFillTx/>
              <a:latin typeface="Helvetica light"/>
              <a:ea typeface="+mn-ea"/>
              <a:cs typeface="+mn-cs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1B7CFE2B-1591-EC1F-9424-B2DEFC7A2D45}"/>
              </a:ext>
            </a:extLst>
          </p:cNvPr>
          <p:cNvSpPr/>
          <p:nvPr/>
        </p:nvSpPr>
        <p:spPr>
          <a:xfrm rot="10800000">
            <a:off x="4607619" y="2386671"/>
            <a:ext cx="450000" cy="450000"/>
          </a:xfrm>
          <a:custGeom>
            <a:avLst/>
            <a:gdLst>
              <a:gd name="connsiteX0" fmla="*/ 271244 w 542486"/>
              <a:gd name="connsiteY0" fmla="*/ 542487 h 542486"/>
              <a:gd name="connsiteX1" fmla="*/ 271244 w 542486"/>
              <a:gd name="connsiteY1" fmla="*/ 542487 h 542486"/>
              <a:gd name="connsiteX2" fmla="*/ 0 w 542486"/>
              <a:gd name="connsiteY2" fmla="*/ 271243 h 542486"/>
              <a:gd name="connsiteX3" fmla="*/ 0 w 542486"/>
              <a:gd name="connsiteY3" fmla="*/ 271243 h 542486"/>
              <a:gd name="connsiteX4" fmla="*/ 271244 w 542486"/>
              <a:gd name="connsiteY4" fmla="*/ 0 h 542486"/>
              <a:gd name="connsiteX5" fmla="*/ 271244 w 542486"/>
              <a:gd name="connsiteY5" fmla="*/ 0 h 542486"/>
              <a:gd name="connsiteX6" fmla="*/ 542487 w 542486"/>
              <a:gd name="connsiteY6" fmla="*/ 271243 h 542486"/>
              <a:gd name="connsiteX7" fmla="*/ 542487 w 542486"/>
              <a:gd name="connsiteY7" fmla="*/ 271243 h 542486"/>
              <a:gd name="connsiteX8" fmla="*/ 271244 w 542486"/>
              <a:gd name="connsiteY8" fmla="*/ 542487 h 542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2486" h="542486">
                <a:moveTo>
                  <a:pt x="271244" y="542487"/>
                </a:moveTo>
                <a:lnTo>
                  <a:pt x="271244" y="542487"/>
                </a:lnTo>
                <a:cubicBezTo>
                  <a:pt x="121444" y="542487"/>
                  <a:pt x="0" y="421053"/>
                  <a:pt x="0" y="271243"/>
                </a:cubicBezTo>
                <a:lnTo>
                  <a:pt x="0" y="271243"/>
                </a:lnTo>
                <a:cubicBezTo>
                  <a:pt x="0" y="121444"/>
                  <a:pt x="121434" y="0"/>
                  <a:pt x="271244" y="0"/>
                </a:cubicBezTo>
                <a:lnTo>
                  <a:pt x="271244" y="0"/>
                </a:lnTo>
                <a:cubicBezTo>
                  <a:pt x="421053" y="0"/>
                  <a:pt x="542487" y="121444"/>
                  <a:pt x="542487" y="271243"/>
                </a:cubicBezTo>
                <a:lnTo>
                  <a:pt x="542487" y="271243"/>
                </a:lnTo>
                <a:cubicBezTo>
                  <a:pt x="542487" y="421043"/>
                  <a:pt x="421053" y="542487"/>
                  <a:pt x="271244" y="542487"/>
                </a:cubicBezTo>
                <a:close/>
              </a:path>
            </a:pathLst>
          </a:custGeom>
          <a:solidFill>
            <a:srgbClr val="737373">
              <a:alpha val="20000"/>
            </a:srgb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91B94C"/>
              </a:solidFill>
              <a:effectLst/>
              <a:uLnTx/>
              <a:uFillTx/>
              <a:latin typeface="Helvetica light"/>
              <a:ea typeface="+mn-ea"/>
              <a:cs typeface="+mn-cs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23884DB9-9E56-73B1-6A21-6ED05452019C}"/>
              </a:ext>
            </a:extLst>
          </p:cNvPr>
          <p:cNvSpPr/>
          <p:nvPr/>
        </p:nvSpPr>
        <p:spPr>
          <a:xfrm rot="10800000">
            <a:off x="4527144" y="2856964"/>
            <a:ext cx="450000" cy="450000"/>
          </a:xfrm>
          <a:custGeom>
            <a:avLst/>
            <a:gdLst>
              <a:gd name="connsiteX0" fmla="*/ 271244 w 542486"/>
              <a:gd name="connsiteY0" fmla="*/ 542487 h 542486"/>
              <a:gd name="connsiteX1" fmla="*/ 271244 w 542486"/>
              <a:gd name="connsiteY1" fmla="*/ 542487 h 542486"/>
              <a:gd name="connsiteX2" fmla="*/ 0 w 542486"/>
              <a:gd name="connsiteY2" fmla="*/ 271243 h 542486"/>
              <a:gd name="connsiteX3" fmla="*/ 0 w 542486"/>
              <a:gd name="connsiteY3" fmla="*/ 271243 h 542486"/>
              <a:gd name="connsiteX4" fmla="*/ 271244 w 542486"/>
              <a:gd name="connsiteY4" fmla="*/ 0 h 542486"/>
              <a:gd name="connsiteX5" fmla="*/ 271244 w 542486"/>
              <a:gd name="connsiteY5" fmla="*/ 0 h 542486"/>
              <a:gd name="connsiteX6" fmla="*/ 542487 w 542486"/>
              <a:gd name="connsiteY6" fmla="*/ 271243 h 542486"/>
              <a:gd name="connsiteX7" fmla="*/ 542487 w 542486"/>
              <a:gd name="connsiteY7" fmla="*/ 271243 h 542486"/>
              <a:gd name="connsiteX8" fmla="*/ 271244 w 542486"/>
              <a:gd name="connsiteY8" fmla="*/ 542487 h 542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2486" h="542486">
                <a:moveTo>
                  <a:pt x="271244" y="542487"/>
                </a:moveTo>
                <a:lnTo>
                  <a:pt x="271244" y="542487"/>
                </a:lnTo>
                <a:cubicBezTo>
                  <a:pt x="121444" y="542487"/>
                  <a:pt x="0" y="421053"/>
                  <a:pt x="0" y="271243"/>
                </a:cubicBezTo>
                <a:lnTo>
                  <a:pt x="0" y="271243"/>
                </a:lnTo>
                <a:cubicBezTo>
                  <a:pt x="0" y="121444"/>
                  <a:pt x="121434" y="0"/>
                  <a:pt x="271244" y="0"/>
                </a:cubicBezTo>
                <a:lnTo>
                  <a:pt x="271244" y="0"/>
                </a:lnTo>
                <a:cubicBezTo>
                  <a:pt x="421053" y="0"/>
                  <a:pt x="542487" y="121444"/>
                  <a:pt x="542487" y="271243"/>
                </a:cubicBezTo>
                <a:lnTo>
                  <a:pt x="542487" y="271243"/>
                </a:lnTo>
                <a:cubicBezTo>
                  <a:pt x="542487" y="421043"/>
                  <a:pt x="421053" y="542487"/>
                  <a:pt x="271244" y="542487"/>
                </a:cubicBezTo>
                <a:close/>
              </a:path>
            </a:pathLst>
          </a:custGeom>
          <a:solidFill>
            <a:srgbClr val="737373">
              <a:alpha val="20000"/>
            </a:srgb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91B94C"/>
              </a:solidFill>
              <a:effectLst/>
              <a:uLnTx/>
              <a:uFillTx/>
              <a:latin typeface="Helvetica light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3798EB8-5CE6-C7DB-7BA6-81A0D9A8EE00}"/>
              </a:ext>
            </a:extLst>
          </p:cNvPr>
          <p:cNvSpPr/>
          <p:nvPr/>
        </p:nvSpPr>
        <p:spPr>
          <a:xfrm rot="10800000">
            <a:off x="4931441" y="3733977"/>
            <a:ext cx="450000" cy="450000"/>
          </a:xfrm>
          <a:custGeom>
            <a:avLst/>
            <a:gdLst>
              <a:gd name="connsiteX0" fmla="*/ 271244 w 542486"/>
              <a:gd name="connsiteY0" fmla="*/ 542487 h 542486"/>
              <a:gd name="connsiteX1" fmla="*/ 271244 w 542486"/>
              <a:gd name="connsiteY1" fmla="*/ 542487 h 542486"/>
              <a:gd name="connsiteX2" fmla="*/ 0 w 542486"/>
              <a:gd name="connsiteY2" fmla="*/ 271243 h 542486"/>
              <a:gd name="connsiteX3" fmla="*/ 0 w 542486"/>
              <a:gd name="connsiteY3" fmla="*/ 271243 h 542486"/>
              <a:gd name="connsiteX4" fmla="*/ 271244 w 542486"/>
              <a:gd name="connsiteY4" fmla="*/ 0 h 542486"/>
              <a:gd name="connsiteX5" fmla="*/ 271244 w 542486"/>
              <a:gd name="connsiteY5" fmla="*/ 0 h 542486"/>
              <a:gd name="connsiteX6" fmla="*/ 542487 w 542486"/>
              <a:gd name="connsiteY6" fmla="*/ 271243 h 542486"/>
              <a:gd name="connsiteX7" fmla="*/ 542487 w 542486"/>
              <a:gd name="connsiteY7" fmla="*/ 271243 h 542486"/>
              <a:gd name="connsiteX8" fmla="*/ 271244 w 542486"/>
              <a:gd name="connsiteY8" fmla="*/ 542487 h 542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2486" h="542486">
                <a:moveTo>
                  <a:pt x="271244" y="542487"/>
                </a:moveTo>
                <a:lnTo>
                  <a:pt x="271244" y="542487"/>
                </a:lnTo>
                <a:cubicBezTo>
                  <a:pt x="121444" y="542487"/>
                  <a:pt x="0" y="421053"/>
                  <a:pt x="0" y="271243"/>
                </a:cubicBezTo>
                <a:lnTo>
                  <a:pt x="0" y="271243"/>
                </a:lnTo>
                <a:cubicBezTo>
                  <a:pt x="0" y="121444"/>
                  <a:pt x="121434" y="0"/>
                  <a:pt x="271244" y="0"/>
                </a:cubicBezTo>
                <a:lnTo>
                  <a:pt x="271244" y="0"/>
                </a:lnTo>
                <a:cubicBezTo>
                  <a:pt x="421053" y="0"/>
                  <a:pt x="542487" y="121444"/>
                  <a:pt x="542487" y="271243"/>
                </a:cubicBezTo>
                <a:lnTo>
                  <a:pt x="542487" y="271243"/>
                </a:lnTo>
                <a:cubicBezTo>
                  <a:pt x="542487" y="421043"/>
                  <a:pt x="421053" y="542487"/>
                  <a:pt x="271244" y="542487"/>
                </a:cubicBezTo>
                <a:close/>
              </a:path>
            </a:pathLst>
          </a:custGeom>
          <a:solidFill>
            <a:srgbClr val="737373">
              <a:alpha val="20000"/>
            </a:srgb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91B94C"/>
              </a:solidFill>
              <a:effectLst/>
              <a:uLnTx/>
              <a:uFillTx/>
              <a:latin typeface="Helvetica light"/>
              <a:ea typeface="+mn-ea"/>
              <a:cs typeface="+mn-cs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FD4D2CFD-B152-16F7-C90F-0C94E21D109D}"/>
              </a:ext>
            </a:extLst>
          </p:cNvPr>
          <p:cNvSpPr/>
          <p:nvPr/>
        </p:nvSpPr>
        <p:spPr>
          <a:xfrm rot="10800000">
            <a:off x="6642592" y="2039435"/>
            <a:ext cx="450000" cy="450000"/>
          </a:xfrm>
          <a:custGeom>
            <a:avLst/>
            <a:gdLst>
              <a:gd name="connsiteX0" fmla="*/ 271244 w 542486"/>
              <a:gd name="connsiteY0" fmla="*/ 542487 h 542486"/>
              <a:gd name="connsiteX1" fmla="*/ 271244 w 542486"/>
              <a:gd name="connsiteY1" fmla="*/ 542487 h 542486"/>
              <a:gd name="connsiteX2" fmla="*/ 0 w 542486"/>
              <a:gd name="connsiteY2" fmla="*/ 271243 h 542486"/>
              <a:gd name="connsiteX3" fmla="*/ 0 w 542486"/>
              <a:gd name="connsiteY3" fmla="*/ 271243 h 542486"/>
              <a:gd name="connsiteX4" fmla="*/ 271244 w 542486"/>
              <a:gd name="connsiteY4" fmla="*/ 0 h 542486"/>
              <a:gd name="connsiteX5" fmla="*/ 271244 w 542486"/>
              <a:gd name="connsiteY5" fmla="*/ 0 h 542486"/>
              <a:gd name="connsiteX6" fmla="*/ 542487 w 542486"/>
              <a:gd name="connsiteY6" fmla="*/ 271243 h 542486"/>
              <a:gd name="connsiteX7" fmla="*/ 542487 w 542486"/>
              <a:gd name="connsiteY7" fmla="*/ 271243 h 542486"/>
              <a:gd name="connsiteX8" fmla="*/ 271244 w 542486"/>
              <a:gd name="connsiteY8" fmla="*/ 542487 h 542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2486" h="542486">
                <a:moveTo>
                  <a:pt x="271244" y="542487"/>
                </a:moveTo>
                <a:lnTo>
                  <a:pt x="271244" y="542487"/>
                </a:lnTo>
                <a:cubicBezTo>
                  <a:pt x="121444" y="542487"/>
                  <a:pt x="0" y="421053"/>
                  <a:pt x="0" y="271243"/>
                </a:cubicBezTo>
                <a:lnTo>
                  <a:pt x="0" y="271243"/>
                </a:lnTo>
                <a:cubicBezTo>
                  <a:pt x="0" y="121444"/>
                  <a:pt x="121434" y="0"/>
                  <a:pt x="271244" y="0"/>
                </a:cubicBezTo>
                <a:lnTo>
                  <a:pt x="271244" y="0"/>
                </a:lnTo>
                <a:cubicBezTo>
                  <a:pt x="421053" y="0"/>
                  <a:pt x="542487" y="121444"/>
                  <a:pt x="542487" y="271243"/>
                </a:cubicBezTo>
                <a:lnTo>
                  <a:pt x="542487" y="271243"/>
                </a:lnTo>
                <a:cubicBezTo>
                  <a:pt x="542487" y="421043"/>
                  <a:pt x="421053" y="542487"/>
                  <a:pt x="271244" y="542487"/>
                </a:cubicBezTo>
                <a:close/>
              </a:path>
            </a:pathLst>
          </a:custGeom>
          <a:solidFill>
            <a:srgbClr val="737373">
              <a:alpha val="20000"/>
            </a:srgb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91B94C"/>
              </a:solidFill>
              <a:effectLst/>
              <a:uLnTx/>
              <a:uFillTx/>
              <a:latin typeface="Helvetica light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BB0EE7D-FA08-4878-7551-153F9A7EB94B}"/>
              </a:ext>
            </a:extLst>
          </p:cNvPr>
          <p:cNvSpPr/>
          <p:nvPr/>
        </p:nvSpPr>
        <p:spPr>
          <a:xfrm rot="10800000">
            <a:off x="6894796" y="2556228"/>
            <a:ext cx="450000" cy="450000"/>
          </a:xfrm>
          <a:custGeom>
            <a:avLst/>
            <a:gdLst>
              <a:gd name="connsiteX0" fmla="*/ 271244 w 542486"/>
              <a:gd name="connsiteY0" fmla="*/ 542487 h 542486"/>
              <a:gd name="connsiteX1" fmla="*/ 271244 w 542486"/>
              <a:gd name="connsiteY1" fmla="*/ 542487 h 542486"/>
              <a:gd name="connsiteX2" fmla="*/ 0 w 542486"/>
              <a:gd name="connsiteY2" fmla="*/ 271243 h 542486"/>
              <a:gd name="connsiteX3" fmla="*/ 0 w 542486"/>
              <a:gd name="connsiteY3" fmla="*/ 271243 h 542486"/>
              <a:gd name="connsiteX4" fmla="*/ 271244 w 542486"/>
              <a:gd name="connsiteY4" fmla="*/ 0 h 542486"/>
              <a:gd name="connsiteX5" fmla="*/ 271244 w 542486"/>
              <a:gd name="connsiteY5" fmla="*/ 0 h 542486"/>
              <a:gd name="connsiteX6" fmla="*/ 542487 w 542486"/>
              <a:gd name="connsiteY6" fmla="*/ 271243 h 542486"/>
              <a:gd name="connsiteX7" fmla="*/ 542487 w 542486"/>
              <a:gd name="connsiteY7" fmla="*/ 271243 h 542486"/>
              <a:gd name="connsiteX8" fmla="*/ 271244 w 542486"/>
              <a:gd name="connsiteY8" fmla="*/ 542487 h 542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2486" h="542486">
                <a:moveTo>
                  <a:pt x="271244" y="542487"/>
                </a:moveTo>
                <a:lnTo>
                  <a:pt x="271244" y="542487"/>
                </a:lnTo>
                <a:cubicBezTo>
                  <a:pt x="121444" y="542487"/>
                  <a:pt x="0" y="421053"/>
                  <a:pt x="0" y="271243"/>
                </a:cubicBezTo>
                <a:lnTo>
                  <a:pt x="0" y="271243"/>
                </a:lnTo>
                <a:cubicBezTo>
                  <a:pt x="0" y="121444"/>
                  <a:pt x="121434" y="0"/>
                  <a:pt x="271244" y="0"/>
                </a:cubicBezTo>
                <a:lnTo>
                  <a:pt x="271244" y="0"/>
                </a:lnTo>
                <a:cubicBezTo>
                  <a:pt x="421053" y="0"/>
                  <a:pt x="542487" y="121444"/>
                  <a:pt x="542487" y="271243"/>
                </a:cubicBezTo>
                <a:lnTo>
                  <a:pt x="542487" y="271243"/>
                </a:lnTo>
                <a:cubicBezTo>
                  <a:pt x="542487" y="421043"/>
                  <a:pt x="421053" y="542487"/>
                  <a:pt x="271244" y="542487"/>
                </a:cubicBezTo>
                <a:close/>
              </a:path>
            </a:pathLst>
          </a:custGeom>
          <a:solidFill>
            <a:srgbClr val="737373">
              <a:alpha val="20000"/>
            </a:srgb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91B94C"/>
              </a:solidFill>
              <a:effectLst/>
              <a:uLnTx/>
              <a:uFillTx/>
              <a:latin typeface="Helvetica light"/>
              <a:ea typeface="+mn-ea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1F9389E-EFCF-CDC6-418B-7AB927D080F0}"/>
              </a:ext>
            </a:extLst>
          </p:cNvPr>
          <p:cNvSpPr/>
          <p:nvPr/>
        </p:nvSpPr>
        <p:spPr>
          <a:xfrm rot="10800000">
            <a:off x="6954458" y="3100525"/>
            <a:ext cx="450000" cy="450000"/>
          </a:xfrm>
          <a:custGeom>
            <a:avLst/>
            <a:gdLst>
              <a:gd name="connsiteX0" fmla="*/ 271244 w 542486"/>
              <a:gd name="connsiteY0" fmla="*/ 542487 h 542486"/>
              <a:gd name="connsiteX1" fmla="*/ 271244 w 542486"/>
              <a:gd name="connsiteY1" fmla="*/ 542487 h 542486"/>
              <a:gd name="connsiteX2" fmla="*/ 0 w 542486"/>
              <a:gd name="connsiteY2" fmla="*/ 271243 h 542486"/>
              <a:gd name="connsiteX3" fmla="*/ 0 w 542486"/>
              <a:gd name="connsiteY3" fmla="*/ 271243 h 542486"/>
              <a:gd name="connsiteX4" fmla="*/ 271244 w 542486"/>
              <a:gd name="connsiteY4" fmla="*/ 0 h 542486"/>
              <a:gd name="connsiteX5" fmla="*/ 271244 w 542486"/>
              <a:gd name="connsiteY5" fmla="*/ 0 h 542486"/>
              <a:gd name="connsiteX6" fmla="*/ 542487 w 542486"/>
              <a:gd name="connsiteY6" fmla="*/ 271243 h 542486"/>
              <a:gd name="connsiteX7" fmla="*/ 542487 w 542486"/>
              <a:gd name="connsiteY7" fmla="*/ 271243 h 542486"/>
              <a:gd name="connsiteX8" fmla="*/ 271244 w 542486"/>
              <a:gd name="connsiteY8" fmla="*/ 542487 h 542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2486" h="542486">
                <a:moveTo>
                  <a:pt x="271244" y="542487"/>
                </a:moveTo>
                <a:lnTo>
                  <a:pt x="271244" y="542487"/>
                </a:lnTo>
                <a:cubicBezTo>
                  <a:pt x="121444" y="542487"/>
                  <a:pt x="0" y="421053"/>
                  <a:pt x="0" y="271243"/>
                </a:cubicBezTo>
                <a:lnTo>
                  <a:pt x="0" y="271243"/>
                </a:lnTo>
                <a:cubicBezTo>
                  <a:pt x="0" y="121444"/>
                  <a:pt x="121434" y="0"/>
                  <a:pt x="271244" y="0"/>
                </a:cubicBezTo>
                <a:lnTo>
                  <a:pt x="271244" y="0"/>
                </a:lnTo>
                <a:cubicBezTo>
                  <a:pt x="421053" y="0"/>
                  <a:pt x="542487" y="121444"/>
                  <a:pt x="542487" y="271243"/>
                </a:cubicBezTo>
                <a:lnTo>
                  <a:pt x="542487" y="271243"/>
                </a:lnTo>
                <a:cubicBezTo>
                  <a:pt x="542487" y="421043"/>
                  <a:pt x="421053" y="542487"/>
                  <a:pt x="271244" y="542487"/>
                </a:cubicBezTo>
                <a:close/>
              </a:path>
            </a:pathLst>
          </a:custGeom>
          <a:solidFill>
            <a:srgbClr val="737373">
              <a:alpha val="20000"/>
            </a:srgb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91B94C"/>
              </a:solidFill>
              <a:effectLst/>
              <a:uLnTx/>
              <a:uFillTx/>
              <a:latin typeface="Helvetica light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538CE9C-059D-D872-F677-EF61D7CC326C}"/>
              </a:ext>
            </a:extLst>
          </p:cNvPr>
          <p:cNvSpPr/>
          <p:nvPr/>
        </p:nvSpPr>
        <p:spPr>
          <a:xfrm rot="10800000">
            <a:off x="6547436" y="3728063"/>
            <a:ext cx="450000" cy="450000"/>
          </a:xfrm>
          <a:custGeom>
            <a:avLst/>
            <a:gdLst>
              <a:gd name="connsiteX0" fmla="*/ 271244 w 542486"/>
              <a:gd name="connsiteY0" fmla="*/ 542487 h 542486"/>
              <a:gd name="connsiteX1" fmla="*/ 271244 w 542486"/>
              <a:gd name="connsiteY1" fmla="*/ 542487 h 542486"/>
              <a:gd name="connsiteX2" fmla="*/ 0 w 542486"/>
              <a:gd name="connsiteY2" fmla="*/ 271243 h 542486"/>
              <a:gd name="connsiteX3" fmla="*/ 0 w 542486"/>
              <a:gd name="connsiteY3" fmla="*/ 271243 h 542486"/>
              <a:gd name="connsiteX4" fmla="*/ 271244 w 542486"/>
              <a:gd name="connsiteY4" fmla="*/ 0 h 542486"/>
              <a:gd name="connsiteX5" fmla="*/ 271244 w 542486"/>
              <a:gd name="connsiteY5" fmla="*/ 0 h 542486"/>
              <a:gd name="connsiteX6" fmla="*/ 542487 w 542486"/>
              <a:gd name="connsiteY6" fmla="*/ 271243 h 542486"/>
              <a:gd name="connsiteX7" fmla="*/ 542487 w 542486"/>
              <a:gd name="connsiteY7" fmla="*/ 271243 h 542486"/>
              <a:gd name="connsiteX8" fmla="*/ 271244 w 542486"/>
              <a:gd name="connsiteY8" fmla="*/ 542487 h 542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42486" h="542486">
                <a:moveTo>
                  <a:pt x="271244" y="542487"/>
                </a:moveTo>
                <a:lnTo>
                  <a:pt x="271244" y="542487"/>
                </a:lnTo>
                <a:cubicBezTo>
                  <a:pt x="121444" y="542487"/>
                  <a:pt x="0" y="421053"/>
                  <a:pt x="0" y="271243"/>
                </a:cubicBezTo>
                <a:lnTo>
                  <a:pt x="0" y="271243"/>
                </a:lnTo>
                <a:cubicBezTo>
                  <a:pt x="0" y="121444"/>
                  <a:pt x="121434" y="0"/>
                  <a:pt x="271244" y="0"/>
                </a:cubicBezTo>
                <a:lnTo>
                  <a:pt x="271244" y="0"/>
                </a:lnTo>
                <a:cubicBezTo>
                  <a:pt x="421053" y="0"/>
                  <a:pt x="542487" y="121444"/>
                  <a:pt x="542487" y="271243"/>
                </a:cubicBezTo>
                <a:lnTo>
                  <a:pt x="542487" y="271243"/>
                </a:lnTo>
                <a:cubicBezTo>
                  <a:pt x="542487" y="421043"/>
                  <a:pt x="421053" y="542487"/>
                  <a:pt x="271244" y="542487"/>
                </a:cubicBezTo>
                <a:close/>
              </a:path>
            </a:pathLst>
          </a:custGeom>
          <a:solidFill>
            <a:srgbClr val="737373">
              <a:alpha val="20000"/>
            </a:srgb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91B94C"/>
              </a:solidFill>
              <a:effectLst/>
              <a:uLnTx/>
              <a:uFillTx/>
              <a:latin typeface="Helvetica light"/>
              <a:ea typeface="+mn-ea"/>
              <a:cs typeface="+mn-cs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E5A67F5-AA1F-811D-8D1E-90C0ADD4F353}"/>
              </a:ext>
            </a:extLst>
          </p:cNvPr>
          <p:cNvGrpSpPr/>
          <p:nvPr/>
        </p:nvGrpSpPr>
        <p:grpSpPr>
          <a:xfrm>
            <a:off x="5371551" y="2450009"/>
            <a:ext cx="1231209" cy="1213200"/>
            <a:chOff x="3039261" y="609049"/>
            <a:chExt cx="1231209" cy="1213200"/>
          </a:xfrm>
          <a:solidFill>
            <a:schemeClr val="bg2">
              <a:lumMod val="20000"/>
              <a:lumOff val="80000"/>
            </a:schemeClr>
          </a:solidFill>
          <a:effectLst>
            <a:glow rad="139700">
              <a:schemeClr val="tx1">
                <a:alpha val="40000"/>
              </a:schemeClr>
            </a:glow>
          </a:effectLst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E4B79B00-F5C4-4571-E1FB-61FFAFFE386C}"/>
                </a:ext>
              </a:extLst>
            </p:cNvPr>
            <p:cNvSpPr/>
            <p:nvPr/>
          </p:nvSpPr>
          <p:spPr>
            <a:xfrm>
              <a:off x="3689060" y="609744"/>
              <a:ext cx="581410" cy="1212505"/>
            </a:xfrm>
            <a:custGeom>
              <a:avLst/>
              <a:gdLst>
                <a:gd name="connsiteX0" fmla="*/ 87019 w 581410"/>
                <a:gd name="connsiteY0" fmla="*/ 1206638 h 1212505"/>
                <a:gd name="connsiteX1" fmla="*/ 243242 w 581410"/>
                <a:gd name="connsiteY1" fmla="*/ 1125716 h 1212505"/>
                <a:gd name="connsiteX2" fmla="*/ 243338 w 581410"/>
                <a:gd name="connsiteY2" fmla="*/ 1125413 h 1212505"/>
                <a:gd name="connsiteX3" fmla="*/ 282412 w 581410"/>
                <a:gd name="connsiteY3" fmla="*/ 1129650 h 1212505"/>
                <a:gd name="connsiteX4" fmla="*/ 282619 w 581410"/>
                <a:gd name="connsiteY4" fmla="*/ 1129650 h 1212505"/>
                <a:gd name="connsiteX5" fmla="*/ 465000 w 581410"/>
                <a:gd name="connsiteY5" fmla="*/ 947288 h 1212505"/>
                <a:gd name="connsiteX6" fmla="*/ 465000 w 581410"/>
                <a:gd name="connsiteY6" fmla="*/ 945225 h 1212505"/>
                <a:gd name="connsiteX7" fmla="*/ 563381 w 581410"/>
                <a:gd name="connsiteY7" fmla="*/ 681504 h 1212505"/>
                <a:gd name="connsiteX8" fmla="*/ 520856 w 581410"/>
                <a:gd name="connsiteY8" fmla="*/ 621263 h 1212505"/>
                <a:gd name="connsiteX9" fmla="*/ 528563 w 581410"/>
                <a:gd name="connsiteY9" fmla="*/ 607162 h 1212505"/>
                <a:gd name="connsiteX10" fmla="*/ 441900 w 581410"/>
                <a:gd name="connsiteY10" fmla="*/ 352275 h 1212505"/>
                <a:gd name="connsiteX11" fmla="*/ 443119 w 581410"/>
                <a:gd name="connsiteY11" fmla="*/ 347981 h 1212505"/>
                <a:gd name="connsiteX12" fmla="*/ 331749 w 581410"/>
                <a:gd name="connsiteY12" fmla="*/ 155083 h 1212505"/>
                <a:gd name="connsiteX13" fmla="*/ 331669 w 581410"/>
                <a:gd name="connsiteY13" fmla="*/ 155063 h 1212505"/>
                <a:gd name="connsiteX14" fmla="*/ 166144 w 581410"/>
                <a:gd name="connsiteY14" fmla="*/ 0 h 1212505"/>
                <a:gd name="connsiteX15" fmla="*/ 166144 w 581410"/>
                <a:gd name="connsiteY15" fmla="*/ 0 h 1212505"/>
                <a:gd name="connsiteX16" fmla="*/ 0 w 581410"/>
                <a:gd name="connsiteY16" fmla="*/ 166069 h 1212505"/>
                <a:gd name="connsiteX17" fmla="*/ 0 w 581410"/>
                <a:gd name="connsiteY17" fmla="*/ 166163 h 1212505"/>
                <a:gd name="connsiteX18" fmla="*/ 0 w 581410"/>
                <a:gd name="connsiteY18" fmla="*/ 1088100 h 1212505"/>
                <a:gd name="connsiteX19" fmla="*/ 87019 w 581410"/>
                <a:gd name="connsiteY19" fmla="*/ 1206638 h 1212505"/>
                <a:gd name="connsiteX20" fmla="*/ 37500 w 581410"/>
                <a:gd name="connsiteY20" fmla="*/ 166144 h 1212505"/>
                <a:gd name="connsiteX21" fmla="*/ 165883 w 581410"/>
                <a:gd name="connsiteY21" fmla="*/ 37577 h 1212505"/>
                <a:gd name="connsiteX22" fmla="*/ 294169 w 581410"/>
                <a:gd name="connsiteY22" fmla="*/ 157556 h 1212505"/>
                <a:gd name="connsiteX23" fmla="*/ 295931 w 581410"/>
                <a:gd name="connsiteY23" fmla="*/ 184369 h 1212505"/>
                <a:gd name="connsiteX24" fmla="*/ 321900 w 581410"/>
                <a:gd name="connsiteY24" fmla="*/ 191306 h 1212505"/>
                <a:gd name="connsiteX25" fmla="*/ 406875 w 581410"/>
                <a:gd name="connsiteY25" fmla="*/ 338325 h 1212505"/>
                <a:gd name="connsiteX26" fmla="*/ 405938 w 581410"/>
                <a:gd name="connsiteY26" fmla="*/ 341588 h 1212505"/>
                <a:gd name="connsiteX27" fmla="*/ 396900 w 581410"/>
                <a:gd name="connsiteY27" fmla="*/ 371944 h 1212505"/>
                <a:gd name="connsiteX28" fmla="*/ 425306 w 581410"/>
                <a:gd name="connsiteY28" fmla="*/ 385950 h 1212505"/>
                <a:gd name="connsiteX29" fmla="*/ 494906 w 581410"/>
                <a:gd name="connsiteY29" fmla="*/ 590606 h 1212505"/>
                <a:gd name="connsiteX30" fmla="*/ 488719 w 581410"/>
                <a:gd name="connsiteY30" fmla="*/ 601856 h 1212505"/>
                <a:gd name="connsiteX31" fmla="*/ 473363 w 581410"/>
                <a:gd name="connsiteY31" fmla="*/ 627375 h 1212505"/>
                <a:gd name="connsiteX32" fmla="*/ 491756 w 581410"/>
                <a:gd name="connsiteY32" fmla="*/ 645225 h 1212505"/>
                <a:gd name="connsiteX33" fmla="*/ 501713 w 581410"/>
                <a:gd name="connsiteY33" fmla="*/ 872888 h 1212505"/>
                <a:gd name="connsiteX34" fmla="*/ 449419 w 581410"/>
                <a:gd name="connsiteY34" fmla="*/ 911044 h 1212505"/>
                <a:gd name="connsiteX35" fmla="*/ 427481 w 581410"/>
                <a:gd name="connsiteY35" fmla="*/ 921056 h 1212505"/>
                <a:gd name="connsiteX36" fmla="*/ 427481 w 581410"/>
                <a:gd name="connsiteY36" fmla="*/ 946838 h 1212505"/>
                <a:gd name="connsiteX37" fmla="*/ 282771 w 581410"/>
                <a:gd name="connsiteY37" fmla="*/ 1092039 h 1212505"/>
                <a:gd name="connsiteX38" fmla="*/ 251419 w 581410"/>
                <a:gd name="connsiteY38" fmla="*/ 1088663 h 1212505"/>
                <a:gd name="connsiteX39" fmla="*/ 217950 w 581410"/>
                <a:gd name="connsiteY39" fmla="*/ 1081331 h 1212505"/>
                <a:gd name="connsiteX40" fmla="*/ 208575 w 581410"/>
                <a:gd name="connsiteY40" fmla="*/ 1110956 h 1212505"/>
                <a:gd name="connsiteX41" fmla="*/ 160369 w 581410"/>
                <a:gd name="connsiteY41" fmla="*/ 1167206 h 1212505"/>
                <a:gd name="connsiteX42" fmla="*/ 45229 w 581410"/>
                <a:gd name="connsiteY42" fmla="*/ 1123766 h 1212505"/>
                <a:gd name="connsiteX43" fmla="*/ 37500 w 581410"/>
                <a:gd name="connsiteY43" fmla="*/ 1088100 h 12125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81410" h="1212505">
                  <a:moveTo>
                    <a:pt x="87019" y="1206638"/>
                  </a:moveTo>
                  <a:cubicBezTo>
                    <a:pt x="152505" y="1227431"/>
                    <a:pt x="222448" y="1191203"/>
                    <a:pt x="243242" y="1125716"/>
                  </a:cubicBezTo>
                  <a:cubicBezTo>
                    <a:pt x="243274" y="1125615"/>
                    <a:pt x="243306" y="1125514"/>
                    <a:pt x="243338" y="1125413"/>
                  </a:cubicBezTo>
                  <a:cubicBezTo>
                    <a:pt x="256172" y="1128229"/>
                    <a:pt x="269272" y="1129648"/>
                    <a:pt x="282412" y="1129650"/>
                  </a:cubicBezTo>
                  <a:lnTo>
                    <a:pt x="282619" y="1129650"/>
                  </a:lnTo>
                  <a:cubicBezTo>
                    <a:pt x="383231" y="1129393"/>
                    <a:pt x="464732" y="1047900"/>
                    <a:pt x="465000" y="947288"/>
                  </a:cubicBezTo>
                  <a:lnTo>
                    <a:pt x="465000" y="945225"/>
                  </a:lnTo>
                  <a:cubicBezTo>
                    <a:pt x="564992" y="899567"/>
                    <a:pt x="609038" y="781496"/>
                    <a:pt x="563381" y="681504"/>
                  </a:cubicBezTo>
                  <a:cubicBezTo>
                    <a:pt x="553082" y="658950"/>
                    <a:pt x="538659" y="638520"/>
                    <a:pt x="520856" y="621263"/>
                  </a:cubicBezTo>
                  <a:cubicBezTo>
                    <a:pt x="523631" y="616688"/>
                    <a:pt x="526200" y="611987"/>
                    <a:pt x="528563" y="607162"/>
                  </a:cubicBezTo>
                  <a:cubicBezTo>
                    <a:pt x="574993" y="512844"/>
                    <a:pt x="536198" y="398745"/>
                    <a:pt x="441900" y="352275"/>
                  </a:cubicBezTo>
                  <a:cubicBezTo>
                    <a:pt x="442331" y="350850"/>
                    <a:pt x="442744" y="349425"/>
                    <a:pt x="443119" y="347981"/>
                  </a:cubicBezTo>
                  <a:cubicBezTo>
                    <a:pt x="465632" y="263961"/>
                    <a:pt x="415770" y="177598"/>
                    <a:pt x="331749" y="155083"/>
                  </a:cubicBezTo>
                  <a:cubicBezTo>
                    <a:pt x="331723" y="155078"/>
                    <a:pt x="331695" y="155070"/>
                    <a:pt x="331669" y="155063"/>
                  </a:cubicBezTo>
                  <a:cubicBezTo>
                    <a:pt x="325924" y="67858"/>
                    <a:pt x="253537" y="49"/>
                    <a:pt x="166144" y="0"/>
                  </a:cubicBezTo>
                  <a:lnTo>
                    <a:pt x="166144" y="0"/>
                  </a:lnTo>
                  <a:cubicBezTo>
                    <a:pt x="74406" y="-21"/>
                    <a:pt x="21" y="74331"/>
                    <a:pt x="0" y="166069"/>
                  </a:cubicBezTo>
                  <a:cubicBezTo>
                    <a:pt x="0" y="166101"/>
                    <a:pt x="0" y="166131"/>
                    <a:pt x="0" y="166163"/>
                  </a:cubicBezTo>
                  <a:lnTo>
                    <a:pt x="0" y="1088100"/>
                  </a:lnTo>
                  <a:cubicBezTo>
                    <a:pt x="111" y="1142342"/>
                    <a:pt x="35303" y="1190280"/>
                    <a:pt x="87019" y="1206638"/>
                  </a:cubicBezTo>
                  <a:close/>
                  <a:moveTo>
                    <a:pt x="37500" y="166144"/>
                  </a:moveTo>
                  <a:cubicBezTo>
                    <a:pt x="37449" y="95188"/>
                    <a:pt x="94929" y="37628"/>
                    <a:pt x="165883" y="37577"/>
                  </a:cubicBezTo>
                  <a:cubicBezTo>
                    <a:pt x="233576" y="37528"/>
                    <a:pt x="289693" y="90013"/>
                    <a:pt x="294169" y="157556"/>
                  </a:cubicBezTo>
                  <a:lnTo>
                    <a:pt x="295931" y="184369"/>
                  </a:lnTo>
                  <a:lnTo>
                    <a:pt x="321900" y="191306"/>
                  </a:lnTo>
                  <a:cubicBezTo>
                    <a:pt x="385909" y="208511"/>
                    <a:pt x="423919" y="274273"/>
                    <a:pt x="406875" y="338325"/>
                  </a:cubicBezTo>
                  <a:cubicBezTo>
                    <a:pt x="406575" y="339413"/>
                    <a:pt x="406275" y="340500"/>
                    <a:pt x="405938" y="341588"/>
                  </a:cubicBezTo>
                  <a:lnTo>
                    <a:pt x="396900" y="371944"/>
                  </a:lnTo>
                  <a:lnTo>
                    <a:pt x="425306" y="385950"/>
                  </a:lnTo>
                  <a:cubicBezTo>
                    <a:pt x="500957" y="423317"/>
                    <a:pt x="532091" y="514866"/>
                    <a:pt x="494906" y="590606"/>
                  </a:cubicBezTo>
                  <a:cubicBezTo>
                    <a:pt x="493031" y="594356"/>
                    <a:pt x="490931" y="598275"/>
                    <a:pt x="488719" y="601856"/>
                  </a:cubicBezTo>
                  <a:lnTo>
                    <a:pt x="473363" y="627375"/>
                  </a:lnTo>
                  <a:lnTo>
                    <a:pt x="491756" y="645225"/>
                  </a:lnTo>
                  <a:cubicBezTo>
                    <a:pt x="554529" y="706641"/>
                    <a:pt x="558885" y="806226"/>
                    <a:pt x="501713" y="872888"/>
                  </a:cubicBezTo>
                  <a:cubicBezTo>
                    <a:pt x="487044" y="889016"/>
                    <a:pt x="469254" y="901997"/>
                    <a:pt x="449419" y="911044"/>
                  </a:cubicBezTo>
                  <a:lnTo>
                    <a:pt x="427481" y="921056"/>
                  </a:lnTo>
                  <a:lnTo>
                    <a:pt x="427481" y="946838"/>
                  </a:lnTo>
                  <a:cubicBezTo>
                    <a:pt x="427616" y="1026894"/>
                    <a:pt x="362828" y="1091904"/>
                    <a:pt x="282771" y="1092039"/>
                  </a:cubicBezTo>
                  <a:cubicBezTo>
                    <a:pt x="272229" y="1092056"/>
                    <a:pt x="261716" y="1090926"/>
                    <a:pt x="251419" y="1088663"/>
                  </a:cubicBezTo>
                  <a:lnTo>
                    <a:pt x="217950" y="1081331"/>
                  </a:lnTo>
                  <a:lnTo>
                    <a:pt x="208575" y="1110956"/>
                  </a:lnTo>
                  <a:cubicBezTo>
                    <a:pt x="199928" y="1134971"/>
                    <a:pt x="182777" y="1154983"/>
                    <a:pt x="160369" y="1167206"/>
                  </a:cubicBezTo>
                  <a:cubicBezTo>
                    <a:pt x="116578" y="1187006"/>
                    <a:pt x="65027" y="1167557"/>
                    <a:pt x="45229" y="1123766"/>
                  </a:cubicBezTo>
                  <a:cubicBezTo>
                    <a:pt x="40161" y="1112558"/>
                    <a:pt x="37526" y="1100402"/>
                    <a:pt x="37500" y="1088100"/>
                  </a:cubicBezTo>
                  <a:close/>
                </a:path>
              </a:pathLst>
            </a:custGeom>
            <a:grpFill/>
            <a:ln w="18653" cap="flat">
              <a:solidFill>
                <a:schemeClr val="bg2">
                  <a:lumMod val="20000"/>
                  <a:lumOff val="8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91B94C"/>
                </a:solidFill>
                <a:effectLst/>
                <a:uLnTx/>
                <a:uFillTx/>
                <a:latin typeface="Helvetica light"/>
                <a:ea typeface="+mn-ea"/>
                <a:cs typeface="+mn-cs"/>
              </a:endParaRPr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393D55B7-74EB-FE21-47ED-CCE6F638B8C6}"/>
                </a:ext>
              </a:extLst>
            </p:cNvPr>
            <p:cNvSpPr/>
            <p:nvPr/>
          </p:nvSpPr>
          <p:spPr>
            <a:xfrm>
              <a:off x="3039261" y="609049"/>
              <a:ext cx="579600" cy="1213200"/>
            </a:xfrm>
            <a:custGeom>
              <a:avLst/>
              <a:gdLst>
                <a:gd name="connsiteX0" fmla="*/ 0 w 295275"/>
                <a:gd name="connsiteY0" fmla="*/ 387988 h 615782"/>
                <a:gd name="connsiteX1" fmla="*/ 30728 w 295275"/>
                <a:gd name="connsiteY1" fmla="*/ 315417 h 615782"/>
                <a:gd name="connsiteX2" fmla="*/ 63714 w 295275"/>
                <a:gd name="connsiteY2" fmla="*/ 182690 h 615782"/>
                <a:gd name="connsiteX3" fmla="*/ 70837 w 295275"/>
                <a:gd name="connsiteY3" fmla="*/ 178800 h 615782"/>
                <a:gd name="connsiteX4" fmla="*/ 124659 w 295275"/>
                <a:gd name="connsiteY4" fmla="*/ 79269 h 615782"/>
                <a:gd name="connsiteX5" fmla="*/ 126835 w 295275"/>
                <a:gd name="connsiteY5" fmla="*/ 78654 h 615782"/>
                <a:gd name="connsiteX6" fmla="*/ 216624 w 295275"/>
                <a:gd name="connsiteY6" fmla="*/ 194 h 615782"/>
                <a:gd name="connsiteX7" fmla="*/ 295275 w 295275"/>
                <a:gd name="connsiteY7" fmla="*/ 84274 h 615782"/>
                <a:gd name="connsiteX8" fmla="*/ 295275 w 295275"/>
                <a:gd name="connsiteY8" fmla="*/ 552494 h 615782"/>
                <a:gd name="connsiteX9" fmla="*/ 232014 w 295275"/>
                <a:gd name="connsiteY9" fmla="*/ 615782 h 615782"/>
                <a:gd name="connsiteX10" fmla="*/ 171622 w 295275"/>
                <a:gd name="connsiteY10" fmla="*/ 571430 h 615782"/>
                <a:gd name="connsiteX11" fmla="*/ 61216 w 295275"/>
                <a:gd name="connsiteY11" fmla="*/ 500820 h 615782"/>
                <a:gd name="connsiteX12" fmla="*/ 59055 w 295275"/>
                <a:gd name="connsiteY12" fmla="*/ 480790 h 615782"/>
                <a:gd name="connsiteX13" fmla="*/ 59055 w 295275"/>
                <a:gd name="connsiteY13" fmla="*/ 479952 h 615782"/>
                <a:gd name="connsiteX14" fmla="*/ 0 w 295275"/>
                <a:gd name="connsiteY14" fmla="*/ 387988 h 6157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95275" h="615782">
                  <a:moveTo>
                    <a:pt x="0" y="387988"/>
                  </a:moveTo>
                  <a:cubicBezTo>
                    <a:pt x="-22" y="360632"/>
                    <a:pt x="11068" y="334439"/>
                    <a:pt x="30728" y="315417"/>
                  </a:cubicBezTo>
                  <a:cubicBezTo>
                    <a:pt x="3185" y="269656"/>
                    <a:pt x="17954" y="210232"/>
                    <a:pt x="63714" y="182690"/>
                  </a:cubicBezTo>
                  <a:cubicBezTo>
                    <a:pt x="66033" y="181294"/>
                    <a:pt x="68410" y="179996"/>
                    <a:pt x="70837" y="178800"/>
                  </a:cubicBezTo>
                  <a:cubicBezTo>
                    <a:pt x="58215" y="136453"/>
                    <a:pt x="82312" y="91891"/>
                    <a:pt x="124659" y="79269"/>
                  </a:cubicBezTo>
                  <a:cubicBezTo>
                    <a:pt x="125381" y="79054"/>
                    <a:pt x="126107" y="78849"/>
                    <a:pt x="126835" y="78654"/>
                  </a:cubicBezTo>
                  <a:cubicBezTo>
                    <a:pt x="129963" y="32193"/>
                    <a:pt x="170163" y="-2934"/>
                    <a:pt x="216624" y="194"/>
                  </a:cubicBezTo>
                  <a:cubicBezTo>
                    <a:pt x="260875" y="3173"/>
                    <a:pt x="295251" y="39923"/>
                    <a:pt x="295275" y="84274"/>
                  </a:cubicBezTo>
                  <a:lnTo>
                    <a:pt x="295275" y="552494"/>
                  </a:lnTo>
                  <a:cubicBezTo>
                    <a:pt x="295283" y="587440"/>
                    <a:pt x="266959" y="615774"/>
                    <a:pt x="232014" y="615782"/>
                  </a:cubicBezTo>
                  <a:cubicBezTo>
                    <a:pt x="204352" y="615788"/>
                    <a:pt x="179894" y="597826"/>
                    <a:pt x="171622" y="571430"/>
                  </a:cubicBezTo>
                  <a:cubicBezTo>
                    <a:pt x="121635" y="582419"/>
                    <a:pt x="72205" y="550806"/>
                    <a:pt x="61216" y="500820"/>
                  </a:cubicBezTo>
                  <a:cubicBezTo>
                    <a:pt x="59770" y="494242"/>
                    <a:pt x="59046" y="487525"/>
                    <a:pt x="59055" y="480790"/>
                  </a:cubicBezTo>
                  <a:cubicBezTo>
                    <a:pt x="59055" y="480504"/>
                    <a:pt x="59055" y="480228"/>
                    <a:pt x="59055" y="479952"/>
                  </a:cubicBezTo>
                  <a:cubicBezTo>
                    <a:pt x="23082" y="463481"/>
                    <a:pt x="11" y="427553"/>
                    <a:pt x="0" y="387988"/>
                  </a:cubicBezTo>
                  <a:close/>
                </a:path>
              </a:pathLst>
            </a:custGeom>
            <a:grpFill/>
            <a:ln w="9525" cap="flat">
              <a:solidFill>
                <a:schemeClr val="bg2">
                  <a:lumMod val="20000"/>
                  <a:lumOff val="80000"/>
                </a:schemeClr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1200" cap="none" spc="0" normalizeH="0" baseline="0" noProof="0">
                <a:ln>
                  <a:noFill/>
                </a:ln>
                <a:solidFill>
                  <a:srgbClr val="91B94C"/>
                </a:solidFill>
                <a:effectLst/>
                <a:uLnTx/>
                <a:uFillTx/>
                <a:latin typeface="Helvetica light"/>
                <a:ea typeface="+mn-ea"/>
                <a:cs typeface="+mn-cs"/>
              </a:endParaRPr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4C80424E-1B55-1223-F043-1D30314F70AD}"/>
                </a:ext>
              </a:extLst>
            </p:cNvPr>
            <p:cNvCxnSpPr>
              <a:cxnSpLocks/>
            </p:cNvCxnSpPr>
            <p:nvPr/>
          </p:nvCxnSpPr>
          <p:spPr>
            <a:xfrm>
              <a:off x="4040590" y="1350471"/>
              <a:ext cx="119954" cy="0"/>
            </a:xfrm>
            <a:prstGeom prst="straightConnector1">
              <a:avLst/>
            </a:prstGeom>
            <a:grpFill/>
            <a:ln w="3175">
              <a:solidFill>
                <a:schemeClr val="bg2">
                  <a:lumMod val="20000"/>
                  <a:lumOff val="80000"/>
                </a:schemeClr>
              </a:solidFill>
              <a:headEnd type="oval" w="sm" len="sm"/>
              <a:tailEnd type="oval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D73B375D-107F-A8C4-0E69-3CA3D2EE3E9A}"/>
                </a:ext>
              </a:extLst>
            </p:cNvPr>
            <p:cNvCxnSpPr>
              <a:cxnSpLocks/>
            </p:cNvCxnSpPr>
            <p:nvPr/>
          </p:nvCxnSpPr>
          <p:spPr>
            <a:xfrm>
              <a:off x="3859612" y="1448133"/>
              <a:ext cx="133228" cy="153699"/>
            </a:xfrm>
            <a:prstGeom prst="straightConnector1">
              <a:avLst/>
            </a:prstGeom>
            <a:grpFill/>
            <a:ln w="3175">
              <a:solidFill>
                <a:schemeClr val="bg2">
                  <a:lumMod val="20000"/>
                  <a:lumOff val="80000"/>
                </a:schemeClr>
              </a:solidFill>
              <a:headEnd type="oval" w="sm" len="sm"/>
              <a:tailEnd type="oval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AFC4286E-523E-69CF-F23C-1E9E84E690AA}"/>
                </a:ext>
              </a:extLst>
            </p:cNvPr>
            <p:cNvCxnSpPr>
              <a:cxnSpLocks/>
            </p:cNvCxnSpPr>
            <p:nvPr/>
          </p:nvCxnSpPr>
          <p:spPr>
            <a:xfrm>
              <a:off x="3952781" y="1236758"/>
              <a:ext cx="234000" cy="0"/>
            </a:xfrm>
            <a:prstGeom prst="straightConnector1">
              <a:avLst/>
            </a:prstGeom>
            <a:grpFill/>
            <a:ln w="3175">
              <a:solidFill>
                <a:schemeClr val="bg2">
                  <a:lumMod val="20000"/>
                  <a:lumOff val="80000"/>
                </a:schemeClr>
              </a:solidFill>
              <a:headEnd type="oval" w="sm" len="sm"/>
              <a:tailEnd type="oval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89B28948-37C3-7DC4-AC04-C01AC3A67D4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57363" y="1139764"/>
              <a:ext cx="159188" cy="0"/>
            </a:xfrm>
            <a:prstGeom prst="straightConnector1">
              <a:avLst/>
            </a:prstGeom>
            <a:grpFill/>
            <a:ln w="3175">
              <a:solidFill>
                <a:schemeClr val="bg2">
                  <a:lumMod val="20000"/>
                  <a:lumOff val="80000"/>
                </a:schemeClr>
              </a:solidFill>
              <a:headEnd type="oval" w="sm" len="sm"/>
              <a:tailEnd type="oval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E6597F1F-7EDD-A984-840C-77095806F41D}"/>
                </a:ext>
              </a:extLst>
            </p:cNvPr>
            <p:cNvCxnSpPr>
              <a:cxnSpLocks/>
            </p:cNvCxnSpPr>
            <p:nvPr/>
          </p:nvCxnSpPr>
          <p:spPr>
            <a:xfrm>
              <a:off x="4116551" y="1136473"/>
              <a:ext cx="64807" cy="89100"/>
            </a:xfrm>
            <a:prstGeom prst="straightConnector1">
              <a:avLst/>
            </a:prstGeom>
            <a:grpFill/>
            <a:ln w="3175">
              <a:solidFill>
                <a:schemeClr val="bg2">
                  <a:lumMod val="20000"/>
                  <a:lumOff val="80000"/>
                </a:schemeClr>
              </a:solidFill>
              <a:headEnd type="oval" w="sm" len="sm"/>
              <a:tailEnd type="oval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863143E3-8335-87BA-CFF0-CED612E3F57E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3864581" y="1324958"/>
              <a:ext cx="180000" cy="3600"/>
            </a:xfrm>
            <a:prstGeom prst="straightConnector1">
              <a:avLst/>
            </a:prstGeom>
            <a:grpFill/>
            <a:ln w="3175">
              <a:solidFill>
                <a:schemeClr val="bg2">
                  <a:lumMod val="20000"/>
                  <a:lumOff val="80000"/>
                </a:schemeClr>
              </a:solidFill>
              <a:headEnd type="oval" w="sm" len="sm"/>
              <a:tailEnd type="oval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D770214B-E8E8-4D2B-4846-2527E2928461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3977730" y="1394826"/>
              <a:ext cx="85387" cy="126702"/>
            </a:xfrm>
            <a:prstGeom prst="straightConnector1">
              <a:avLst/>
            </a:prstGeom>
            <a:grpFill/>
            <a:ln w="3175">
              <a:solidFill>
                <a:schemeClr val="bg2">
                  <a:lumMod val="20000"/>
                  <a:lumOff val="80000"/>
                </a:schemeClr>
              </a:solidFill>
              <a:headEnd type="oval" w="sm" len="sm"/>
              <a:tailEnd type="oval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E86912F5-7998-D29B-F2A6-3B128A204E63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3571634" y="1289817"/>
              <a:ext cx="411787" cy="4983"/>
            </a:xfrm>
            <a:prstGeom prst="straightConnector1">
              <a:avLst/>
            </a:prstGeom>
            <a:grpFill/>
            <a:ln w="3175">
              <a:solidFill>
                <a:schemeClr val="bg2">
                  <a:lumMod val="20000"/>
                  <a:lumOff val="80000"/>
                </a:schemeClr>
              </a:solidFill>
              <a:headEnd type="oval" w="sm" len="sm"/>
              <a:tailEnd type="oval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F34DCFEB-7726-B173-541B-BB63F4D8F3C1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701669" y="1576552"/>
              <a:ext cx="156700" cy="0"/>
            </a:xfrm>
            <a:prstGeom prst="straightConnector1">
              <a:avLst/>
            </a:prstGeom>
            <a:grpFill/>
            <a:ln w="3175">
              <a:solidFill>
                <a:schemeClr val="bg2">
                  <a:lumMod val="20000"/>
                  <a:lumOff val="80000"/>
                </a:schemeClr>
              </a:solidFill>
              <a:headEnd type="oval" w="sm" len="sm"/>
              <a:tailEnd type="oval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6C81CAC7-BB62-BCB1-C14F-F4071F5B4ACD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896479" y="998646"/>
              <a:ext cx="117288" cy="0"/>
            </a:xfrm>
            <a:prstGeom prst="straightConnector1">
              <a:avLst/>
            </a:prstGeom>
            <a:grpFill/>
            <a:ln w="3175">
              <a:solidFill>
                <a:schemeClr val="bg2">
                  <a:lumMod val="20000"/>
                  <a:lumOff val="80000"/>
                </a:schemeClr>
              </a:solidFill>
              <a:headEnd type="oval" w="sm" len="sm"/>
              <a:tailEnd type="oval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E91098A1-0446-32F2-8A73-48B8538303AA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877335" y="1044173"/>
              <a:ext cx="63366" cy="91126"/>
            </a:xfrm>
            <a:prstGeom prst="straightConnector1">
              <a:avLst/>
            </a:prstGeom>
            <a:grpFill/>
            <a:ln w="3175">
              <a:solidFill>
                <a:schemeClr val="bg2">
                  <a:lumMod val="20000"/>
                  <a:lumOff val="80000"/>
                </a:schemeClr>
              </a:solidFill>
              <a:headEnd type="oval" w="sm" len="sm"/>
              <a:tailEnd type="oval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F1D2B620-B4AA-03EC-1864-E7358F908D1E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702632" y="1281150"/>
              <a:ext cx="319465" cy="0"/>
            </a:xfrm>
            <a:prstGeom prst="straightConnector1">
              <a:avLst/>
            </a:prstGeom>
            <a:grpFill/>
            <a:ln w="3175">
              <a:solidFill>
                <a:schemeClr val="bg2">
                  <a:lumMod val="20000"/>
                  <a:lumOff val="80000"/>
                </a:schemeClr>
              </a:solidFill>
              <a:headEnd type="oval" w="sm" len="sm"/>
              <a:tailEnd type="oval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2BC5AAFF-259A-3CE1-44D8-39952EAEADD7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677370" y="824026"/>
              <a:ext cx="369990" cy="0"/>
            </a:xfrm>
            <a:prstGeom prst="straightConnector1">
              <a:avLst/>
            </a:prstGeom>
            <a:grpFill/>
            <a:ln w="3175">
              <a:solidFill>
                <a:schemeClr val="bg2">
                  <a:lumMod val="20000"/>
                  <a:lumOff val="80000"/>
                </a:schemeClr>
              </a:solidFill>
              <a:headEnd type="oval" w="sm" len="sm"/>
              <a:tailEnd type="oval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2621105B-E5C9-FAF9-DE58-730BA7CEFF74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748740" y="793759"/>
              <a:ext cx="63366" cy="91126"/>
            </a:xfrm>
            <a:prstGeom prst="straightConnector1">
              <a:avLst/>
            </a:prstGeom>
            <a:grpFill/>
            <a:ln w="3175">
              <a:solidFill>
                <a:schemeClr val="bg2">
                  <a:lumMod val="20000"/>
                  <a:lumOff val="80000"/>
                </a:schemeClr>
              </a:solidFill>
              <a:headEnd type="oval" w="sm" len="sm"/>
              <a:tailEnd type="oval" w="sm" len="sm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B6DCF3D9-D875-1CE4-3923-FEAC8A767DF3}"/>
              </a:ext>
            </a:extLst>
          </p:cNvPr>
          <p:cNvSpPr txBox="1"/>
          <p:nvPr/>
        </p:nvSpPr>
        <p:spPr>
          <a:xfrm>
            <a:off x="-78282" y="3520739"/>
            <a:ext cx="211716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Helvetica light"/>
                <a:ea typeface="+mn-ea"/>
                <a:cs typeface="Helvetica" panose="020B0604020202020204" pitchFamily="34" charset="0"/>
              </a:rPr>
              <a:t>Business </a:t>
            </a:r>
            <a:br>
              <a:rPr kumimoji="0" lang="en-IN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Helvetica light"/>
                <a:ea typeface="+mn-ea"/>
                <a:cs typeface="Helvetica" panose="020B0604020202020204" pitchFamily="34" charset="0"/>
              </a:rPr>
            </a:br>
            <a:r>
              <a:rPr kumimoji="0" lang="en-IN" sz="2400" b="0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Helvetica light"/>
                <a:ea typeface="+mn-ea"/>
                <a:cs typeface="Helvetica" panose="020B0604020202020204" pitchFamily="34" charset="0"/>
              </a:rPr>
              <a:t>Intelligence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A78E29D-E8DB-60B0-9C77-0385FE2515DA}"/>
              </a:ext>
            </a:extLst>
          </p:cNvPr>
          <p:cNvSpPr txBox="1"/>
          <p:nvPr/>
        </p:nvSpPr>
        <p:spPr>
          <a:xfrm>
            <a:off x="10202538" y="3485667"/>
            <a:ext cx="211716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>
                <a:ln>
                  <a:noFill/>
                </a:ln>
                <a:solidFill>
                  <a:srgbClr val="91B94C"/>
                </a:solidFill>
                <a:effectLst/>
                <a:uLnTx/>
                <a:uFillTx/>
                <a:latin typeface="Helvetica light"/>
                <a:ea typeface="+mn-ea"/>
                <a:cs typeface="Helvetica" panose="020B0604020202020204" pitchFamily="34" charset="0"/>
              </a:rPr>
              <a:t>AuxoAI’s</a:t>
            </a:r>
            <a:br>
              <a:rPr kumimoji="0" lang="en-IN" sz="2400" b="0" i="0" u="none" strike="noStrike" kern="1200" cap="none" spc="0" normalizeH="0" baseline="0" noProof="0">
                <a:ln>
                  <a:noFill/>
                </a:ln>
                <a:solidFill>
                  <a:srgbClr val="91B94C"/>
                </a:solidFill>
                <a:effectLst/>
                <a:uLnTx/>
                <a:uFillTx/>
                <a:latin typeface="Helvetica light"/>
                <a:ea typeface="+mn-ea"/>
                <a:cs typeface="Helvetica" panose="020B0604020202020204" pitchFamily="34" charset="0"/>
              </a:rPr>
            </a:br>
            <a:r>
              <a:rPr kumimoji="0" lang="en-IN" sz="2400" b="0" i="0" u="none" strike="noStrike" kern="1200" cap="none" spc="0" normalizeH="0" baseline="0" noProof="0">
                <a:ln>
                  <a:noFill/>
                </a:ln>
                <a:solidFill>
                  <a:srgbClr val="91B94C"/>
                </a:solidFill>
                <a:effectLst/>
                <a:uLnTx/>
                <a:uFillTx/>
                <a:latin typeface="Helvetica light"/>
                <a:ea typeface="+mn-ea"/>
                <a:cs typeface="Helvetica" panose="020B0604020202020204" pitchFamily="34" charset="0"/>
              </a:rPr>
              <a:t>AI Capability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71EE804-259B-16CD-058D-FA79D8B7B53C}"/>
              </a:ext>
            </a:extLst>
          </p:cNvPr>
          <p:cNvSpPr txBox="1"/>
          <p:nvPr/>
        </p:nvSpPr>
        <p:spPr>
          <a:xfrm>
            <a:off x="4432209" y="1547514"/>
            <a:ext cx="3060000" cy="3060000"/>
          </a:xfrm>
          <a:prstGeom prst="rect">
            <a:avLst/>
          </a:prstGeom>
          <a:noFill/>
        </p:spPr>
        <p:txBody>
          <a:bodyPr wrap="square">
            <a:prstTxWarp prst="textArchUp">
              <a:avLst/>
            </a:prstTxWarp>
            <a:spAutoFit/>
          </a:bodyPr>
          <a:lstStyle/>
          <a:p>
            <a:pPr marL="0" marR="0" lvl="0" indent="0" algn="ctr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>
                <a:ln>
                  <a:noFill/>
                </a:ln>
                <a:solidFill>
                  <a:srgbClr val="C0C0C0"/>
                </a:solidFill>
                <a:effectLst/>
                <a:highlight>
                  <a:srgbClr val="343434"/>
                </a:highlight>
                <a:uLnTx/>
                <a:uFillTx/>
                <a:latin typeface="Helvetica light"/>
                <a:ea typeface="+mn-ea"/>
                <a:cs typeface="Helvetica" panose="020B0604020202020204" pitchFamily="34" charset="0"/>
              </a:rPr>
              <a:t>Enhanced human potential</a:t>
            </a:r>
          </a:p>
        </p:txBody>
      </p:sp>
      <p:pic>
        <p:nvPicPr>
          <p:cNvPr id="22" name="Graphic 21" descr="Head with gears outline">
            <a:extLst>
              <a:ext uri="{FF2B5EF4-FFF2-40B4-BE49-F238E27FC236}">
                <a16:creationId xmlns:a16="http://schemas.microsoft.com/office/drawing/2014/main" id="{D1583F82-F64C-D593-6D90-023B545CB12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55644" y="1934253"/>
            <a:ext cx="1490400" cy="1490400"/>
          </a:xfrm>
          <a:prstGeom prst="rect">
            <a:avLst/>
          </a:prstGeom>
        </p:spPr>
      </p:pic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9B65A893-EA6C-A058-47E7-8D784EF128D0}"/>
              </a:ext>
            </a:extLst>
          </p:cNvPr>
          <p:cNvCxnSpPr>
            <a:cxnSpLocks/>
          </p:cNvCxnSpPr>
          <p:nvPr/>
        </p:nvCxnSpPr>
        <p:spPr>
          <a:xfrm flipV="1">
            <a:off x="8766868" y="2049473"/>
            <a:ext cx="411667" cy="230741"/>
          </a:xfrm>
          <a:prstGeom prst="straightConnector1">
            <a:avLst/>
          </a:prstGeom>
          <a:ln w="28575">
            <a:solidFill>
              <a:schemeClr val="tx1"/>
            </a:solidFill>
            <a:bevel/>
            <a:headEnd type="oval" w="lg" len="lg"/>
            <a:tailEnd type="oval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85BF831C-988C-E01C-D190-A93BA028C955}"/>
              </a:ext>
            </a:extLst>
          </p:cNvPr>
          <p:cNvCxnSpPr>
            <a:cxnSpLocks/>
          </p:cNvCxnSpPr>
          <p:nvPr/>
        </p:nvCxnSpPr>
        <p:spPr>
          <a:xfrm>
            <a:off x="7978684" y="3953063"/>
            <a:ext cx="1616490" cy="0"/>
          </a:xfrm>
          <a:prstGeom prst="straightConnector1">
            <a:avLst/>
          </a:prstGeom>
          <a:ln w="28575">
            <a:solidFill>
              <a:schemeClr val="tx1"/>
            </a:solidFill>
            <a:bevel/>
            <a:headEnd type="oval" w="lg" len="lg"/>
            <a:tailEnd type="oval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CCE6648-EF65-C3E1-67A6-018873BDD863}"/>
              </a:ext>
            </a:extLst>
          </p:cNvPr>
          <p:cNvCxnSpPr>
            <a:cxnSpLocks/>
            <a:stCxn id="55" idx="2"/>
          </p:cNvCxnSpPr>
          <p:nvPr/>
        </p:nvCxnSpPr>
        <p:spPr>
          <a:xfrm>
            <a:off x="5962209" y="4607514"/>
            <a:ext cx="0" cy="270065"/>
          </a:xfrm>
          <a:prstGeom prst="line">
            <a:avLst/>
          </a:prstGeom>
          <a:ln w="12700">
            <a:solidFill>
              <a:srgbClr val="8E8E8E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F4A24CA4-5128-3F21-633C-1992AABCCCE1}"/>
              </a:ext>
            </a:extLst>
          </p:cNvPr>
          <p:cNvSpPr/>
          <p:nvPr/>
        </p:nvSpPr>
        <p:spPr>
          <a:xfrm>
            <a:off x="5956433" y="5192695"/>
            <a:ext cx="1766111" cy="62031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N" sz="1400"/>
              <a:t>Competitive Intel Co-pilot</a:t>
            </a:r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2BA3E12-4449-E580-C692-608B706DE688}"/>
              </a:ext>
            </a:extLst>
          </p:cNvPr>
          <p:cNvSpPr/>
          <p:nvPr/>
        </p:nvSpPr>
        <p:spPr>
          <a:xfrm>
            <a:off x="2172593" y="5192695"/>
            <a:ext cx="1766111" cy="62031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/>
              <a:t>Sales Experience Co-Pilot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8FA6106-5796-5738-268C-BFB408A4DCB2}"/>
              </a:ext>
            </a:extLst>
          </p:cNvPr>
          <p:cNvSpPr/>
          <p:nvPr/>
        </p:nvSpPr>
        <p:spPr>
          <a:xfrm>
            <a:off x="7848353" y="5192695"/>
            <a:ext cx="1766111" cy="62031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N" sz="1400"/>
              <a:t>Contract Authoring Co-pilot</a:t>
            </a: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38FC68-BD50-15DD-0CA1-2EC24E9D5C8E}"/>
              </a:ext>
            </a:extLst>
          </p:cNvPr>
          <p:cNvSpPr/>
          <p:nvPr/>
        </p:nvSpPr>
        <p:spPr>
          <a:xfrm>
            <a:off x="4064513" y="5192695"/>
            <a:ext cx="1766111" cy="62031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/>
              <a:t>Pricing Co-Pilot</a:t>
            </a:r>
          </a:p>
        </p:txBody>
      </p:sp>
      <p:sp>
        <p:nvSpPr>
          <p:cNvPr id="59" name="Text Placeholder 5">
            <a:extLst>
              <a:ext uri="{FF2B5EF4-FFF2-40B4-BE49-F238E27FC236}">
                <a16:creationId xmlns:a16="http://schemas.microsoft.com/office/drawing/2014/main" id="{9BD55653-E6AD-4720-0180-72C14FAC57BB}"/>
              </a:ext>
            </a:extLst>
          </p:cNvPr>
          <p:cNvSpPr txBox="1">
            <a:spLocks/>
          </p:cNvSpPr>
          <p:nvPr/>
        </p:nvSpPr>
        <p:spPr>
          <a:xfrm>
            <a:off x="1004884" y="312900"/>
            <a:ext cx="11187116" cy="866548"/>
          </a:xfrm>
          <a:prstGeom prst="rect">
            <a:avLst/>
          </a:prstGeom>
          <a:ln>
            <a:noFill/>
          </a:ln>
        </p:spPr>
        <p:txBody>
          <a:bodyPr vert="horz" lIns="45720" tIns="22860" rIns="45720" bIns="22860" rtlCol="0" anchor="ctr">
            <a:noAutofit/>
          </a:bodyPr>
          <a:lstStyle>
            <a:lvl1pPr indent="0" defTabSz="4572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100" b="1">
                <a:solidFill>
                  <a:srgbClr val="38FFFF"/>
                </a:solidFill>
                <a:latin typeface="Calibri" panose="020F0502020204030204"/>
              </a:defRPr>
            </a:lvl1pPr>
            <a:lvl2pPr marL="408297" indent="-136099" defTabSz="544396">
              <a:lnSpc>
                <a:spcPct val="90000"/>
              </a:lnSpc>
              <a:spcBef>
                <a:spcPts val="298"/>
              </a:spcBef>
              <a:buFont typeface="Arial" panose="020B0604020202020204" pitchFamily="34" charset="0"/>
              <a:buChar char="•"/>
              <a:defRPr sz="2700">
                <a:solidFill>
                  <a:srgbClr val="39ADAC"/>
                </a:solidFill>
                <a:latin typeface="Lato" panose="020F0502020204030203" pitchFamily="34" charset="77"/>
              </a:defRPr>
            </a:lvl2pPr>
            <a:lvl3pPr marL="680496" indent="-136099" defTabSz="544396">
              <a:lnSpc>
                <a:spcPct val="90000"/>
              </a:lnSpc>
              <a:spcBef>
                <a:spcPts val="298"/>
              </a:spcBef>
              <a:buFont typeface="Arial" panose="020B0604020202020204" pitchFamily="34" charset="0"/>
              <a:buChar char="•"/>
              <a:defRPr sz="2700">
                <a:solidFill>
                  <a:srgbClr val="39ADAC"/>
                </a:solidFill>
                <a:latin typeface="Lato" panose="020F0502020204030203" pitchFamily="34" charset="77"/>
              </a:defRPr>
            </a:lvl3pPr>
            <a:lvl4pPr marL="952694" indent="-136099" defTabSz="544396">
              <a:lnSpc>
                <a:spcPct val="90000"/>
              </a:lnSpc>
              <a:spcBef>
                <a:spcPts val="298"/>
              </a:spcBef>
              <a:buFont typeface="Arial" panose="020B0604020202020204" pitchFamily="34" charset="0"/>
              <a:buChar char="•"/>
              <a:defRPr sz="2700">
                <a:solidFill>
                  <a:srgbClr val="39ADAC"/>
                </a:solidFill>
                <a:latin typeface="Lato" panose="020F0502020204030203" pitchFamily="34" charset="77"/>
              </a:defRPr>
            </a:lvl4pPr>
            <a:lvl5pPr marL="1224892" indent="-136099" defTabSz="544396">
              <a:lnSpc>
                <a:spcPct val="90000"/>
              </a:lnSpc>
              <a:spcBef>
                <a:spcPts val="298"/>
              </a:spcBef>
              <a:buFont typeface="Arial" panose="020B0604020202020204" pitchFamily="34" charset="0"/>
              <a:buChar char="•"/>
              <a:defRPr sz="2700">
                <a:solidFill>
                  <a:srgbClr val="39ADAC"/>
                </a:solidFill>
                <a:latin typeface="Lato" panose="020F0502020204030203" pitchFamily="34" charset="77"/>
              </a:defRPr>
            </a:lvl5pPr>
            <a:lvl6pPr marL="1497091" indent="-136099" defTabSz="544396">
              <a:lnSpc>
                <a:spcPct val="90000"/>
              </a:lnSpc>
              <a:spcBef>
                <a:spcPts val="298"/>
              </a:spcBef>
              <a:buFont typeface="Arial" panose="020B0604020202020204" pitchFamily="34" charset="0"/>
              <a:buChar char="•"/>
              <a:defRPr sz="1072"/>
            </a:lvl6pPr>
            <a:lvl7pPr marL="1769289" indent="-136099" defTabSz="544396">
              <a:lnSpc>
                <a:spcPct val="90000"/>
              </a:lnSpc>
              <a:spcBef>
                <a:spcPts val="298"/>
              </a:spcBef>
              <a:buFont typeface="Arial" panose="020B0604020202020204" pitchFamily="34" charset="0"/>
              <a:buChar char="•"/>
              <a:defRPr sz="1072"/>
            </a:lvl7pPr>
            <a:lvl8pPr marL="2041487" indent="-136099" defTabSz="544396">
              <a:lnSpc>
                <a:spcPct val="90000"/>
              </a:lnSpc>
              <a:spcBef>
                <a:spcPts val="298"/>
              </a:spcBef>
              <a:buFont typeface="Arial" panose="020B0604020202020204" pitchFamily="34" charset="0"/>
              <a:buChar char="•"/>
              <a:defRPr sz="1072"/>
            </a:lvl8pPr>
            <a:lvl9pPr marL="2313685" indent="-136099" defTabSz="544396">
              <a:lnSpc>
                <a:spcPct val="90000"/>
              </a:lnSpc>
              <a:spcBef>
                <a:spcPts val="298"/>
              </a:spcBef>
              <a:buFont typeface="Arial" panose="020B0604020202020204" pitchFamily="34" charset="0"/>
              <a:buChar char="•"/>
              <a:defRPr sz="1072"/>
            </a:lvl9pPr>
          </a:lstStyle>
          <a:p>
            <a:pPr defTabSz="914400">
              <a:lnSpc>
                <a:spcPct val="80000"/>
              </a:lnSpc>
              <a:spcBef>
                <a:spcPts val="0"/>
              </a:spcBef>
              <a:defRPr/>
            </a:pPr>
            <a:r>
              <a:rPr lang="en-US" sz="2800" b="0">
                <a:solidFill>
                  <a:schemeClr val="bg2"/>
                </a:solidFill>
                <a:latin typeface="+mj-lt"/>
                <a:cs typeface="Helvetica"/>
              </a:rPr>
              <a:t>Business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lt"/>
                <a:ea typeface="+mn-ea"/>
                <a:cs typeface="Helvetica"/>
              </a:rPr>
              <a:t> Co-Pilots to </a:t>
            </a:r>
            <a:r>
              <a:rPr lang="en-US" sz="2800" b="0">
                <a:solidFill>
                  <a:schemeClr val="bg2"/>
                </a:solidFill>
                <a:effectLst/>
                <a:latin typeface="+mj-lt"/>
                <a:ea typeface="Roboto"/>
                <a:cs typeface="Roboto"/>
              </a:rPr>
              <a:t>key employee roles that</a:t>
            </a:r>
            <a:r>
              <a:rPr lang="en-US" sz="2800" b="0">
                <a:solidFill>
                  <a:schemeClr val="bg2"/>
                </a:solidFill>
                <a:latin typeface="+mj-lt"/>
                <a:ea typeface="Roboto"/>
                <a:cs typeface="Roboto"/>
              </a:rPr>
              <a:t> </a:t>
            </a:r>
            <a:r>
              <a:rPr lang="en-US" sz="2800" b="0">
                <a:solidFill>
                  <a:schemeClr val="bg2"/>
                </a:solidFill>
                <a:effectLst/>
                <a:latin typeface="+mj-lt"/>
                <a:ea typeface="Roboto"/>
                <a:cs typeface="Roboto"/>
              </a:rPr>
              <a:t>drive speed and meaningfully impact business metrics</a:t>
            </a:r>
            <a:r>
              <a:rPr lang="en-US" sz="2800" b="0">
                <a:solidFill>
                  <a:schemeClr val="bg2"/>
                </a:solidFill>
                <a:latin typeface="+mj-lt"/>
                <a:cs typeface="Helvetica"/>
              </a:rPr>
              <a:t> </a:t>
            </a:r>
            <a:endParaRPr kumimoji="0" lang="en-US" sz="28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j-lt"/>
              <a:ea typeface="+mn-ea"/>
              <a:cs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25980096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19C8F4-FCBD-9C03-09F7-E8825BC29E19}"/>
              </a:ext>
            </a:extLst>
          </p:cNvPr>
          <p:cNvSpPr txBox="1"/>
          <p:nvPr/>
        </p:nvSpPr>
        <p:spPr>
          <a:xfrm>
            <a:off x="4942703" y="1593374"/>
            <a:ext cx="482570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3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>
                <a:ln>
                  <a:noFill/>
                </a:ln>
                <a:solidFill>
                  <a:srgbClr val="FE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Appendix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9275C8-5E23-03C5-B039-D638A5878B1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000"/>
          </a:blip>
          <a:stretch>
            <a:fillRect/>
          </a:stretch>
        </p:blipFill>
        <p:spPr>
          <a:xfrm>
            <a:off x="1702343" y="1902603"/>
            <a:ext cx="2640409" cy="2644055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AA465E2-EEBE-8DEE-805D-45DE1A03A12D}"/>
              </a:ext>
            </a:extLst>
          </p:cNvPr>
          <p:cNvCxnSpPr>
            <a:cxnSpLocks/>
          </p:cNvCxnSpPr>
          <p:nvPr/>
        </p:nvCxnSpPr>
        <p:spPr>
          <a:xfrm>
            <a:off x="4990518" y="3717032"/>
            <a:ext cx="4553338" cy="0"/>
          </a:xfrm>
          <a:prstGeom prst="line">
            <a:avLst/>
          </a:prstGeom>
          <a:ln w="9525"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CC5415F3-B932-9452-8337-889DCE873C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  <a14:imgEffect>
                      <a14:brightnessContrast contras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0518" y="4027998"/>
            <a:ext cx="3010795" cy="543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772611"/>
      </p:ext>
    </p:extLst>
  </p:cSld>
  <p:clrMapOvr>
    <a:masterClrMapping/>
  </p:clrMapOvr>
</p:sld>
</file>

<file path=ppt/theme/theme1.xml><?xml version="1.0" encoding="utf-8"?>
<a:theme xmlns:a="http://schemas.openxmlformats.org/drawingml/2006/main" name="Images">
  <a:themeElements>
    <a:clrScheme name="Auxo">
      <a:dk1>
        <a:srgbClr val="91B94C"/>
      </a:dk1>
      <a:lt1>
        <a:srgbClr val="FEFFFF"/>
      </a:lt1>
      <a:dk2>
        <a:srgbClr val="FEFFFF"/>
      </a:dk2>
      <a:lt2>
        <a:srgbClr val="91B94C"/>
      </a:lt2>
      <a:accent1>
        <a:srgbClr val="C5CCFC"/>
      </a:accent1>
      <a:accent2>
        <a:srgbClr val="D3E9AB"/>
      </a:accent2>
      <a:accent3>
        <a:srgbClr val="C6CDFD"/>
      </a:accent3>
      <a:accent4>
        <a:srgbClr val="D3E9AB"/>
      </a:accent4>
      <a:accent5>
        <a:srgbClr val="C5CCFC"/>
      </a:accent5>
      <a:accent6>
        <a:srgbClr val="D3E9AB"/>
      </a:accent6>
      <a:hlink>
        <a:srgbClr val="12207C"/>
      </a:hlink>
      <a:folHlink>
        <a:srgbClr val="000000"/>
      </a:folHlink>
    </a:clrScheme>
    <a:fontScheme name="Helvetica light">
      <a:majorFont>
        <a:latin typeface="Helvetica light"/>
        <a:ea typeface=""/>
        <a:cs typeface=""/>
      </a:majorFont>
      <a:minorFont>
        <a:latin typeface="Helvetic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ustom Design">
  <a:themeElements>
    <a:clrScheme name="Auxo">
      <a:dk1>
        <a:srgbClr val="91B94C"/>
      </a:dk1>
      <a:lt1>
        <a:srgbClr val="FEFFFF"/>
      </a:lt1>
      <a:dk2>
        <a:srgbClr val="FEFFFF"/>
      </a:dk2>
      <a:lt2>
        <a:srgbClr val="91B94C"/>
      </a:lt2>
      <a:accent1>
        <a:srgbClr val="C5CCFC"/>
      </a:accent1>
      <a:accent2>
        <a:srgbClr val="D3E9AB"/>
      </a:accent2>
      <a:accent3>
        <a:srgbClr val="C6CDFD"/>
      </a:accent3>
      <a:accent4>
        <a:srgbClr val="D3E9AB"/>
      </a:accent4>
      <a:accent5>
        <a:srgbClr val="C5CCFC"/>
      </a:accent5>
      <a:accent6>
        <a:srgbClr val="D3E9AB"/>
      </a:accent6>
      <a:hlink>
        <a:srgbClr val="12207C"/>
      </a:hlink>
      <a:folHlink>
        <a:srgbClr val="000000"/>
      </a:folHlink>
    </a:clrScheme>
    <a:fontScheme name="Helvetica light">
      <a:majorFont>
        <a:latin typeface="Helvetica light"/>
        <a:ea typeface=""/>
        <a:cs typeface=""/>
      </a:majorFont>
      <a:minorFont>
        <a:latin typeface="Helvetic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Images">
  <a:themeElements>
    <a:clrScheme name="yellow blue">
      <a:dk1>
        <a:srgbClr val="12207C"/>
      </a:dk1>
      <a:lt1>
        <a:srgbClr val="FEFFFF"/>
      </a:lt1>
      <a:dk2>
        <a:srgbClr val="000000"/>
      </a:dk2>
      <a:lt2>
        <a:srgbClr val="91B94C"/>
      </a:lt2>
      <a:accent1>
        <a:srgbClr val="C5CCFC"/>
      </a:accent1>
      <a:accent2>
        <a:srgbClr val="91B94C"/>
      </a:accent2>
      <a:accent3>
        <a:srgbClr val="D3E9AB"/>
      </a:accent3>
      <a:accent4>
        <a:srgbClr val="91B94C"/>
      </a:accent4>
      <a:accent5>
        <a:srgbClr val="12207C"/>
      </a:accent5>
      <a:accent6>
        <a:srgbClr val="91B94C"/>
      </a:accent6>
      <a:hlink>
        <a:srgbClr val="12207C"/>
      </a:hlink>
      <a:folHlink>
        <a:srgbClr val="91B94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Custom Design">
  <a:themeElements>
    <a:clrScheme name="Custom 7">
      <a:dk1>
        <a:srgbClr val="91B94C"/>
      </a:dk1>
      <a:lt1>
        <a:srgbClr val="FEFFFF"/>
      </a:lt1>
      <a:dk2>
        <a:srgbClr val="FEFFFF"/>
      </a:dk2>
      <a:lt2>
        <a:srgbClr val="91B94C"/>
      </a:lt2>
      <a:accent1>
        <a:srgbClr val="C5CCFC"/>
      </a:accent1>
      <a:accent2>
        <a:srgbClr val="D3E9AB"/>
      </a:accent2>
      <a:accent3>
        <a:srgbClr val="C6CDFD"/>
      </a:accent3>
      <a:accent4>
        <a:srgbClr val="D3E9AB"/>
      </a:accent4>
      <a:accent5>
        <a:srgbClr val="C5CCFC"/>
      </a:accent5>
      <a:accent6>
        <a:srgbClr val="D3E9AB"/>
      </a:accent6>
      <a:hlink>
        <a:srgbClr val="12207C"/>
      </a:hlink>
      <a:folHlink>
        <a:srgbClr val="0000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Custom Design">
  <a:themeElements>
    <a:clrScheme name="Custom 7">
      <a:dk1>
        <a:srgbClr val="91B94C"/>
      </a:dk1>
      <a:lt1>
        <a:srgbClr val="FEFFFF"/>
      </a:lt1>
      <a:dk2>
        <a:srgbClr val="FEFFFF"/>
      </a:dk2>
      <a:lt2>
        <a:srgbClr val="91B94C"/>
      </a:lt2>
      <a:accent1>
        <a:srgbClr val="C5CCFC"/>
      </a:accent1>
      <a:accent2>
        <a:srgbClr val="D3E9AB"/>
      </a:accent2>
      <a:accent3>
        <a:srgbClr val="C6CDFD"/>
      </a:accent3>
      <a:accent4>
        <a:srgbClr val="D3E9AB"/>
      </a:accent4>
      <a:accent5>
        <a:srgbClr val="C5CCFC"/>
      </a:accent5>
      <a:accent6>
        <a:srgbClr val="D3E9AB"/>
      </a:accent6>
      <a:hlink>
        <a:srgbClr val="12207C"/>
      </a:hlink>
      <a:folHlink>
        <a:srgbClr val="000000"/>
      </a:folHlink>
    </a:clrScheme>
    <a:fontScheme name="Helvetica light">
      <a:majorFont>
        <a:latin typeface="Helvetica light"/>
        <a:ea typeface=""/>
        <a:cs typeface=""/>
      </a:majorFont>
      <a:minorFont>
        <a:latin typeface="Helvetic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3_Custom Design">
  <a:themeElements>
    <a:clrScheme name="Custom 7">
      <a:dk1>
        <a:srgbClr val="91B94C"/>
      </a:dk1>
      <a:lt1>
        <a:srgbClr val="FEFFFF"/>
      </a:lt1>
      <a:dk2>
        <a:srgbClr val="FEFFFF"/>
      </a:dk2>
      <a:lt2>
        <a:srgbClr val="91B94C"/>
      </a:lt2>
      <a:accent1>
        <a:srgbClr val="C5CCFC"/>
      </a:accent1>
      <a:accent2>
        <a:srgbClr val="D3E9AB"/>
      </a:accent2>
      <a:accent3>
        <a:srgbClr val="C6CDFD"/>
      </a:accent3>
      <a:accent4>
        <a:srgbClr val="D3E9AB"/>
      </a:accent4>
      <a:accent5>
        <a:srgbClr val="C5CCFC"/>
      </a:accent5>
      <a:accent6>
        <a:srgbClr val="D3E9AB"/>
      </a:accent6>
      <a:hlink>
        <a:srgbClr val="12207C"/>
      </a:hlink>
      <a:folHlink>
        <a:srgbClr val="000000"/>
      </a:folHlink>
    </a:clrScheme>
    <a:fontScheme name="Helvetica light">
      <a:majorFont>
        <a:latin typeface="Helvetica light"/>
        <a:ea typeface=""/>
        <a:cs typeface=""/>
      </a:majorFont>
      <a:minorFont>
        <a:latin typeface="Helvetic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3E9172D96F9FE45AC29174293285FBA" ma:contentTypeVersion="3" ma:contentTypeDescription="Create a new document." ma:contentTypeScope="" ma:versionID="66afa27dec4314cb97ac54924c66f136">
  <xsd:schema xmlns:xsd="http://www.w3.org/2001/XMLSchema" xmlns:xs="http://www.w3.org/2001/XMLSchema" xmlns:p="http://schemas.microsoft.com/office/2006/metadata/properties" xmlns:ns2="146ceb4b-6c95-4a0c-aa6e-ec7aed300d6c" targetNamespace="http://schemas.microsoft.com/office/2006/metadata/properties" ma:root="true" ma:fieldsID="00454e5a9dd9b739a90ee9c01efb9c14" ns2:_="">
    <xsd:import namespace="146ceb4b-6c95-4a0c-aa6e-ec7aed300d6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46ceb4b-6c95-4a0c-aa6e-ec7aed300d6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DED546A-B36E-48C4-9B24-090822F6D16A}">
  <ds:schemaRefs>
    <ds:schemaRef ds:uri="28908500-976f-4e25-ad31-764d294f3e02"/>
    <ds:schemaRef ds:uri="84eb3cb4-9014-4f44-b2b6-3a1d6137ffd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BADABBF8-7A6D-4A0B-93F2-DB9E8266C6A4}"/>
</file>

<file path=customXml/itemProps3.xml><?xml version="1.0" encoding="utf-8"?>
<ds:datastoreItem xmlns:ds="http://schemas.openxmlformats.org/officeDocument/2006/customXml" ds:itemID="{85CFC370-49D8-4E00-827B-2DB19DBDACA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7</Slides>
  <Notes>3</Notes>
  <HiddenSlides>0</HiddenSlides>
  <ScaleCrop>false</ScaleCrop>
  <HeadingPairs>
    <vt:vector size="4" baseType="variant">
      <vt:variant>
        <vt:lpstr>Theme</vt:lpstr>
      </vt:variant>
      <vt:variant>
        <vt:i4>6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Images</vt:lpstr>
      <vt:lpstr>1_Custom Design</vt:lpstr>
      <vt:lpstr>1_Images</vt:lpstr>
      <vt:lpstr>Custom Design</vt:lpstr>
      <vt:lpstr>4_Custom Design</vt:lpstr>
      <vt:lpstr>3_Custom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revision>1</cp:revision>
  <dcterms:created xsi:type="dcterms:W3CDTF">2023-06-09T08:07:50Z</dcterms:created>
  <dcterms:modified xsi:type="dcterms:W3CDTF">2023-06-20T17:11:22Z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0x01010013E9172D96F9FE45AC29174293285FBA</vt:lpwstr>
  </property>
  <property fmtid="{D5CDD505-2E9C-101B-9397-08002B2CF9AE}" pid="3" name="MediaServiceImageTags">
    <vt:lpwstr/>
  </property>
</Properties>
</file>