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78" r:id="rId5"/>
  </p:sldMasterIdLst>
  <p:notesMasterIdLst>
    <p:notesMasterId r:id="rId17"/>
  </p:notesMasterIdLst>
  <p:sldIdLst>
    <p:sldId id="264" r:id="rId6"/>
    <p:sldId id="265" r:id="rId7"/>
    <p:sldId id="268" r:id="rId8"/>
    <p:sldId id="2147474056" r:id="rId9"/>
    <p:sldId id="2147474050" r:id="rId10"/>
    <p:sldId id="2147474058" r:id="rId11"/>
    <p:sldId id="2147474057" r:id="rId12"/>
    <p:sldId id="2147474052" r:id="rId13"/>
    <p:sldId id="2147474053" r:id="rId14"/>
    <p:sldId id="2147474048" r:id="rId15"/>
    <p:sldId id="214747405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212310-8768-AC5C-E6AE-2CA1B75A7697}" name="Satish Tammineni" initials="" userId="S::Satish.Tammineni@auxoai.com::60986461-a419-45ed-854c-4dfbc8d7dc2f" providerId="AD"/>
  <p188:author id="{4237752E-F6DE-B886-5FEA-4240612F5767}" name="Arun Kumar RN" initials="" userId="S::Arun.Kumar@auxoai.com::b9061e1d-af8b-4e3d-b4e8-8f10fe26f061" providerId="AD"/>
  <p188:author id="{50430C3D-96F0-7DF3-4739-68E2CC51E596}" name="Harshit Kothari" initials="HK" userId="S::Harshit.Kothari@auxoai.com::e0160994-9ca1-4cfe-b0ec-52ef7f7badef" providerId="AD"/>
  <p188:author id="{FB4CAC41-8C08-516C-5CD1-DF50A83FAAC1}" name="Tanisha Kar" initials="TK" userId="S::Tanisha.Kar@auxoai.com::4446c515-0aea-4587-a78e-df24c6d8ec2e" providerId="AD"/>
  <p188:author id="{B3E2C74A-FF82-5A65-7FA5-06C95855A751}" name="Sowrya Regana" initials="" userId="S::Sowrya.Regana@auxoai.com::5a9b66e3-93da-406c-8ed2-61e4a52ca3da" providerId="AD"/>
  <p188:author id="{9026D468-D54E-8881-8E0C-4F57B52B4C1D}" name="Nikhil Pathiyil" initials="NP" userId="S::Nikhil.Pathiyil@auxoai.com::ad524bdf-8b31-45f5-8d56-6c54773203f6" providerId="AD"/>
  <p188:author id="{D75C8992-01D4-23E0-B127-433C5E8DA814}" name="Aditya Dev" initials="AD" userId="S::Aditya.Dev@auxoai.com::123d2500-9213-4961-ae77-f48a38511bd3" providerId="AD"/>
  <p188:author id="{553DDEAB-902F-A6E7-ACBA-ECE979C444B8}" name="Gayatri Johar" initials="" userId="S::Gayatri.Johar@auxoai.com::d90a1b0c-ef15-4f13-ac92-7cd578d6c791" providerId="AD"/>
  <p188:author id="{C0FDE1BF-F1F1-9847-CC74-D023ED2F7D7A}" name="Prerna Sharma" initials="PS" userId="S::Prerna.Sharma@auxoai.com::0c01f89d-57ee-4627-bc42-f6ea3600759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8EBFE"/>
    <a:srgbClr val="F7F8FF"/>
    <a:srgbClr val="4D4D4D"/>
    <a:srgbClr val="000000"/>
    <a:srgbClr val="5F5F5F"/>
    <a:srgbClr val="F7FFFF"/>
    <a:srgbClr val="FFFFFF"/>
    <a:srgbClr val="F8F8F8"/>
    <a:srgbClr val="969696"/>
    <a:srgbClr val="FBF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4DBF33-E189-48B9-966C-A420BBB989E2}" v="1191" vWet="1193" dt="2024-06-10T12:38:20.813"/>
    <p1510:client id="{300CBD8E-137D-0962-E959-561E8F84F7FA}" v="311" dt="2024-06-11T14:57:05.427"/>
    <p1510:client id="{43D1812F-5023-4DA8-AA8D-957A9E6070D1}" v="1284" dt="2024-06-10T13:44:08.347"/>
    <p1510:client id="{9A7FB643-7214-F7DD-432E-B102EB52B29A}" v="363" dt="2024-06-10T14:47:39.378"/>
    <p1510:client id="{9BE236C5-AA65-446A-8FE1-EEECD9A77DC2}" v="259" dt="2024-06-10T13:31:07.572"/>
    <p1510:client id="{A067FA88-308E-0E07-C888-EBF5F71B1866}" v="612" dt="2024-06-10T18:02:21.495"/>
    <p1510:client id="{A19EF609-B32B-486D-5920-EB4519FE9305}" v="4" dt="2024-06-11T05:19:30.543"/>
    <p1510:client id="{BE6F81D7-D38A-4320-86B8-865741A9CE78}" v="101" dt="2024-06-10T16:35:06.859"/>
    <p1510:client id="{C4563B60-3D7B-E941-9795-888D366E4D35}" v="6902" dt="2024-06-10T22:34:52.098"/>
    <p1510:client id="{D5EF536B-6DA6-4A93-A636-E2C2DC78139B}" v="1563" vWet="1565" dt="2024-06-10T18:53:23.783"/>
    <p1510:client id="{D89021F8-DF7C-2734-583E-845560AB8CFA}" v="2" dt="2024-06-10T12:16:19.383"/>
    <p1510:client id="{F13D24E6-FC01-4A3C-9A47-71C495945884}" v="73" dt="2024-06-10T17:40:48.963"/>
    <p1510:client id="{FAD87DA5-0F77-F468-52FA-8B92DA75F6B4}" v="1" dt="2024-06-10T15:23:43.438"/>
    <p1510:client id="{FD92B726-003A-49A0-A9F2-D165F4BB31A7}" v="221" dt="2024-06-10T15:31:22.6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 Kothari" userId="e0160994-9ca1-4cfe-b0ec-52ef7f7badef" providerId="ADAL" clId="{9BE236C5-AA65-446A-8FE1-EEECD9A77DC2}"/>
    <pc:docChg chg="custSel modSld sldOrd">
      <pc:chgData name="Harshit Kothari" userId="e0160994-9ca1-4cfe-b0ec-52ef7f7badef" providerId="ADAL" clId="{9BE236C5-AA65-446A-8FE1-EEECD9A77DC2}" dt="2024-06-10T13:31:07.572" v="257" actId="313"/>
      <pc:docMkLst>
        <pc:docMk/>
      </pc:docMkLst>
      <pc:sldChg chg="modSp mod">
        <pc:chgData name="Harshit Kothari" userId="e0160994-9ca1-4cfe-b0ec-52ef7f7badef" providerId="ADAL" clId="{9BE236C5-AA65-446A-8FE1-EEECD9A77DC2}" dt="2024-06-10T13:31:07.572" v="257" actId="313"/>
        <pc:sldMkLst>
          <pc:docMk/>
          <pc:sldMk cId="3870935564" sldId="2147474052"/>
        </pc:sldMkLst>
        <pc:spChg chg="mod">
          <ac:chgData name="Harshit Kothari" userId="e0160994-9ca1-4cfe-b0ec-52ef7f7badef" providerId="ADAL" clId="{9BE236C5-AA65-446A-8FE1-EEECD9A77DC2}" dt="2024-06-10T13:31:07.572" v="257" actId="313"/>
          <ac:spMkLst>
            <pc:docMk/>
            <pc:sldMk cId="3870935564" sldId="2147474052"/>
            <ac:spMk id="64" creationId="{4609DC7F-D940-CB79-F27F-F43C4DE9E796}"/>
          </ac:spMkLst>
        </pc:spChg>
      </pc:sldChg>
      <pc:sldChg chg="ord">
        <pc:chgData name="Harshit Kothari" userId="e0160994-9ca1-4cfe-b0ec-52ef7f7badef" providerId="ADAL" clId="{9BE236C5-AA65-446A-8FE1-EEECD9A77DC2}" dt="2024-06-10T12:43:39.387" v="1"/>
        <pc:sldMkLst>
          <pc:docMk/>
          <pc:sldMk cId="3590054160" sldId="2147474053"/>
        </pc:sldMkLst>
      </pc:sldChg>
    </pc:docChg>
  </pc:docChgLst>
  <pc:docChgLst>
    <pc:chgData name="Tanisha Kar" userId="4446c515-0aea-4587-a78e-df24c6d8ec2e" providerId="ADAL" clId="{1F4DBF33-E189-48B9-966C-A420BBB989E2}"/>
    <pc:docChg chg="undo redo custSel addSld modSld sldOrd">
      <pc:chgData name="Tanisha Kar" userId="4446c515-0aea-4587-a78e-df24c6d8ec2e" providerId="ADAL" clId="{1F4DBF33-E189-48B9-966C-A420BBB989E2}" dt="2024-06-10T12:36:13.267" v="1191" actId="14100"/>
      <pc:docMkLst>
        <pc:docMk/>
      </pc:docMkLst>
      <pc:sldChg chg="mod modShow">
        <pc:chgData name="Tanisha Kar" userId="4446c515-0aea-4587-a78e-df24c6d8ec2e" providerId="ADAL" clId="{1F4DBF33-E189-48B9-966C-A420BBB989E2}" dt="2024-06-10T07:46:49.362" v="1142" actId="729"/>
        <pc:sldMkLst>
          <pc:docMk/>
          <pc:sldMk cId="3098379914" sldId="2147474054"/>
        </pc:sldMkLst>
      </pc:sldChg>
      <pc:sldChg chg="addSp delSp modSp new mod ord modShow">
        <pc:chgData name="Tanisha Kar" userId="4446c515-0aea-4587-a78e-df24c6d8ec2e" providerId="ADAL" clId="{1F4DBF33-E189-48B9-966C-A420BBB989E2}" dt="2024-06-10T12:36:13.267" v="1191" actId="14100"/>
        <pc:sldMkLst>
          <pc:docMk/>
          <pc:sldMk cId="21011384" sldId="2147474056"/>
        </pc:sldMkLst>
        <pc:spChg chg="add mod">
          <ac:chgData name="Tanisha Kar" userId="4446c515-0aea-4587-a78e-df24c6d8ec2e" providerId="ADAL" clId="{1F4DBF33-E189-48B9-966C-A420BBB989E2}" dt="2024-06-10T05:21:48.989" v="2"/>
          <ac:spMkLst>
            <pc:docMk/>
            <pc:sldMk cId="21011384" sldId="2147474056"/>
            <ac:spMk id="2" creationId="{E717FE27-94B7-7158-9BF1-D06561562955}"/>
          </ac:spMkLst>
        </pc:spChg>
        <pc:spChg chg="add mod">
          <ac:chgData name="Tanisha Kar" userId="4446c515-0aea-4587-a78e-df24c6d8ec2e" providerId="ADAL" clId="{1F4DBF33-E189-48B9-966C-A420BBB989E2}" dt="2024-06-10T07:46:36.138" v="1139" actId="20577"/>
          <ac:spMkLst>
            <pc:docMk/>
            <pc:sldMk cId="21011384" sldId="2147474056"/>
            <ac:spMk id="3" creationId="{DB4817DA-34FE-8EE3-BC52-34B3492AD247}"/>
          </ac:spMkLst>
        </pc:spChg>
        <pc:spChg chg="add mod">
          <ac:chgData name="Tanisha Kar" userId="4446c515-0aea-4587-a78e-df24c6d8ec2e" providerId="ADAL" clId="{1F4DBF33-E189-48B9-966C-A420BBB989E2}" dt="2024-06-10T07:41:51.237" v="1089" actId="207"/>
          <ac:spMkLst>
            <pc:docMk/>
            <pc:sldMk cId="21011384" sldId="2147474056"/>
            <ac:spMk id="4" creationId="{0C26CD5E-DF7D-B59C-AD65-05B5A4C14FCA}"/>
          </ac:spMkLst>
        </pc:spChg>
        <pc:spChg chg="add del mod">
          <ac:chgData name="Tanisha Kar" userId="4446c515-0aea-4587-a78e-df24c6d8ec2e" providerId="ADAL" clId="{1F4DBF33-E189-48B9-966C-A420BBB989E2}" dt="2024-06-10T05:54:46.693" v="489" actId="478"/>
          <ac:spMkLst>
            <pc:docMk/>
            <pc:sldMk cId="21011384" sldId="2147474056"/>
            <ac:spMk id="5" creationId="{67AE708D-2E4E-D913-AAE7-D009A77C0F4F}"/>
          </ac:spMkLst>
        </pc:spChg>
        <pc:spChg chg="add del mod topLvl">
          <ac:chgData name="Tanisha Kar" userId="4446c515-0aea-4587-a78e-df24c6d8ec2e" providerId="ADAL" clId="{1F4DBF33-E189-48B9-966C-A420BBB989E2}" dt="2024-06-10T07:23:17.485" v="841" actId="21"/>
          <ac:spMkLst>
            <pc:docMk/>
            <pc:sldMk cId="21011384" sldId="2147474056"/>
            <ac:spMk id="6" creationId="{6B65C9EE-D320-EE4E-37E1-8FD335FBA8B7}"/>
          </ac:spMkLst>
        </pc:spChg>
        <pc:spChg chg="add del mod topLvl">
          <ac:chgData name="Tanisha Kar" userId="4446c515-0aea-4587-a78e-df24c6d8ec2e" providerId="ADAL" clId="{1F4DBF33-E189-48B9-966C-A420BBB989E2}" dt="2024-06-10T06:27:19.907" v="555" actId="478"/>
          <ac:spMkLst>
            <pc:docMk/>
            <pc:sldMk cId="21011384" sldId="2147474056"/>
            <ac:spMk id="7" creationId="{65956723-A519-A775-60D8-6784EFDDDD19}"/>
          </ac:spMkLst>
        </pc:spChg>
        <pc:spChg chg="add del mod ord topLvl">
          <ac:chgData name="Tanisha Kar" userId="4446c515-0aea-4587-a78e-df24c6d8ec2e" providerId="ADAL" clId="{1F4DBF33-E189-48B9-966C-A420BBB989E2}" dt="2024-06-10T07:23:02.386" v="833"/>
          <ac:spMkLst>
            <pc:docMk/>
            <pc:sldMk cId="21011384" sldId="2147474056"/>
            <ac:spMk id="8" creationId="{CC187C51-2823-CC00-DB55-594EF6719841}"/>
          </ac:spMkLst>
        </pc:spChg>
        <pc:spChg chg="add del mod topLvl">
          <ac:chgData name="Tanisha Kar" userId="4446c515-0aea-4587-a78e-df24c6d8ec2e" providerId="ADAL" clId="{1F4DBF33-E189-48B9-966C-A420BBB989E2}" dt="2024-06-10T05:57:23.067" v="513" actId="478"/>
          <ac:spMkLst>
            <pc:docMk/>
            <pc:sldMk cId="21011384" sldId="2147474056"/>
            <ac:spMk id="9" creationId="{1DA27824-23C1-9154-41E9-8F16052D3BE6}"/>
          </ac:spMkLst>
        </pc:spChg>
        <pc:spChg chg="add del mod">
          <ac:chgData name="Tanisha Kar" userId="4446c515-0aea-4587-a78e-df24c6d8ec2e" providerId="ADAL" clId="{1F4DBF33-E189-48B9-966C-A420BBB989E2}" dt="2024-06-10T07:05:58.343" v="600" actId="478"/>
          <ac:spMkLst>
            <pc:docMk/>
            <pc:sldMk cId="21011384" sldId="2147474056"/>
            <ac:spMk id="11" creationId="{E7459E41-249F-5D79-FA92-C1AF37695408}"/>
          </ac:spMkLst>
        </pc:spChg>
        <pc:spChg chg="add del mod">
          <ac:chgData name="Tanisha Kar" userId="4446c515-0aea-4587-a78e-df24c6d8ec2e" providerId="ADAL" clId="{1F4DBF33-E189-48B9-966C-A420BBB989E2}" dt="2024-06-10T07:27:34.497" v="915" actId="21"/>
          <ac:spMkLst>
            <pc:docMk/>
            <pc:sldMk cId="21011384" sldId="2147474056"/>
            <ac:spMk id="12" creationId="{50F0ACE8-D00C-03EF-B4B3-BA40ABAFE3C2}"/>
          </ac:spMkLst>
        </pc:spChg>
        <pc:spChg chg="add del mod">
          <ac:chgData name="Tanisha Kar" userId="4446c515-0aea-4587-a78e-df24c6d8ec2e" providerId="ADAL" clId="{1F4DBF33-E189-48B9-966C-A420BBB989E2}" dt="2024-06-10T07:27:34.497" v="915" actId="21"/>
          <ac:spMkLst>
            <pc:docMk/>
            <pc:sldMk cId="21011384" sldId="2147474056"/>
            <ac:spMk id="14" creationId="{2A0ABC51-C68D-B216-0BC4-8F7A9D878B91}"/>
          </ac:spMkLst>
        </pc:spChg>
        <pc:spChg chg="add del mod">
          <ac:chgData name="Tanisha Kar" userId="4446c515-0aea-4587-a78e-df24c6d8ec2e" providerId="ADAL" clId="{1F4DBF33-E189-48B9-966C-A420BBB989E2}" dt="2024-06-10T07:27:34.497" v="915" actId="21"/>
          <ac:spMkLst>
            <pc:docMk/>
            <pc:sldMk cId="21011384" sldId="2147474056"/>
            <ac:spMk id="16" creationId="{EB192990-53F0-228D-82AA-A83C830FC865}"/>
          </ac:spMkLst>
        </pc:spChg>
        <pc:spChg chg="add del mod">
          <ac:chgData name="Tanisha Kar" userId="4446c515-0aea-4587-a78e-df24c6d8ec2e" providerId="ADAL" clId="{1F4DBF33-E189-48B9-966C-A420BBB989E2}" dt="2024-06-10T07:05:58.343" v="600" actId="478"/>
          <ac:spMkLst>
            <pc:docMk/>
            <pc:sldMk cId="21011384" sldId="2147474056"/>
            <ac:spMk id="17" creationId="{9932D86D-4F8D-C6ED-877B-40D2697D3770}"/>
          </ac:spMkLst>
        </pc:spChg>
        <pc:spChg chg="add mod">
          <ac:chgData name="Tanisha Kar" userId="4446c515-0aea-4587-a78e-df24c6d8ec2e" providerId="ADAL" clId="{1F4DBF33-E189-48B9-966C-A420BBB989E2}" dt="2024-06-10T07:05:00.086" v="590" actId="164"/>
          <ac:spMkLst>
            <pc:docMk/>
            <pc:sldMk cId="21011384" sldId="2147474056"/>
            <ac:spMk id="19" creationId="{49CA0EB3-E223-03C7-33E1-D89F317363C2}"/>
          </ac:spMkLst>
        </pc:spChg>
        <pc:spChg chg="add mod">
          <ac:chgData name="Tanisha Kar" userId="4446c515-0aea-4587-a78e-df24c6d8ec2e" providerId="ADAL" clId="{1F4DBF33-E189-48B9-966C-A420BBB989E2}" dt="2024-06-10T08:23:30.316" v="1160" actId="1035"/>
          <ac:spMkLst>
            <pc:docMk/>
            <pc:sldMk cId="21011384" sldId="2147474056"/>
            <ac:spMk id="23" creationId="{1A8A6276-5A55-A1FE-BA62-01B0949037B7}"/>
          </ac:spMkLst>
        </pc:spChg>
        <pc:spChg chg="add del mod">
          <ac:chgData name="Tanisha Kar" userId="4446c515-0aea-4587-a78e-df24c6d8ec2e" providerId="ADAL" clId="{1F4DBF33-E189-48B9-966C-A420BBB989E2}" dt="2024-06-10T07:05:19.418" v="593" actId="478"/>
          <ac:spMkLst>
            <pc:docMk/>
            <pc:sldMk cId="21011384" sldId="2147474056"/>
            <ac:spMk id="24" creationId="{A534087A-A84F-A7DC-ED9F-62B3E0162130}"/>
          </ac:spMkLst>
        </pc:spChg>
        <pc:spChg chg="add del mod ord">
          <ac:chgData name="Tanisha Kar" userId="4446c515-0aea-4587-a78e-df24c6d8ec2e" providerId="ADAL" clId="{1F4DBF33-E189-48B9-966C-A420BBB989E2}" dt="2024-06-10T07:23:02.374" v="831" actId="478"/>
          <ac:spMkLst>
            <pc:docMk/>
            <pc:sldMk cId="21011384" sldId="2147474056"/>
            <ac:spMk id="26" creationId="{78A46886-0FBC-F101-AE97-017DEB3F4157}"/>
          </ac:spMkLst>
        </pc:spChg>
        <pc:spChg chg="add del mod ord">
          <ac:chgData name="Tanisha Kar" userId="4446c515-0aea-4587-a78e-df24c6d8ec2e" providerId="ADAL" clId="{1F4DBF33-E189-48B9-966C-A420BBB989E2}" dt="2024-06-10T07:06:50.374" v="651" actId="478"/>
          <ac:spMkLst>
            <pc:docMk/>
            <pc:sldMk cId="21011384" sldId="2147474056"/>
            <ac:spMk id="27" creationId="{6E28308F-ACF9-371C-A11E-F5326A1F4E07}"/>
          </ac:spMkLst>
        </pc:spChg>
        <pc:spChg chg="add del mod">
          <ac:chgData name="Tanisha Kar" userId="4446c515-0aea-4587-a78e-df24c6d8ec2e" providerId="ADAL" clId="{1F4DBF33-E189-48B9-966C-A420BBB989E2}" dt="2024-06-10T07:05:19.418" v="593" actId="478"/>
          <ac:spMkLst>
            <pc:docMk/>
            <pc:sldMk cId="21011384" sldId="2147474056"/>
            <ac:spMk id="28" creationId="{ADBF39F5-89DA-B31D-7979-56487149DE4C}"/>
          </ac:spMkLst>
        </pc:spChg>
        <pc:spChg chg="add del mod">
          <ac:chgData name="Tanisha Kar" userId="4446c515-0aea-4587-a78e-df24c6d8ec2e" providerId="ADAL" clId="{1F4DBF33-E189-48B9-966C-A420BBB989E2}" dt="2024-06-10T07:23:17.485" v="841" actId="21"/>
          <ac:spMkLst>
            <pc:docMk/>
            <pc:sldMk cId="21011384" sldId="2147474056"/>
            <ac:spMk id="30" creationId="{06974189-3411-BECD-0766-F21372A80BB7}"/>
          </ac:spMkLst>
        </pc:spChg>
        <pc:spChg chg="mod">
          <ac:chgData name="Tanisha Kar" userId="4446c515-0aea-4587-a78e-df24c6d8ec2e" providerId="ADAL" clId="{1F4DBF33-E189-48B9-966C-A420BBB989E2}" dt="2024-06-10T07:05:25.352" v="595"/>
          <ac:spMkLst>
            <pc:docMk/>
            <pc:sldMk cId="21011384" sldId="2147474056"/>
            <ac:spMk id="39" creationId="{619C3838-D349-0D5E-96DF-429FCA84BA64}"/>
          </ac:spMkLst>
        </pc:spChg>
        <pc:spChg chg="mod">
          <ac:chgData name="Tanisha Kar" userId="4446c515-0aea-4587-a78e-df24c6d8ec2e" providerId="ADAL" clId="{1F4DBF33-E189-48B9-966C-A420BBB989E2}" dt="2024-06-10T07:05:36.022" v="597"/>
          <ac:spMkLst>
            <pc:docMk/>
            <pc:sldMk cId="21011384" sldId="2147474056"/>
            <ac:spMk id="42" creationId="{90530A44-75DB-0166-B8E5-435C64085899}"/>
          </ac:spMkLst>
        </pc:spChg>
        <pc:spChg chg="add del mod">
          <ac:chgData name="Tanisha Kar" userId="4446c515-0aea-4587-a78e-df24c6d8ec2e" providerId="ADAL" clId="{1F4DBF33-E189-48B9-966C-A420BBB989E2}" dt="2024-06-10T07:27:34.497" v="915" actId="21"/>
          <ac:spMkLst>
            <pc:docMk/>
            <pc:sldMk cId="21011384" sldId="2147474056"/>
            <ac:spMk id="44" creationId="{D0A676CA-F0C1-D247-AC3A-97F167CA920E}"/>
          </ac:spMkLst>
        </pc:spChg>
        <pc:spChg chg="mod">
          <ac:chgData name="Tanisha Kar" userId="4446c515-0aea-4587-a78e-df24c6d8ec2e" providerId="ADAL" clId="{1F4DBF33-E189-48B9-966C-A420BBB989E2}" dt="2024-06-10T07:06:02.158" v="601"/>
          <ac:spMkLst>
            <pc:docMk/>
            <pc:sldMk cId="21011384" sldId="2147474056"/>
            <ac:spMk id="46" creationId="{5DC3957F-226B-921D-C28F-689041E4CD8C}"/>
          </ac:spMkLst>
        </pc:spChg>
        <pc:spChg chg="add del mod">
          <ac:chgData name="Tanisha Kar" userId="4446c515-0aea-4587-a78e-df24c6d8ec2e" providerId="ADAL" clId="{1F4DBF33-E189-48B9-966C-A420BBB989E2}" dt="2024-06-10T07:27:34.497" v="915" actId="21"/>
          <ac:spMkLst>
            <pc:docMk/>
            <pc:sldMk cId="21011384" sldId="2147474056"/>
            <ac:spMk id="48" creationId="{AF3F8DBA-14E3-1D4B-7807-0AFB71E18722}"/>
          </ac:spMkLst>
        </pc:spChg>
        <pc:spChg chg="mod">
          <ac:chgData name="Tanisha Kar" userId="4446c515-0aea-4587-a78e-df24c6d8ec2e" providerId="ADAL" clId="{1F4DBF33-E189-48B9-966C-A420BBB989E2}" dt="2024-06-10T07:06:19.409" v="623"/>
          <ac:spMkLst>
            <pc:docMk/>
            <pc:sldMk cId="21011384" sldId="2147474056"/>
            <ac:spMk id="50" creationId="{0715C267-40AD-2DA9-8F2E-98F3A2C04053}"/>
          </ac:spMkLst>
        </pc:spChg>
        <pc:spChg chg="add mod">
          <ac:chgData name="Tanisha Kar" userId="4446c515-0aea-4587-a78e-df24c6d8ec2e" providerId="ADAL" clId="{1F4DBF33-E189-48B9-966C-A420BBB989E2}" dt="2024-06-10T07:11:16.378" v="689" actId="571"/>
          <ac:spMkLst>
            <pc:docMk/>
            <pc:sldMk cId="21011384" sldId="2147474056"/>
            <ac:spMk id="57" creationId="{54860917-1E4C-2200-1AD8-11AD5221D91B}"/>
          </ac:spMkLst>
        </pc:spChg>
        <pc:spChg chg="add mod">
          <ac:chgData name="Tanisha Kar" userId="4446c515-0aea-4587-a78e-df24c6d8ec2e" providerId="ADAL" clId="{1F4DBF33-E189-48B9-966C-A420BBB989E2}" dt="2024-06-10T07:11:16.378" v="689" actId="571"/>
          <ac:spMkLst>
            <pc:docMk/>
            <pc:sldMk cId="21011384" sldId="2147474056"/>
            <ac:spMk id="58" creationId="{4C587ADB-03C7-76D0-E422-B61C0EE56B8E}"/>
          </ac:spMkLst>
        </pc:spChg>
        <pc:spChg chg="add mod">
          <ac:chgData name="Tanisha Kar" userId="4446c515-0aea-4587-a78e-df24c6d8ec2e" providerId="ADAL" clId="{1F4DBF33-E189-48B9-966C-A420BBB989E2}" dt="2024-06-10T07:11:16.378" v="689" actId="571"/>
          <ac:spMkLst>
            <pc:docMk/>
            <pc:sldMk cId="21011384" sldId="2147474056"/>
            <ac:spMk id="59" creationId="{DF35A120-98B4-BED2-AB7D-2DABD491E7AB}"/>
          </ac:spMkLst>
        </pc:spChg>
        <pc:spChg chg="add mod">
          <ac:chgData name="Tanisha Kar" userId="4446c515-0aea-4587-a78e-df24c6d8ec2e" providerId="ADAL" clId="{1F4DBF33-E189-48B9-966C-A420BBB989E2}" dt="2024-06-10T07:11:16.378" v="689" actId="571"/>
          <ac:spMkLst>
            <pc:docMk/>
            <pc:sldMk cId="21011384" sldId="2147474056"/>
            <ac:spMk id="60" creationId="{AA73A719-AC70-B20E-BAE1-CE6C80A14F27}"/>
          </ac:spMkLst>
        </pc:spChg>
        <pc:spChg chg="add mod">
          <ac:chgData name="Tanisha Kar" userId="4446c515-0aea-4587-a78e-df24c6d8ec2e" providerId="ADAL" clId="{1F4DBF33-E189-48B9-966C-A420BBB989E2}" dt="2024-06-10T07:11:16.378" v="689" actId="571"/>
          <ac:spMkLst>
            <pc:docMk/>
            <pc:sldMk cId="21011384" sldId="2147474056"/>
            <ac:spMk id="61" creationId="{BF4143CA-F853-DAFF-DDEF-2A78D4394CBB}"/>
          </ac:spMkLst>
        </pc:spChg>
        <pc:spChg chg="add mod ord">
          <ac:chgData name="Tanisha Kar" userId="4446c515-0aea-4587-a78e-df24c6d8ec2e" providerId="ADAL" clId="{1F4DBF33-E189-48B9-966C-A420BBB989E2}" dt="2024-06-10T07:38:39.227" v="1042" actId="207"/>
          <ac:spMkLst>
            <pc:docMk/>
            <pc:sldMk cId="21011384" sldId="2147474056"/>
            <ac:spMk id="69" creationId="{A505CC76-D605-DD65-D0DC-722FF6B638A1}"/>
          </ac:spMkLst>
        </pc:spChg>
        <pc:spChg chg="add mod">
          <ac:chgData name="Tanisha Kar" userId="4446c515-0aea-4587-a78e-df24c6d8ec2e" providerId="ADAL" clId="{1F4DBF33-E189-48B9-966C-A420BBB989E2}" dt="2024-06-10T07:38:39.227" v="1042" actId="207"/>
          <ac:spMkLst>
            <pc:docMk/>
            <pc:sldMk cId="21011384" sldId="2147474056"/>
            <ac:spMk id="74" creationId="{898E58CD-2F34-531B-951F-29E782E862CF}"/>
          </ac:spMkLst>
        </pc:spChg>
        <pc:spChg chg="add mod">
          <ac:chgData name="Tanisha Kar" userId="4446c515-0aea-4587-a78e-df24c6d8ec2e" providerId="ADAL" clId="{1F4DBF33-E189-48B9-966C-A420BBB989E2}" dt="2024-06-10T07:41:51.237" v="1089" actId="207"/>
          <ac:spMkLst>
            <pc:docMk/>
            <pc:sldMk cId="21011384" sldId="2147474056"/>
            <ac:spMk id="75" creationId="{F3FA1C63-E5AE-63B3-C9BB-449F5E2B3D70}"/>
          </ac:spMkLst>
        </pc:spChg>
        <pc:spChg chg="add mod">
          <ac:chgData name="Tanisha Kar" userId="4446c515-0aea-4587-a78e-df24c6d8ec2e" providerId="ADAL" clId="{1F4DBF33-E189-48B9-966C-A420BBB989E2}" dt="2024-06-10T07:45:32.086" v="1124" actId="1035"/>
          <ac:spMkLst>
            <pc:docMk/>
            <pc:sldMk cId="21011384" sldId="2147474056"/>
            <ac:spMk id="76" creationId="{7C156D50-07B5-4D65-271D-D2780BDE41E0}"/>
          </ac:spMkLst>
        </pc:spChg>
        <pc:spChg chg="add del mod">
          <ac:chgData name="Tanisha Kar" userId="4446c515-0aea-4587-a78e-df24c6d8ec2e" providerId="ADAL" clId="{1F4DBF33-E189-48B9-966C-A420BBB989E2}" dt="2024-06-10T07:24:02.224" v="853"/>
          <ac:spMkLst>
            <pc:docMk/>
            <pc:sldMk cId="21011384" sldId="2147474056"/>
            <ac:spMk id="78" creationId="{673E602B-AA9E-5B22-2E10-F348927B776B}"/>
          </ac:spMkLst>
        </pc:spChg>
        <pc:spChg chg="add del mod">
          <ac:chgData name="Tanisha Kar" userId="4446c515-0aea-4587-a78e-df24c6d8ec2e" providerId="ADAL" clId="{1F4DBF33-E189-48B9-966C-A420BBB989E2}" dt="2024-06-10T07:24:02.224" v="851" actId="478"/>
          <ac:spMkLst>
            <pc:docMk/>
            <pc:sldMk cId="21011384" sldId="2147474056"/>
            <ac:spMk id="79" creationId="{C6CF04DF-C269-90C2-B9F0-4D7D1A868A8C}"/>
          </ac:spMkLst>
        </pc:spChg>
        <pc:spChg chg="add mod">
          <ac:chgData name="Tanisha Kar" userId="4446c515-0aea-4587-a78e-df24c6d8ec2e" providerId="ADAL" clId="{1F4DBF33-E189-48B9-966C-A420BBB989E2}" dt="2024-06-10T07:38:39.227" v="1042" actId="207"/>
          <ac:spMkLst>
            <pc:docMk/>
            <pc:sldMk cId="21011384" sldId="2147474056"/>
            <ac:spMk id="81" creationId="{1C92B65D-72E5-6A70-1E1A-59475A28AE6F}"/>
          </ac:spMkLst>
        </pc:spChg>
        <pc:spChg chg="add mod">
          <ac:chgData name="Tanisha Kar" userId="4446c515-0aea-4587-a78e-df24c6d8ec2e" providerId="ADAL" clId="{1F4DBF33-E189-48B9-966C-A420BBB989E2}" dt="2024-06-10T09:25:49.242" v="1181" actId="1038"/>
          <ac:spMkLst>
            <pc:docMk/>
            <pc:sldMk cId="21011384" sldId="2147474056"/>
            <ac:spMk id="82" creationId="{F2F16973-D16E-246E-B298-6667CB882EAE}"/>
          </ac:spMkLst>
        </pc:spChg>
        <pc:spChg chg="add mod">
          <ac:chgData name="Tanisha Kar" userId="4446c515-0aea-4587-a78e-df24c6d8ec2e" providerId="ADAL" clId="{1F4DBF33-E189-48B9-966C-A420BBB989E2}" dt="2024-06-10T08:23:30.316" v="1160" actId="1035"/>
          <ac:spMkLst>
            <pc:docMk/>
            <pc:sldMk cId="21011384" sldId="2147474056"/>
            <ac:spMk id="83" creationId="{AB16566F-B25F-354F-300B-756569F44115}"/>
          </ac:spMkLst>
        </pc:spChg>
        <pc:spChg chg="add mod">
          <ac:chgData name="Tanisha Kar" userId="4446c515-0aea-4587-a78e-df24c6d8ec2e" providerId="ADAL" clId="{1F4DBF33-E189-48B9-966C-A420BBB989E2}" dt="2024-06-10T07:40:59.138" v="1072" actId="14100"/>
          <ac:spMkLst>
            <pc:docMk/>
            <pc:sldMk cId="21011384" sldId="2147474056"/>
            <ac:spMk id="88" creationId="{DF71C89D-7AAE-DE4A-0B0B-EB916D00A80E}"/>
          </ac:spMkLst>
        </pc:spChg>
        <pc:spChg chg="add del mod">
          <ac:chgData name="Tanisha Kar" userId="4446c515-0aea-4587-a78e-df24c6d8ec2e" providerId="ADAL" clId="{1F4DBF33-E189-48B9-966C-A420BBB989E2}" dt="2024-06-10T07:28:14.222" v="942" actId="478"/>
          <ac:spMkLst>
            <pc:docMk/>
            <pc:sldMk cId="21011384" sldId="2147474056"/>
            <ac:spMk id="89" creationId="{51950F30-5BB1-5128-9E71-F32B13CF383C}"/>
          </ac:spMkLst>
        </pc:spChg>
        <pc:spChg chg="add mod">
          <ac:chgData name="Tanisha Kar" userId="4446c515-0aea-4587-a78e-df24c6d8ec2e" providerId="ADAL" clId="{1F4DBF33-E189-48B9-966C-A420BBB989E2}" dt="2024-06-10T09:26:07.090" v="1183" actId="1036"/>
          <ac:spMkLst>
            <pc:docMk/>
            <pc:sldMk cId="21011384" sldId="2147474056"/>
            <ac:spMk id="90" creationId="{620D5EB8-D188-01AB-211B-F849A8D83493}"/>
          </ac:spMkLst>
        </pc:spChg>
        <pc:spChg chg="add del mod">
          <ac:chgData name="Tanisha Kar" userId="4446c515-0aea-4587-a78e-df24c6d8ec2e" providerId="ADAL" clId="{1F4DBF33-E189-48B9-966C-A420BBB989E2}" dt="2024-06-10T07:45:49.833" v="1128" actId="1036"/>
          <ac:spMkLst>
            <pc:docMk/>
            <pc:sldMk cId="21011384" sldId="2147474056"/>
            <ac:spMk id="92" creationId="{CE3F1D8D-CEE7-5F62-81DA-249CF9308323}"/>
          </ac:spMkLst>
        </pc:spChg>
        <pc:spChg chg="add mod">
          <ac:chgData name="Tanisha Kar" userId="4446c515-0aea-4587-a78e-df24c6d8ec2e" providerId="ADAL" clId="{1F4DBF33-E189-48B9-966C-A420BBB989E2}" dt="2024-06-10T07:45:49.833" v="1128" actId="1036"/>
          <ac:spMkLst>
            <pc:docMk/>
            <pc:sldMk cId="21011384" sldId="2147474056"/>
            <ac:spMk id="93" creationId="{FE6C3DFA-FEAB-D319-B64C-845985A88FF0}"/>
          </ac:spMkLst>
        </pc:spChg>
        <pc:spChg chg="add mod">
          <ac:chgData name="Tanisha Kar" userId="4446c515-0aea-4587-a78e-df24c6d8ec2e" providerId="ADAL" clId="{1F4DBF33-E189-48B9-966C-A420BBB989E2}" dt="2024-06-10T07:45:49.833" v="1128" actId="1036"/>
          <ac:spMkLst>
            <pc:docMk/>
            <pc:sldMk cId="21011384" sldId="2147474056"/>
            <ac:spMk id="94" creationId="{1159AE74-3FB1-FCC9-DDC5-74420A7984A7}"/>
          </ac:spMkLst>
        </pc:spChg>
        <pc:spChg chg="add del mod">
          <ac:chgData name="Tanisha Kar" userId="4446c515-0aea-4587-a78e-df24c6d8ec2e" providerId="ADAL" clId="{1F4DBF33-E189-48B9-966C-A420BBB989E2}" dt="2024-06-10T07:30:58.975" v="973"/>
          <ac:spMkLst>
            <pc:docMk/>
            <pc:sldMk cId="21011384" sldId="2147474056"/>
            <ac:spMk id="98" creationId="{F89B83B7-A784-0D5B-C760-FDF13A402116}"/>
          </ac:spMkLst>
        </pc:spChg>
        <pc:spChg chg="add mod">
          <ac:chgData name="Tanisha Kar" userId="4446c515-0aea-4587-a78e-df24c6d8ec2e" providerId="ADAL" clId="{1F4DBF33-E189-48B9-966C-A420BBB989E2}" dt="2024-06-10T07:40:38.055" v="1068" actId="14100"/>
          <ac:spMkLst>
            <pc:docMk/>
            <pc:sldMk cId="21011384" sldId="2147474056"/>
            <ac:spMk id="100" creationId="{8C3F25B5-72FD-1AEB-B38C-325B006E4C24}"/>
          </ac:spMkLst>
        </pc:spChg>
        <pc:spChg chg="add mod">
          <ac:chgData name="Tanisha Kar" userId="4446c515-0aea-4587-a78e-df24c6d8ec2e" providerId="ADAL" clId="{1F4DBF33-E189-48B9-966C-A420BBB989E2}" dt="2024-06-10T09:26:07.090" v="1183" actId="1036"/>
          <ac:spMkLst>
            <pc:docMk/>
            <pc:sldMk cId="21011384" sldId="2147474056"/>
            <ac:spMk id="101" creationId="{F11DBE5D-0BA5-5ADA-ED1C-4164FB032765}"/>
          </ac:spMkLst>
        </pc:spChg>
        <pc:spChg chg="add mod">
          <ac:chgData name="Tanisha Kar" userId="4446c515-0aea-4587-a78e-df24c6d8ec2e" providerId="ADAL" clId="{1F4DBF33-E189-48B9-966C-A420BBB989E2}" dt="2024-06-10T07:45:04.267" v="1117" actId="20577"/>
          <ac:spMkLst>
            <pc:docMk/>
            <pc:sldMk cId="21011384" sldId="2147474056"/>
            <ac:spMk id="113" creationId="{3854F78E-ED96-2277-ABAF-399D195F8067}"/>
          </ac:spMkLst>
        </pc:spChg>
        <pc:spChg chg="add del mod">
          <ac:chgData name="Tanisha Kar" userId="4446c515-0aea-4587-a78e-df24c6d8ec2e" providerId="ADAL" clId="{1F4DBF33-E189-48B9-966C-A420BBB989E2}" dt="2024-06-10T07:40:14.680" v="1062"/>
          <ac:spMkLst>
            <pc:docMk/>
            <pc:sldMk cId="21011384" sldId="2147474056"/>
            <ac:spMk id="114" creationId="{5D72A700-5A43-D71A-B944-3005C9E32F18}"/>
          </ac:spMkLst>
        </pc:spChg>
        <pc:grpChg chg="add del mod">
          <ac:chgData name="Tanisha Kar" userId="4446c515-0aea-4587-a78e-df24c6d8ec2e" providerId="ADAL" clId="{1F4DBF33-E189-48B9-966C-A420BBB989E2}" dt="2024-06-10T05:32:52.896" v="47" actId="165"/>
          <ac:grpSpMkLst>
            <pc:docMk/>
            <pc:sldMk cId="21011384" sldId="2147474056"/>
            <ac:grpSpMk id="10" creationId="{B9D3580A-AA81-C34F-7CC7-2702D55320BD}"/>
          </ac:grpSpMkLst>
        </pc:grpChg>
        <pc:grpChg chg="add del mod">
          <ac:chgData name="Tanisha Kar" userId="4446c515-0aea-4587-a78e-df24c6d8ec2e" providerId="ADAL" clId="{1F4DBF33-E189-48B9-966C-A420BBB989E2}" dt="2024-06-10T07:18:47.200" v="758" actId="478"/>
          <ac:grpSpMkLst>
            <pc:docMk/>
            <pc:sldMk cId="21011384" sldId="2147474056"/>
            <ac:grpSpMk id="37" creationId="{37D0CB17-97FB-6C27-EA23-C27B5E6458F9}"/>
          </ac:grpSpMkLst>
        </pc:grpChg>
        <pc:grpChg chg="add del mod">
          <ac:chgData name="Tanisha Kar" userId="4446c515-0aea-4587-a78e-df24c6d8ec2e" providerId="ADAL" clId="{1F4DBF33-E189-48B9-966C-A420BBB989E2}" dt="2024-06-10T07:18:47.200" v="758" actId="478"/>
          <ac:grpSpMkLst>
            <pc:docMk/>
            <pc:sldMk cId="21011384" sldId="2147474056"/>
            <ac:grpSpMk id="38" creationId="{2A2818D7-D786-7A7B-1E88-25312168BC30}"/>
          </ac:grpSpMkLst>
        </pc:grpChg>
        <pc:grpChg chg="add del mod">
          <ac:chgData name="Tanisha Kar" userId="4446c515-0aea-4587-a78e-df24c6d8ec2e" providerId="ADAL" clId="{1F4DBF33-E189-48B9-966C-A420BBB989E2}" dt="2024-06-10T07:18:47.200" v="758" actId="478"/>
          <ac:grpSpMkLst>
            <pc:docMk/>
            <pc:sldMk cId="21011384" sldId="2147474056"/>
            <ac:grpSpMk id="41" creationId="{BAF0591B-052E-8519-36C7-98B8869AB65B}"/>
          </ac:grpSpMkLst>
        </pc:grpChg>
        <pc:grpChg chg="add del mod">
          <ac:chgData name="Tanisha Kar" userId="4446c515-0aea-4587-a78e-df24c6d8ec2e" providerId="ADAL" clId="{1F4DBF33-E189-48B9-966C-A420BBB989E2}" dt="2024-06-10T07:18:47.200" v="758" actId="478"/>
          <ac:grpSpMkLst>
            <pc:docMk/>
            <pc:sldMk cId="21011384" sldId="2147474056"/>
            <ac:grpSpMk id="45" creationId="{CD50AC96-8E87-172D-B766-6C621F85E177}"/>
          </ac:grpSpMkLst>
        </pc:grpChg>
        <pc:grpChg chg="add del mod">
          <ac:chgData name="Tanisha Kar" userId="4446c515-0aea-4587-a78e-df24c6d8ec2e" providerId="ADAL" clId="{1F4DBF33-E189-48B9-966C-A420BBB989E2}" dt="2024-06-10T07:18:47.200" v="758" actId="478"/>
          <ac:grpSpMkLst>
            <pc:docMk/>
            <pc:sldMk cId="21011384" sldId="2147474056"/>
            <ac:grpSpMk id="49" creationId="{CDBBA792-7C24-8294-D2F2-A25ECAECCE87}"/>
          </ac:grpSpMkLst>
        </pc:grpChg>
        <pc:graphicFrameChg chg="mod modGraphic">
          <ac:chgData name="Tanisha Kar" userId="4446c515-0aea-4587-a78e-df24c6d8ec2e" providerId="ADAL" clId="{1F4DBF33-E189-48B9-966C-A420BBB989E2}" dt="2024-06-10T12:36:13.267" v="1191" actId="14100"/>
          <ac:graphicFrameMkLst>
            <pc:docMk/>
            <pc:sldMk cId="21011384" sldId="2147474056"/>
            <ac:graphicFrameMk id="6" creationId="{C7427376-62F0-FD01-AA6E-43ED8FA7179E}"/>
          </ac:graphicFrameMkLst>
        </pc:graphicFrameChg>
        <pc:graphicFrameChg chg="add del mod modGraphic">
          <ac:chgData name="Tanisha Kar" userId="4446c515-0aea-4587-a78e-df24c6d8ec2e" providerId="ADAL" clId="{1F4DBF33-E189-48B9-966C-A420BBB989E2}" dt="2024-06-10T07:27:34.497" v="915" actId="21"/>
          <ac:graphicFrameMkLst>
            <pc:docMk/>
            <pc:sldMk cId="21011384" sldId="2147474056"/>
            <ac:graphicFrameMk id="18" creationId="{E75C5BBB-3DB4-DF63-58FD-FF398AFE047D}"/>
          </ac:graphicFrameMkLst>
        </pc:graphicFrameChg>
        <pc:graphicFrameChg chg="add del mod modGraphic">
          <ac:chgData name="Tanisha Kar" userId="4446c515-0aea-4587-a78e-df24c6d8ec2e" providerId="ADAL" clId="{1F4DBF33-E189-48B9-966C-A420BBB989E2}" dt="2024-06-10T07:39:27.426" v="1048" actId="478"/>
          <ac:graphicFrameMkLst>
            <pc:docMk/>
            <pc:sldMk cId="21011384" sldId="2147474056"/>
            <ac:graphicFrameMk id="104" creationId="{DB1F2ECD-98A6-0092-C28E-96FAD622D619}"/>
          </ac:graphicFrameMkLst>
        </pc:graphicFrameChg>
        <pc:picChg chg="add mod">
          <ac:chgData name="Tanisha Kar" userId="4446c515-0aea-4587-a78e-df24c6d8ec2e" providerId="ADAL" clId="{1F4DBF33-E189-48B9-966C-A420BBB989E2}" dt="2024-06-10T07:05:00.086" v="590" actId="164"/>
          <ac:picMkLst>
            <pc:docMk/>
            <pc:sldMk cId="21011384" sldId="2147474056"/>
            <ac:picMk id="21" creationId="{B7DC00E2-E777-4CC5-C407-DE058D2EFDBC}"/>
          </ac:picMkLst>
        </pc:picChg>
        <pc:picChg chg="add del mod">
          <ac:chgData name="Tanisha Kar" userId="4446c515-0aea-4587-a78e-df24c6d8ec2e" providerId="ADAL" clId="{1F4DBF33-E189-48B9-966C-A420BBB989E2}" dt="2024-06-10T07:05:16.537" v="592" actId="478"/>
          <ac:picMkLst>
            <pc:docMk/>
            <pc:sldMk cId="21011384" sldId="2147474056"/>
            <ac:picMk id="25" creationId="{4319F988-4F15-5B56-0EEF-D5270F94E79B}"/>
          </ac:picMkLst>
        </pc:picChg>
        <pc:picChg chg="add del mod">
          <ac:chgData name="Tanisha Kar" userId="4446c515-0aea-4587-a78e-df24c6d8ec2e" providerId="ADAL" clId="{1F4DBF33-E189-48B9-966C-A420BBB989E2}" dt="2024-06-10T07:05:16.537" v="592" actId="478"/>
          <ac:picMkLst>
            <pc:docMk/>
            <pc:sldMk cId="21011384" sldId="2147474056"/>
            <ac:picMk id="29" creationId="{44EEA822-8E23-F693-EF97-32DF1FDB4A3A}"/>
          </ac:picMkLst>
        </pc:picChg>
        <pc:picChg chg="mod">
          <ac:chgData name="Tanisha Kar" userId="4446c515-0aea-4587-a78e-df24c6d8ec2e" providerId="ADAL" clId="{1F4DBF33-E189-48B9-966C-A420BBB989E2}" dt="2024-06-10T07:05:25.352" v="595"/>
          <ac:picMkLst>
            <pc:docMk/>
            <pc:sldMk cId="21011384" sldId="2147474056"/>
            <ac:picMk id="40" creationId="{2A700848-55E0-74A9-4162-F55A8848F89A}"/>
          </ac:picMkLst>
        </pc:picChg>
        <pc:picChg chg="mod">
          <ac:chgData name="Tanisha Kar" userId="4446c515-0aea-4587-a78e-df24c6d8ec2e" providerId="ADAL" clId="{1F4DBF33-E189-48B9-966C-A420BBB989E2}" dt="2024-06-10T07:05:36.022" v="597"/>
          <ac:picMkLst>
            <pc:docMk/>
            <pc:sldMk cId="21011384" sldId="2147474056"/>
            <ac:picMk id="43" creationId="{3DEE95E7-4FB1-EDA7-1D1E-8CB702040B11}"/>
          </ac:picMkLst>
        </pc:picChg>
        <pc:picChg chg="mod">
          <ac:chgData name="Tanisha Kar" userId="4446c515-0aea-4587-a78e-df24c6d8ec2e" providerId="ADAL" clId="{1F4DBF33-E189-48B9-966C-A420BBB989E2}" dt="2024-06-10T07:06:02.158" v="601"/>
          <ac:picMkLst>
            <pc:docMk/>
            <pc:sldMk cId="21011384" sldId="2147474056"/>
            <ac:picMk id="47" creationId="{049D17AA-EC14-034E-440D-9D8FF97F1C5E}"/>
          </ac:picMkLst>
        </pc:picChg>
        <pc:picChg chg="mod">
          <ac:chgData name="Tanisha Kar" userId="4446c515-0aea-4587-a78e-df24c6d8ec2e" providerId="ADAL" clId="{1F4DBF33-E189-48B9-966C-A420BBB989E2}" dt="2024-06-10T07:06:19.409" v="623"/>
          <ac:picMkLst>
            <pc:docMk/>
            <pc:sldMk cId="21011384" sldId="2147474056"/>
            <ac:picMk id="51" creationId="{9BB64498-12D8-82FE-6D58-EA3C454764F3}"/>
          </ac:picMkLst>
        </pc:picChg>
        <pc:picChg chg="add del mod">
          <ac:chgData name="Tanisha Kar" userId="4446c515-0aea-4587-a78e-df24c6d8ec2e" providerId="ADAL" clId="{1F4DBF33-E189-48B9-966C-A420BBB989E2}" dt="2024-06-10T08:22:49.889" v="1146" actId="478"/>
          <ac:picMkLst>
            <pc:docMk/>
            <pc:sldMk cId="21011384" sldId="2147474056"/>
            <ac:picMk id="121" creationId="{066D3F87-BF25-C2FB-BBA1-8A30BAADC755}"/>
          </ac:picMkLst>
        </pc:picChg>
        <pc:picChg chg="add mod">
          <ac:chgData name="Tanisha Kar" userId="4446c515-0aea-4587-a78e-df24c6d8ec2e" providerId="ADAL" clId="{1F4DBF33-E189-48B9-966C-A420BBB989E2}" dt="2024-06-10T09:26:07.090" v="1183" actId="1036"/>
          <ac:picMkLst>
            <pc:docMk/>
            <pc:sldMk cId="21011384" sldId="2147474056"/>
            <ac:picMk id="123" creationId="{187C7D88-3750-05A3-C7CD-E2F580ED41A2}"/>
          </ac:picMkLst>
        </pc:picChg>
        <pc:picChg chg="add mod">
          <ac:chgData name="Tanisha Kar" userId="4446c515-0aea-4587-a78e-df24c6d8ec2e" providerId="ADAL" clId="{1F4DBF33-E189-48B9-966C-A420BBB989E2}" dt="2024-06-10T09:26:07.090" v="1183" actId="1036"/>
          <ac:picMkLst>
            <pc:docMk/>
            <pc:sldMk cId="21011384" sldId="2147474056"/>
            <ac:picMk id="125" creationId="{78D88A1A-BF28-78BF-F163-919E902195ED}"/>
          </ac:picMkLst>
        </pc:picChg>
        <pc:picChg chg="add mod">
          <ac:chgData name="Tanisha Kar" userId="4446c515-0aea-4587-a78e-df24c6d8ec2e" providerId="ADAL" clId="{1F4DBF33-E189-48B9-966C-A420BBB989E2}" dt="2024-06-10T08:23:30.316" v="1160" actId="1035"/>
          <ac:picMkLst>
            <pc:docMk/>
            <pc:sldMk cId="21011384" sldId="2147474056"/>
            <ac:picMk id="127" creationId="{E8990F61-0B75-2395-F6BF-7ED5E9744883}"/>
          </ac:picMkLst>
        </pc:picChg>
        <pc:picChg chg="add mod">
          <ac:chgData name="Tanisha Kar" userId="4446c515-0aea-4587-a78e-df24c6d8ec2e" providerId="ADAL" clId="{1F4DBF33-E189-48B9-966C-A420BBB989E2}" dt="2024-06-10T07:45:29.346" v="1121" actId="1076"/>
          <ac:picMkLst>
            <pc:docMk/>
            <pc:sldMk cId="21011384" sldId="2147474056"/>
            <ac:picMk id="129" creationId="{959300B8-CDB2-D3B8-6DFB-2B56A90DD1DD}"/>
          </ac:picMkLst>
        </pc:picChg>
        <pc:picChg chg="add mod">
          <ac:chgData name="Tanisha Kar" userId="4446c515-0aea-4587-a78e-df24c6d8ec2e" providerId="ADAL" clId="{1F4DBF33-E189-48B9-966C-A420BBB989E2}" dt="2024-06-10T08:23:30.316" v="1160" actId="1035"/>
          <ac:picMkLst>
            <pc:docMk/>
            <pc:sldMk cId="21011384" sldId="2147474056"/>
            <ac:picMk id="131" creationId="{849F63B8-72A1-A5DA-4831-734F57819B7D}"/>
          </ac:picMkLst>
        </pc:picChg>
        <pc:cxnChg chg="add del mod">
          <ac:chgData name="Tanisha Kar" userId="4446c515-0aea-4587-a78e-df24c6d8ec2e" providerId="ADAL" clId="{1F4DBF33-E189-48B9-966C-A420BBB989E2}" dt="2024-06-10T07:08:32.429" v="664" actId="478"/>
          <ac:cxnSpMkLst>
            <pc:docMk/>
            <pc:sldMk cId="21011384" sldId="2147474056"/>
            <ac:cxnSpMk id="32" creationId="{60B5DF84-AFA3-FF0E-BCA1-FC08F6239C52}"/>
          </ac:cxnSpMkLst>
        </pc:cxnChg>
        <pc:cxnChg chg="add del mod">
          <ac:chgData name="Tanisha Kar" userId="4446c515-0aea-4587-a78e-df24c6d8ec2e" providerId="ADAL" clId="{1F4DBF33-E189-48B9-966C-A420BBB989E2}" dt="2024-06-10T07:21:01.133" v="779" actId="478"/>
          <ac:cxnSpMkLst>
            <pc:docMk/>
            <pc:sldMk cId="21011384" sldId="2147474056"/>
            <ac:cxnSpMk id="34" creationId="{07D88F57-7B1A-738F-BF98-8780D6F3BEC0}"/>
          </ac:cxnSpMkLst>
        </pc:cxnChg>
        <pc:cxnChg chg="add del mod">
          <ac:chgData name="Tanisha Kar" userId="4446c515-0aea-4587-a78e-df24c6d8ec2e" providerId="ADAL" clId="{1F4DBF33-E189-48B9-966C-A420BBB989E2}" dt="2024-06-10T07:08:32.429" v="664" actId="478"/>
          <ac:cxnSpMkLst>
            <pc:docMk/>
            <pc:sldMk cId="21011384" sldId="2147474056"/>
            <ac:cxnSpMk id="35" creationId="{5168CC99-0E18-7979-E746-7257C87F4CDA}"/>
          </ac:cxnSpMkLst>
        </pc:cxnChg>
        <pc:cxnChg chg="add del mod">
          <ac:chgData name="Tanisha Kar" userId="4446c515-0aea-4587-a78e-df24c6d8ec2e" providerId="ADAL" clId="{1F4DBF33-E189-48B9-966C-A420BBB989E2}" dt="2024-06-10T07:08:32.429" v="664" actId="478"/>
          <ac:cxnSpMkLst>
            <pc:docMk/>
            <pc:sldMk cId="21011384" sldId="2147474056"/>
            <ac:cxnSpMk id="52" creationId="{648D03E9-9BD9-5515-EB30-3C80466B6CD8}"/>
          </ac:cxnSpMkLst>
        </pc:cxnChg>
        <pc:cxnChg chg="add del mod">
          <ac:chgData name="Tanisha Kar" userId="4446c515-0aea-4587-a78e-df24c6d8ec2e" providerId="ADAL" clId="{1F4DBF33-E189-48B9-966C-A420BBB989E2}" dt="2024-06-10T07:08:32.429" v="664" actId="478"/>
          <ac:cxnSpMkLst>
            <pc:docMk/>
            <pc:sldMk cId="21011384" sldId="2147474056"/>
            <ac:cxnSpMk id="54" creationId="{54A609B1-F509-9299-3871-FC931D9CEBC1}"/>
          </ac:cxnSpMkLst>
        </pc:cxnChg>
        <pc:cxnChg chg="add del mod">
          <ac:chgData name="Tanisha Kar" userId="4446c515-0aea-4587-a78e-df24c6d8ec2e" providerId="ADAL" clId="{1F4DBF33-E189-48B9-966C-A420BBB989E2}" dt="2024-06-10T07:22:42.209" v="806" actId="478"/>
          <ac:cxnSpMkLst>
            <pc:docMk/>
            <pc:sldMk cId="21011384" sldId="2147474056"/>
            <ac:cxnSpMk id="56" creationId="{E906F3C5-2E1A-91DE-5C00-C0592EF4EE2C}"/>
          </ac:cxnSpMkLst>
        </pc:cxnChg>
        <pc:cxnChg chg="add del mod">
          <ac:chgData name="Tanisha Kar" userId="4446c515-0aea-4587-a78e-df24c6d8ec2e" providerId="ADAL" clId="{1F4DBF33-E189-48B9-966C-A420BBB989E2}" dt="2024-06-10T07:23:17.485" v="841" actId="21"/>
          <ac:cxnSpMkLst>
            <pc:docMk/>
            <pc:sldMk cId="21011384" sldId="2147474056"/>
            <ac:cxnSpMk id="62" creationId="{9B4A4550-AC60-6454-F128-EE865748A192}"/>
          </ac:cxnSpMkLst>
        </pc:cxnChg>
        <pc:cxnChg chg="add del mod">
          <ac:chgData name="Tanisha Kar" userId="4446c515-0aea-4587-a78e-df24c6d8ec2e" providerId="ADAL" clId="{1F4DBF33-E189-48B9-966C-A420BBB989E2}" dt="2024-06-10T07:27:34.497" v="915" actId="21"/>
          <ac:cxnSpMkLst>
            <pc:docMk/>
            <pc:sldMk cId="21011384" sldId="2147474056"/>
            <ac:cxnSpMk id="65" creationId="{AA79778D-F9C6-F12A-97E3-F174341C9F39}"/>
          </ac:cxnSpMkLst>
        </pc:cxnChg>
        <pc:cxnChg chg="add del mod">
          <ac:chgData name="Tanisha Kar" userId="4446c515-0aea-4587-a78e-df24c6d8ec2e" providerId="ADAL" clId="{1F4DBF33-E189-48B9-966C-A420BBB989E2}" dt="2024-06-10T07:27:34.497" v="915" actId="21"/>
          <ac:cxnSpMkLst>
            <pc:docMk/>
            <pc:sldMk cId="21011384" sldId="2147474056"/>
            <ac:cxnSpMk id="67" creationId="{11780179-D972-A8A8-C791-C054A119605D}"/>
          </ac:cxnSpMkLst>
        </pc:cxnChg>
        <pc:cxnChg chg="add mod">
          <ac:chgData name="Tanisha Kar" userId="4446c515-0aea-4587-a78e-df24c6d8ec2e" providerId="ADAL" clId="{1F4DBF33-E189-48B9-966C-A420BBB989E2}" dt="2024-06-10T07:38:36.571" v="1036" actId="208"/>
          <ac:cxnSpMkLst>
            <pc:docMk/>
            <pc:sldMk cId="21011384" sldId="2147474056"/>
            <ac:cxnSpMk id="71" creationId="{33B4CD94-4364-B1FF-27C3-1223032A8252}"/>
          </ac:cxnSpMkLst>
        </pc:cxnChg>
        <pc:cxnChg chg="add mod">
          <ac:chgData name="Tanisha Kar" userId="4446c515-0aea-4587-a78e-df24c6d8ec2e" providerId="ADAL" clId="{1F4DBF33-E189-48B9-966C-A420BBB989E2}" dt="2024-06-10T07:38:36.571" v="1036" actId="208"/>
          <ac:cxnSpMkLst>
            <pc:docMk/>
            <pc:sldMk cId="21011384" sldId="2147474056"/>
            <ac:cxnSpMk id="77" creationId="{802649FB-9331-7A31-3DCC-E47D4A050728}"/>
          </ac:cxnSpMkLst>
        </pc:cxnChg>
        <pc:cxnChg chg="add del mod">
          <ac:chgData name="Tanisha Kar" userId="4446c515-0aea-4587-a78e-df24c6d8ec2e" providerId="ADAL" clId="{1F4DBF33-E189-48B9-966C-A420BBB989E2}" dt="2024-06-10T07:24:04.076" v="854" actId="478"/>
          <ac:cxnSpMkLst>
            <pc:docMk/>
            <pc:sldMk cId="21011384" sldId="2147474056"/>
            <ac:cxnSpMk id="80" creationId="{074A5639-8F3F-BC8F-A176-56900846F789}"/>
          </ac:cxnSpMkLst>
        </pc:cxnChg>
        <pc:cxnChg chg="add mod">
          <ac:chgData name="Tanisha Kar" userId="4446c515-0aea-4587-a78e-df24c6d8ec2e" providerId="ADAL" clId="{1F4DBF33-E189-48B9-966C-A420BBB989E2}" dt="2024-06-10T07:38:36.571" v="1036" actId="208"/>
          <ac:cxnSpMkLst>
            <pc:docMk/>
            <pc:sldMk cId="21011384" sldId="2147474056"/>
            <ac:cxnSpMk id="84" creationId="{58D0E589-D5CE-B7D5-7FDC-5E843CB91841}"/>
          </ac:cxnSpMkLst>
        </pc:cxnChg>
        <pc:cxnChg chg="add mod">
          <ac:chgData name="Tanisha Kar" userId="4446c515-0aea-4587-a78e-df24c6d8ec2e" providerId="ADAL" clId="{1F4DBF33-E189-48B9-966C-A420BBB989E2}" dt="2024-06-10T07:41:06.752" v="1073" actId="14100"/>
          <ac:cxnSpMkLst>
            <pc:docMk/>
            <pc:sldMk cId="21011384" sldId="2147474056"/>
            <ac:cxnSpMk id="91" creationId="{4BA342B1-FF47-EC8A-66E5-8F3FD7922B08}"/>
          </ac:cxnSpMkLst>
        </pc:cxnChg>
        <pc:cxnChg chg="add del mod">
          <ac:chgData name="Tanisha Kar" userId="4446c515-0aea-4587-a78e-df24c6d8ec2e" providerId="ADAL" clId="{1F4DBF33-E189-48B9-966C-A420BBB989E2}" dt="2024-06-10T07:30:58.975" v="973"/>
          <ac:cxnSpMkLst>
            <pc:docMk/>
            <pc:sldMk cId="21011384" sldId="2147474056"/>
            <ac:cxnSpMk id="99" creationId="{701FA36C-09F7-AB9E-2E75-43D3C8191B07}"/>
          </ac:cxnSpMkLst>
        </pc:cxnChg>
        <pc:cxnChg chg="add mod">
          <ac:chgData name="Tanisha Kar" userId="4446c515-0aea-4587-a78e-df24c6d8ec2e" providerId="ADAL" clId="{1F4DBF33-E189-48B9-966C-A420BBB989E2}" dt="2024-06-10T07:40:45.593" v="1070" actId="14100"/>
          <ac:cxnSpMkLst>
            <pc:docMk/>
            <pc:sldMk cId="21011384" sldId="2147474056"/>
            <ac:cxnSpMk id="102" creationId="{EE979D5A-5310-E59D-56F3-1F06D892E1B0}"/>
          </ac:cxnSpMkLst>
        </pc:cxnChg>
        <pc:cxnChg chg="add del mod">
          <ac:chgData name="Tanisha Kar" userId="4446c515-0aea-4587-a78e-df24c6d8ec2e" providerId="ADAL" clId="{1F4DBF33-E189-48B9-966C-A420BBB989E2}" dt="2024-06-10T07:38:41.234" v="1044" actId="478"/>
          <ac:cxnSpMkLst>
            <pc:docMk/>
            <pc:sldMk cId="21011384" sldId="2147474056"/>
            <ac:cxnSpMk id="109" creationId="{E9A4F4AD-F7ED-B594-BF7E-2CB42C76E6AC}"/>
          </ac:cxnSpMkLst>
        </pc:cxnChg>
      </pc:sldChg>
      <pc:sldChg chg="addSp modSp new mod ord modShow">
        <pc:chgData name="Tanisha Kar" userId="4446c515-0aea-4587-a78e-df24c6d8ec2e" providerId="ADAL" clId="{1F4DBF33-E189-48B9-966C-A420BBB989E2}" dt="2024-06-10T07:46:42.861" v="1141" actId="729"/>
        <pc:sldMkLst>
          <pc:docMk/>
          <pc:sldMk cId="3243393529" sldId="2147474057"/>
        </pc:sldMkLst>
        <pc:spChg chg="add mod">
          <ac:chgData name="Tanisha Kar" userId="4446c515-0aea-4587-a78e-df24c6d8ec2e" providerId="ADAL" clId="{1F4DBF33-E189-48B9-966C-A420BBB989E2}" dt="2024-06-10T07:27:37.100" v="917"/>
          <ac:spMkLst>
            <pc:docMk/>
            <pc:sldMk cId="3243393529" sldId="2147474057"/>
            <ac:spMk id="2" creationId="{55951CD0-AB06-93AA-7F70-46B1B05BAAF3}"/>
          </ac:spMkLst>
        </pc:spChg>
        <pc:spChg chg="add mod">
          <ac:chgData name="Tanisha Kar" userId="4446c515-0aea-4587-a78e-df24c6d8ec2e" providerId="ADAL" clId="{1F4DBF33-E189-48B9-966C-A420BBB989E2}" dt="2024-06-10T07:27:37.100" v="917"/>
          <ac:spMkLst>
            <pc:docMk/>
            <pc:sldMk cId="3243393529" sldId="2147474057"/>
            <ac:spMk id="3" creationId="{1B7EBBAA-F6BC-D270-0B37-E14F97311E3E}"/>
          </ac:spMkLst>
        </pc:spChg>
        <pc:spChg chg="add mod">
          <ac:chgData name="Tanisha Kar" userId="4446c515-0aea-4587-a78e-df24c6d8ec2e" providerId="ADAL" clId="{1F4DBF33-E189-48B9-966C-A420BBB989E2}" dt="2024-06-10T07:27:37.100" v="917"/>
          <ac:spMkLst>
            <pc:docMk/>
            <pc:sldMk cId="3243393529" sldId="2147474057"/>
            <ac:spMk id="4" creationId="{DFF5F235-A5AC-B604-DFAF-CA2AA222C2C4}"/>
          </ac:spMkLst>
        </pc:spChg>
        <pc:spChg chg="add mod">
          <ac:chgData name="Tanisha Kar" userId="4446c515-0aea-4587-a78e-df24c6d8ec2e" providerId="ADAL" clId="{1F4DBF33-E189-48B9-966C-A420BBB989E2}" dt="2024-06-10T07:27:37.100" v="917"/>
          <ac:spMkLst>
            <pc:docMk/>
            <pc:sldMk cId="3243393529" sldId="2147474057"/>
            <ac:spMk id="6" creationId="{EBB348A1-DFB8-C951-55DA-03999A079149}"/>
          </ac:spMkLst>
        </pc:spChg>
        <pc:spChg chg="add mod">
          <ac:chgData name="Tanisha Kar" userId="4446c515-0aea-4587-a78e-df24c6d8ec2e" providerId="ADAL" clId="{1F4DBF33-E189-48B9-966C-A420BBB989E2}" dt="2024-06-10T07:27:37.100" v="917"/>
          <ac:spMkLst>
            <pc:docMk/>
            <pc:sldMk cId="3243393529" sldId="2147474057"/>
            <ac:spMk id="7" creationId="{3A076142-EC24-29B1-3B9D-00A417B7E45D}"/>
          </ac:spMkLst>
        </pc:spChg>
        <pc:graphicFrameChg chg="add mod">
          <ac:chgData name="Tanisha Kar" userId="4446c515-0aea-4587-a78e-df24c6d8ec2e" providerId="ADAL" clId="{1F4DBF33-E189-48B9-966C-A420BBB989E2}" dt="2024-06-10T07:27:37.100" v="917"/>
          <ac:graphicFrameMkLst>
            <pc:docMk/>
            <pc:sldMk cId="3243393529" sldId="2147474057"/>
            <ac:graphicFrameMk id="5" creationId="{A6993AE4-537E-69DD-736A-F5ED75226D9F}"/>
          </ac:graphicFrameMkLst>
        </pc:graphicFrameChg>
        <pc:cxnChg chg="add mod">
          <ac:chgData name="Tanisha Kar" userId="4446c515-0aea-4587-a78e-df24c6d8ec2e" providerId="ADAL" clId="{1F4DBF33-E189-48B9-966C-A420BBB989E2}" dt="2024-06-10T07:27:37.100" v="917"/>
          <ac:cxnSpMkLst>
            <pc:docMk/>
            <pc:sldMk cId="3243393529" sldId="2147474057"/>
            <ac:cxnSpMk id="8" creationId="{28381209-E4A9-0B89-6283-43F9C1FF0042}"/>
          </ac:cxnSpMkLst>
        </pc:cxnChg>
        <pc:cxnChg chg="add mod">
          <ac:chgData name="Tanisha Kar" userId="4446c515-0aea-4587-a78e-df24c6d8ec2e" providerId="ADAL" clId="{1F4DBF33-E189-48B9-966C-A420BBB989E2}" dt="2024-06-10T07:27:37.100" v="917"/>
          <ac:cxnSpMkLst>
            <pc:docMk/>
            <pc:sldMk cId="3243393529" sldId="2147474057"/>
            <ac:cxnSpMk id="9" creationId="{61382ADF-DE31-5C3C-54EB-120817125B76}"/>
          </ac:cxnSpMkLst>
        </pc:cxnChg>
      </pc:sldChg>
    </pc:docChg>
  </pc:docChgLst>
  <pc:docChgLst>
    <pc:chgData name="Sharath Desai" userId="S::sharath.desai@auxoai.com::fce790d7-fbe9-4b29-bd1c-8247f50838b9" providerId="AD" clId="Web-{9A7FB643-7214-F7DD-432E-B102EB52B29A}"/>
    <pc:docChg chg="modSld">
      <pc:chgData name="Sharath Desai" userId="S::sharath.desai@auxoai.com::fce790d7-fbe9-4b29-bd1c-8247f50838b9" providerId="AD" clId="Web-{9A7FB643-7214-F7DD-432E-B102EB52B29A}" dt="2024-06-10T14:47:38.190" v="190" actId="20577"/>
      <pc:docMkLst>
        <pc:docMk/>
      </pc:docMkLst>
      <pc:sldChg chg="modSp">
        <pc:chgData name="Sharath Desai" userId="S::sharath.desai@auxoai.com::fce790d7-fbe9-4b29-bd1c-8247f50838b9" providerId="AD" clId="Web-{9A7FB643-7214-F7DD-432E-B102EB52B29A}" dt="2024-06-10T14:47:38.190" v="190" actId="20577"/>
        <pc:sldMkLst>
          <pc:docMk/>
          <pc:sldMk cId="3590054160" sldId="2147474053"/>
        </pc:sldMkLst>
        <pc:spChg chg="mod">
          <ac:chgData name="Sharath Desai" userId="S::sharath.desai@auxoai.com::fce790d7-fbe9-4b29-bd1c-8247f50838b9" providerId="AD" clId="Web-{9A7FB643-7214-F7DD-432E-B102EB52B29A}" dt="2024-06-10T14:47:38.190" v="190" actId="20577"/>
          <ac:spMkLst>
            <pc:docMk/>
            <pc:sldMk cId="3590054160" sldId="2147474053"/>
            <ac:spMk id="3" creationId="{7DF863DA-9578-D86C-7D95-F2D92C1944C3}"/>
          </ac:spMkLst>
        </pc:spChg>
      </pc:sldChg>
    </pc:docChg>
  </pc:docChgLst>
  <pc:docChgLst>
    <pc:chgData name="Prerna Sharma" userId="0c01f89d-57ee-4627-bc42-f6ea36007593" providerId="ADAL" clId="{D5EF536B-6DA6-4A93-A636-E2C2DC78139B}"/>
    <pc:docChg chg="undo custSel modSld">
      <pc:chgData name="Prerna Sharma" userId="0c01f89d-57ee-4627-bc42-f6ea36007593" providerId="ADAL" clId="{D5EF536B-6DA6-4A93-A636-E2C2DC78139B}" dt="2024-06-10T18:51:29.777" v="1780" actId="123"/>
      <pc:docMkLst>
        <pc:docMk/>
      </pc:docMkLst>
      <pc:sldChg chg="modSp mod">
        <pc:chgData name="Prerna Sharma" userId="0c01f89d-57ee-4627-bc42-f6ea36007593" providerId="ADAL" clId="{D5EF536B-6DA6-4A93-A636-E2C2DC78139B}" dt="2024-06-07T14:01:05.615" v="223" actId="313"/>
        <pc:sldMkLst>
          <pc:docMk/>
          <pc:sldMk cId="3870935564" sldId="2147474052"/>
        </pc:sldMkLst>
        <pc:spChg chg="mod">
          <ac:chgData name="Prerna Sharma" userId="0c01f89d-57ee-4627-bc42-f6ea36007593" providerId="ADAL" clId="{D5EF536B-6DA6-4A93-A636-E2C2DC78139B}" dt="2024-06-07T14:01:05.615" v="223" actId="313"/>
          <ac:spMkLst>
            <pc:docMk/>
            <pc:sldMk cId="3870935564" sldId="2147474052"/>
            <ac:spMk id="45" creationId="{B3790F00-985E-7F75-D115-4AB70C658838}"/>
          </ac:spMkLst>
        </pc:spChg>
      </pc:sldChg>
      <pc:sldChg chg="addSp delSp modSp mod">
        <pc:chgData name="Prerna Sharma" userId="0c01f89d-57ee-4627-bc42-f6ea36007593" providerId="ADAL" clId="{D5EF536B-6DA6-4A93-A636-E2C2DC78139B}" dt="2024-06-10T18:51:29.777" v="1780" actId="123"/>
        <pc:sldMkLst>
          <pc:docMk/>
          <pc:sldMk cId="3711744976" sldId="2147474055"/>
        </pc:sldMkLst>
        <pc:spChg chg="add del">
          <ac:chgData name="Prerna Sharma" userId="0c01f89d-57ee-4627-bc42-f6ea36007593" providerId="ADAL" clId="{D5EF536B-6DA6-4A93-A636-E2C2DC78139B}" dt="2024-06-10T18:49:42.023" v="1775" actId="478"/>
          <ac:spMkLst>
            <pc:docMk/>
            <pc:sldMk cId="3711744976" sldId="2147474055"/>
            <ac:spMk id="4" creationId="{D82BBBB9-2C6A-4149-D015-13B5E92C0DD8}"/>
          </ac:spMkLst>
        </pc:spChg>
        <pc:spChg chg="mod">
          <ac:chgData name="Prerna Sharma" userId="0c01f89d-57ee-4627-bc42-f6ea36007593" providerId="ADAL" clId="{D5EF536B-6DA6-4A93-A636-E2C2DC78139B}" dt="2024-06-10T18:51:29.777" v="1780" actId="123"/>
          <ac:spMkLst>
            <pc:docMk/>
            <pc:sldMk cId="3711744976" sldId="2147474055"/>
            <ac:spMk id="45" creationId="{B3790F00-985E-7F75-D115-4AB70C658838}"/>
          </ac:spMkLst>
        </pc:spChg>
      </pc:sldChg>
    </pc:docChg>
  </pc:docChgLst>
  <pc:docChgLst>
    <pc:chgData name="Satish Tammineni" userId="60986461-a419-45ed-854c-4dfbc8d7dc2f" providerId="ADAL" clId="{C4563B60-3D7B-E941-9795-888D366E4D35}"/>
    <pc:docChg chg="undo custSel addSld delSld modSld sldOrd">
      <pc:chgData name="Satish Tammineni" userId="60986461-a419-45ed-854c-4dfbc8d7dc2f" providerId="ADAL" clId="{C4563B60-3D7B-E941-9795-888D366E4D35}" dt="2024-06-10T22:38:39.467" v="14426" actId="1036"/>
      <pc:docMkLst>
        <pc:docMk/>
      </pc:docMkLst>
      <pc:sldChg chg="modSp mod">
        <pc:chgData name="Satish Tammineni" userId="60986461-a419-45ed-854c-4dfbc8d7dc2f" providerId="ADAL" clId="{C4563B60-3D7B-E941-9795-888D366E4D35}" dt="2024-06-06T05:41:26.038" v="40" actId="20577"/>
        <pc:sldMkLst>
          <pc:docMk/>
          <pc:sldMk cId="404338774" sldId="264"/>
        </pc:sldMkLst>
        <pc:spChg chg="mod">
          <ac:chgData name="Satish Tammineni" userId="60986461-a419-45ed-854c-4dfbc8d7dc2f" providerId="ADAL" clId="{C4563B60-3D7B-E941-9795-888D366E4D35}" dt="2024-06-06T05:41:26.038" v="40" actId="20577"/>
          <ac:spMkLst>
            <pc:docMk/>
            <pc:sldMk cId="404338774" sldId="264"/>
            <ac:spMk id="6" creationId="{006DC811-7AA6-67FF-EB50-F1293A4624C1}"/>
          </ac:spMkLst>
        </pc:spChg>
      </pc:sldChg>
      <pc:sldChg chg="addSp delSp modSp mod">
        <pc:chgData name="Satish Tammineni" userId="60986461-a419-45ed-854c-4dfbc8d7dc2f" providerId="ADAL" clId="{C4563B60-3D7B-E941-9795-888D366E4D35}" dt="2024-06-10T22:38:39.467" v="14426" actId="1036"/>
        <pc:sldMkLst>
          <pc:docMk/>
          <pc:sldMk cId="537443486" sldId="265"/>
        </pc:sldMkLst>
        <pc:spChg chg="mod">
          <ac:chgData name="Satish Tammineni" userId="60986461-a419-45ed-854c-4dfbc8d7dc2f" providerId="ADAL" clId="{C4563B60-3D7B-E941-9795-888D366E4D35}" dt="2024-06-06T06:04:11.094" v="930" actId="20577"/>
          <ac:spMkLst>
            <pc:docMk/>
            <pc:sldMk cId="537443486" sldId="265"/>
            <ac:spMk id="2" creationId="{9BBF186C-7A45-420E-93D1-3C483E3B71E3}"/>
          </ac:spMkLst>
        </pc:spChg>
        <pc:spChg chg="mod">
          <ac:chgData name="Satish Tammineni" userId="60986461-a419-45ed-854c-4dfbc8d7dc2f" providerId="ADAL" clId="{C4563B60-3D7B-E941-9795-888D366E4D35}" dt="2024-06-10T22:38:39.467" v="14426" actId="1036"/>
          <ac:spMkLst>
            <pc:docMk/>
            <pc:sldMk cId="537443486" sldId="265"/>
            <ac:spMk id="3" creationId="{47FFA397-4B4E-69B6-622B-797A2205D083}"/>
          </ac:spMkLst>
        </pc:spChg>
        <pc:spChg chg="add mod">
          <ac:chgData name="Satish Tammineni" userId="60986461-a419-45ed-854c-4dfbc8d7dc2f" providerId="ADAL" clId="{C4563B60-3D7B-E941-9795-888D366E4D35}" dt="2024-06-10T22:38:39.467" v="14426" actId="1036"/>
          <ac:spMkLst>
            <pc:docMk/>
            <pc:sldMk cId="537443486" sldId="265"/>
            <ac:spMk id="4" creationId="{78218E27-66C4-6F43-94EB-D96B5F33941E}"/>
          </ac:spMkLst>
        </pc:spChg>
        <pc:spChg chg="del">
          <ac:chgData name="Satish Tammineni" userId="60986461-a419-45ed-854c-4dfbc8d7dc2f" providerId="ADAL" clId="{C4563B60-3D7B-E941-9795-888D366E4D35}" dt="2024-06-06T06:04:00.604" v="909" actId="478"/>
          <ac:spMkLst>
            <pc:docMk/>
            <pc:sldMk cId="537443486" sldId="265"/>
            <ac:spMk id="5" creationId="{D1C7D0CE-239E-B806-6501-250CE0889DA0}"/>
          </ac:spMkLst>
        </pc:spChg>
        <pc:spChg chg="mod">
          <ac:chgData name="Satish Tammineni" userId="60986461-a419-45ed-854c-4dfbc8d7dc2f" providerId="ADAL" clId="{C4563B60-3D7B-E941-9795-888D366E4D35}" dt="2024-06-06T06:17:35.435" v="1988" actId="1076"/>
          <ac:spMkLst>
            <pc:docMk/>
            <pc:sldMk cId="537443486" sldId="265"/>
            <ac:spMk id="9" creationId="{CBC9E284-D3AA-A898-7D64-AEC879A5496A}"/>
          </ac:spMkLst>
        </pc:spChg>
        <pc:spChg chg="del">
          <ac:chgData name="Satish Tammineni" userId="60986461-a419-45ed-854c-4dfbc8d7dc2f" providerId="ADAL" clId="{C4563B60-3D7B-E941-9795-888D366E4D35}" dt="2024-06-06T06:04:00.604" v="909" actId="478"/>
          <ac:spMkLst>
            <pc:docMk/>
            <pc:sldMk cId="537443486" sldId="265"/>
            <ac:spMk id="10" creationId="{EA7C43B2-7A65-4D81-88B5-CA3395BDDD0A}"/>
          </ac:spMkLst>
        </pc:spChg>
        <pc:spChg chg="del">
          <ac:chgData name="Satish Tammineni" userId="60986461-a419-45ed-854c-4dfbc8d7dc2f" providerId="ADAL" clId="{C4563B60-3D7B-E941-9795-888D366E4D35}" dt="2024-06-06T06:04:00.604" v="909" actId="478"/>
          <ac:spMkLst>
            <pc:docMk/>
            <pc:sldMk cId="537443486" sldId="265"/>
            <ac:spMk id="12" creationId="{54629D96-2100-4D56-CD05-7AB4963E379C}"/>
          </ac:spMkLst>
        </pc:spChg>
        <pc:spChg chg="del">
          <ac:chgData name="Satish Tammineni" userId="60986461-a419-45ed-854c-4dfbc8d7dc2f" providerId="ADAL" clId="{C4563B60-3D7B-E941-9795-888D366E4D35}" dt="2024-06-06T06:04:00.604" v="909" actId="478"/>
          <ac:spMkLst>
            <pc:docMk/>
            <pc:sldMk cId="537443486" sldId="265"/>
            <ac:spMk id="17" creationId="{A75FAFEB-A792-74AA-71DE-71C256D77D27}"/>
          </ac:spMkLst>
        </pc:spChg>
        <pc:spChg chg="del">
          <ac:chgData name="Satish Tammineni" userId="60986461-a419-45ed-854c-4dfbc8d7dc2f" providerId="ADAL" clId="{C4563B60-3D7B-E941-9795-888D366E4D35}" dt="2024-06-06T06:04:00.604" v="909" actId="478"/>
          <ac:spMkLst>
            <pc:docMk/>
            <pc:sldMk cId="537443486" sldId="265"/>
            <ac:spMk id="66" creationId="{8DAC19F7-899F-324F-1F80-DB403133146B}"/>
          </ac:spMkLst>
        </pc:spChg>
        <pc:spChg chg="del">
          <ac:chgData name="Satish Tammineni" userId="60986461-a419-45ed-854c-4dfbc8d7dc2f" providerId="ADAL" clId="{C4563B60-3D7B-E941-9795-888D366E4D35}" dt="2024-06-06T06:04:00.604" v="909" actId="478"/>
          <ac:spMkLst>
            <pc:docMk/>
            <pc:sldMk cId="537443486" sldId="265"/>
            <ac:spMk id="67" creationId="{5D54A122-6C63-DF42-BB6D-8E0651EA0E03}"/>
          </ac:spMkLst>
        </pc:spChg>
        <pc:spChg chg="del">
          <ac:chgData name="Satish Tammineni" userId="60986461-a419-45ed-854c-4dfbc8d7dc2f" providerId="ADAL" clId="{C4563B60-3D7B-E941-9795-888D366E4D35}" dt="2024-06-06T06:04:00.604" v="909" actId="478"/>
          <ac:spMkLst>
            <pc:docMk/>
            <pc:sldMk cId="537443486" sldId="265"/>
            <ac:spMk id="68" creationId="{698D0793-9D14-065F-D420-4386A6F7AE3A}"/>
          </ac:spMkLst>
        </pc:spChg>
        <pc:spChg chg="del">
          <ac:chgData name="Satish Tammineni" userId="60986461-a419-45ed-854c-4dfbc8d7dc2f" providerId="ADAL" clId="{C4563B60-3D7B-E941-9795-888D366E4D35}" dt="2024-06-06T06:04:00.604" v="909" actId="478"/>
          <ac:spMkLst>
            <pc:docMk/>
            <pc:sldMk cId="537443486" sldId="265"/>
            <ac:spMk id="69" creationId="{B241E81B-97F0-0D34-26D7-1A18A19E1F3A}"/>
          </ac:spMkLst>
        </pc:spChg>
        <pc:spChg chg="del">
          <ac:chgData name="Satish Tammineni" userId="60986461-a419-45ed-854c-4dfbc8d7dc2f" providerId="ADAL" clId="{C4563B60-3D7B-E941-9795-888D366E4D35}" dt="2024-06-06T06:04:00.604" v="909" actId="478"/>
          <ac:spMkLst>
            <pc:docMk/>
            <pc:sldMk cId="537443486" sldId="265"/>
            <ac:spMk id="70" creationId="{9CAADC11-0D18-B668-6CBF-6D86BC719793}"/>
          </ac:spMkLst>
        </pc:spChg>
        <pc:spChg chg="del">
          <ac:chgData name="Satish Tammineni" userId="60986461-a419-45ed-854c-4dfbc8d7dc2f" providerId="ADAL" clId="{C4563B60-3D7B-E941-9795-888D366E4D35}" dt="2024-06-06T06:04:00.604" v="909" actId="478"/>
          <ac:spMkLst>
            <pc:docMk/>
            <pc:sldMk cId="537443486" sldId="265"/>
            <ac:spMk id="71" creationId="{03F673AA-8329-3037-62BC-FB8EA39F1192}"/>
          </ac:spMkLst>
        </pc:spChg>
        <pc:spChg chg="del">
          <ac:chgData name="Satish Tammineni" userId="60986461-a419-45ed-854c-4dfbc8d7dc2f" providerId="ADAL" clId="{C4563B60-3D7B-E941-9795-888D366E4D35}" dt="2024-06-06T06:04:00.604" v="909" actId="478"/>
          <ac:spMkLst>
            <pc:docMk/>
            <pc:sldMk cId="537443486" sldId="265"/>
            <ac:spMk id="72" creationId="{F9567796-70A4-382B-310D-CA6D56854F3A}"/>
          </ac:spMkLst>
        </pc:spChg>
        <pc:spChg chg="del">
          <ac:chgData name="Satish Tammineni" userId="60986461-a419-45ed-854c-4dfbc8d7dc2f" providerId="ADAL" clId="{C4563B60-3D7B-E941-9795-888D366E4D35}" dt="2024-06-06T06:04:00.604" v="909" actId="478"/>
          <ac:spMkLst>
            <pc:docMk/>
            <pc:sldMk cId="537443486" sldId="265"/>
            <ac:spMk id="83" creationId="{53EA733E-6DF1-A7FA-A441-7B0C463011A1}"/>
          </ac:spMkLst>
        </pc:spChg>
        <pc:spChg chg="del">
          <ac:chgData name="Satish Tammineni" userId="60986461-a419-45ed-854c-4dfbc8d7dc2f" providerId="ADAL" clId="{C4563B60-3D7B-E941-9795-888D366E4D35}" dt="2024-06-06T06:04:00.604" v="909" actId="478"/>
          <ac:spMkLst>
            <pc:docMk/>
            <pc:sldMk cId="537443486" sldId="265"/>
            <ac:spMk id="84" creationId="{94DB7DCD-2557-3E96-9532-6F181B882285}"/>
          </ac:spMkLst>
        </pc:spChg>
        <pc:spChg chg="del">
          <ac:chgData name="Satish Tammineni" userId="60986461-a419-45ed-854c-4dfbc8d7dc2f" providerId="ADAL" clId="{C4563B60-3D7B-E941-9795-888D366E4D35}" dt="2024-06-06T06:04:00.604" v="909" actId="478"/>
          <ac:spMkLst>
            <pc:docMk/>
            <pc:sldMk cId="537443486" sldId="265"/>
            <ac:spMk id="85" creationId="{B99EADB9-4BA4-4F56-E2D8-74999AB84C58}"/>
          </ac:spMkLst>
        </pc:spChg>
        <pc:spChg chg="del">
          <ac:chgData name="Satish Tammineni" userId="60986461-a419-45ed-854c-4dfbc8d7dc2f" providerId="ADAL" clId="{C4563B60-3D7B-E941-9795-888D366E4D35}" dt="2024-06-06T06:04:00.604" v="909" actId="478"/>
          <ac:spMkLst>
            <pc:docMk/>
            <pc:sldMk cId="537443486" sldId="265"/>
            <ac:spMk id="86" creationId="{96CA0C20-9B74-DD6C-964F-96801463E72B}"/>
          </ac:spMkLst>
        </pc:spChg>
        <pc:spChg chg="del">
          <ac:chgData name="Satish Tammineni" userId="60986461-a419-45ed-854c-4dfbc8d7dc2f" providerId="ADAL" clId="{C4563B60-3D7B-E941-9795-888D366E4D35}" dt="2024-06-06T06:04:00.604" v="909" actId="478"/>
          <ac:spMkLst>
            <pc:docMk/>
            <pc:sldMk cId="537443486" sldId="265"/>
            <ac:spMk id="87" creationId="{24A2F026-5142-6616-BDDF-DDD70C73AADC}"/>
          </ac:spMkLst>
        </pc:spChg>
        <pc:spChg chg="del">
          <ac:chgData name="Satish Tammineni" userId="60986461-a419-45ed-854c-4dfbc8d7dc2f" providerId="ADAL" clId="{C4563B60-3D7B-E941-9795-888D366E4D35}" dt="2024-06-06T06:04:00.604" v="909" actId="478"/>
          <ac:spMkLst>
            <pc:docMk/>
            <pc:sldMk cId="537443486" sldId="265"/>
            <ac:spMk id="88" creationId="{B51D9762-2BD0-71DD-B9B5-2C8078F382B9}"/>
          </ac:spMkLst>
        </pc:spChg>
        <pc:spChg chg="del">
          <ac:chgData name="Satish Tammineni" userId="60986461-a419-45ed-854c-4dfbc8d7dc2f" providerId="ADAL" clId="{C4563B60-3D7B-E941-9795-888D366E4D35}" dt="2024-06-06T06:04:00.604" v="909" actId="478"/>
          <ac:spMkLst>
            <pc:docMk/>
            <pc:sldMk cId="537443486" sldId="265"/>
            <ac:spMk id="89" creationId="{70A147E7-8259-E662-4519-3F2BD8B09723}"/>
          </ac:spMkLst>
        </pc:spChg>
        <pc:spChg chg="del">
          <ac:chgData name="Satish Tammineni" userId="60986461-a419-45ed-854c-4dfbc8d7dc2f" providerId="ADAL" clId="{C4563B60-3D7B-E941-9795-888D366E4D35}" dt="2024-06-06T06:04:00.604" v="909" actId="478"/>
          <ac:spMkLst>
            <pc:docMk/>
            <pc:sldMk cId="537443486" sldId="265"/>
            <ac:spMk id="90" creationId="{9DA2864B-1923-88F7-5F78-383398F1FB75}"/>
          </ac:spMkLst>
        </pc:spChg>
        <pc:spChg chg="del">
          <ac:chgData name="Satish Tammineni" userId="60986461-a419-45ed-854c-4dfbc8d7dc2f" providerId="ADAL" clId="{C4563B60-3D7B-E941-9795-888D366E4D35}" dt="2024-06-06T06:04:00.604" v="909" actId="478"/>
          <ac:spMkLst>
            <pc:docMk/>
            <pc:sldMk cId="537443486" sldId="265"/>
            <ac:spMk id="94" creationId="{29FBC31B-BBEB-C097-841B-2FE55E788018}"/>
          </ac:spMkLst>
        </pc:spChg>
        <pc:spChg chg="del">
          <ac:chgData name="Satish Tammineni" userId="60986461-a419-45ed-854c-4dfbc8d7dc2f" providerId="ADAL" clId="{C4563B60-3D7B-E941-9795-888D366E4D35}" dt="2024-06-06T06:04:00.604" v="909" actId="478"/>
          <ac:spMkLst>
            <pc:docMk/>
            <pc:sldMk cId="537443486" sldId="265"/>
            <ac:spMk id="95" creationId="{0F3C7384-5122-7B54-3889-9006D2782FF1}"/>
          </ac:spMkLst>
        </pc:spChg>
        <pc:spChg chg="del">
          <ac:chgData name="Satish Tammineni" userId="60986461-a419-45ed-854c-4dfbc8d7dc2f" providerId="ADAL" clId="{C4563B60-3D7B-E941-9795-888D366E4D35}" dt="2024-06-06T06:04:00.604" v="909" actId="478"/>
          <ac:spMkLst>
            <pc:docMk/>
            <pc:sldMk cId="537443486" sldId="265"/>
            <ac:spMk id="96" creationId="{C0C38E8D-426D-1D09-592B-6E158D85BC9F}"/>
          </ac:spMkLst>
        </pc:spChg>
        <pc:spChg chg="del">
          <ac:chgData name="Satish Tammineni" userId="60986461-a419-45ed-854c-4dfbc8d7dc2f" providerId="ADAL" clId="{C4563B60-3D7B-E941-9795-888D366E4D35}" dt="2024-06-06T06:04:00.604" v="909" actId="478"/>
          <ac:spMkLst>
            <pc:docMk/>
            <pc:sldMk cId="537443486" sldId="265"/>
            <ac:spMk id="97" creationId="{EFFB3D9A-B7F1-D82E-9F54-B595E91B7F10}"/>
          </ac:spMkLst>
        </pc:spChg>
        <pc:spChg chg="del">
          <ac:chgData name="Satish Tammineni" userId="60986461-a419-45ed-854c-4dfbc8d7dc2f" providerId="ADAL" clId="{C4563B60-3D7B-E941-9795-888D366E4D35}" dt="2024-06-06T06:04:00.604" v="909" actId="478"/>
          <ac:spMkLst>
            <pc:docMk/>
            <pc:sldMk cId="537443486" sldId="265"/>
            <ac:spMk id="98" creationId="{92EAA25B-495A-AF8B-7AA7-891150671885}"/>
          </ac:spMkLst>
        </pc:spChg>
        <pc:spChg chg="del">
          <ac:chgData name="Satish Tammineni" userId="60986461-a419-45ed-854c-4dfbc8d7dc2f" providerId="ADAL" clId="{C4563B60-3D7B-E941-9795-888D366E4D35}" dt="2024-06-06T06:04:00.604" v="909" actId="478"/>
          <ac:spMkLst>
            <pc:docMk/>
            <pc:sldMk cId="537443486" sldId="265"/>
            <ac:spMk id="99" creationId="{B42FB78C-B8C8-C0B6-1E35-66A495BBF73D}"/>
          </ac:spMkLst>
        </pc:spChg>
        <pc:spChg chg="del">
          <ac:chgData name="Satish Tammineni" userId="60986461-a419-45ed-854c-4dfbc8d7dc2f" providerId="ADAL" clId="{C4563B60-3D7B-E941-9795-888D366E4D35}" dt="2024-06-06T06:16:56.313" v="1951" actId="478"/>
          <ac:spMkLst>
            <pc:docMk/>
            <pc:sldMk cId="537443486" sldId="265"/>
            <ac:spMk id="104" creationId="{FD13E10D-BE25-3BAF-EB72-73265D6BFDFD}"/>
          </ac:spMkLst>
        </pc:spChg>
        <pc:cxnChg chg="add mod">
          <ac:chgData name="Satish Tammineni" userId="60986461-a419-45ed-854c-4dfbc8d7dc2f" providerId="ADAL" clId="{C4563B60-3D7B-E941-9795-888D366E4D35}" dt="2024-06-06T06:15:29.190" v="1945" actId="1076"/>
          <ac:cxnSpMkLst>
            <pc:docMk/>
            <pc:sldMk cId="537443486" sldId="265"/>
            <ac:cxnSpMk id="6" creationId="{72DF1B33-3A34-01FB-23C2-E34CE83C9BAD}"/>
          </ac:cxnSpMkLst>
        </pc:cxnChg>
        <pc:cxnChg chg="del mod">
          <ac:chgData name="Satish Tammineni" userId="60986461-a419-45ed-854c-4dfbc8d7dc2f" providerId="ADAL" clId="{C4563B60-3D7B-E941-9795-888D366E4D35}" dt="2024-06-06T06:04:00.604" v="909" actId="478"/>
          <ac:cxnSpMkLst>
            <pc:docMk/>
            <pc:sldMk cId="537443486" sldId="265"/>
            <ac:cxnSpMk id="15" creationId="{A9CDBDD4-82CF-39F3-B354-2041024ECDD3}"/>
          </ac:cxnSpMkLst>
        </pc:cxnChg>
        <pc:cxnChg chg="del mod">
          <ac:chgData name="Satish Tammineni" userId="60986461-a419-45ed-854c-4dfbc8d7dc2f" providerId="ADAL" clId="{C4563B60-3D7B-E941-9795-888D366E4D35}" dt="2024-06-06T06:04:00.604" v="909" actId="478"/>
          <ac:cxnSpMkLst>
            <pc:docMk/>
            <pc:sldMk cId="537443486" sldId="265"/>
            <ac:cxnSpMk id="19" creationId="{515E005B-B1B5-E1DE-63B9-9A2FD8FEECBB}"/>
          </ac:cxnSpMkLst>
        </pc:cxnChg>
        <pc:cxnChg chg="del mod">
          <ac:chgData name="Satish Tammineni" userId="60986461-a419-45ed-854c-4dfbc8d7dc2f" providerId="ADAL" clId="{C4563B60-3D7B-E941-9795-888D366E4D35}" dt="2024-06-06T06:04:00.604" v="909" actId="478"/>
          <ac:cxnSpMkLst>
            <pc:docMk/>
            <pc:sldMk cId="537443486" sldId="265"/>
            <ac:cxnSpMk id="20" creationId="{D90E4593-A7E9-A69B-A13C-ACCD16D5E350}"/>
          </ac:cxnSpMkLst>
        </pc:cxnChg>
        <pc:cxnChg chg="del">
          <ac:chgData name="Satish Tammineni" userId="60986461-a419-45ed-854c-4dfbc8d7dc2f" providerId="ADAL" clId="{C4563B60-3D7B-E941-9795-888D366E4D35}" dt="2024-06-06T06:04:00.604" v="909" actId="478"/>
          <ac:cxnSpMkLst>
            <pc:docMk/>
            <pc:sldMk cId="537443486" sldId="265"/>
            <ac:cxnSpMk id="23" creationId="{C8755411-D006-EC3E-D810-00471B34200E}"/>
          </ac:cxnSpMkLst>
        </pc:cxnChg>
        <pc:cxnChg chg="del">
          <ac:chgData name="Satish Tammineni" userId="60986461-a419-45ed-854c-4dfbc8d7dc2f" providerId="ADAL" clId="{C4563B60-3D7B-E941-9795-888D366E4D35}" dt="2024-06-06T06:04:00.604" v="909" actId="478"/>
          <ac:cxnSpMkLst>
            <pc:docMk/>
            <pc:sldMk cId="537443486" sldId="265"/>
            <ac:cxnSpMk id="26" creationId="{7CEA20F4-13A3-9787-F4D0-C8E3E42A71FB}"/>
          </ac:cxnSpMkLst>
        </pc:cxnChg>
        <pc:cxnChg chg="del">
          <ac:chgData name="Satish Tammineni" userId="60986461-a419-45ed-854c-4dfbc8d7dc2f" providerId="ADAL" clId="{C4563B60-3D7B-E941-9795-888D366E4D35}" dt="2024-06-06T06:04:00.604" v="909" actId="478"/>
          <ac:cxnSpMkLst>
            <pc:docMk/>
            <pc:sldMk cId="537443486" sldId="265"/>
            <ac:cxnSpMk id="32" creationId="{CAE848CA-7B76-06A3-C268-FBCE4ECA9AB3}"/>
          </ac:cxnSpMkLst>
        </pc:cxnChg>
        <pc:cxnChg chg="del">
          <ac:chgData name="Satish Tammineni" userId="60986461-a419-45ed-854c-4dfbc8d7dc2f" providerId="ADAL" clId="{C4563B60-3D7B-E941-9795-888D366E4D35}" dt="2024-06-06T06:04:00.604" v="909" actId="478"/>
          <ac:cxnSpMkLst>
            <pc:docMk/>
            <pc:sldMk cId="537443486" sldId="265"/>
            <ac:cxnSpMk id="33" creationId="{3757B3C6-7186-18BF-91C4-9BF2C3642877}"/>
          </ac:cxnSpMkLst>
        </pc:cxnChg>
        <pc:cxnChg chg="del">
          <ac:chgData name="Satish Tammineni" userId="60986461-a419-45ed-854c-4dfbc8d7dc2f" providerId="ADAL" clId="{C4563B60-3D7B-E941-9795-888D366E4D35}" dt="2024-06-06T06:04:00.604" v="909" actId="478"/>
          <ac:cxnSpMkLst>
            <pc:docMk/>
            <pc:sldMk cId="537443486" sldId="265"/>
            <ac:cxnSpMk id="39" creationId="{E98A2C3E-68F0-8FA6-9D69-79437696CB07}"/>
          </ac:cxnSpMkLst>
        </pc:cxnChg>
        <pc:cxnChg chg="del">
          <ac:chgData name="Satish Tammineni" userId="60986461-a419-45ed-854c-4dfbc8d7dc2f" providerId="ADAL" clId="{C4563B60-3D7B-E941-9795-888D366E4D35}" dt="2024-06-06T06:04:00.604" v="909" actId="478"/>
          <ac:cxnSpMkLst>
            <pc:docMk/>
            <pc:sldMk cId="537443486" sldId="265"/>
            <ac:cxnSpMk id="40" creationId="{2AB0BB81-3223-3F00-200F-8A3FB3238091}"/>
          </ac:cxnSpMkLst>
        </pc:cxnChg>
        <pc:cxnChg chg="del">
          <ac:chgData name="Satish Tammineni" userId="60986461-a419-45ed-854c-4dfbc8d7dc2f" providerId="ADAL" clId="{C4563B60-3D7B-E941-9795-888D366E4D35}" dt="2024-06-06T06:04:00.604" v="909" actId="478"/>
          <ac:cxnSpMkLst>
            <pc:docMk/>
            <pc:sldMk cId="537443486" sldId="265"/>
            <ac:cxnSpMk id="41" creationId="{729AD74A-C650-4DD0-F0F8-8513D1432ABB}"/>
          </ac:cxnSpMkLst>
        </pc:cxnChg>
        <pc:cxnChg chg="del">
          <ac:chgData name="Satish Tammineni" userId="60986461-a419-45ed-854c-4dfbc8d7dc2f" providerId="ADAL" clId="{C4563B60-3D7B-E941-9795-888D366E4D35}" dt="2024-06-06T06:04:00.604" v="909" actId="478"/>
          <ac:cxnSpMkLst>
            <pc:docMk/>
            <pc:sldMk cId="537443486" sldId="265"/>
            <ac:cxnSpMk id="43" creationId="{DD6C411C-6E2E-3345-7DFB-A7D3AEEF0749}"/>
          </ac:cxnSpMkLst>
        </pc:cxnChg>
        <pc:cxnChg chg="del">
          <ac:chgData name="Satish Tammineni" userId="60986461-a419-45ed-854c-4dfbc8d7dc2f" providerId="ADAL" clId="{C4563B60-3D7B-E941-9795-888D366E4D35}" dt="2024-06-06T06:04:00.604" v="909" actId="478"/>
          <ac:cxnSpMkLst>
            <pc:docMk/>
            <pc:sldMk cId="537443486" sldId="265"/>
            <ac:cxnSpMk id="44" creationId="{D67E556F-4A59-A6B5-70DC-374B5A064A0C}"/>
          </ac:cxnSpMkLst>
        </pc:cxnChg>
        <pc:cxnChg chg="del">
          <ac:chgData name="Satish Tammineni" userId="60986461-a419-45ed-854c-4dfbc8d7dc2f" providerId="ADAL" clId="{C4563B60-3D7B-E941-9795-888D366E4D35}" dt="2024-06-06T06:04:00.604" v="909" actId="478"/>
          <ac:cxnSpMkLst>
            <pc:docMk/>
            <pc:sldMk cId="537443486" sldId="265"/>
            <ac:cxnSpMk id="53" creationId="{0D50FE5C-52F7-BAC6-99A9-F14B6D6ADB2B}"/>
          </ac:cxnSpMkLst>
        </pc:cxnChg>
      </pc:sldChg>
      <pc:sldChg chg="del">
        <pc:chgData name="Satish Tammineni" userId="60986461-a419-45ed-854c-4dfbc8d7dc2f" providerId="ADAL" clId="{C4563B60-3D7B-E941-9795-888D366E4D35}" dt="2024-06-10T21:07:48.378" v="13381" actId="2696"/>
        <pc:sldMkLst>
          <pc:docMk/>
          <pc:sldMk cId="1416010239" sldId="267"/>
        </pc:sldMkLst>
      </pc:sldChg>
      <pc:sldChg chg="modSp mod">
        <pc:chgData name="Satish Tammineni" userId="60986461-a419-45ed-854c-4dfbc8d7dc2f" providerId="ADAL" clId="{C4563B60-3D7B-E941-9795-888D366E4D35}" dt="2024-06-10T20:54:22.606" v="13290" actId="1076"/>
        <pc:sldMkLst>
          <pc:docMk/>
          <pc:sldMk cId="828810201" sldId="268"/>
        </pc:sldMkLst>
        <pc:spChg chg="mod">
          <ac:chgData name="Satish Tammineni" userId="60986461-a419-45ed-854c-4dfbc8d7dc2f" providerId="ADAL" clId="{C4563B60-3D7B-E941-9795-888D366E4D35}" dt="2024-06-10T20:39:38.367" v="12583" actId="20577"/>
          <ac:spMkLst>
            <pc:docMk/>
            <pc:sldMk cId="828810201" sldId="268"/>
            <ac:spMk id="2" creationId="{2F00A6EB-1E0B-1118-1531-2173BF1CF930}"/>
          </ac:spMkLst>
        </pc:spChg>
        <pc:spChg chg="mod">
          <ac:chgData name="Satish Tammineni" userId="60986461-a419-45ed-854c-4dfbc8d7dc2f" providerId="ADAL" clId="{C4563B60-3D7B-E941-9795-888D366E4D35}" dt="2024-06-10T20:54:16.942" v="13289" actId="1035"/>
          <ac:spMkLst>
            <pc:docMk/>
            <pc:sldMk cId="828810201" sldId="268"/>
            <ac:spMk id="8" creationId="{D7489843-62FA-9B95-04E7-E603DCA234EB}"/>
          </ac:spMkLst>
        </pc:spChg>
        <pc:spChg chg="mod">
          <ac:chgData name="Satish Tammineni" userId="60986461-a419-45ed-854c-4dfbc8d7dc2f" providerId="ADAL" clId="{C4563B60-3D7B-E941-9795-888D366E4D35}" dt="2024-06-06T06:01:39.375" v="908" actId="14100"/>
          <ac:spMkLst>
            <pc:docMk/>
            <pc:sldMk cId="828810201" sldId="268"/>
            <ac:spMk id="16" creationId="{233FA0EF-A879-7D51-36FC-68605034F47F}"/>
          </ac:spMkLst>
        </pc:spChg>
        <pc:spChg chg="mod">
          <ac:chgData name="Satish Tammineni" userId="60986461-a419-45ed-854c-4dfbc8d7dc2f" providerId="ADAL" clId="{C4563B60-3D7B-E941-9795-888D366E4D35}" dt="2024-06-10T20:50:43.311" v="13052" actId="1036"/>
          <ac:spMkLst>
            <pc:docMk/>
            <pc:sldMk cId="828810201" sldId="268"/>
            <ac:spMk id="18" creationId="{5AA07118-991B-F896-AFE2-ACC2B6326E82}"/>
          </ac:spMkLst>
        </pc:spChg>
        <pc:spChg chg="mod">
          <ac:chgData name="Satish Tammineni" userId="60986461-a419-45ed-854c-4dfbc8d7dc2f" providerId="ADAL" clId="{C4563B60-3D7B-E941-9795-888D366E4D35}" dt="2024-06-10T20:42:40.179" v="12761" actId="1036"/>
          <ac:spMkLst>
            <pc:docMk/>
            <pc:sldMk cId="828810201" sldId="268"/>
            <ac:spMk id="20" creationId="{F36C4FFA-29E0-69D1-96D0-6B2A8B0409C8}"/>
          </ac:spMkLst>
        </pc:spChg>
        <pc:spChg chg="mod">
          <ac:chgData name="Satish Tammineni" userId="60986461-a419-45ed-854c-4dfbc8d7dc2f" providerId="ADAL" clId="{C4563B60-3D7B-E941-9795-888D366E4D35}" dt="2024-06-06T05:54:34.512" v="512" actId="1035"/>
          <ac:spMkLst>
            <pc:docMk/>
            <pc:sldMk cId="828810201" sldId="268"/>
            <ac:spMk id="22" creationId="{A7D4B87C-D2D1-122C-A4DC-EB6702FC3639}"/>
          </ac:spMkLst>
        </pc:spChg>
        <pc:spChg chg="mod">
          <ac:chgData name="Satish Tammineni" userId="60986461-a419-45ed-854c-4dfbc8d7dc2f" providerId="ADAL" clId="{C4563B60-3D7B-E941-9795-888D366E4D35}" dt="2024-06-06T05:54:34.512" v="512" actId="1035"/>
          <ac:spMkLst>
            <pc:docMk/>
            <pc:sldMk cId="828810201" sldId="268"/>
            <ac:spMk id="23" creationId="{C35B725A-CA8F-7154-5FF3-1FDB941A55F6}"/>
          </ac:spMkLst>
        </pc:spChg>
        <pc:spChg chg="mod">
          <ac:chgData name="Satish Tammineni" userId="60986461-a419-45ed-854c-4dfbc8d7dc2f" providerId="ADAL" clId="{C4563B60-3D7B-E941-9795-888D366E4D35}" dt="2024-06-10T20:50:31.391" v="13044" actId="14100"/>
          <ac:spMkLst>
            <pc:docMk/>
            <pc:sldMk cId="828810201" sldId="268"/>
            <ac:spMk id="24" creationId="{E9048A55-5987-4EC8-3BF1-3AC944367760}"/>
          </ac:spMkLst>
        </pc:spChg>
        <pc:spChg chg="mod">
          <ac:chgData name="Satish Tammineni" userId="60986461-a419-45ed-854c-4dfbc8d7dc2f" providerId="ADAL" clId="{C4563B60-3D7B-E941-9795-888D366E4D35}" dt="2024-06-06T05:54:34.512" v="512" actId="1035"/>
          <ac:spMkLst>
            <pc:docMk/>
            <pc:sldMk cId="828810201" sldId="268"/>
            <ac:spMk id="25" creationId="{F1AB4188-D47A-30D8-2016-693E33323ECB}"/>
          </ac:spMkLst>
        </pc:spChg>
        <pc:spChg chg="mod">
          <ac:chgData name="Satish Tammineni" userId="60986461-a419-45ed-854c-4dfbc8d7dc2f" providerId="ADAL" clId="{C4563B60-3D7B-E941-9795-888D366E4D35}" dt="2024-06-10T20:43:28.747" v="12772" actId="1035"/>
          <ac:spMkLst>
            <pc:docMk/>
            <pc:sldMk cId="828810201" sldId="268"/>
            <ac:spMk id="26" creationId="{A1A4C4E9-E83D-EA7B-A88D-F0C0F3B88EAC}"/>
          </ac:spMkLst>
        </pc:spChg>
        <pc:spChg chg="mod">
          <ac:chgData name="Satish Tammineni" userId="60986461-a419-45ed-854c-4dfbc8d7dc2f" providerId="ADAL" clId="{C4563B60-3D7B-E941-9795-888D366E4D35}" dt="2024-06-06T05:43:07.919" v="76" actId="20577"/>
          <ac:spMkLst>
            <pc:docMk/>
            <pc:sldMk cId="828810201" sldId="268"/>
            <ac:spMk id="39" creationId="{CDE1C46A-1BDF-1DA7-53A0-0BD43F024239}"/>
          </ac:spMkLst>
        </pc:spChg>
        <pc:spChg chg="mod">
          <ac:chgData name="Satish Tammineni" userId="60986461-a419-45ed-854c-4dfbc8d7dc2f" providerId="ADAL" clId="{C4563B60-3D7B-E941-9795-888D366E4D35}" dt="2024-06-06T05:43:26.469" v="95" actId="20577"/>
          <ac:spMkLst>
            <pc:docMk/>
            <pc:sldMk cId="828810201" sldId="268"/>
            <ac:spMk id="40" creationId="{AFB06367-7109-281D-DC04-5C57317B52D8}"/>
          </ac:spMkLst>
        </pc:spChg>
        <pc:spChg chg="mod">
          <ac:chgData name="Satish Tammineni" userId="60986461-a419-45ed-854c-4dfbc8d7dc2f" providerId="ADAL" clId="{C4563B60-3D7B-E941-9795-888D366E4D35}" dt="2024-06-06T05:43:33.159" v="106" actId="20577"/>
          <ac:spMkLst>
            <pc:docMk/>
            <pc:sldMk cId="828810201" sldId="268"/>
            <ac:spMk id="41" creationId="{1A0F1FAE-AC59-7DA1-DB2A-6C9D31794F07}"/>
          </ac:spMkLst>
        </pc:spChg>
        <pc:grpChg chg="mod">
          <ac:chgData name="Satish Tammineni" userId="60986461-a419-45ed-854c-4dfbc8d7dc2f" providerId="ADAL" clId="{C4563B60-3D7B-E941-9795-888D366E4D35}" dt="2024-06-06T05:54:34.512" v="512" actId="1035"/>
          <ac:grpSpMkLst>
            <pc:docMk/>
            <pc:sldMk cId="828810201" sldId="268"/>
            <ac:grpSpMk id="42" creationId="{A7D74D5A-7E4A-303C-466F-8F4418B03643}"/>
          </ac:grpSpMkLst>
        </pc:grpChg>
        <pc:cxnChg chg="mod">
          <ac:chgData name="Satish Tammineni" userId="60986461-a419-45ed-854c-4dfbc8d7dc2f" providerId="ADAL" clId="{C4563B60-3D7B-E941-9795-888D366E4D35}" dt="2024-06-10T20:54:22.606" v="13290" actId="1076"/>
          <ac:cxnSpMkLst>
            <pc:docMk/>
            <pc:sldMk cId="828810201" sldId="268"/>
            <ac:cxnSpMk id="17" creationId="{639394A8-AF20-12FD-41CB-BD04EC61F789}"/>
          </ac:cxnSpMkLst>
        </pc:cxnChg>
      </pc:sldChg>
      <pc:sldChg chg="ord">
        <pc:chgData name="Satish Tammineni" userId="60986461-a419-45ed-854c-4dfbc8d7dc2f" providerId="ADAL" clId="{C4563B60-3D7B-E941-9795-888D366E4D35}" dt="2024-06-10T21:45:26.708" v="14013" actId="20578"/>
        <pc:sldMkLst>
          <pc:docMk/>
          <pc:sldMk cId="3748547205" sldId="2147474048"/>
        </pc:sldMkLst>
      </pc:sldChg>
      <pc:sldChg chg="addSp delSp modSp del mod ord delCm">
        <pc:chgData name="Satish Tammineni" userId="60986461-a419-45ed-854c-4dfbc8d7dc2f" providerId="ADAL" clId="{C4563B60-3D7B-E941-9795-888D366E4D35}" dt="2024-06-10T21:07:52.708" v="13383" actId="2696"/>
        <pc:sldMkLst>
          <pc:docMk/>
          <pc:sldMk cId="4259814825" sldId="2147474049"/>
        </pc:sldMkLst>
        <pc:spChg chg="mod">
          <ac:chgData name="Satish Tammineni" userId="60986461-a419-45ed-854c-4dfbc8d7dc2f" providerId="ADAL" clId="{C4563B60-3D7B-E941-9795-888D366E4D35}" dt="2024-06-10T03:21:02.100" v="3640" actId="20577"/>
          <ac:spMkLst>
            <pc:docMk/>
            <pc:sldMk cId="4259814825" sldId="2147474049"/>
            <ac:spMk id="2" creationId="{1121292B-A978-E086-60D2-C8D48D73DB63}"/>
          </ac:spMkLst>
        </pc:spChg>
        <pc:spChg chg="add del mod">
          <ac:chgData name="Satish Tammineni" userId="60986461-a419-45ed-854c-4dfbc8d7dc2f" providerId="ADAL" clId="{C4563B60-3D7B-E941-9795-888D366E4D35}" dt="2024-06-10T03:23:42.065" v="3710" actId="478"/>
          <ac:spMkLst>
            <pc:docMk/>
            <pc:sldMk cId="4259814825" sldId="2147474049"/>
            <ac:spMk id="4" creationId="{21ECB06F-B35C-DA98-BC8D-07CE5EFD927D}"/>
          </ac:spMkLst>
        </pc:spChg>
        <pc:spChg chg="add mod">
          <ac:chgData name="Satish Tammineni" userId="60986461-a419-45ed-854c-4dfbc8d7dc2f" providerId="ADAL" clId="{C4563B60-3D7B-E941-9795-888D366E4D35}" dt="2024-06-10T03:37:44.785" v="4144" actId="1038"/>
          <ac:spMkLst>
            <pc:docMk/>
            <pc:sldMk cId="4259814825" sldId="2147474049"/>
            <ac:spMk id="5" creationId="{24E5E737-22B0-E30B-A3BA-821956C3E4A4}"/>
          </ac:spMkLst>
        </pc:spChg>
        <pc:spChg chg="mod">
          <ac:chgData name="Satish Tammineni" userId="60986461-a419-45ed-854c-4dfbc8d7dc2f" providerId="ADAL" clId="{C4563B60-3D7B-E941-9795-888D366E4D35}" dt="2024-06-10T03:22:06.845" v="3673" actId="20577"/>
          <ac:spMkLst>
            <pc:docMk/>
            <pc:sldMk cId="4259814825" sldId="2147474049"/>
            <ac:spMk id="22" creationId="{F6647D1F-6F19-81E0-398E-2FC9D647BB53}"/>
          </ac:spMkLst>
        </pc:spChg>
        <pc:spChg chg="mod">
          <ac:chgData name="Satish Tammineni" userId="60986461-a419-45ed-854c-4dfbc8d7dc2f" providerId="ADAL" clId="{C4563B60-3D7B-E941-9795-888D366E4D35}" dt="2024-06-10T03:23:09.416" v="3709" actId="20577"/>
          <ac:spMkLst>
            <pc:docMk/>
            <pc:sldMk cId="4259814825" sldId="2147474049"/>
            <ac:spMk id="32" creationId="{9416AAF5-22DB-3EDF-82B2-F4C4A6C68D2A}"/>
          </ac:spMkLst>
        </pc:spChg>
        <pc:spChg chg="mod">
          <ac:chgData name="Satish Tammineni" userId="60986461-a419-45ed-854c-4dfbc8d7dc2f" providerId="ADAL" clId="{C4563B60-3D7B-E941-9795-888D366E4D35}" dt="2024-06-06T06:26:24.612" v="2368" actId="20577"/>
          <ac:spMkLst>
            <pc:docMk/>
            <pc:sldMk cId="4259814825" sldId="2147474049"/>
            <ac:spMk id="33" creationId="{545E7BE0-F100-AA8D-C6C0-8EB9D2715D36}"/>
          </ac:spMkLst>
        </pc:spChg>
        <pc:spChg chg="mod">
          <ac:chgData name="Satish Tammineni" userId="60986461-a419-45ed-854c-4dfbc8d7dc2f" providerId="ADAL" clId="{C4563B60-3D7B-E941-9795-888D366E4D35}" dt="2024-06-10T03:21:13.899" v="3654" actId="20577"/>
          <ac:spMkLst>
            <pc:docMk/>
            <pc:sldMk cId="4259814825" sldId="2147474049"/>
            <ac:spMk id="35" creationId="{F0DB843E-81FC-D356-A5BC-92B152EAFF12}"/>
          </ac:spMkLst>
        </pc:spChg>
        <pc:spChg chg="mod">
          <ac:chgData name="Satish Tammineni" userId="60986461-a419-45ed-854c-4dfbc8d7dc2f" providerId="ADAL" clId="{C4563B60-3D7B-E941-9795-888D366E4D35}" dt="2024-06-10T03:37:44.785" v="4144" actId="1038"/>
          <ac:spMkLst>
            <pc:docMk/>
            <pc:sldMk cId="4259814825" sldId="2147474049"/>
            <ac:spMk id="37" creationId="{69EB8C55-5251-13E3-CA22-DD741EBA1635}"/>
          </ac:spMkLst>
        </pc:spChg>
        <pc:spChg chg="del">
          <ac:chgData name="Satish Tammineni" userId="60986461-a419-45ed-854c-4dfbc8d7dc2f" providerId="ADAL" clId="{C4563B60-3D7B-E941-9795-888D366E4D35}" dt="2024-06-10T03:29:56.908" v="3723" actId="478"/>
          <ac:spMkLst>
            <pc:docMk/>
            <pc:sldMk cId="4259814825" sldId="2147474049"/>
            <ac:spMk id="38" creationId="{9E29B337-16D0-5EDD-3114-673242EF925E}"/>
          </ac:spMkLst>
        </pc:spChg>
        <pc:spChg chg="mod">
          <ac:chgData name="Satish Tammineni" userId="60986461-a419-45ed-854c-4dfbc8d7dc2f" providerId="ADAL" clId="{C4563B60-3D7B-E941-9795-888D366E4D35}" dt="2024-06-06T06:26:46.513" v="2380" actId="20577"/>
          <ac:spMkLst>
            <pc:docMk/>
            <pc:sldMk cId="4259814825" sldId="2147474049"/>
            <ac:spMk id="42" creationId="{93A758A8-5465-A7D6-23A7-C4135D00D5D3}"/>
          </ac:spMkLst>
        </pc:spChg>
        <pc:grpChg chg="mod">
          <ac:chgData name="Satish Tammineni" userId="60986461-a419-45ed-854c-4dfbc8d7dc2f" providerId="ADAL" clId="{C4563B60-3D7B-E941-9795-888D366E4D35}" dt="2024-06-10T03:37:44.785" v="4144" actId="1038"/>
          <ac:grpSpMkLst>
            <pc:docMk/>
            <pc:sldMk cId="4259814825" sldId="2147474049"/>
            <ac:grpSpMk id="44" creationId="{66481CC9-8FE6-58C5-BC37-BF899467D4E6}"/>
          </ac:grpSpMkLst>
        </pc:grpChg>
        <pc:cxnChg chg="mod">
          <ac:chgData name="Satish Tammineni" userId="60986461-a419-45ed-854c-4dfbc8d7dc2f" providerId="ADAL" clId="{C4563B60-3D7B-E941-9795-888D366E4D35}" dt="2024-06-10T03:37:54.752" v="4152" actId="1037"/>
          <ac:cxnSpMkLst>
            <pc:docMk/>
            <pc:sldMk cId="4259814825" sldId="2147474049"/>
            <ac:cxnSpMk id="3" creationId="{26618C73-DF5D-D234-4903-73588E8567D8}"/>
          </ac:cxnSpMkLst>
        </pc:cxnChg>
        <pc:cxnChg chg="add mod">
          <ac:chgData name="Satish Tammineni" userId="60986461-a419-45ed-854c-4dfbc8d7dc2f" providerId="ADAL" clId="{C4563B60-3D7B-E941-9795-888D366E4D35}" dt="2024-06-10T03:37:44.785" v="4144" actId="1038"/>
          <ac:cxnSpMkLst>
            <pc:docMk/>
            <pc:sldMk cId="4259814825" sldId="2147474049"/>
            <ac:cxnSpMk id="6" creationId="{3DA45384-293C-416E-EAC0-846AE47186F3}"/>
          </ac:cxnSpMkLst>
        </pc:cxnChg>
        <pc:cxnChg chg="mod">
          <ac:chgData name="Satish Tammineni" userId="60986461-a419-45ed-854c-4dfbc8d7dc2f" providerId="ADAL" clId="{C4563B60-3D7B-E941-9795-888D366E4D35}" dt="2024-06-10T03:37:44.785" v="4144" actId="1038"/>
          <ac:cxnSpMkLst>
            <pc:docMk/>
            <pc:sldMk cId="4259814825" sldId="2147474049"/>
            <ac:cxnSpMk id="46" creationId="{5363B8F2-1B33-FE0A-7670-79247A42A138}"/>
          </ac:cxnSpMkLst>
        </pc:cxnChg>
        <pc:extLst>
          <p:ext xmlns:p="http://schemas.openxmlformats.org/presentationml/2006/main" uri="{D6D511B9-2390-475A-947B-AFAB55BFBCF1}">
            <pc226:cmChg xmlns:pc226="http://schemas.microsoft.com/office/powerpoint/2022/06/main/command" chg="del">
              <pc226:chgData name="Satish Tammineni" userId="60986461-a419-45ed-854c-4dfbc8d7dc2f" providerId="ADAL" clId="{C4563B60-3D7B-E941-9795-888D366E4D35}" dt="2024-06-06T06:23:48.398" v="2230"/>
              <pc2:cmMkLst xmlns:pc2="http://schemas.microsoft.com/office/powerpoint/2019/9/main/command">
                <pc:docMk/>
                <pc:sldMk cId="4259814825" sldId="2147474049"/>
                <pc2:cmMk id="{3F2BE2E6-ECA1-4160-93A4-2BD750F682A5}"/>
              </pc2:cmMkLst>
            </pc226:cmChg>
          </p:ext>
        </pc:extLst>
      </pc:sldChg>
      <pc:sldChg chg="modSp mod">
        <pc:chgData name="Satish Tammineni" userId="60986461-a419-45ed-854c-4dfbc8d7dc2f" providerId="ADAL" clId="{C4563B60-3D7B-E941-9795-888D366E4D35}" dt="2024-06-10T20:55:40.631" v="13379" actId="20577"/>
        <pc:sldMkLst>
          <pc:docMk/>
          <pc:sldMk cId="996918712" sldId="2147474050"/>
        </pc:sldMkLst>
        <pc:spChg chg="mod">
          <ac:chgData name="Satish Tammineni" userId="60986461-a419-45ed-854c-4dfbc8d7dc2f" providerId="ADAL" clId="{C4563B60-3D7B-E941-9795-888D366E4D35}" dt="2024-06-07T16:21:26.230" v="3356" actId="20577"/>
          <ac:spMkLst>
            <pc:docMk/>
            <pc:sldMk cId="996918712" sldId="2147474050"/>
            <ac:spMk id="11" creationId="{17E78D69-901B-71E1-4E07-6EA32A1C1825}"/>
          </ac:spMkLst>
        </pc:spChg>
        <pc:spChg chg="mod">
          <ac:chgData name="Satish Tammineni" userId="60986461-a419-45ed-854c-4dfbc8d7dc2f" providerId="ADAL" clId="{C4563B60-3D7B-E941-9795-888D366E4D35}" dt="2024-06-07T16:22:05.867" v="3390" actId="1076"/>
          <ac:spMkLst>
            <pc:docMk/>
            <pc:sldMk cId="996918712" sldId="2147474050"/>
            <ac:spMk id="12" creationId="{F8044839-CD3D-8E98-6AEB-AD401CB4CA17}"/>
          </ac:spMkLst>
        </pc:spChg>
        <pc:spChg chg="mod">
          <ac:chgData name="Satish Tammineni" userId="60986461-a419-45ed-854c-4dfbc8d7dc2f" providerId="ADAL" clId="{C4563B60-3D7B-E941-9795-888D366E4D35}" dt="2024-06-07T16:22:34.659" v="3412" actId="1076"/>
          <ac:spMkLst>
            <pc:docMk/>
            <pc:sldMk cId="996918712" sldId="2147474050"/>
            <ac:spMk id="15" creationId="{3D49D602-B93A-1F94-7609-E0B1FAB99216}"/>
          </ac:spMkLst>
        </pc:spChg>
        <pc:spChg chg="mod">
          <ac:chgData name="Satish Tammineni" userId="60986461-a419-45ed-854c-4dfbc8d7dc2f" providerId="ADAL" clId="{C4563B60-3D7B-E941-9795-888D366E4D35}" dt="2024-06-07T16:22:40.886" v="3414" actId="20577"/>
          <ac:spMkLst>
            <pc:docMk/>
            <pc:sldMk cId="996918712" sldId="2147474050"/>
            <ac:spMk id="18" creationId="{33A97D95-2B74-4DBD-7AEA-9375F1D30A95}"/>
          </ac:spMkLst>
        </pc:spChg>
        <pc:spChg chg="mod">
          <ac:chgData name="Satish Tammineni" userId="60986461-a419-45ed-854c-4dfbc8d7dc2f" providerId="ADAL" clId="{C4563B60-3D7B-E941-9795-888D366E4D35}" dt="2024-06-07T16:22:43.609" v="3416" actId="20577"/>
          <ac:spMkLst>
            <pc:docMk/>
            <pc:sldMk cId="996918712" sldId="2147474050"/>
            <ac:spMk id="19" creationId="{925901E5-BE75-4BD4-1929-78FBB468EC27}"/>
          </ac:spMkLst>
        </pc:spChg>
        <pc:spChg chg="mod">
          <ac:chgData name="Satish Tammineni" userId="60986461-a419-45ed-854c-4dfbc8d7dc2f" providerId="ADAL" clId="{C4563B60-3D7B-E941-9795-888D366E4D35}" dt="2024-06-07T16:22:46.344" v="3418" actId="20577"/>
          <ac:spMkLst>
            <pc:docMk/>
            <pc:sldMk cId="996918712" sldId="2147474050"/>
            <ac:spMk id="20" creationId="{8E0E52A9-B36E-7A72-8A77-06B814E6597E}"/>
          </ac:spMkLst>
        </pc:spChg>
        <pc:spChg chg="mod">
          <ac:chgData name="Satish Tammineni" userId="60986461-a419-45ed-854c-4dfbc8d7dc2f" providerId="ADAL" clId="{C4563B60-3D7B-E941-9795-888D366E4D35}" dt="2024-06-10T04:31:34.219" v="6038" actId="20577"/>
          <ac:spMkLst>
            <pc:docMk/>
            <pc:sldMk cId="996918712" sldId="2147474050"/>
            <ac:spMk id="21" creationId="{14BC590A-DE0E-DEE3-1BF6-2659C6CB799A}"/>
          </ac:spMkLst>
        </pc:spChg>
        <pc:spChg chg="mod">
          <ac:chgData name="Satish Tammineni" userId="60986461-a419-45ed-854c-4dfbc8d7dc2f" providerId="ADAL" clId="{C4563B60-3D7B-E941-9795-888D366E4D35}" dt="2024-06-10T04:26:30.876" v="5647" actId="20577"/>
          <ac:spMkLst>
            <pc:docMk/>
            <pc:sldMk cId="996918712" sldId="2147474050"/>
            <ac:spMk id="22" creationId="{5DCE0EAD-3694-21AD-0519-A4BCA3353A97}"/>
          </ac:spMkLst>
        </pc:spChg>
        <pc:spChg chg="mod">
          <ac:chgData name="Satish Tammineni" userId="60986461-a419-45ed-854c-4dfbc8d7dc2f" providerId="ADAL" clId="{C4563B60-3D7B-E941-9795-888D366E4D35}" dt="2024-06-10T04:30:38.173" v="5970" actId="20577"/>
          <ac:spMkLst>
            <pc:docMk/>
            <pc:sldMk cId="996918712" sldId="2147474050"/>
            <ac:spMk id="48" creationId="{E9149C33-B1A4-54A5-CE5B-7D895D96611A}"/>
          </ac:spMkLst>
        </pc:spChg>
        <pc:spChg chg="mod">
          <ac:chgData name="Satish Tammineni" userId="60986461-a419-45ed-854c-4dfbc8d7dc2f" providerId="ADAL" clId="{C4563B60-3D7B-E941-9795-888D366E4D35}" dt="2024-06-10T20:55:21.962" v="13346" actId="20577"/>
          <ac:spMkLst>
            <pc:docMk/>
            <pc:sldMk cId="996918712" sldId="2147474050"/>
            <ac:spMk id="49" creationId="{1CCC38A8-BB22-F649-816B-54078110087D}"/>
          </ac:spMkLst>
        </pc:spChg>
        <pc:spChg chg="mod">
          <ac:chgData name="Satish Tammineni" userId="60986461-a419-45ed-854c-4dfbc8d7dc2f" providerId="ADAL" clId="{C4563B60-3D7B-E941-9795-888D366E4D35}" dt="2024-06-10T20:55:40.631" v="13379" actId="20577"/>
          <ac:spMkLst>
            <pc:docMk/>
            <pc:sldMk cId="996918712" sldId="2147474050"/>
            <ac:spMk id="50" creationId="{C2F14925-6CE7-D912-666C-AC0EA52FC5AF}"/>
          </ac:spMkLst>
        </pc:spChg>
      </pc:sldChg>
      <pc:sldChg chg="addSp delSp modSp del mod">
        <pc:chgData name="Satish Tammineni" userId="60986461-a419-45ed-854c-4dfbc8d7dc2f" providerId="ADAL" clId="{C4563B60-3D7B-E941-9795-888D366E4D35}" dt="2024-06-10T04:26:16.633" v="5637" actId="2696"/>
        <pc:sldMkLst>
          <pc:docMk/>
          <pc:sldMk cId="3695235267" sldId="2147474051"/>
        </pc:sldMkLst>
        <pc:spChg chg="mod">
          <ac:chgData name="Satish Tammineni" userId="60986461-a419-45ed-854c-4dfbc8d7dc2f" providerId="ADAL" clId="{C4563B60-3D7B-E941-9795-888D366E4D35}" dt="2024-06-07T16:20:23.321" v="3288" actId="20577"/>
          <ac:spMkLst>
            <pc:docMk/>
            <pc:sldMk cId="3695235267" sldId="2147474051"/>
            <ac:spMk id="2" creationId="{DE81261B-D9CC-DDFB-8A23-1136639D5E30}"/>
          </ac:spMkLst>
        </pc:spChg>
        <pc:spChg chg="mod">
          <ac:chgData name="Satish Tammineni" userId="60986461-a419-45ed-854c-4dfbc8d7dc2f" providerId="ADAL" clId="{C4563B60-3D7B-E941-9795-888D366E4D35}" dt="2024-06-07T16:14:27.518" v="3054" actId="20577"/>
          <ac:spMkLst>
            <pc:docMk/>
            <pc:sldMk cId="3695235267" sldId="2147474051"/>
            <ac:spMk id="3" creationId="{9262113B-1955-52EE-0EE1-E0D14ED64A4A}"/>
          </ac:spMkLst>
        </pc:spChg>
        <pc:spChg chg="mod">
          <ac:chgData name="Satish Tammineni" userId="60986461-a419-45ed-854c-4dfbc8d7dc2f" providerId="ADAL" clId="{C4563B60-3D7B-E941-9795-888D366E4D35}" dt="2024-06-10T03:38:49.690" v="4157" actId="1076"/>
          <ac:spMkLst>
            <pc:docMk/>
            <pc:sldMk cId="3695235267" sldId="2147474051"/>
            <ac:spMk id="4" creationId="{9A2187E0-29C4-4A57-60E1-65D894F875DB}"/>
          </ac:spMkLst>
        </pc:spChg>
        <pc:spChg chg="mod topLvl">
          <ac:chgData name="Satish Tammineni" userId="60986461-a419-45ed-854c-4dfbc8d7dc2f" providerId="ADAL" clId="{C4563B60-3D7B-E941-9795-888D366E4D35}" dt="2024-06-07T16:09:37.785" v="2784" actId="408"/>
          <ac:spMkLst>
            <pc:docMk/>
            <pc:sldMk cId="3695235267" sldId="2147474051"/>
            <ac:spMk id="5" creationId="{3DEC4FF3-1E05-A66F-B8A0-D8D6A48D0948}"/>
          </ac:spMkLst>
        </pc:spChg>
        <pc:spChg chg="mod">
          <ac:chgData name="Satish Tammineni" userId="60986461-a419-45ed-854c-4dfbc8d7dc2f" providerId="ADAL" clId="{C4563B60-3D7B-E941-9795-888D366E4D35}" dt="2024-06-10T03:39:00.193" v="4158" actId="1076"/>
          <ac:spMkLst>
            <pc:docMk/>
            <pc:sldMk cId="3695235267" sldId="2147474051"/>
            <ac:spMk id="6" creationId="{9F4A6EBC-9F7E-9A71-9635-A84E7B97219E}"/>
          </ac:spMkLst>
        </pc:spChg>
        <pc:spChg chg="add mod">
          <ac:chgData name="Satish Tammineni" userId="60986461-a419-45ed-854c-4dfbc8d7dc2f" providerId="ADAL" clId="{C4563B60-3D7B-E941-9795-888D366E4D35}" dt="2024-06-07T16:15:06.751" v="3083" actId="14100"/>
          <ac:spMkLst>
            <pc:docMk/>
            <pc:sldMk cId="3695235267" sldId="2147474051"/>
            <ac:spMk id="7" creationId="{0A80F994-6AED-D813-BABE-1F40BBF56CB3}"/>
          </ac:spMkLst>
        </pc:spChg>
        <pc:spChg chg="mod topLvl">
          <ac:chgData name="Satish Tammineni" userId="60986461-a419-45ed-854c-4dfbc8d7dc2f" providerId="ADAL" clId="{C4563B60-3D7B-E941-9795-888D366E4D35}" dt="2024-06-07T16:16:42.249" v="3207" actId="20577"/>
          <ac:spMkLst>
            <pc:docMk/>
            <pc:sldMk cId="3695235267" sldId="2147474051"/>
            <ac:spMk id="8" creationId="{B6031684-DB40-BA8D-87EF-265F575D3777}"/>
          </ac:spMkLst>
        </pc:spChg>
        <pc:spChg chg="mod">
          <ac:chgData name="Satish Tammineni" userId="60986461-a419-45ed-854c-4dfbc8d7dc2f" providerId="ADAL" clId="{C4563B60-3D7B-E941-9795-888D366E4D35}" dt="2024-06-07T16:00:48.542" v="2766" actId="552"/>
          <ac:spMkLst>
            <pc:docMk/>
            <pc:sldMk cId="3695235267" sldId="2147474051"/>
            <ac:spMk id="9" creationId="{0FBFE2A5-0F8D-1FD3-4E90-0F11201F0940}"/>
          </ac:spMkLst>
        </pc:spChg>
        <pc:spChg chg="mod topLvl">
          <ac:chgData name="Satish Tammineni" userId="60986461-a419-45ed-854c-4dfbc8d7dc2f" providerId="ADAL" clId="{C4563B60-3D7B-E941-9795-888D366E4D35}" dt="2024-06-07T16:09:37.785" v="2784" actId="408"/>
          <ac:spMkLst>
            <pc:docMk/>
            <pc:sldMk cId="3695235267" sldId="2147474051"/>
            <ac:spMk id="10" creationId="{8594B5EA-02C2-CBE9-28F7-FD607E287EB3}"/>
          </ac:spMkLst>
        </pc:spChg>
        <pc:spChg chg="mod topLvl">
          <ac:chgData name="Satish Tammineni" userId="60986461-a419-45ed-854c-4dfbc8d7dc2f" providerId="ADAL" clId="{C4563B60-3D7B-E941-9795-888D366E4D35}" dt="2024-06-07T16:15:52.653" v="3140" actId="20577"/>
          <ac:spMkLst>
            <pc:docMk/>
            <pc:sldMk cId="3695235267" sldId="2147474051"/>
            <ac:spMk id="11" creationId="{85A291DA-731F-C0C1-045D-972BF7EAC432}"/>
          </ac:spMkLst>
        </pc:spChg>
        <pc:spChg chg="add mod">
          <ac:chgData name="Satish Tammineni" userId="60986461-a419-45ed-854c-4dfbc8d7dc2f" providerId="ADAL" clId="{C4563B60-3D7B-E941-9795-888D366E4D35}" dt="2024-06-07T16:15:02.247" v="3082" actId="14100"/>
          <ac:spMkLst>
            <pc:docMk/>
            <pc:sldMk cId="3695235267" sldId="2147474051"/>
            <ac:spMk id="12" creationId="{6A90E6D4-BA7D-3329-FB10-4AECEBEBD7C9}"/>
          </ac:spMkLst>
        </pc:spChg>
        <pc:spChg chg="del">
          <ac:chgData name="Satish Tammineni" userId="60986461-a419-45ed-854c-4dfbc8d7dc2f" providerId="ADAL" clId="{C4563B60-3D7B-E941-9795-888D366E4D35}" dt="2024-06-10T03:38:26.145" v="4154" actId="478"/>
          <ac:spMkLst>
            <pc:docMk/>
            <pc:sldMk cId="3695235267" sldId="2147474051"/>
            <ac:spMk id="13" creationId="{F15EF896-DC2F-5055-3546-BE75951C9B8F}"/>
          </ac:spMkLst>
        </pc:spChg>
        <pc:spChg chg="mod">
          <ac:chgData name="Satish Tammineni" userId="60986461-a419-45ed-854c-4dfbc8d7dc2f" providerId="ADAL" clId="{C4563B60-3D7B-E941-9795-888D366E4D35}" dt="2024-06-10T03:39:27.723" v="4162" actId="14100"/>
          <ac:spMkLst>
            <pc:docMk/>
            <pc:sldMk cId="3695235267" sldId="2147474051"/>
            <ac:spMk id="14" creationId="{FB53A888-B831-10AE-18F5-E80DF2A95A57}"/>
          </ac:spMkLst>
        </pc:spChg>
        <pc:spChg chg="mod">
          <ac:chgData name="Satish Tammineni" userId="60986461-a419-45ed-854c-4dfbc8d7dc2f" providerId="ADAL" clId="{C4563B60-3D7B-E941-9795-888D366E4D35}" dt="2024-06-10T03:38:49.690" v="4157" actId="1076"/>
          <ac:spMkLst>
            <pc:docMk/>
            <pc:sldMk cId="3695235267" sldId="2147474051"/>
            <ac:spMk id="16" creationId="{207C94AD-1B1A-CC9D-CD09-3BBEC4A3B3E4}"/>
          </ac:spMkLst>
        </pc:spChg>
        <pc:spChg chg="mod">
          <ac:chgData name="Satish Tammineni" userId="60986461-a419-45ed-854c-4dfbc8d7dc2f" providerId="ADAL" clId="{C4563B60-3D7B-E941-9795-888D366E4D35}" dt="2024-06-10T03:39:00.193" v="4158" actId="1076"/>
          <ac:spMkLst>
            <pc:docMk/>
            <pc:sldMk cId="3695235267" sldId="2147474051"/>
            <ac:spMk id="17" creationId="{D1D57FD3-1F06-9151-3F93-B619903C8BA0}"/>
          </ac:spMkLst>
        </pc:spChg>
        <pc:spChg chg="add mod">
          <ac:chgData name="Satish Tammineni" userId="60986461-a419-45ed-854c-4dfbc8d7dc2f" providerId="ADAL" clId="{C4563B60-3D7B-E941-9795-888D366E4D35}" dt="2024-06-07T16:17:09.516" v="3249" actId="20577"/>
          <ac:spMkLst>
            <pc:docMk/>
            <pc:sldMk cId="3695235267" sldId="2147474051"/>
            <ac:spMk id="19" creationId="{1E7463D4-54F6-67A9-2849-0EA96BF3685C}"/>
          </ac:spMkLst>
        </pc:spChg>
        <pc:spChg chg="mod">
          <ac:chgData name="Satish Tammineni" userId="60986461-a419-45ed-854c-4dfbc8d7dc2f" providerId="ADAL" clId="{C4563B60-3D7B-E941-9795-888D366E4D35}" dt="2024-06-07T16:14:39.800" v="3071" actId="20577"/>
          <ac:spMkLst>
            <pc:docMk/>
            <pc:sldMk cId="3695235267" sldId="2147474051"/>
            <ac:spMk id="20" creationId="{BB32C966-A4B1-C130-D7A6-58522663A9ED}"/>
          </ac:spMkLst>
        </pc:spChg>
        <pc:spChg chg="mod">
          <ac:chgData name="Satish Tammineni" userId="60986461-a419-45ed-854c-4dfbc8d7dc2f" providerId="ADAL" clId="{C4563B60-3D7B-E941-9795-888D366E4D35}" dt="2024-06-10T03:39:34.539" v="4163" actId="14100"/>
          <ac:spMkLst>
            <pc:docMk/>
            <pc:sldMk cId="3695235267" sldId="2147474051"/>
            <ac:spMk id="21" creationId="{DB1F6C80-1D1F-CF18-738E-7717A377B9A4}"/>
          </ac:spMkLst>
        </pc:spChg>
        <pc:spChg chg="del">
          <ac:chgData name="Satish Tammineni" userId="60986461-a419-45ed-854c-4dfbc8d7dc2f" providerId="ADAL" clId="{C4563B60-3D7B-E941-9795-888D366E4D35}" dt="2024-06-10T03:38:26.145" v="4154" actId="478"/>
          <ac:spMkLst>
            <pc:docMk/>
            <pc:sldMk cId="3695235267" sldId="2147474051"/>
            <ac:spMk id="22" creationId="{04771387-643E-D587-BEBE-2B8CEFD71694}"/>
          </ac:spMkLst>
        </pc:spChg>
        <pc:spChg chg="mod">
          <ac:chgData name="Satish Tammineni" userId="60986461-a419-45ed-854c-4dfbc8d7dc2f" providerId="ADAL" clId="{C4563B60-3D7B-E941-9795-888D366E4D35}" dt="2024-06-10T03:39:20.827" v="4160" actId="1076"/>
          <ac:spMkLst>
            <pc:docMk/>
            <pc:sldMk cId="3695235267" sldId="2147474051"/>
            <ac:spMk id="23" creationId="{16BC3BD4-904A-CF42-4F2A-CD89E49EB3ED}"/>
          </ac:spMkLst>
        </pc:spChg>
        <pc:spChg chg="mod">
          <ac:chgData name="Satish Tammineni" userId="60986461-a419-45ed-854c-4dfbc8d7dc2f" providerId="ADAL" clId="{C4563B60-3D7B-E941-9795-888D366E4D35}" dt="2024-06-10T03:39:20.827" v="4160" actId="1076"/>
          <ac:spMkLst>
            <pc:docMk/>
            <pc:sldMk cId="3695235267" sldId="2147474051"/>
            <ac:spMk id="24" creationId="{B2315AF2-B7BF-8150-6B01-3972CAE382DF}"/>
          </ac:spMkLst>
        </pc:spChg>
        <pc:spChg chg="del">
          <ac:chgData name="Satish Tammineni" userId="60986461-a419-45ed-854c-4dfbc8d7dc2f" providerId="ADAL" clId="{C4563B60-3D7B-E941-9795-888D366E4D35}" dt="2024-06-10T03:38:26.145" v="4154" actId="478"/>
          <ac:spMkLst>
            <pc:docMk/>
            <pc:sldMk cId="3695235267" sldId="2147474051"/>
            <ac:spMk id="25" creationId="{7AC17C9B-9DA2-9B6F-F1E0-16F52AC56A1C}"/>
          </ac:spMkLst>
        </pc:spChg>
        <pc:spChg chg="mod">
          <ac:chgData name="Satish Tammineni" userId="60986461-a419-45ed-854c-4dfbc8d7dc2f" providerId="ADAL" clId="{C4563B60-3D7B-E941-9795-888D366E4D35}" dt="2024-06-10T03:39:00.193" v="4158" actId="1076"/>
          <ac:spMkLst>
            <pc:docMk/>
            <pc:sldMk cId="3695235267" sldId="2147474051"/>
            <ac:spMk id="26" creationId="{881A69E0-2914-F652-EF32-5C8788CE173D}"/>
          </ac:spMkLst>
        </pc:spChg>
        <pc:spChg chg="add mod">
          <ac:chgData name="Satish Tammineni" userId="60986461-a419-45ed-854c-4dfbc8d7dc2f" providerId="ADAL" clId="{C4563B60-3D7B-E941-9795-888D366E4D35}" dt="2024-06-07T16:17:18.268" v="3262" actId="20577"/>
          <ac:spMkLst>
            <pc:docMk/>
            <pc:sldMk cId="3695235267" sldId="2147474051"/>
            <ac:spMk id="27" creationId="{82D11019-0CFC-D954-8CD8-0948674A8453}"/>
          </ac:spMkLst>
        </pc:spChg>
        <pc:spChg chg="add del mod">
          <ac:chgData name="Satish Tammineni" userId="60986461-a419-45ed-854c-4dfbc8d7dc2f" providerId="ADAL" clId="{C4563B60-3D7B-E941-9795-888D366E4D35}" dt="2024-06-10T03:38:16.983" v="4153" actId="478"/>
          <ac:spMkLst>
            <pc:docMk/>
            <pc:sldMk cId="3695235267" sldId="2147474051"/>
            <ac:spMk id="28" creationId="{E2D50876-E3F8-732D-23F3-22FB1F7151AA}"/>
          </ac:spMkLst>
        </pc:spChg>
        <pc:spChg chg="mod">
          <ac:chgData name="Satish Tammineni" userId="60986461-a419-45ed-854c-4dfbc8d7dc2f" providerId="ADAL" clId="{C4563B60-3D7B-E941-9795-888D366E4D35}" dt="2024-06-10T03:38:49.690" v="4157" actId="1076"/>
          <ac:spMkLst>
            <pc:docMk/>
            <pc:sldMk cId="3695235267" sldId="2147474051"/>
            <ac:spMk id="29" creationId="{BFE5F936-0756-BDF7-2010-EF39FDFB2CD9}"/>
          </ac:spMkLst>
        </pc:spChg>
        <pc:grpChg chg="del">
          <ac:chgData name="Satish Tammineni" userId="60986461-a419-45ed-854c-4dfbc8d7dc2f" providerId="ADAL" clId="{C4563B60-3D7B-E941-9795-888D366E4D35}" dt="2024-06-06T06:21:36.443" v="2213" actId="165"/>
          <ac:grpSpMkLst>
            <pc:docMk/>
            <pc:sldMk cId="3695235267" sldId="2147474051"/>
            <ac:grpSpMk id="18" creationId="{87996911-931F-2E83-88AF-26064F39CA36}"/>
          </ac:grpSpMkLst>
        </pc:grpChg>
      </pc:sldChg>
      <pc:sldChg chg="addSp delSp modSp mod delCm modCm">
        <pc:chgData name="Satish Tammineni" userId="60986461-a419-45ed-854c-4dfbc8d7dc2f" providerId="ADAL" clId="{C4563B60-3D7B-E941-9795-888D366E4D35}" dt="2024-06-10T21:38:35.315" v="13957" actId="20577"/>
        <pc:sldMkLst>
          <pc:docMk/>
          <pc:sldMk cId="3870935564" sldId="2147474052"/>
        </pc:sldMkLst>
        <pc:spChg chg="add del mod">
          <ac:chgData name="Satish Tammineni" userId="60986461-a419-45ed-854c-4dfbc8d7dc2f" providerId="ADAL" clId="{C4563B60-3D7B-E941-9795-888D366E4D35}" dt="2024-06-10T18:11:32.279" v="11391" actId="478"/>
          <ac:spMkLst>
            <pc:docMk/>
            <pc:sldMk cId="3870935564" sldId="2147474052"/>
            <ac:spMk id="2" creationId="{C6016BE3-4D63-9FE3-988D-CB9C1A0F19A7}"/>
          </ac:spMkLst>
        </pc:spChg>
        <pc:spChg chg="add mod">
          <ac:chgData name="Satish Tammineni" userId="60986461-a419-45ed-854c-4dfbc8d7dc2f" providerId="ADAL" clId="{C4563B60-3D7B-E941-9795-888D366E4D35}" dt="2024-06-10T21:10:36.607" v="13662" actId="20577"/>
          <ac:spMkLst>
            <pc:docMk/>
            <pc:sldMk cId="3870935564" sldId="2147474052"/>
            <ac:spMk id="3" creationId="{9B11CF0D-6249-924F-98D5-F7EA381CDCC4}"/>
          </ac:spMkLst>
        </pc:spChg>
        <pc:spChg chg="add mod">
          <ac:chgData name="Satish Tammineni" userId="60986461-a419-45ed-854c-4dfbc8d7dc2f" providerId="ADAL" clId="{C4563B60-3D7B-E941-9795-888D366E4D35}" dt="2024-06-10T17:24:34.480" v="10349" actId="20577"/>
          <ac:spMkLst>
            <pc:docMk/>
            <pc:sldMk cId="3870935564" sldId="2147474052"/>
            <ac:spMk id="6" creationId="{C16945B5-C961-5DAD-DFE8-CE6ACDD2AEB6}"/>
          </ac:spMkLst>
        </pc:spChg>
        <pc:spChg chg="del mod">
          <ac:chgData name="Satish Tammineni" userId="60986461-a419-45ed-854c-4dfbc8d7dc2f" providerId="ADAL" clId="{C4563B60-3D7B-E941-9795-888D366E4D35}" dt="2024-06-10T04:45:18.650" v="7408" actId="478"/>
          <ac:spMkLst>
            <pc:docMk/>
            <pc:sldMk cId="3870935564" sldId="2147474052"/>
            <ac:spMk id="45" creationId="{B3790F00-985E-7F75-D115-4AB70C658838}"/>
          </ac:spMkLst>
        </pc:spChg>
        <pc:spChg chg="mod">
          <ac:chgData name="Satish Tammineni" userId="60986461-a419-45ed-854c-4dfbc8d7dc2f" providerId="ADAL" clId="{C4563B60-3D7B-E941-9795-888D366E4D35}" dt="2024-06-10T21:38:35.315" v="13957" actId="20577"/>
          <ac:spMkLst>
            <pc:docMk/>
            <pc:sldMk cId="3870935564" sldId="2147474052"/>
            <ac:spMk id="47" creationId="{5381BEC8-31BC-405D-B212-99C4FBB2991F}"/>
          </ac:spMkLst>
        </pc:spChg>
        <pc:spChg chg="del mod">
          <ac:chgData name="Satish Tammineni" userId="60986461-a419-45ed-854c-4dfbc8d7dc2f" providerId="ADAL" clId="{C4563B60-3D7B-E941-9795-888D366E4D35}" dt="2024-06-10T04:45:18.650" v="7408" actId="478"/>
          <ac:spMkLst>
            <pc:docMk/>
            <pc:sldMk cId="3870935564" sldId="2147474052"/>
            <ac:spMk id="52" creationId="{5116D18E-5E42-44CC-0176-0081FEF2DDCB}"/>
          </ac:spMkLst>
        </pc:spChg>
        <pc:spChg chg="add del">
          <ac:chgData name="Satish Tammineni" userId="60986461-a419-45ed-854c-4dfbc8d7dc2f" providerId="ADAL" clId="{C4563B60-3D7B-E941-9795-888D366E4D35}" dt="2024-06-07T19:49:09.558" v="3422" actId="478"/>
          <ac:spMkLst>
            <pc:docMk/>
            <pc:sldMk cId="3870935564" sldId="2147474052"/>
            <ac:spMk id="55" creationId="{03C4DE3E-B42B-868D-5477-39E8B7B9DF9A}"/>
          </ac:spMkLst>
        </pc:spChg>
        <pc:spChg chg="mod">
          <ac:chgData name="Satish Tammineni" userId="60986461-a419-45ed-854c-4dfbc8d7dc2f" providerId="ADAL" clId="{C4563B60-3D7B-E941-9795-888D366E4D35}" dt="2024-06-10T21:10:10.930" v="13633" actId="20577"/>
          <ac:spMkLst>
            <pc:docMk/>
            <pc:sldMk cId="3870935564" sldId="2147474052"/>
            <ac:spMk id="64" creationId="{4609DC7F-D940-CB79-F27F-F43C4DE9E796}"/>
          </ac:spMkLst>
        </pc:spChg>
        <pc:picChg chg="add mod">
          <ac:chgData name="Satish Tammineni" userId="60986461-a419-45ed-854c-4dfbc8d7dc2f" providerId="ADAL" clId="{C4563B60-3D7B-E941-9795-888D366E4D35}" dt="2024-06-10T17:24:14.786" v="10344" actId="554"/>
          <ac:picMkLst>
            <pc:docMk/>
            <pc:sldMk cId="3870935564" sldId="2147474052"/>
            <ac:picMk id="4" creationId="{6CBE81D4-ACC3-D31F-A59E-ED3930DF610B}"/>
          </ac:picMkLst>
        </pc:picChg>
        <pc:picChg chg="add mod">
          <ac:chgData name="Satish Tammineni" userId="60986461-a419-45ed-854c-4dfbc8d7dc2f" providerId="ADAL" clId="{C4563B60-3D7B-E941-9795-888D366E4D35}" dt="2024-06-10T17:24:14.786" v="10344" actId="554"/>
          <ac:picMkLst>
            <pc:docMk/>
            <pc:sldMk cId="3870935564" sldId="2147474052"/>
            <ac:picMk id="7" creationId="{614A6272-34A1-A6DD-3A80-94E1BAEB6556}"/>
          </ac:picMkLst>
        </pc:picChg>
        <pc:picChg chg="del">
          <ac:chgData name="Satish Tammineni" userId="60986461-a419-45ed-854c-4dfbc8d7dc2f" providerId="ADAL" clId="{C4563B60-3D7B-E941-9795-888D366E4D35}" dt="2024-06-10T04:45:18.650" v="7408" actId="478"/>
          <ac:picMkLst>
            <pc:docMk/>
            <pc:sldMk cId="3870935564" sldId="2147474052"/>
            <ac:picMk id="61" creationId="{CCE7D041-FF29-8D0D-7F42-1C479E48D3D7}"/>
          </ac:picMkLst>
        </pc:picChg>
        <pc:picChg chg="mod">
          <ac:chgData name="Satish Tammineni" userId="60986461-a419-45ed-854c-4dfbc8d7dc2f" providerId="ADAL" clId="{C4563B60-3D7B-E941-9795-888D366E4D35}" dt="2024-06-10T17:24:14.786" v="10344" actId="554"/>
          <ac:picMkLst>
            <pc:docMk/>
            <pc:sldMk cId="3870935564" sldId="2147474052"/>
            <ac:picMk id="66" creationId="{2D38AC64-D616-FE64-F670-C5356EC37B8A}"/>
          </ac:picMkLst>
        </pc:picChg>
        <pc:picChg chg="del">
          <ac:chgData name="Satish Tammineni" userId="60986461-a419-45ed-854c-4dfbc8d7dc2f" providerId="ADAL" clId="{C4563B60-3D7B-E941-9795-888D366E4D35}" dt="2024-06-10T04:45:18.650" v="7408" actId="478"/>
          <ac:picMkLst>
            <pc:docMk/>
            <pc:sldMk cId="3870935564" sldId="2147474052"/>
            <ac:picMk id="68" creationId="{2B427FDD-B9E8-6499-674D-600C21918A23}"/>
          </ac:picMkLst>
        </pc:picChg>
        <pc:picChg chg="del">
          <ac:chgData name="Satish Tammineni" userId="60986461-a419-45ed-854c-4dfbc8d7dc2f" providerId="ADAL" clId="{C4563B60-3D7B-E941-9795-888D366E4D35}" dt="2024-06-10T04:45:18.650" v="7408" actId="478"/>
          <ac:picMkLst>
            <pc:docMk/>
            <pc:sldMk cId="3870935564" sldId="2147474052"/>
            <ac:picMk id="69" creationId="{1BD02579-6750-BBA0-63EE-76EED437B41F}"/>
          </ac:picMkLst>
        </pc:picChg>
        <pc:picChg chg="del">
          <ac:chgData name="Satish Tammineni" userId="60986461-a419-45ed-854c-4dfbc8d7dc2f" providerId="ADAL" clId="{C4563B60-3D7B-E941-9795-888D366E4D35}" dt="2024-06-10T04:45:18.650" v="7408" actId="478"/>
          <ac:picMkLst>
            <pc:docMk/>
            <pc:sldMk cId="3870935564" sldId="2147474052"/>
            <ac:picMk id="70" creationId="{40641786-502E-7472-3276-BB1ED591DE45}"/>
          </ac:picMkLst>
        </pc:picChg>
        <pc:picChg chg="add del">
          <ac:chgData name="Satish Tammineni" userId="60986461-a419-45ed-854c-4dfbc8d7dc2f" providerId="ADAL" clId="{C4563B60-3D7B-E941-9795-888D366E4D35}" dt="2024-06-07T19:49:09.558" v="3422" actId="478"/>
          <ac:picMkLst>
            <pc:docMk/>
            <pc:sldMk cId="3870935564" sldId="2147474052"/>
            <ac:picMk id="71" creationId="{CE410D00-07A6-4B92-8433-E0122E3C9C36}"/>
          </ac:picMkLst>
        </pc:picChg>
        <pc:picChg chg="del">
          <ac:chgData name="Satish Tammineni" userId="60986461-a419-45ed-854c-4dfbc8d7dc2f" providerId="ADAL" clId="{C4563B60-3D7B-E941-9795-888D366E4D35}" dt="2024-06-07T19:49:09.558" v="3422" actId="478"/>
          <ac:picMkLst>
            <pc:docMk/>
            <pc:sldMk cId="3870935564" sldId="2147474052"/>
            <ac:picMk id="1026" creationId="{502A467A-65E8-B7FC-D71D-9ED239F41F85}"/>
          </ac:picMkLst>
        </pc:picChg>
        <pc:cxnChg chg="add mod">
          <ac:chgData name="Satish Tammineni" userId="60986461-a419-45ed-854c-4dfbc8d7dc2f" providerId="ADAL" clId="{C4563B60-3D7B-E941-9795-888D366E4D35}" dt="2024-06-10T17:23:16.227" v="10304" actId="1038"/>
          <ac:cxnSpMkLst>
            <pc:docMk/>
            <pc:sldMk cId="3870935564" sldId="2147474052"/>
            <ac:cxnSpMk id="5" creationId="{D0F874C4-2B10-541A-F4E8-9693096D9821}"/>
          </ac:cxnSpMkLst>
        </pc:cxnChg>
        <pc:cxnChg chg="add mod">
          <ac:chgData name="Satish Tammineni" userId="60986461-a419-45ed-854c-4dfbc8d7dc2f" providerId="ADAL" clId="{C4563B60-3D7B-E941-9795-888D366E4D35}" dt="2024-06-10T17:23:43.567" v="10309" actId="1038"/>
          <ac:cxnSpMkLst>
            <pc:docMk/>
            <pc:sldMk cId="3870935564" sldId="2147474052"/>
            <ac:cxnSpMk id="8" creationId="{BBC660A0-BE6E-591D-94E6-9AA25ABF76AA}"/>
          </ac:cxnSpMkLst>
        </pc:cxnChg>
        <pc:cxnChg chg="del">
          <ac:chgData name="Satish Tammineni" userId="60986461-a419-45ed-854c-4dfbc8d7dc2f" providerId="ADAL" clId="{C4563B60-3D7B-E941-9795-888D366E4D35}" dt="2024-06-10T04:45:18.650" v="7408" actId="478"/>
          <ac:cxnSpMkLst>
            <pc:docMk/>
            <pc:sldMk cId="3870935564" sldId="2147474052"/>
            <ac:cxnSpMk id="41" creationId="{EDFB95B2-DE70-FD5E-A648-A0012EDEA5C2}"/>
          </ac:cxnSpMkLst>
        </pc:cxnChg>
        <pc:cxnChg chg="del">
          <ac:chgData name="Satish Tammineni" userId="60986461-a419-45ed-854c-4dfbc8d7dc2f" providerId="ADAL" clId="{C4563B60-3D7B-E941-9795-888D366E4D35}" dt="2024-06-10T04:45:18.650" v="7408" actId="478"/>
          <ac:cxnSpMkLst>
            <pc:docMk/>
            <pc:sldMk cId="3870935564" sldId="2147474052"/>
            <ac:cxnSpMk id="42" creationId="{4CFD69B0-256D-9001-7CE8-3079554B387B}"/>
          </ac:cxnSpMkLst>
        </pc:cxnChg>
        <pc:cxnChg chg="del mod">
          <ac:chgData name="Satish Tammineni" userId="60986461-a419-45ed-854c-4dfbc8d7dc2f" providerId="ADAL" clId="{C4563B60-3D7B-E941-9795-888D366E4D35}" dt="2024-06-10T17:23:38.164" v="10307" actId="478"/>
          <ac:cxnSpMkLst>
            <pc:docMk/>
            <pc:sldMk cId="3870935564" sldId="2147474052"/>
            <ac:cxnSpMk id="43" creationId="{45CDDD9A-FFBF-972F-5628-B723E352C81D}"/>
          </ac:cxnSpMkLst>
        </pc:cxnChg>
        <pc:extLst>
          <p:ext xmlns:p="http://schemas.openxmlformats.org/presentationml/2006/main" uri="{D6D511B9-2390-475A-947B-AFAB55BFBCF1}">
            <pc226:cmChg xmlns:pc226="http://schemas.microsoft.com/office/powerpoint/2022/06/main/command" chg="del mod">
              <pc226:chgData name="Satish Tammineni" userId="60986461-a419-45ed-854c-4dfbc8d7dc2f" providerId="ADAL" clId="{C4563B60-3D7B-E941-9795-888D366E4D35}" dt="2024-06-10T18:11:48.759" v="11396"/>
              <pc2:cmMkLst xmlns:pc2="http://schemas.microsoft.com/office/powerpoint/2019/9/main/command">
                <pc:docMk/>
                <pc:sldMk cId="3870935564" sldId="2147474052"/>
                <pc2:cmMk id="{A77FE615-D1E6-4BD0-B231-945CF2149738}"/>
              </pc2:cmMkLst>
            </pc226:cmChg>
          </p:ext>
        </pc:extLst>
      </pc:sldChg>
      <pc:sldChg chg="addSp delSp modSp mod delCm modCm">
        <pc:chgData name="Satish Tammineni" userId="60986461-a419-45ed-854c-4dfbc8d7dc2f" providerId="ADAL" clId="{C4563B60-3D7B-E941-9795-888D366E4D35}" dt="2024-06-10T21:38:42.197" v="13963" actId="20577"/>
        <pc:sldMkLst>
          <pc:docMk/>
          <pc:sldMk cId="3590054160" sldId="2147474053"/>
        </pc:sldMkLst>
        <pc:spChg chg="mod">
          <ac:chgData name="Satish Tammineni" userId="60986461-a419-45ed-854c-4dfbc8d7dc2f" providerId="ADAL" clId="{C4563B60-3D7B-E941-9795-888D366E4D35}" dt="2024-06-10T18:11:12.538" v="11390" actId="14100"/>
          <ac:spMkLst>
            <pc:docMk/>
            <pc:sldMk cId="3590054160" sldId="2147474053"/>
            <ac:spMk id="2" creationId="{1C13CEFD-30B5-1B8F-C7AF-C54B91A1BFF0}"/>
          </ac:spMkLst>
        </pc:spChg>
        <pc:spChg chg="add mod">
          <ac:chgData name="Satish Tammineni" userId="60986461-a419-45ed-854c-4dfbc8d7dc2f" providerId="ADAL" clId="{C4563B60-3D7B-E941-9795-888D366E4D35}" dt="2024-06-10T18:11:09.950" v="11388" actId="14100"/>
          <ac:spMkLst>
            <pc:docMk/>
            <pc:sldMk cId="3590054160" sldId="2147474053"/>
            <ac:spMk id="3" creationId="{7DF863DA-9578-D86C-7D95-F2D92C1944C3}"/>
          </ac:spMkLst>
        </pc:spChg>
        <pc:spChg chg="add del">
          <ac:chgData name="Satish Tammineni" userId="60986461-a419-45ed-854c-4dfbc8d7dc2f" providerId="ADAL" clId="{C4563B60-3D7B-E941-9795-888D366E4D35}" dt="2024-06-10T18:01:19.789" v="11136" actId="22"/>
          <ac:spMkLst>
            <pc:docMk/>
            <pc:sldMk cId="3590054160" sldId="2147474053"/>
            <ac:spMk id="6" creationId="{6DD9606C-DFD2-FAB7-41DB-320CAEC22310}"/>
          </ac:spMkLst>
        </pc:spChg>
        <pc:spChg chg="add del mod">
          <ac:chgData name="Satish Tammineni" userId="60986461-a419-45ed-854c-4dfbc8d7dc2f" providerId="ADAL" clId="{C4563B60-3D7B-E941-9795-888D366E4D35}" dt="2024-06-10T18:11:36.536" v="11392" actId="478"/>
          <ac:spMkLst>
            <pc:docMk/>
            <pc:sldMk cId="3590054160" sldId="2147474053"/>
            <ac:spMk id="8" creationId="{9611DBE4-E97E-C778-94FF-DB9309B80A38}"/>
          </ac:spMkLst>
        </pc:spChg>
        <pc:spChg chg="mod">
          <ac:chgData name="Satish Tammineni" userId="60986461-a419-45ed-854c-4dfbc8d7dc2f" providerId="ADAL" clId="{C4563B60-3D7B-E941-9795-888D366E4D35}" dt="2024-06-10T18:11:06.174" v="11386" actId="14100"/>
          <ac:spMkLst>
            <pc:docMk/>
            <pc:sldMk cId="3590054160" sldId="2147474053"/>
            <ac:spMk id="45" creationId="{B3790F00-985E-7F75-D115-4AB70C658838}"/>
          </ac:spMkLst>
        </pc:spChg>
        <pc:spChg chg="mod">
          <ac:chgData name="Satish Tammineni" userId="60986461-a419-45ed-854c-4dfbc8d7dc2f" providerId="ADAL" clId="{C4563B60-3D7B-E941-9795-888D366E4D35}" dt="2024-06-10T21:38:42.197" v="13963" actId="20577"/>
          <ac:spMkLst>
            <pc:docMk/>
            <pc:sldMk cId="3590054160" sldId="2147474053"/>
            <ac:spMk id="47" creationId="{5381BEC8-31BC-405D-B212-99C4FBB2991F}"/>
          </ac:spMkLst>
        </pc:spChg>
        <pc:spChg chg="del">
          <ac:chgData name="Satish Tammineni" userId="60986461-a419-45ed-854c-4dfbc8d7dc2f" providerId="ADAL" clId="{C4563B60-3D7B-E941-9795-888D366E4D35}" dt="2024-06-10T04:47:47.778" v="7625" actId="478"/>
          <ac:spMkLst>
            <pc:docMk/>
            <pc:sldMk cId="3590054160" sldId="2147474053"/>
            <ac:spMk id="52" creationId="{5116D18E-5E42-44CC-0176-0081FEF2DDCB}"/>
          </ac:spMkLst>
        </pc:spChg>
        <pc:spChg chg="del">
          <ac:chgData name="Satish Tammineni" userId="60986461-a419-45ed-854c-4dfbc8d7dc2f" providerId="ADAL" clId="{C4563B60-3D7B-E941-9795-888D366E4D35}" dt="2024-06-10T04:42:23.756" v="7293" actId="478"/>
          <ac:spMkLst>
            <pc:docMk/>
            <pc:sldMk cId="3590054160" sldId="2147474053"/>
            <ac:spMk id="58" creationId="{B7EEE0BC-B78C-B0BC-D08C-64F5688CF55E}"/>
          </ac:spMkLst>
        </pc:spChg>
        <pc:picChg chg="del">
          <ac:chgData name="Satish Tammineni" userId="60986461-a419-45ed-854c-4dfbc8d7dc2f" providerId="ADAL" clId="{C4563B60-3D7B-E941-9795-888D366E4D35}" dt="2024-06-10T04:42:23.756" v="7293" actId="478"/>
          <ac:picMkLst>
            <pc:docMk/>
            <pc:sldMk cId="3590054160" sldId="2147474053"/>
            <ac:picMk id="2" creationId="{FA63A956-3F8E-7A77-9478-6BAE932FC5E2}"/>
          </ac:picMkLst>
        </pc:picChg>
        <pc:picChg chg="del">
          <ac:chgData name="Satish Tammineni" userId="60986461-a419-45ed-854c-4dfbc8d7dc2f" providerId="ADAL" clId="{C4563B60-3D7B-E941-9795-888D366E4D35}" dt="2024-06-10T04:47:47.778" v="7625" actId="478"/>
          <ac:picMkLst>
            <pc:docMk/>
            <pc:sldMk cId="3590054160" sldId="2147474053"/>
            <ac:picMk id="4" creationId="{7C7980C5-9809-4467-1333-1E5414551BAD}"/>
          </ac:picMkLst>
        </pc:picChg>
        <pc:picChg chg="mod">
          <ac:chgData name="Satish Tammineni" userId="60986461-a419-45ed-854c-4dfbc8d7dc2f" providerId="ADAL" clId="{C4563B60-3D7B-E941-9795-888D366E4D35}" dt="2024-06-10T18:09:43.765" v="11353" actId="1036"/>
          <ac:picMkLst>
            <pc:docMk/>
            <pc:sldMk cId="3590054160" sldId="2147474053"/>
            <ac:picMk id="5" creationId="{BA98A16E-F28C-0763-B5C5-1EEB4AEB54C8}"/>
          </ac:picMkLst>
        </pc:picChg>
        <pc:picChg chg="add del mod">
          <ac:chgData name="Satish Tammineni" userId="60986461-a419-45ed-854c-4dfbc8d7dc2f" providerId="ADAL" clId="{C4563B60-3D7B-E941-9795-888D366E4D35}" dt="2024-06-10T04:42:30.566" v="7295" actId="478"/>
          <ac:picMkLst>
            <pc:docMk/>
            <pc:sldMk cId="3590054160" sldId="2147474053"/>
            <ac:picMk id="6" creationId="{870B2D8F-6CAF-D76B-1F75-C2A8AB4E378A}"/>
          </ac:picMkLst>
        </pc:picChg>
        <pc:picChg chg="add mod">
          <ac:chgData name="Satish Tammineni" userId="60986461-a419-45ed-854c-4dfbc8d7dc2f" providerId="ADAL" clId="{C4563B60-3D7B-E941-9795-888D366E4D35}" dt="2024-06-10T18:10:13.839" v="11381" actId="1038"/>
          <ac:picMkLst>
            <pc:docMk/>
            <pc:sldMk cId="3590054160" sldId="2147474053"/>
            <ac:picMk id="7" creationId="{86E6585E-21F7-86B3-F13A-F2F9E7541356}"/>
          </ac:picMkLst>
        </pc:picChg>
        <pc:picChg chg="add del mod">
          <ac:chgData name="Satish Tammineni" userId="60986461-a419-45ed-854c-4dfbc8d7dc2f" providerId="ADAL" clId="{C4563B60-3D7B-E941-9795-888D366E4D35}" dt="2024-06-10T18:09:28.076" v="11350" actId="478"/>
          <ac:picMkLst>
            <pc:docMk/>
            <pc:sldMk cId="3590054160" sldId="2147474053"/>
            <ac:picMk id="9" creationId="{306C68A7-5797-A9D9-8394-C5E26E909956}"/>
          </ac:picMkLst>
        </pc:picChg>
        <pc:picChg chg="mod">
          <ac:chgData name="Satish Tammineni" userId="60986461-a419-45ed-854c-4dfbc8d7dc2f" providerId="ADAL" clId="{C4563B60-3D7B-E941-9795-888D366E4D35}" dt="2024-06-10T18:09:43.765" v="11353" actId="1036"/>
          <ac:picMkLst>
            <pc:docMk/>
            <pc:sldMk cId="3590054160" sldId="2147474053"/>
            <ac:picMk id="11" creationId="{CC5F4A59-AC00-F679-B98D-0D4B27AEC483}"/>
          </ac:picMkLst>
        </pc:picChg>
        <pc:cxnChg chg="add mod">
          <ac:chgData name="Satish Tammineni" userId="60986461-a419-45ed-854c-4dfbc8d7dc2f" providerId="ADAL" clId="{C4563B60-3D7B-E941-9795-888D366E4D35}" dt="2024-06-10T18:19:28.070" v="11408" actId="1076"/>
          <ac:cxnSpMkLst>
            <pc:docMk/>
            <pc:sldMk cId="3590054160" sldId="2147474053"/>
            <ac:cxnSpMk id="10" creationId="{32E82B54-BD58-595C-BDF1-3BB078C8E9D2}"/>
          </ac:cxnSpMkLst>
        </pc:cxnChg>
        <pc:cxnChg chg="add mod">
          <ac:chgData name="Satish Tammineni" userId="60986461-a419-45ed-854c-4dfbc8d7dc2f" providerId="ADAL" clId="{C4563B60-3D7B-E941-9795-888D366E4D35}" dt="2024-06-10T18:19:23.678" v="11407"/>
          <ac:cxnSpMkLst>
            <pc:docMk/>
            <pc:sldMk cId="3590054160" sldId="2147474053"/>
            <ac:cxnSpMk id="12" creationId="{84D9925F-8FAB-9AB1-DE84-BED343D5ABD1}"/>
          </ac:cxnSpMkLst>
        </pc:cxnChg>
        <pc:cxnChg chg="del">
          <ac:chgData name="Satish Tammineni" userId="60986461-a419-45ed-854c-4dfbc8d7dc2f" providerId="ADAL" clId="{C4563B60-3D7B-E941-9795-888D366E4D35}" dt="2024-06-10T18:10:09.016" v="11367" actId="478"/>
          <ac:cxnSpMkLst>
            <pc:docMk/>
            <pc:sldMk cId="3590054160" sldId="2147474053"/>
            <ac:cxnSpMk id="41" creationId="{EDFB95B2-DE70-FD5E-A648-A0012EDEA5C2}"/>
          </ac:cxnSpMkLst>
        </pc:cxnChg>
        <pc:cxnChg chg="del">
          <ac:chgData name="Satish Tammineni" userId="60986461-a419-45ed-854c-4dfbc8d7dc2f" providerId="ADAL" clId="{C4563B60-3D7B-E941-9795-888D366E4D35}" dt="2024-06-10T18:10:04.243" v="11366" actId="478"/>
          <ac:cxnSpMkLst>
            <pc:docMk/>
            <pc:sldMk cId="3590054160" sldId="2147474053"/>
            <ac:cxnSpMk id="42" creationId="{4CFD69B0-256D-9001-7CE8-3079554B387B}"/>
          </ac:cxnSpMkLst>
        </pc:cxnChg>
        <pc:extLst>
          <p:ext xmlns:p="http://schemas.openxmlformats.org/presentationml/2006/main" uri="{D6D511B9-2390-475A-947B-AFAB55BFBCF1}">
            <pc226:cmChg xmlns:pc226="http://schemas.microsoft.com/office/powerpoint/2022/06/main/command" chg="del mod">
              <pc226:chgData name="Satish Tammineni" userId="60986461-a419-45ed-854c-4dfbc8d7dc2f" providerId="ADAL" clId="{C4563B60-3D7B-E941-9795-888D366E4D35}" dt="2024-06-10T18:11:42.709" v="11394"/>
              <pc2:cmMkLst xmlns:pc2="http://schemas.microsoft.com/office/powerpoint/2019/9/main/command">
                <pc:docMk/>
                <pc:sldMk cId="3590054160" sldId="2147474053"/>
                <pc2:cmMk id="{B814895C-A1D8-4D04-9FF4-5D38E8DA9D6F}"/>
              </pc2:cmMkLst>
              <pc226:cmRplyChg chg="add">
                <pc226:chgData name="Satish Tammineni" userId="60986461-a419-45ed-854c-4dfbc8d7dc2f" providerId="ADAL" clId="{C4563B60-3D7B-E941-9795-888D366E4D35}" dt="2024-06-10T16:37:32.939" v="7845"/>
                <pc2:cmRplyMkLst xmlns:pc2="http://schemas.microsoft.com/office/powerpoint/2019/9/main/command">
                  <pc:docMk/>
                  <pc:sldMk cId="3590054160" sldId="2147474053"/>
                  <pc2:cmMk id="{B814895C-A1D8-4D04-9FF4-5D38E8DA9D6F}"/>
                  <pc2:cmRplyMk id="{6EBDF5FA-1F37-3445-B968-0D4A53AF9B7C}"/>
                </pc2:cmRplyMkLst>
              </pc226:cmRplyChg>
            </pc226:cmChg>
          </p:ext>
        </pc:extLst>
      </pc:sldChg>
      <pc:sldChg chg="addSp delSp modSp add del mod ord">
        <pc:chgData name="Satish Tammineni" userId="60986461-a419-45ed-854c-4dfbc8d7dc2f" providerId="ADAL" clId="{C4563B60-3D7B-E941-9795-888D366E4D35}" dt="2024-06-10T21:07:47.326" v="13380" actId="2696"/>
        <pc:sldMkLst>
          <pc:docMk/>
          <pc:sldMk cId="3098379914" sldId="2147474054"/>
        </pc:sldMkLst>
        <pc:spChg chg="mod">
          <ac:chgData name="Satish Tammineni" userId="60986461-a419-45ed-854c-4dfbc8d7dc2f" providerId="ADAL" clId="{C4563B60-3D7B-E941-9795-888D366E4D35}" dt="2024-06-10T04:25:28.826" v="5629" actId="14100"/>
          <ac:spMkLst>
            <pc:docMk/>
            <pc:sldMk cId="3098379914" sldId="2147474054"/>
            <ac:spMk id="3" creationId="{9262113B-1955-52EE-0EE1-E0D14ED64A4A}"/>
          </ac:spMkLst>
        </pc:spChg>
        <pc:spChg chg="mod">
          <ac:chgData name="Satish Tammineni" userId="60986461-a419-45ed-854c-4dfbc8d7dc2f" providerId="ADAL" clId="{C4563B60-3D7B-E941-9795-888D366E4D35}" dt="2024-06-10T04:23:53.663" v="5609" actId="1038"/>
          <ac:spMkLst>
            <pc:docMk/>
            <pc:sldMk cId="3098379914" sldId="2147474054"/>
            <ac:spMk id="4" creationId="{9A2187E0-29C4-4A57-60E1-65D894F875DB}"/>
          </ac:spMkLst>
        </pc:spChg>
        <pc:spChg chg="del">
          <ac:chgData name="Satish Tammineni" userId="60986461-a419-45ed-854c-4dfbc8d7dc2f" providerId="ADAL" clId="{C4563B60-3D7B-E941-9795-888D366E4D35}" dt="2024-06-10T03:40:00.020" v="4165" actId="478"/>
          <ac:spMkLst>
            <pc:docMk/>
            <pc:sldMk cId="3098379914" sldId="2147474054"/>
            <ac:spMk id="5" creationId="{3DEC4FF3-1E05-A66F-B8A0-D8D6A48D0948}"/>
          </ac:spMkLst>
        </pc:spChg>
        <pc:spChg chg="mod">
          <ac:chgData name="Satish Tammineni" userId="60986461-a419-45ed-854c-4dfbc8d7dc2f" providerId="ADAL" clId="{C4563B60-3D7B-E941-9795-888D366E4D35}" dt="2024-06-10T04:25:11.132" v="5626" actId="14100"/>
          <ac:spMkLst>
            <pc:docMk/>
            <pc:sldMk cId="3098379914" sldId="2147474054"/>
            <ac:spMk id="6" creationId="{9F4A6EBC-9F7E-9A71-9635-A84E7B97219E}"/>
          </ac:spMkLst>
        </pc:spChg>
        <pc:spChg chg="del">
          <ac:chgData name="Satish Tammineni" userId="60986461-a419-45ed-854c-4dfbc8d7dc2f" providerId="ADAL" clId="{C4563B60-3D7B-E941-9795-888D366E4D35}" dt="2024-06-10T03:40:00.020" v="4165" actId="478"/>
          <ac:spMkLst>
            <pc:docMk/>
            <pc:sldMk cId="3098379914" sldId="2147474054"/>
            <ac:spMk id="7" creationId="{0A80F994-6AED-D813-BABE-1F40BBF56CB3}"/>
          </ac:spMkLst>
        </pc:spChg>
        <pc:spChg chg="del">
          <ac:chgData name="Satish Tammineni" userId="60986461-a419-45ed-854c-4dfbc8d7dc2f" providerId="ADAL" clId="{C4563B60-3D7B-E941-9795-888D366E4D35}" dt="2024-06-10T03:40:00.020" v="4165" actId="478"/>
          <ac:spMkLst>
            <pc:docMk/>
            <pc:sldMk cId="3098379914" sldId="2147474054"/>
            <ac:spMk id="8" creationId="{B6031684-DB40-BA8D-87EF-265F575D3777}"/>
          </ac:spMkLst>
        </pc:spChg>
        <pc:spChg chg="del">
          <ac:chgData name="Satish Tammineni" userId="60986461-a419-45ed-854c-4dfbc8d7dc2f" providerId="ADAL" clId="{C4563B60-3D7B-E941-9795-888D366E4D35}" dt="2024-06-10T03:40:00.020" v="4165" actId="478"/>
          <ac:spMkLst>
            <pc:docMk/>
            <pc:sldMk cId="3098379914" sldId="2147474054"/>
            <ac:spMk id="9" creationId="{0FBFE2A5-0F8D-1FD3-4E90-0F11201F0940}"/>
          </ac:spMkLst>
        </pc:spChg>
        <pc:spChg chg="del">
          <ac:chgData name="Satish Tammineni" userId="60986461-a419-45ed-854c-4dfbc8d7dc2f" providerId="ADAL" clId="{C4563B60-3D7B-E941-9795-888D366E4D35}" dt="2024-06-10T03:40:00.020" v="4165" actId="478"/>
          <ac:spMkLst>
            <pc:docMk/>
            <pc:sldMk cId="3098379914" sldId="2147474054"/>
            <ac:spMk id="10" creationId="{8594B5EA-02C2-CBE9-28F7-FD607E287EB3}"/>
          </ac:spMkLst>
        </pc:spChg>
        <pc:spChg chg="del">
          <ac:chgData name="Satish Tammineni" userId="60986461-a419-45ed-854c-4dfbc8d7dc2f" providerId="ADAL" clId="{C4563B60-3D7B-E941-9795-888D366E4D35}" dt="2024-06-10T03:40:00.020" v="4165" actId="478"/>
          <ac:spMkLst>
            <pc:docMk/>
            <pc:sldMk cId="3098379914" sldId="2147474054"/>
            <ac:spMk id="11" creationId="{85A291DA-731F-C0C1-045D-972BF7EAC432}"/>
          </ac:spMkLst>
        </pc:spChg>
        <pc:spChg chg="del">
          <ac:chgData name="Satish Tammineni" userId="60986461-a419-45ed-854c-4dfbc8d7dc2f" providerId="ADAL" clId="{C4563B60-3D7B-E941-9795-888D366E4D35}" dt="2024-06-10T03:40:00.020" v="4165" actId="478"/>
          <ac:spMkLst>
            <pc:docMk/>
            <pc:sldMk cId="3098379914" sldId="2147474054"/>
            <ac:spMk id="12" creationId="{6A90E6D4-BA7D-3329-FB10-4AECEBEBD7C9}"/>
          </ac:spMkLst>
        </pc:spChg>
        <pc:spChg chg="add del mod">
          <ac:chgData name="Satish Tammineni" userId="60986461-a419-45ed-854c-4dfbc8d7dc2f" providerId="ADAL" clId="{C4563B60-3D7B-E941-9795-888D366E4D35}" dt="2024-06-10T04:15:28.840" v="5297" actId="478"/>
          <ac:spMkLst>
            <pc:docMk/>
            <pc:sldMk cId="3098379914" sldId="2147474054"/>
            <ac:spMk id="13" creationId="{DD71E1B7-86F6-F693-7898-EB02AE5E3D0B}"/>
          </ac:spMkLst>
        </pc:spChg>
        <pc:spChg chg="mod">
          <ac:chgData name="Satish Tammineni" userId="60986461-a419-45ed-854c-4dfbc8d7dc2f" providerId="ADAL" clId="{C4563B60-3D7B-E941-9795-888D366E4D35}" dt="2024-06-10T04:23:37.549" v="5590" actId="14100"/>
          <ac:spMkLst>
            <pc:docMk/>
            <pc:sldMk cId="3098379914" sldId="2147474054"/>
            <ac:spMk id="14" creationId="{FB53A888-B831-10AE-18F5-E80DF2A95A57}"/>
          </ac:spMkLst>
        </pc:spChg>
        <pc:spChg chg="mod">
          <ac:chgData name="Satish Tammineni" userId="60986461-a419-45ed-854c-4dfbc8d7dc2f" providerId="ADAL" clId="{C4563B60-3D7B-E941-9795-888D366E4D35}" dt="2024-06-10T04:25:25.099" v="5628" actId="14100"/>
          <ac:spMkLst>
            <pc:docMk/>
            <pc:sldMk cId="3098379914" sldId="2147474054"/>
            <ac:spMk id="15" creationId="{54BCE135-74AF-2B3F-2CAC-E4A368E869F5}"/>
          </ac:spMkLst>
        </pc:spChg>
        <pc:spChg chg="mod">
          <ac:chgData name="Satish Tammineni" userId="60986461-a419-45ed-854c-4dfbc8d7dc2f" providerId="ADAL" clId="{C4563B60-3D7B-E941-9795-888D366E4D35}" dt="2024-06-10T04:23:53.663" v="5609" actId="1038"/>
          <ac:spMkLst>
            <pc:docMk/>
            <pc:sldMk cId="3098379914" sldId="2147474054"/>
            <ac:spMk id="16" creationId="{207C94AD-1B1A-CC9D-CD09-3BBEC4A3B3E4}"/>
          </ac:spMkLst>
        </pc:spChg>
        <pc:spChg chg="mod">
          <ac:chgData name="Satish Tammineni" userId="60986461-a419-45ed-854c-4dfbc8d7dc2f" providerId="ADAL" clId="{C4563B60-3D7B-E941-9795-888D366E4D35}" dt="2024-06-10T04:25:16.265" v="5627" actId="14100"/>
          <ac:spMkLst>
            <pc:docMk/>
            <pc:sldMk cId="3098379914" sldId="2147474054"/>
            <ac:spMk id="17" creationId="{D1D57FD3-1F06-9151-3F93-B619903C8BA0}"/>
          </ac:spMkLst>
        </pc:spChg>
        <pc:spChg chg="add mod">
          <ac:chgData name="Satish Tammineni" userId="60986461-a419-45ed-854c-4dfbc8d7dc2f" providerId="ADAL" clId="{C4563B60-3D7B-E941-9795-888D366E4D35}" dt="2024-06-10T04:23:33.345" v="5589" actId="14100"/>
          <ac:spMkLst>
            <pc:docMk/>
            <pc:sldMk cId="3098379914" sldId="2147474054"/>
            <ac:spMk id="18" creationId="{95087FF9-0FAA-E591-EE04-D71AFE3C62B9}"/>
          </ac:spMkLst>
        </pc:spChg>
        <pc:spChg chg="del">
          <ac:chgData name="Satish Tammineni" userId="60986461-a419-45ed-854c-4dfbc8d7dc2f" providerId="ADAL" clId="{C4563B60-3D7B-E941-9795-888D366E4D35}" dt="2024-06-10T03:40:00.020" v="4165" actId="478"/>
          <ac:spMkLst>
            <pc:docMk/>
            <pc:sldMk cId="3098379914" sldId="2147474054"/>
            <ac:spMk id="19" creationId="{1E7463D4-54F6-67A9-2849-0EA96BF3685C}"/>
          </ac:spMkLst>
        </pc:spChg>
        <pc:spChg chg="mod">
          <ac:chgData name="Satish Tammineni" userId="60986461-a419-45ed-854c-4dfbc8d7dc2f" providerId="ADAL" clId="{C4563B60-3D7B-E941-9795-888D366E4D35}" dt="2024-06-10T04:25:39.351" v="5632" actId="14100"/>
          <ac:spMkLst>
            <pc:docMk/>
            <pc:sldMk cId="3098379914" sldId="2147474054"/>
            <ac:spMk id="20" creationId="{BB32C966-A4B1-C130-D7A6-58522663A9ED}"/>
          </ac:spMkLst>
        </pc:spChg>
        <pc:spChg chg="mod">
          <ac:chgData name="Satish Tammineni" userId="60986461-a419-45ed-854c-4dfbc8d7dc2f" providerId="ADAL" clId="{C4563B60-3D7B-E941-9795-888D366E4D35}" dt="2024-06-10T04:23:41.859" v="5598" actId="1035"/>
          <ac:spMkLst>
            <pc:docMk/>
            <pc:sldMk cId="3098379914" sldId="2147474054"/>
            <ac:spMk id="21" creationId="{DB1F6C80-1D1F-CF18-738E-7717A377B9A4}"/>
          </ac:spMkLst>
        </pc:spChg>
        <pc:spChg chg="mod">
          <ac:chgData name="Satish Tammineni" userId="60986461-a419-45ed-854c-4dfbc8d7dc2f" providerId="ADAL" clId="{C4563B60-3D7B-E941-9795-888D366E4D35}" dt="2024-06-10T04:25:58.152" v="5636" actId="3064"/>
          <ac:spMkLst>
            <pc:docMk/>
            <pc:sldMk cId="3098379914" sldId="2147474054"/>
            <ac:spMk id="23" creationId="{16BC3BD4-904A-CF42-4F2A-CD89E49EB3ED}"/>
          </ac:spMkLst>
        </pc:spChg>
        <pc:spChg chg="mod">
          <ac:chgData name="Satish Tammineni" userId="60986461-a419-45ed-854c-4dfbc8d7dc2f" providerId="ADAL" clId="{C4563B60-3D7B-E941-9795-888D366E4D35}" dt="2024-06-10T04:24:53.558" v="5623" actId="1036"/>
          <ac:spMkLst>
            <pc:docMk/>
            <pc:sldMk cId="3098379914" sldId="2147474054"/>
            <ac:spMk id="24" creationId="{B2315AF2-B7BF-8150-6B01-3972CAE382DF}"/>
          </ac:spMkLst>
        </pc:spChg>
        <pc:spChg chg="mod">
          <ac:chgData name="Satish Tammineni" userId="60986461-a419-45ed-854c-4dfbc8d7dc2f" providerId="ADAL" clId="{C4563B60-3D7B-E941-9795-888D366E4D35}" dt="2024-06-10T04:25:43.030" v="5634" actId="14100"/>
          <ac:spMkLst>
            <pc:docMk/>
            <pc:sldMk cId="3098379914" sldId="2147474054"/>
            <ac:spMk id="26" creationId="{881A69E0-2914-F652-EF32-5C8788CE173D}"/>
          </ac:spMkLst>
        </pc:spChg>
        <pc:spChg chg="del">
          <ac:chgData name="Satish Tammineni" userId="60986461-a419-45ed-854c-4dfbc8d7dc2f" providerId="ADAL" clId="{C4563B60-3D7B-E941-9795-888D366E4D35}" dt="2024-06-10T03:40:00.020" v="4165" actId="478"/>
          <ac:spMkLst>
            <pc:docMk/>
            <pc:sldMk cId="3098379914" sldId="2147474054"/>
            <ac:spMk id="27" creationId="{82D11019-0CFC-D954-8CD8-0948674A8453}"/>
          </ac:spMkLst>
        </pc:spChg>
        <pc:spChg chg="mod">
          <ac:chgData name="Satish Tammineni" userId="60986461-a419-45ed-854c-4dfbc8d7dc2f" providerId="ADAL" clId="{C4563B60-3D7B-E941-9795-888D366E4D35}" dt="2024-06-10T04:23:53.663" v="5609" actId="1038"/>
          <ac:spMkLst>
            <pc:docMk/>
            <pc:sldMk cId="3098379914" sldId="2147474054"/>
            <ac:spMk id="29" creationId="{BFE5F936-0756-BDF7-2010-EF39FDFB2CD9}"/>
          </ac:spMkLst>
        </pc:spChg>
      </pc:sldChg>
      <pc:sldChg chg="addSp delSp modSp add mod ord delCm modCm">
        <pc:chgData name="Satish Tammineni" userId="60986461-a419-45ed-854c-4dfbc8d7dc2f" providerId="ADAL" clId="{C4563B60-3D7B-E941-9795-888D366E4D35}" dt="2024-06-10T21:45:25.025" v="14012" actId="20578"/>
        <pc:sldMkLst>
          <pc:docMk/>
          <pc:sldMk cId="3711744976" sldId="2147474055"/>
        </pc:sldMkLst>
        <pc:spChg chg="del mod">
          <ac:chgData name="Satish Tammineni" userId="60986461-a419-45ed-854c-4dfbc8d7dc2f" providerId="ADAL" clId="{C4563B60-3D7B-E941-9795-888D366E4D35}" dt="2024-06-10T19:00:55.571" v="12417" actId="478"/>
          <ac:spMkLst>
            <pc:docMk/>
            <pc:sldMk cId="3711744976" sldId="2147474055"/>
            <ac:spMk id="2" creationId="{C6016BE3-4D63-9FE3-988D-CB9C1A0F19A7}"/>
          </ac:spMkLst>
        </pc:spChg>
        <pc:spChg chg="del">
          <ac:chgData name="Satish Tammineni" userId="60986461-a419-45ed-854c-4dfbc8d7dc2f" providerId="ADAL" clId="{C4563B60-3D7B-E941-9795-888D366E4D35}" dt="2024-06-10T04:43:47.832" v="7361" actId="478"/>
          <ac:spMkLst>
            <pc:docMk/>
            <pc:sldMk cId="3711744976" sldId="2147474055"/>
            <ac:spMk id="3" creationId="{9B11CF0D-6249-924F-98D5-F7EA381CDCC4}"/>
          </ac:spMkLst>
        </pc:spChg>
        <pc:spChg chg="add mod">
          <ac:chgData name="Satish Tammineni" userId="60986461-a419-45ed-854c-4dfbc8d7dc2f" providerId="ADAL" clId="{C4563B60-3D7B-E941-9795-888D366E4D35}" dt="2024-06-10T21:15:00.960" v="13853" actId="948"/>
          <ac:spMkLst>
            <pc:docMk/>
            <pc:sldMk cId="3711744976" sldId="2147474055"/>
            <ac:spMk id="6" creationId="{026820C9-14BA-E79B-EC1E-E403B62D1299}"/>
          </ac:spMkLst>
        </pc:spChg>
        <pc:spChg chg="mod">
          <ac:chgData name="Satish Tammineni" userId="60986461-a419-45ed-854c-4dfbc8d7dc2f" providerId="ADAL" clId="{C4563B60-3D7B-E941-9795-888D366E4D35}" dt="2024-06-10T21:14:48.214" v="13852" actId="948"/>
          <ac:spMkLst>
            <pc:docMk/>
            <pc:sldMk cId="3711744976" sldId="2147474055"/>
            <ac:spMk id="45" creationId="{B3790F00-985E-7F75-D115-4AB70C658838}"/>
          </ac:spMkLst>
        </pc:spChg>
        <pc:spChg chg="mod">
          <ac:chgData name="Satish Tammineni" userId="60986461-a419-45ed-854c-4dfbc8d7dc2f" providerId="ADAL" clId="{C4563B60-3D7B-E941-9795-888D366E4D35}" dt="2024-06-10T04:44:09.756" v="7385" actId="20577"/>
          <ac:spMkLst>
            <pc:docMk/>
            <pc:sldMk cId="3711744976" sldId="2147474055"/>
            <ac:spMk id="47" creationId="{5381BEC8-31BC-405D-B212-99C4FBB2991F}"/>
          </ac:spMkLst>
        </pc:spChg>
        <pc:spChg chg="mod">
          <ac:chgData name="Satish Tammineni" userId="60986461-a419-45ed-854c-4dfbc8d7dc2f" providerId="ADAL" clId="{C4563B60-3D7B-E941-9795-888D366E4D35}" dt="2024-06-10T21:15:11.744" v="13854" actId="948"/>
          <ac:spMkLst>
            <pc:docMk/>
            <pc:sldMk cId="3711744976" sldId="2147474055"/>
            <ac:spMk id="52" creationId="{5116D18E-5E42-44CC-0176-0081FEF2DDCB}"/>
          </ac:spMkLst>
        </pc:spChg>
        <pc:spChg chg="del">
          <ac:chgData name="Satish Tammineni" userId="60986461-a419-45ed-854c-4dfbc8d7dc2f" providerId="ADAL" clId="{C4563B60-3D7B-E941-9795-888D366E4D35}" dt="2024-06-10T04:43:47.832" v="7361" actId="478"/>
          <ac:spMkLst>
            <pc:docMk/>
            <pc:sldMk cId="3711744976" sldId="2147474055"/>
            <ac:spMk id="64" creationId="{4609DC7F-D940-CB79-F27F-F43C4DE9E796}"/>
          </ac:spMkLst>
        </pc:spChg>
        <pc:picChg chg="del">
          <ac:chgData name="Satish Tammineni" userId="60986461-a419-45ed-854c-4dfbc8d7dc2f" providerId="ADAL" clId="{C4563B60-3D7B-E941-9795-888D366E4D35}" dt="2024-06-10T04:43:47.832" v="7361" actId="478"/>
          <ac:picMkLst>
            <pc:docMk/>
            <pc:sldMk cId="3711744976" sldId="2147474055"/>
            <ac:picMk id="4" creationId="{6CBE81D4-ACC3-D31F-A59E-ED3930DF610B}"/>
          </ac:picMkLst>
        </pc:picChg>
        <pc:picChg chg="add del mod">
          <ac:chgData name="Satish Tammineni" userId="60986461-a419-45ed-854c-4dfbc8d7dc2f" providerId="ADAL" clId="{C4563B60-3D7B-E941-9795-888D366E4D35}" dt="2024-06-10T04:44:51.287" v="7389" actId="478"/>
          <ac:picMkLst>
            <pc:docMk/>
            <pc:sldMk cId="3711744976" sldId="2147474055"/>
            <ac:picMk id="5" creationId="{0CFF2DA8-AF26-36B1-3DA5-9CE6E8ECFB97}"/>
          </ac:picMkLst>
        </pc:picChg>
        <pc:picChg chg="add mod">
          <ac:chgData name="Satish Tammineni" userId="60986461-a419-45ed-854c-4dfbc8d7dc2f" providerId="ADAL" clId="{C4563B60-3D7B-E941-9795-888D366E4D35}" dt="2024-06-10T18:18:51.960" v="11404" actId="554"/>
          <ac:picMkLst>
            <pc:docMk/>
            <pc:sldMk cId="3711744976" sldId="2147474055"/>
            <ac:picMk id="7" creationId="{1F485562-32D4-5DB6-B45F-912CBE7EBF15}"/>
          </ac:picMkLst>
        </pc:picChg>
        <pc:picChg chg="del mod">
          <ac:chgData name="Satish Tammineni" userId="60986461-a419-45ed-854c-4dfbc8d7dc2f" providerId="ADAL" clId="{C4563B60-3D7B-E941-9795-888D366E4D35}" dt="2024-06-10T16:48:53.358" v="8388" actId="478"/>
          <ac:picMkLst>
            <pc:docMk/>
            <pc:sldMk cId="3711744976" sldId="2147474055"/>
            <ac:picMk id="61" creationId="{CCE7D041-FF29-8D0D-7F42-1C479E48D3D7}"/>
          </ac:picMkLst>
        </pc:picChg>
        <pc:picChg chg="del">
          <ac:chgData name="Satish Tammineni" userId="60986461-a419-45ed-854c-4dfbc8d7dc2f" providerId="ADAL" clId="{C4563B60-3D7B-E941-9795-888D366E4D35}" dt="2024-06-10T04:43:47.832" v="7361" actId="478"/>
          <ac:picMkLst>
            <pc:docMk/>
            <pc:sldMk cId="3711744976" sldId="2147474055"/>
            <ac:picMk id="66" creationId="{2D38AC64-D616-FE64-F670-C5356EC37B8A}"/>
          </ac:picMkLst>
        </pc:picChg>
        <pc:picChg chg="del mod">
          <ac:chgData name="Satish Tammineni" userId="60986461-a419-45ed-854c-4dfbc8d7dc2f" providerId="ADAL" clId="{C4563B60-3D7B-E941-9795-888D366E4D35}" dt="2024-06-10T16:48:57.680" v="8390" actId="478"/>
          <ac:picMkLst>
            <pc:docMk/>
            <pc:sldMk cId="3711744976" sldId="2147474055"/>
            <ac:picMk id="68" creationId="{2B427FDD-B9E8-6499-674D-600C21918A23}"/>
          </ac:picMkLst>
        </pc:picChg>
        <pc:picChg chg="mod">
          <ac:chgData name="Satish Tammineni" userId="60986461-a419-45ed-854c-4dfbc8d7dc2f" providerId="ADAL" clId="{C4563B60-3D7B-E941-9795-888D366E4D35}" dt="2024-06-10T21:14:23.568" v="13850" actId="1037"/>
          <ac:picMkLst>
            <pc:docMk/>
            <pc:sldMk cId="3711744976" sldId="2147474055"/>
            <ac:picMk id="69" creationId="{1BD02579-6750-BBA0-63EE-76EED437B41F}"/>
          </ac:picMkLst>
        </pc:picChg>
        <pc:picChg chg="mod">
          <ac:chgData name="Satish Tammineni" userId="60986461-a419-45ed-854c-4dfbc8d7dc2f" providerId="ADAL" clId="{C4563B60-3D7B-E941-9795-888D366E4D35}" dt="2024-06-10T16:48:56.274" v="8389" actId="1076"/>
          <ac:picMkLst>
            <pc:docMk/>
            <pc:sldMk cId="3711744976" sldId="2147474055"/>
            <ac:picMk id="70" creationId="{40641786-502E-7472-3276-BB1ED591DE45}"/>
          </ac:picMkLst>
        </pc:picChg>
        <pc:cxnChg chg="add mod">
          <ac:chgData name="Satish Tammineni" userId="60986461-a419-45ed-854c-4dfbc8d7dc2f" providerId="ADAL" clId="{C4563B60-3D7B-E941-9795-888D366E4D35}" dt="2024-06-10T21:14:19.302" v="13835" actId="1038"/>
          <ac:cxnSpMkLst>
            <pc:docMk/>
            <pc:sldMk cId="3711744976" sldId="2147474055"/>
            <ac:cxnSpMk id="8" creationId="{43677D12-BD5D-F206-2C76-A30B407914CA}"/>
          </ac:cxnSpMkLst>
        </pc:cxnChg>
        <pc:cxnChg chg="add mod">
          <ac:chgData name="Satish Tammineni" userId="60986461-a419-45ed-854c-4dfbc8d7dc2f" providerId="ADAL" clId="{C4563B60-3D7B-E941-9795-888D366E4D35}" dt="2024-06-10T18:19:15.022" v="11406" actId="1076"/>
          <ac:cxnSpMkLst>
            <pc:docMk/>
            <pc:sldMk cId="3711744976" sldId="2147474055"/>
            <ac:cxnSpMk id="9" creationId="{91FFB5F6-74C5-C81C-6B5B-5A140CB192FE}"/>
          </ac:cxnSpMkLst>
        </pc:cxnChg>
        <pc:cxnChg chg="del">
          <ac:chgData name="Satish Tammineni" userId="60986461-a419-45ed-854c-4dfbc8d7dc2f" providerId="ADAL" clId="{C4563B60-3D7B-E941-9795-888D366E4D35}" dt="2024-06-10T16:47:10.507" v="8375" actId="478"/>
          <ac:cxnSpMkLst>
            <pc:docMk/>
            <pc:sldMk cId="3711744976" sldId="2147474055"/>
            <ac:cxnSpMk id="41" creationId="{EDFB95B2-DE70-FD5E-A648-A0012EDEA5C2}"/>
          </ac:cxnSpMkLst>
        </pc:cxnChg>
        <pc:cxnChg chg="mod">
          <ac:chgData name="Satish Tammineni" userId="60986461-a419-45ed-854c-4dfbc8d7dc2f" providerId="ADAL" clId="{C4563B60-3D7B-E941-9795-888D366E4D35}" dt="2024-06-10T16:47:22.049" v="8378" actId="1076"/>
          <ac:cxnSpMkLst>
            <pc:docMk/>
            <pc:sldMk cId="3711744976" sldId="2147474055"/>
            <ac:cxnSpMk id="42" creationId="{4CFD69B0-256D-9001-7CE8-3079554B387B}"/>
          </ac:cxnSpMkLst>
        </pc:cxnChg>
        <pc:cxnChg chg="del">
          <ac:chgData name="Satish Tammineni" userId="60986461-a419-45ed-854c-4dfbc8d7dc2f" providerId="ADAL" clId="{C4563B60-3D7B-E941-9795-888D366E4D35}" dt="2024-06-10T04:46:46.521" v="7512" actId="478"/>
          <ac:cxnSpMkLst>
            <pc:docMk/>
            <pc:sldMk cId="3711744976" sldId="2147474055"/>
            <ac:cxnSpMk id="43" creationId="{45CDDD9A-FFBF-972F-5628-B723E352C81D}"/>
          </ac:cxnSpMkLst>
        </pc:cxnChg>
        <pc:extLst>
          <p:ext xmlns:p="http://schemas.openxmlformats.org/presentationml/2006/main" uri="{D6D511B9-2390-475A-947B-AFAB55BFBCF1}">
            <pc226:cmChg xmlns:pc226="http://schemas.microsoft.com/office/powerpoint/2022/06/main/command" chg="del mod">
              <pc226:chgData name="Satish Tammineni" userId="60986461-a419-45ed-854c-4dfbc8d7dc2f" providerId="ADAL" clId="{C4563B60-3D7B-E941-9795-888D366E4D35}" dt="2024-06-10T21:13:30.583" v="13822"/>
              <pc2:cmMkLst xmlns:pc2="http://schemas.microsoft.com/office/powerpoint/2019/9/main/command">
                <pc:docMk/>
                <pc:sldMk cId="3711744976" sldId="2147474055"/>
                <pc2:cmMk id="{EC3190B3-1A5D-4FD4-B02F-BC440D4B690C}"/>
              </pc2:cmMkLst>
            </pc226:cmChg>
          </p:ext>
        </pc:extLst>
      </pc:sldChg>
      <pc:sldChg chg="delSp modSp mod">
        <pc:chgData name="Satish Tammineni" userId="60986461-a419-45ed-854c-4dfbc8d7dc2f" providerId="ADAL" clId="{C4563B60-3D7B-E941-9795-888D366E4D35}" dt="2024-06-10T22:35:14.223" v="14034" actId="113"/>
        <pc:sldMkLst>
          <pc:docMk/>
          <pc:sldMk cId="21011384" sldId="2147474056"/>
        </pc:sldMkLst>
        <pc:spChg chg="mod">
          <ac:chgData name="Satish Tammineni" userId="60986461-a419-45ed-854c-4dfbc8d7dc2f" providerId="ADAL" clId="{C4563B60-3D7B-E941-9795-888D366E4D35}" dt="2024-06-10T21:11:40.843" v="13694" actId="20577"/>
          <ac:spMkLst>
            <pc:docMk/>
            <pc:sldMk cId="21011384" sldId="2147474056"/>
            <ac:spMk id="2" creationId="{E717FE27-94B7-7158-9BF1-D06561562955}"/>
          </ac:spMkLst>
        </pc:spChg>
        <pc:spChg chg="del">
          <ac:chgData name="Satish Tammineni" userId="60986461-a419-45ed-854c-4dfbc8d7dc2f" providerId="ADAL" clId="{C4563B60-3D7B-E941-9795-888D366E4D35}" dt="2024-06-10T18:20:20.807" v="11409" actId="478"/>
          <ac:spMkLst>
            <pc:docMk/>
            <pc:sldMk cId="21011384" sldId="2147474056"/>
            <ac:spMk id="3" creationId="{DB4817DA-34FE-8EE3-BC52-34B3492AD247}"/>
          </ac:spMkLst>
        </pc:spChg>
        <pc:spChg chg="mod">
          <ac:chgData name="Satish Tammineni" userId="60986461-a419-45ed-854c-4dfbc8d7dc2f" providerId="ADAL" clId="{C4563B60-3D7B-E941-9795-888D366E4D35}" dt="2024-06-10T21:12:32.978" v="13814" actId="20577"/>
          <ac:spMkLst>
            <pc:docMk/>
            <pc:sldMk cId="21011384" sldId="2147474056"/>
            <ac:spMk id="4" creationId="{0C26CD5E-DF7D-B59C-AD65-05B5A4C14FCA}"/>
          </ac:spMkLst>
        </pc:spChg>
        <pc:spChg chg="mod">
          <ac:chgData name="Satish Tammineni" userId="60986461-a419-45ed-854c-4dfbc8d7dc2f" providerId="ADAL" clId="{C4563B60-3D7B-E941-9795-888D366E4D35}" dt="2024-06-10T21:13:05.846" v="13820" actId="20577"/>
          <ac:spMkLst>
            <pc:docMk/>
            <pc:sldMk cId="21011384" sldId="2147474056"/>
            <ac:spMk id="75" creationId="{F3FA1C63-E5AE-63B3-C9BB-449F5E2B3D70}"/>
          </ac:spMkLst>
        </pc:spChg>
        <pc:spChg chg="mod">
          <ac:chgData name="Satish Tammineni" userId="60986461-a419-45ed-854c-4dfbc8d7dc2f" providerId="ADAL" clId="{C4563B60-3D7B-E941-9795-888D366E4D35}" dt="2024-06-10T20:45:03.780" v="12785" actId="207"/>
          <ac:spMkLst>
            <pc:docMk/>
            <pc:sldMk cId="21011384" sldId="2147474056"/>
            <ac:spMk id="88" creationId="{DF71C89D-7AAE-DE4A-0B0B-EB916D00A80E}"/>
          </ac:spMkLst>
        </pc:spChg>
        <pc:spChg chg="mod">
          <ac:chgData name="Satish Tammineni" userId="60986461-a419-45ed-854c-4dfbc8d7dc2f" providerId="ADAL" clId="{C4563B60-3D7B-E941-9795-888D366E4D35}" dt="2024-06-10T22:35:14.223" v="14034" actId="113"/>
          <ac:spMkLst>
            <pc:docMk/>
            <pc:sldMk cId="21011384" sldId="2147474056"/>
            <ac:spMk id="90" creationId="{620D5EB8-D188-01AB-211B-F849A8D83493}"/>
          </ac:spMkLst>
        </pc:spChg>
        <pc:spChg chg="mod">
          <ac:chgData name="Satish Tammineni" userId="60986461-a419-45ed-854c-4dfbc8d7dc2f" providerId="ADAL" clId="{C4563B60-3D7B-E941-9795-888D366E4D35}" dt="2024-06-10T20:43:48.407" v="12773" actId="207"/>
          <ac:spMkLst>
            <pc:docMk/>
            <pc:sldMk cId="21011384" sldId="2147474056"/>
            <ac:spMk id="92" creationId="{CE3F1D8D-CEE7-5F62-81DA-249CF9308323}"/>
          </ac:spMkLst>
        </pc:spChg>
        <pc:spChg chg="mod">
          <ac:chgData name="Satish Tammineni" userId="60986461-a419-45ed-854c-4dfbc8d7dc2f" providerId="ADAL" clId="{C4563B60-3D7B-E941-9795-888D366E4D35}" dt="2024-06-10T20:43:52.232" v="12774" actId="207"/>
          <ac:spMkLst>
            <pc:docMk/>
            <pc:sldMk cId="21011384" sldId="2147474056"/>
            <ac:spMk id="93" creationId="{FE6C3DFA-FEAB-D319-B64C-845985A88FF0}"/>
          </ac:spMkLst>
        </pc:spChg>
        <pc:spChg chg="mod">
          <ac:chgData name="Satish Tammineni" userId="60986461-a419-45ed-854c-4dfbc8d7dc2f" providerId="ADAL" clId="{C4563B60-3D7B-E941-9795-888D366E4D35}" dt="2024-06-10T20:43:55.773" v="12775" actId="207"/>
          <ac:spMkLst>
            <pc:docMk/>
            <pc:sldMk cId="21011384" sldId="2147474056"/>
            <ac:spMk id="94" creationId="{1159AE74-3FB1-FCC9-DDC5-74420A7984A7}"/>
          </ac:spMkLst>
        </pc:spChg>
        <pc:spChg chg="mod">
          <ac:chgData name="Satish Tammineni" userId="60986461-a419-45ed-854c-4dfbc8d7dc2f" providerId="ADAL" clId="{C4563B60-3D7B-E941-9795-888D366E4D35}" dt="2024-06-10T20:45:02.037" v="12784" actId="207"/>
          <ac:spMkLst>
            <pc:docMk/>
            <pc:sldMk cId="21011384" sldId="2147474056"/>
            <ac:spMk id="100" creationId="{8C3F25B5-72FD-1AEB-B38C-325B006E4C24}"/>
          </ac:spMkLst>
        </pc:spChg>
        <pc:cxnChg chg="mod">
          <ac:chgData name="Satish Tammineni" userId="60986461-a419-45ed-854c-4dfbc8d7dc2f" providerId="ADAL" clId="{C4563B60-3D7B-E941-9795-888D366E4D35}" dt="2024-06-10T20:45:28.036" v="12787" actId="208"/>
          <ac:cxnSpMkLst>
            <pc:docMk/>
            <pc:sldMk cId="21011384" sldId="2147474056"/>
            <ac:cxnSpMk id="71" creationId="{33B4CD94-4364-B1FF-27C3-1223032A8252}"/>
          </ac:cxnSpMkLst>
        </pc:cxnChg>
        <pc:cxnChg chg="mod">
          <ac:chgData name="Satish Tammineni" userId="60986461-a419-45ed-854c-4dfbc8d7dc2f" providerId="ADAL" clId="{C4563B60-3D7B-E941-9795-888D366E4D35}" dt="2024-06-10T20:45:28.036" v="12787" actId="208"/>
          <ac:cxnSpMkLst>
            <pc:docMk/>
            <pc:sldMk cId="21011384" sldId="2147474056"/>
            <ac:cxnSpMk id="77" creationId="{802649FB-9331-7A31-3DCC-E47D4A050728}"/>
          </ac:cxnSpMkLst>
        </pc:cxnChg>
        <pc:cxnChg chg="mod">
          <ac:chgData name="Satish Tammineni" userId="60986461-a419-45ed-854c-4dfbc8d7dc2f" providerId="ADAL" clId="{C4563B60-3D7B-E941-9795-888D366E4D35}" dt="2024-06-10T20:45:28.036" v="12787" actId="208"/>
          <ac:cxnSpMkLst>
            <pc:docMk/>
            <pc:sldMk cId="21011384" sldId="2147474056"/>
            <ac:cxnSpMk id="84" creationId="{58D0E589-D5CE-B7D5-7FDC-5E843CB91841}"/>
          </ac:cxnSpMkLst>
        </pc:cxnChg>
        <pc:cxnChg chg="mod">
          <ac:chgData name="Satish Tammineni" userId="60986461-a419-45ed-854c-4dfbc8d7dc2f" providerId="ADAL" clId="{C4563B60-3D7B-E941-9795-888D366E4D35}" dt="2024-06-10T20:45:28.036" v="12787" actId="208"/>
          <ac:cxnSpMkLst>
            <pc:docMk/>
            <pc:sldMk cId="21011384" sldId="2147474056"/>
            <ac:cxnSpMk id="91" creationId="{4BA342B1-FF47-EC8A-66E5-8F3FD7922B08}"/>
          </ac:cxnSpMkLst>
        </pc:cxnChg>
        <pc:cxnChg chg="mod">
          <ac:chgData name="Satish Tammineni" userId="60986461-a419-45ed-854c-4dfbc8d7dc2f" providerId="ADAL" clId="{C4563B60-3D7B-E941-9795-888D366E4D35}" dt="2024-06-10T20:45:28.036" v="12787" actId="208"/>
          <ac:cxnSpMkLst>
            <pc:docMk/>
            <pc:sldMk cId="21011384" sldId="2147474056"/>
            <ac:cxnSpMk id="102" creationId="{EE979D5A-5310-E59D-56F3-1F06D892E1B0}"/>
          </ac:cxnSpMkLst>
        </pc:cxnChg>
      </pc:sldChg>
      <pc:sldChg chg="delSp modSp add mod">
        <pc:chgData name="Satish Tammineni" userId="60986461-a419-45ed-854c-4dfbc8d7dc2f" providerId="ADAL" clId="{C4563B60-3D7B-E941-9795-888D366E4D35}" dt="2024-06-10T22:34:52.098" v="14014" actId="18331"/>
        <pc:sldMkLst>
          <pc:docMk/>
          <pc:sldMk cId="2790388644" sldId="2147474057"/>
        </pc:sldMkLst>
        <pc:spChg chg="del">
          <ac:chgData name="Satish Tammineni" userId="60986461-a419-45ed-854c-4dfbc8d7dc2f" providerId="ADAL" clId="{C4563B60-3D7B-E941-9795-888D366E4D35}" dt="2024-06-10T21:16:05.995" v="13856" actId="478"/>
          <ac:spMkLst>
            <pc:docMk/>
            <pc:sldMk cId="2790388644" sldId="2147474057"/>
            <ac:spMk id="6" creationId="{026820C9-14BA-E79B-EC1E-E403B62D1299}"/>
          </ac:spMkLst>
        </pc:spChg>
        <pc:spChg chg="mod">
          <ac:chgData name="Satish Tammineni" userId="60986461-a419-45ed-854c-4dfbc8d7dc2f" providerId="ADAL" clId="{C4563B60-3D7B-E941-9795-888D366E4D35}" dt="2024-06-10T21:36:31.336" v="13877" actId="554"/>
          <ac:spMkLst>
            <pc:docMk/>
            <pc:sldMk cId="2790388644" sldId="2147474057"/>
            <ac:spMk id="45" creationId="{B3790F00-985E-7F75-D115-4AB70C658838}"/>
          </ac:spMkLst>
        </pc:spChg>
        <pc:spChg chg="mod">
          <ac:chgData name="Satish Tammineni" userId="60986461-a419-45ed-854c-4dfbc8d7dc2f" providerId="ADAL" clId="{C4563B60-3D7B-E941-9795-888D366E4D35}" dt="2024-06-10T21:38:25.318" v="13951" actId="20577"/>
          <ac:spMkLst>
            <pc:docMk/>
            <pc:sldMk cId="2790388644" sldId="2147474057"/>
            <ac:spMk id="47" creationId="{5381BEC8-31BC-405D-B212-99C4FBB2991F}"/>
          </ac:spMkLst>
        </pc:spChg>
        <pc:spChg chg="mod">
          <ac:chgData name="Satish Tammineni" userId="60986461-a419-45ed-854c-4dfbc8d7dc2f" providerId="ADAL" clId="{C4563B60-3D7B-E941-9795-888D366E4D35}" dt="2024-06-10T21:36:42.160" v="13890" actId="1037"/>
          <ac:spMkLst>
            <pc:docMk/>
            <pc:sldMk cId="2790388644" sldId="2147474057"/>
            <ac:spMk id="52" creationId="{5116D18E-5E42-44CC-0176-0081FEF2DDCB}"/>
          </ac:spMkLst>
        </pc:spChg>
        <pc:picChg chg="del">
          <ac:chgData name="Satish Tammineni" userId="60986461-a419-45ed-854c-4dfbc8d7dc2f" providerId="ADAL" clId="{C4563B60-3D7B-E941-9795-888D366E4D35}" dt="2024-06-10T21:16:05.995" v="13856" actId="478"/>
          <ac:picMkLst>
            <pc:docMk/>
            <pc:sldMk cId="2790388644" sldId="2147474057"/>
            <ac:picMk id="7" creationId="{1F485562-32D4-5DB6-B45F-912CBE7EBF15}"/>
          </ac:picMkLst>
        </pc:picChg>
        <pc:picChg chg="mod">
          <ac:chgData name="Satish Tammineni" userId="60986461-a419-45ed-854c-4dfbc8d7dc2f" providerId="ADAL" clId="{C4563B60-3D7B-E941-9795-888D366E4D35}" dt="2024-06-10T22:34:52.098" v="14014" actId="18331"/>
          <ac:picMkLst>
            <pc:docMk/>
            <pc:sldMk cId="2790388644" sldId="2147474057"/>
            <ac:picMk id="69" creationId="{1BD02579-6750-BBA0-63EE-76EED437B41F}"/>
          </ac:picMkLst>
        </pc:picChg>
        <pc:picChg chg="mod">
          <ac:chgData name="Satish Tammineni" userId="60986461-a419-45ed-854c-4dfbc8d7dc2f" providerId="ADAL" clId="{C4563B60-3D7B-E941-9795-888D366E4D35}" dt="2024-06-10T21:36:20.981" v="13876" actId="1036"/>
          <ac:picMkLst>
            <pc:docMk/>
            <pc:sldMk cId="2790388644" sldId="2147474057"/>
            <ac:picMk id="70" creationId="{40641786-502E-7472-3276-BB1ED591DE45}"/>
          </ac:picMkLst>
        </pc:picChg>
        <pc:cxnChg chg="mod">
          <ac:chgData name="Satish Tammineni" userId="60986461-a419-45ed-854c-4dfbc8d7dc2f" providerId="ADAL" clId="{C4563B60-3D7B-E941-9795-888D366E4D35}" dt="2024-06-10T21:36:36.122" v="13881" actId="1038"/>
          <ac:cxnSpMkLst>
            <pc:docMk/>
            <pc:sldMk cId="2790388644" sldId="2147474057"/>
            <ac:cxnSpMk id="8" creationId="{43677D12-BD5D-F206-2C76-A30B407914CA}"/>
          </ac:cxnSpMkLst>
        </pc:cxnChg>
        <pc:cxnChg chg="del">
          <ac:chgData name="Satish Tammineni" userId="60986461-a419-45ed-854c-4dfbc8d7dc2f" providerId="ADAL" clId="{C4563B60-3D7B-E941-9795-888D366E4D35}" dt="2024-06-10T21:16:08.204" v="13857" actId="478"/>
          <ac:cxnSpMkLst>
            <pc:docMk/>
            <pc:sldMk cId="2790388644" sldId="2147474057"/>
            <ac:cxnSpMk id="9" creationId="{91FFB5F6-74C5-C81C-6B5B-5A140CB192FE}"/>
          </ac:cxnSpMkLst>
        </pc:cxnChg>
        <pc:cxnChg chg="del">
          <ac:chgData name="Satish Tammineni" userId="60986461-a419-45ed-854c-4dfbc8d7dc2f" providerId="ADAL" clId="{C4563B60-3D7B-E941-9795-888D366E4D35}" dt="2024-06-10T21:43:33.695" v="13964" actId="478"/>
          <ac:cxnSpMkLst>
            <pc:docMk/>
            <pc:sldMk cId="2790388644" sldId="2147474057"/>
            <ac:cxnSpMk id="42" creationId="{4CFD69B0-256D-9001-7CE8-3079554B387B}"/>
          </ac:cxnSpMkLst>
        </pc:cxnChg>
      </pc:sldChg>
      <pc:sldChg chg="del">
        <pc:chgData name="Satish Tammineni" userId="60986461-a419-45ed-854c-4dfbc8d7dc2f" providerId="ADAL" clId="{C4563B60-3D7B-E941-9795-888D366E4D35}" dt="2024-06-10T21:07:49.784" v="13382" actId="2696"/>
        <pc:sldMkLst>
          <pc:docMk/>
          <pc:sldMk cId="3243393529" sldId="2147474057"/>
        </pc:sldMkLst>
      </pc:sldChg>
      <pc:sldChg chg="addSp delSp modSp add mod">
        <pc:chgData name="Satish Tammineni" userId="60986461-a419-45ed-854c-4dfbc8d7dc2f" providerId="ADAL" clId="{C4563B60-3D7B-E941-9795-888D366E4D35}" dt="2024-06-10T22:37:51.727" v="14415" actId="20577"/>
        <pc:sldMkLst>
          <pc:docMk/>
          <pc:sldMk cId="4092671106" sldId="2147474058"/>
        </pc:sldMkLst>
        <pc:spChg chg="add mod">
          <ac:chgData name="Satish Tammineni" userId="60986461-a419-45ed-854c-4dfbc8d7dc2f" providerId="ADAL" clId="{C4563B60-3D7B-E941-9795-888D366E4D35}" dt="2024-06-10T22:37:51.727" v="14415" actId="20577"/>
          <ac:spMkLst>
            <pc:docMk/>
            <pc:sldMk cId="4092671106" sldId="2147474058"/>
            <ac:spMk id="2" creationId="{4DB9D245-F662-047B-6C8D-955E13FC655F}"/>
          </ac:spMkLst>
        </pc:spChg>
        <pc:spChg chg="add">
          <ac:chgData name="Satish Tammineni" userId="60986461-a419-45ed-854c-4dfbc8d7dc2f" providerId="ADAL" clId="{C4563B60-3D7B-E941-9795-888D366E4D35}" dt="2024-06-10T21:45:10.166" v="13995" actId="11529"/>
          <ac:spMkLst>
            <pc:docMk/>
            <pc:sldMk cId="4092671106" sldId="2147474058"/>
            <ac:spMk id="4" creationId="{9D7598FE-E39D-5821-73CA-843871AC4AFE}"/>
          </ac:spMkLst>
        </pc:spChg>
        <pc:spChg chg="mod">
          <ac:chgData name="Satish Tammineni" userId="60986461-a419-45ed-854c-4dfbc8d7dc2f" providerId="ADAL" clId="{C4563B60-3D7B-E941-9795-888D366E4D35}" dt="2024-06-10T21:45:17.860" v="14011" actId="20577"/>
          <ac:spMkLst>
            <pc:docMk/>
            <pc:sldMk cId="4092671106" sldId="2147474058"/>
            <ac:spMk id="6" creationId="{026820C9-14BA-E79B-EC1E-E403B62D1299}"/>
          </ac:spMkLst>
        </pc:spChg>
        <pc:spChg chg="del">
          <ac:chgData name="Satish Tammineni" userId="60986461-a419-45ed-854c-4dfbc8d7dc2f" providerId="ADAL" clId="{C4563B60-3D7B-E941-9795-888D366E4D35}" dt="2024-06-10T21:36:58.477" v="13892" actId="478"/>
          <ac:spMkLst>
            <pc:docMk/>
            <pc:sldMk cId="4092671106" sldId="2147474058"/>
            <ac:spMk id="45" creationId="{B3790F00-985E-7F75-D115-4AB70C658838}"/>
          </ac:spMkLst>
        </pc:spChg>
        <pc:spChg chg="mod">
          <ac:chgData name="Satish Tammineni" userId="60986461-a419-45ed-854c-4dfbc8d7dc2f" providerId="ADAL" clId="{C4563B60-3D7B-E941-9795-888D366E4D35}" dt="2024-06-10T21:38:17.354" v="13945" actId="20577"/>
          <ac:spMkLst>
            <pc:docMk/>
            <pc:sldMk cId="4092671106" sldId="2147474058"/>
            <ac:spMk id="47" creationId="{5381BEC8-31BC-405D-B212-99C4FBB2991F}"/>
          </ac:spMkLst>
        </pc:spChg>
        <pc:spChg chg="del">
          <ac:chgData name="Satish Tammineni" userId="60986461-a419-45ed-854c-4dfbc8d7dc2f" providerId="ADAL" clId="{C4563B60-3D7B-E941-9795-888D366E4D35}" dt="2024-06-10T21:36:58.477" v="13892" actId="478"/>
          <ac:spMkLst>
            <pc:docMk/>
            <pc:sldMk cId="4092671106" sldId="2147474058"/>
            <ac:spMk id="52" creationId="{5116D18E-5E42-44CC-0176-0081FEF2DDCB}"/>
          </ac:spMkLst>
        </pc:spChg>
        <pc:picChg chg="add mod">
          <ac:chgData name="Satish Tammineni" userId="60986461-a419-45ed-854c-4dfbc8d7dc2f" providerId="ADAL" clId="{C4563B60-3D7B-E941-9795-888D366E4D35}" dt="2024-06-10T21:37:15.220" v="13896" actId="1076"/>
          <ac:picMkLst>
            <pc:docMk/>
            <pc:sldMk cId="4092671106" sldId="2147474058"/>
            <ac:picMk id="3" creationId="{E148C397-7A85-04EB-1542-A3397D31DF5A}"/>
          </ac:picMkLst>
        </pc:picChg>
        <pc:picChg chg="del mod">
          <ac:chgData name="Satish Tammineni" userId="60986461-a419-45ed-854c-4dfbc8d7dc2f" providerId="ADAL" clId="{C4563B60-3D7B-E941-9795-888D366E4D35}" dt="2024-06-10T21:45:03.674" v="13994" actId="478"/>
          <ac:picMkLst>
            <pc:docMk/>
            <pc:sldMk cId="4092671106" sldId="2147474058"/>
            <ac:picMk id="7" creationId="{1F485562-32D4-5DB6-B45F-912CBE7EBF15}"/>
          </ac:picMkLst>
        </pc:picChg>
        <pc:picChg chg="del">
          <ac:chgData name="Satish Tammineni" userId="60986461-a419-45ed-854c-4dfbc8d7dc2f" providerId="ADAL" clId="{C4563B60-3D7B-E941-9795-888D366E4D35}" dt="2024-06-10T21:36:58.477" v="13892" actId="478"/>
          <ac:picMkLst>
            <pc:docMk/>
            <pc:sldMk cId="4092671106" sldId="2147474058"/>
            <ac:picMk id="69" creationId="{1BD02579-6750-BBA0-63EE-76EED437B41F}"/>
          </ac:picMkLst>
        </pc:picChg>
        <pc:picChg chg="del">
          <ac:chgData name="Satish Tammineni" userId="60986461-a419-45ed-854c-4dfbc8d7dc2f" providerId="ADAL" clId="{C4563B60-3D7B-E941-9795-888D366E4D35}" dt="2024-06-10T21:36:58.477" v="13892" actId="478"/>
          <ac:picMkLst>
            <pc:docMk/>
            <pc:sldMk cId="4092671106" sldId="2147474058"/>
            <ac:picMk id="70" creationId="{40641786-502E-7472-3276-BB1ED591DE45}"/>
          </ac:picMkLst>
        </pc:picChg>
        <pc:cxnChg chg="del">
          <ac:chgData name="Satish Tammineni" userId="60986461-a419-45ed-854c-4dfbc8d7dc2f" providerId="ADAL" clId="{C4563B60-3D7B-E941-9795-888D366E4D35}" dt="2024-06-10T21:37:00.647" v="13893" actId="478"/>
          <ac:cxnSpMkLst>
            <pc:docMk/>
            <pc:sldMk cId="4092671106" sldId="2147474058"/>
            <ac:cxnSpMk id="8" creationId="{43677D12-BD5D-F206-2C76-A30B407914CA}"/>
          </ac:cxnSpMkLst>
        </pc:cxnChg>
        <pc:cxnChg chg="mod">
          <ac:chgData name="Satish Tammineni" userId="60986461-a419-45ed-854c-4dfbc8d7dc2f" providerId="ADAL" clId="{C4563B60-3D7B-E941-9795-888D366E4D35}" dt="2024-06-10T21:37:23.194" v="13897" actId="1076"/>
          <ac:cxnSpMkLst>
            <pc:docMk/>
            <pc:sldMk cId="4092671106" sldId="2147474058"/>
            <ac:cxnSpMk id="9" creationId="{91FFB5F6-74C5-C81C-6B5B-5A140CB192FE}"/>
          </ac:cxnSpMkLst>
        </pc:cxnChg>
        <pc:cxnChg chg="del">
          <ac:chgData name="Satish Tammineni" userId="60986461-a419-45ed-854c-4dfbc8d7dc2f" providerId="ADAL" clId="{C4563B60-3D7B-E941-9795-888D366E4D35}" dt="2024-06-10T21:43:37.883" v="13965" actId="478"/>
          <ac:cxnSpMkLst>
            <pc:docMk/>
            <pc:sldMk cId="4092671106" sldId="2147474058"/>
            <ac:cxnSpMk id="42" creationId="{4CFD69B0-256D-9001-7CE8-3079554B387B}"/>
          </ac:cxnSpMkLst>
        </pc:cxnChg>
      </pc:sldChg>
    </pc:docChg>
  </pc:docChgLst>
  <pc:docChgLst>
    <pc:chgData name="Nikhil Pathiyil" userId="ad524bdf-8b31-45f5-8d56-6c54773203f6" providerId="ADAL" clId="{BE6F81D7-D38A-4320-86B8-865741A9CE78}"/>
    <pc:docChg chg="undo redo custSel modSld">
      <pc:chgData name="Nikhil Pathiyil" userId="ad524bdf-8b31-45f5-8d56-6c54773203f6" providerId="ADAL" clId="{BE6F81D7-D38A-4320-86B8-865741A9CE78}" dt="2024-06-10T16:35:06.859" v="100" actId="20577"/>
      <pc:docMkLst>
        <pc:docMk/>
      </pc:docMkLst>
      <pc:sldChg chg="modSp mod">
        <pc:chgData name="Nikhil Pathiyil" userId="ad524bdf-8b31-45f5-8d56-6c54773203f6" providerId="ADAL" clId="{BE6F81D7-D38A-4320-86B8-865741A9CE78}" dt="2024-06-10T16:35:06.859" v="100" actId="20577"/>
        <pc:sldMkLst>
          <pc:docMk/>
          <pc:sldMk cId="3870935564" sldId="2147474052"/>
        </pc:sldMkLst>
        <pc:spChg chg="mod">
          <ac:chgData name="Nikhil Pathiyil" userId="ad524bdf-8b31-45f5-8d56-6c54773203f6" providerId="ADAL" clId="{BE6F81D7-D38A-4320-86B8-865741A9CE78}" dt="2024-06-10T12:42:55.060" v="3" actId="1076"/>
          <ac:spMkLst>
            <pc:docMk/>
            <pc:sldMk cId="3870935564" sldId="2147474052"/>
            <ac:spMk id="2" creationId="{C6016BE3-4D63-9FE3-988D-CB9C1A0F19A7}"/>
          </ac:spMkLst>
        </pc:spChg>
        <pc:spChg chg="mod">
          <ac:chgData name="Nikhil Pathiyil" userId="ad524bdf-8b31-45f5-8d56-6c54773203f6" providerId="ADAL" clId="{BE6F81D7-D38A-4320-86B8-865741A9CE78}" dt="2024-06-10T16:35:06.859" v="100" actId="20577"/>
          <ac:spMkLst>
            <pc:docMk/>
            <pc:sldMk cId="3870935564" sldId="2147474052"/>
            <ac:spMk id="6" creationId="{C16945B5-C961-5DAD-DFE8-CE6ACDD2AEB6}"/>
          </ac:spMkLst>
        </pc:spChg>
      </pc:sldChg>
    </pc:docChg>
  </pc:docChgLst>
  <pc:docChgLst>
    <pc:chgData name="Aditya Dev" userId="123d2500-9213-4961-ae77-f48a38511bd3" providerId="ADAL" clId="{F13D24E6-FC01-4A3C-9A47-71C495945884}"/>
    <pc:docChg chg="undo custSel addSld delSld modSld">
      <pc:chgData name="Aditya Dev" userId="123d2500-9213-4961-ae77-f48a38511bd3" providerId="ADAL" clId="{F13D24E6-FC01-4A3C-9A47-71C495945884}" dt="2024-06-10T17:40:48.965" v="355" actId="20577"/>
      <pc:docMkLst>
        <pc:docMk/>
      </pc:docMkLst>
      <pc:sldChg chg="delSp add del mod setBg">
        <pc:chgData name="Aditya Dev" userId="123d2500-9213-4961-ae77-f48a38511bd3" providerId="ADAL" clId="{F13D24E6-FC01-4A3C-9A47-71C495945884}" dt="2024-06-06T08:18:21.380" v="252" actId="47"/>
        <pc:sldMkLst>
          <pc:docMk/>
          <pc:sldMk cId="1062645260" sldId="2147473556"/>
        </pc:sldMkLst>
        <pc:spChg chg="del">
          <ac:chgData name="Aditya Dev" userId="123d2500-9213-4961-ae77-f48a38511bd3" providerId="ADAL" clId="{F13D24E6-FC01-4A3C-9A47-71C495945884}" dt="2024-06-06T08:17:05.580" v="240" actId="478"/>
          <ac:spMkLst>
            <pc:docMk/>
            <pc:sldMk cId="1062645260" sldId="2147473556"/>
            <ac:spMk id="2" creationId="{08D46D69-FCD6-7B7C-4CEE-F2379A0EBD64}"/>
          </ac:spMkLst>
        </pc:spChg>
        <pc:graphicFrameChg chg="del">
          <ac:chgData name="Aditya Dev" userId="123d2500-9213-4961-ae77-f48a38511bd3" providerId="ADAL" clId="{F13D24E6-FC01-4A3C-9A47-71C495945884}" dt="2024-06-06T08:17:11.403" v="241" actId="478"/>
          <ac:graphicFrameMkLst>
            <pc:docMk/>
            <pc:sldMk cId="1062645260" sldId="2147473556"/>
            <ac:graphicFrameMk id="4" creationId="{ECDCFCB7-5903-6BA6-E689-577F90D813DE}"/>
          </ac:graphicFrameMkLst>
        </pc:graphicFrameChg>
      </pc:sldChg>
      <pc:sldChg chg="addSp delSp modSp mod addCm">
        <pc:chgData name="Aditya Dev" userId="123d2500-9213-4961-ae77-f48a38511bd3" providerId="ADAL" clId="{F13D24E6-FC01-4A3C-9A47-71C495945884}" dt="2024-06-10T12:38:43.245" v="293"/>
        <pc:sldMkLst>
          <pc:docMk/>
          <pc:sldMk cId="3870935564" sldId="2147474052"/>
        </pc:sldMkLst>
        <pc:spChg chg="del">
          <ac:chgData name="Aditya Dev" userId="123d2500-9213-4961-ae77-f48a38511bd3" providerId="ADAL" clId="{F13D24E6-FC01-4A3C-9A47-71C495945884}" dt="2024-06-06T07:42:04.737" v="0" actId="478"/>
          <ac:spMkLst>
            <pc:docMk/>
            <pc:sldMk cId="3870935564" sldId="2147474052"/>
            <ac:spMk id="11" creationId="{17E78D69-901B-71E1-4E07-6EA32A1C1825}"/>
          </ac:spMkLst>
        </pc:spChg>
        <pc:spChg chg="del">
          <ac:chgData name="Aditya Dev" userId="123d2500-9213-4961-ae77-f48a38511bd3" providerId="ADAL" clId="{F13D24E6-FC01-4A3C-9A47-71C495945884}" dt="2024-06-06T07:42:04.737" v="0" actId="478"/>
          <ac:spMkLst>
            <pc:docMk/>
            <pc:sldMk cId="3870935564" sldId="2147474052"/>
            <ac:spMk id="12" creationId="{F8044839-CD3D-8E98-6AEB-AD401CB4CA17}"/>
          </ac:spMkLst>
        </pc:spChg>
        <pc:spChg chg="del">
          <ac:chgData name="Aditya Dev" userId="123d2500-9213-4961-ae77-f48a38511bd3" providerId="ADAL" clId="{F13D24E6-FC01-4A3C-9A47-71C495945884}" dt="2024-06-06T07:42:04.737" v="0" actId="478"/>
          <ac:spMkLst>
            <pc:docMk/>
            <pc:sldMk cId="3870935564" sldId="2147474052"/>
            <ac:spMk id="15" creationId="{3D49D602-B93A-1F94-7609-E0B1FAB99216}"/>
          </ac:spMkLst>
        </pc:spChg>
        <pc:spChg chg="del">
          <ac:chgData name="Aditya Dev" userId="123d2500-9213-4961-ae77-f48a38511bd3" providerId="ADAL" clId="{F13D24E6-FC01-4A3C-9A47-71C495945884}" dt="2024-06-06T07:42:04.737" v="0" actId="478"/>
          <ac:spMkLst>
            <pc:docMk/>
            <pc:sldMk cId="3870935564" sldId="2147474052"/>
            <ac:spMk id="16" creationId="{57DBAF55-DEE0-6BC3-9C0A-872C83C1C383}"/>
          </ac:spMkLst>
        </pc:spChg>
        <pc:spChg chg="del">
          <ac:chgData name="Aditya Dev" userId="123d2500-9213-4961-ae77-f48a38511bd3" providerId="ADAL" clId="{F13D24E6-FC01-4A3C-9A47-71C495945884}" dt="2024-06-06T07:42:04.737" v="0" actId="478"/>
          <ac:spMkLst>
            <pc:docMk/>
            <pc:sldMk cId="3870935564" sldId="2147474052"/>
            <ac:spMk id="17" creationId="{80F55963-B639-C9E2-2384-E942F0C6B381}"/>
          </ac:spMkLst>
        </pc:spChg>
        <pc:spChg chg="del">
          <ac:chgData name="Aditya Dev" userId="123d2500-9213-4961-ae77-f48a38511bd3" providerId="ADAL" clId="{F13D24E6-FC01-4A3C-9A47-71C495945884}" dt="2024-06-06T07:42:04.737" v="0" actId="478"/>
          <ac:spMkLst>
            <pc:docMk/>
            <pc:sldMk cId="3870935564" sldId="2147474052"/>
            <ac:spMk id="18" creationId="{33A97D95-2B74-4DBD-7AEA-9375F1D30A95}"/>
          </ac:spMkLst>
        </pc:spChg>
        <pc:spChg chg="del">
          <ac:chgData name="Aditya Dev" userId="123d2500-9213-4961-ae77-f48a38511bd3" providerId="ADAL" clId="{F13D24E6-FC01-4A3C-9A47-71C495945884}" dt="2024-06-06T07:42:04.737" v="0" actId="478"/>
          <ac:spMkLst>
            <pc:docMk/>
            <pc:sldMk cId="3870935564" sldId="2147474052"/>
            <ac:spMk id="19" creationId="{925901E5-BE75-4BD4-1929-78FBB468EC27}"/>
          </ac:spMkLst>
        </pc:spChg>
        <pc:spChg chg="del">
          <ac:chgData name="Aditya Dev" userId="123d2500-9213-4961-ae77-f48a38511bd3" providerId="ADAL" clId="{F13D24E6-FC01-4A3C-9A47-71C495945884}" dt="2024-06-06T07:42:04.737" v="0" actId="478"/>
          <ac:spMkLst>
            <pc:docMk/>
            <pc:sldMk cId="3870935564" sldId="2147474052"/>
            <ac:spMk id="20" creationId="{8E0E52A9-B36E-7A72-8A77-06B814E6597E}"/>
          </ac:spMkLst>
        </pc:spChg>
        <pc:spChg chg="del">
          <ac:chgData name="Aditya Dev" userId="123d2500-9213-4961-ae77-f48a38511bd3" providerId="ADAL" clId="{F13D24E6-FC01-4A3C-9A47-71C495945884}" dt="2024-06-06T07:42:04.737" v="0" actId="478"/>
          <ac:spMkLst>
            <pc:docMk/>
            <pc:sldMk cId="3870935564" sldId="2147474052"/>
            <ac:spMk id="21" creationId="{14BC590A-DE0E-DEE3-1BF6-2659C6CB799A}"/>
          </ac:spMkLst>
        </pc:spChg>
        <pc:spChg chg="del">
          <ac:chgData name="Aditya Dev" userId="123d2500-9213-4961-ae77-f48a38511bd3" providerId="ADAL" clId="{F13D24E6-FC01-4A3C-9A47-71C495945884}" dt="2024-06-06T07:42:11.332" v="1" actId="478"/>
          <ac:spMkLst>
            <pc:docMk/>
            <pc:sldMk cId="3870935564" sldId="2147474052"/>
            <ac:spMk id="22" creationId="{5DCE0EAD-3694-21AD-0519-A4BCA3353A97}"/>
          </ac:spMkLst>
        </pc:spChg>
        <pc:spChg chg="add del mod">
          <ac:chgData name="Aditya Dev" userId="123d2500-9213-4961-ae77-f48a38511bd3" providerId="ADAL" clId="{F13D24E6-FC01-4A3C-9A47-71C495945884}" dt="2024-06-06T07:46:56.017" v="32" actId="478"/>
          <ac:spMkLst>
            <pc:docMk/>
            <pc:sldMk cId="3870935564" sldId="2147474052"/>
            <ac:spMk id="26" creationId="{F14E4D97-DC84-D383-EDED-3EFD1289280C}"/>
          </ac:spMkLst>
        </pc:spChg>
        <pc:spChg chg="add del mod">
          <ac:chgData name="Aditya Dev" userId="123d2500-9213-4961-ae77-f48a38511bd3" providerId="ADAL" clId="{F13D24E6-FC01-4A3C-9A47-71C495945884}" dt="2024-06-06T07:46:56.017" v="32" actId="478"/>
          <ac:spMkLst>
            <pc:docMk/>
            <pc:sldMk cId="3870935564" sldId="2147474052"/>
            <ac:spMk id="27" creationId="{038A634F-7DC6-616E-B9F9-8B627F03EBD4}"/>
          </ac:spMkLst>
        </pc:spChg>
        <pc:spChg chg="add del mod">
          <ac:chgData name="Aditya Dev" userId="123d2500-9213-4961-ae77-f48a38511bd3" providerId="ADAL" clId="{F13D24E6-FC01-4A3C-9A47-71C495945884}" dt="2024-06-06T07:46:56.017" v="32" actId="478"/>
          <ac:spMkLst>
            <pc:docMk/>
            <pc:sldMk cId="3870935564" sldId="2147474052"/>
            <ac:spMk id="28" creationId="{29395525-8DF2-5724-67CC-D6BDD951E7BE}"/>
          </ac:spMkLst>
        </pc:spChg>
        <pc:spChg chg="add del mod">
          <ac:chgData name="Aditya Dev" userId="123d2500-9213-4961-ae77-f48a38511bd3" providerId="ADAL" clId="{F13D24E6-FC01-4A3C-9A47-71C495945884}" dt="2024-06-06T07:46:56.017" v="32" actId="478"/>
          <ac:spMkLst>
            <pc:docMk/>
            <pc:sldMk cId="3870935564" sldId="2147474052"/>
            <ac:spMk id="29" creationId="{FCDEB591-275F-4672-2C9E-DAC98FAE5C9F}"/>
          </ac:spMkLst>
        </pc:spChg>
        <pc:spChg chg="add del mod">
          <ac:chgData name="Aditya Dev" userId="123d2500-9213-4961-ae77-f48a38511bd3" providerId="ADAL" clId="{F13D24E6-FC01-4A3C-9A47-71C495945884}" dt="2024-06-06T07:46:56.017" v="32" actId="478"/>
          <ac:spMkLst>
            <pc:docMk/>
            <pc:sldMk cId="3870935564" sldId="2147474052"/>
            <ac:spMk id="30" creationId="{9031BDB6-70D0-BEC9-9DBE-2DBA70BB338E}"/>
          </ac:spMkLst>
        </pc:spChg>
        <pc:spChg chg="add del mod">
          <ac:chgData name="Aditya Dev" userId="123d2500-9213-4961-ae77-f48a38511bd3" providerId="ADAL" clId="{F13D24E6-FC01-4A3C-9A47-71C495945884}" dt="2024-06-06T07:46:56.017" v="32" actId="478"/>
          <ac:spMkLst>
            <pc:docMk/>
            <pc:sldMk cId="3870935564" sldId="2147474052"/>
            <ac:spMk id="31" creationId="{E2D87FFC-99F3-411E-FA6F-8418058DD038}"/>
          </ac:spMkLst>
        </pc:spChg>
        <pc:spChg chg="add del mod">
          <ac:chgData name="Aditya Dev" userId="123d2500-9213-4961-ae77-f48a38511bd3" providerId="ADAL" clId="{F13D24E6-FC01-4A3C-9A47-71C495945884}" dt="2024-06-06T07:46:56.017" v="32" actId="478"/>
          <ac:spMkLst>
            <pc:docMk/>
            <pc:sldMk cId="3870935564" sldId="2147474052"/>
            <ac:spMk id="32" creationId="{81F4606E-6366-6DBC-D5D0-871B1A1F150A}"/>
          </ac:spMkLst>
        </pc:spChg>
        <pc:spChg chg="add del mod">
          <ac:chgData name="Aditya Dev" userId="123d2500-9213-4961-ae77-f48a38511bd3" providerId="ADAL" clId="{F13D24E6-FC01-4A3C-9A47-71C495945884}" dt="2024-06-06T07:46:56.017" v="32" actId="478"/>
          <ac:spMkLst>
            <pc:docMk/>
            <pc:sldMk cId="3870935564" sldId="2147474052"/>
            <ac:spMk id="33" creationId="{70632520-0B1D-AB62-062D-151C9B8DF323}"/>
          </ac:spMkLst>
        </pc:spChg>
        <pc:spChg chg="add del mod">
          <ac:chgData name="Aditya Dev" userId="123d2500-9213-4961-ae77-f48a38511bd3" providerId="ADAL" clId="{F13D24E6-FC01-4A3C-9A47-71C495945884}" dt="2024-06-06T07:46:56.017" v="32" actId="478"/>
          <ac:spMkLst>
            <pc:docMk/>
            <pc:sldMk cId="3870935564" sldId="2147474052"/>
            <ac:spMk id="34" creationId="{212EE938-F646-DB13-2E1B-AB0AC75131BA}"/>
          </ac:spMkLst>
        </pc:spChg>
        <pc:spChg chg="add del mod">
          <ac:chgData name="Aditya Dev" userId="123d2500-9213-4961-ae77-f48a38511bd3" providerId="ADAL" clId="{F13D24E6-FC01-4A3C-9A47-71C495945884}" dt="2024-06-06T07:46:56.017" v="32" actId="478"/>
          <ac:spMkLst>
            <pc:docMk/>
            <pc:sldMk cId="3870935564" sldId="2147474052"/>
            <ac:spMk id="35" creationId="{12F140AF-1506-B10C-8A05-D997C91DD37F}"/>
          </ac:spMkLst>
        </pc:spChg>
        <pc:spChg chg="add del mod">
          <ac:chgData name="Aditya Dev" userId="123d2500-9213-4961-ae77-f48a38511bd3" providerId="ADAL" clId="{F13D24E6-FC01-4A3C-9A47-71C495945884}" dt="2024-06-06T07:46:56.017" v="32" actId="478"/>
          <ac:spMkLst>
            <pc:docMk/>
            <pc:sldMk cId="3870935564" sldId="2147474052"/>
            <ac:spMk id="36" creationId="{CDDD7C16-5CBE-40F8-E015-3D0CBD51A594}"/>
          </ac:spMkLst>
        </pc:spChg>
        <pc:spChg chg="add del mod">
          <ac:chgData name="Aditya Dev" userId="123d2500-9213-4961-ae77-f48a38511bd3" providerId="ADAL" clId="{F13D24E6-FC01-4A3C-9A47-71C495945884}" dt="2024-06-06T07:46:56.017" v="32" actId="478"/>
          <ac:spMkLst>
            <pc:docMk/>
            <pc:sldMk cId="3870935564" sldId="2147474052"/>
            <ac:spMk id="37" creationId="{B2D71C15-B1FB-8D3E-B94B-EAF2C410067F}"/>
          </ac:spMkLst>
        </pc:spChg>
        <pc:spChg chg="add del mod">
          <ac:chgData name="Aditya Dev" userId="123d2500-9213-4961-ae77-f48a38511bd3" providerId="ADAL" clId="{F13D24E6-FC01-4A3C-9A47-71C495945884}" dt="2024-06-06T07:46:56.017" v="32" actId="478"/>
          <ac:spMkLst>
            <pc:docMk/>
            <pc:sldMk cId="3870935564" sldId="2147474052"/>
            <ac:spMk id="38" creationId="{E688043E-7595-99E3-2DC4-DA0A025A69DE}"/>
          </ac:spMkLst>
        </pc:spChg>
        <pc:spChg chg="add del mod">
          <ac:chgData name="Aditya Dev" userId="123d2500-9213-4961-ae77-f48a38511bd3" providerId="ADAL" clId="{F13D24E6-FC01-4A3C-9A47-71C495945884}" dt="2024-06-06T07:46:58.078" v="33" actId="478"/>
          <ac:spMkLst>
            <pc:docMk/>
            <pc:sldMk cId="3870935564" sldId="2147474052"/>
            <ac:spMk id="39" creationId="{65E641AE-0C76-EB16-0A98-8120B78D5133}"/>
          </ac:spMkLst>
        </pc:spChg>
        <pc:spChg chg="add del mod">
          <ac:chgData name="Aditya Dev" userId="123d2500-9213-4961-ae77-f48a38511bd3" providerId="ADAL" clId="{F13D24E6-FC01-4A3C-9A47-71C495945884}" dt="2024-06-06T07:46:56.017" v="32" actId="478"/>
          <ac:spMkLst>
            <pc:docMk/>
            <pc:sldMk cId="3870935564" sldId="2147474052"/>
            <ac:spMk id="40" creationId="{728A213C-1B00-3DE8-9648-AD5AE0E33CEA}"/>
          </ac:spMkLst>
        </pc:spChg>
        <pc:spChg chg="mod topLvl">
          <ac:chgData name="Aditya Dev" userId="123d2500-9213-4961-ae77-f48a38511bd3" providerId="ADAL" clId="{F13D24E6-FC01-4A3C-9A47-71C495945884}" dt="2024-06-06T08:20:28.477" v="273" actId="33524"/>
          <ac:spMkLst>
            <pc:docMk/>
            <pc:sldMk cId="3870935564" sldId="2147474052"/>
            <ac:spMk id="45" creationId="{B3790F00-985E-7F75-D115-4AB70C658838}"/>
          </ac:spMkLst>
        </pc:spChg>
        <pc:spChg chg="mod">
          <ac:chgData name="Aditya Dev" userId="123d2500-9213-4961-ae77-f48a38511bd3" providerId="ADAL" clId="{F13D24E6-FC01-4A3C-9A47-71C495945884}" dt="2024-06-06T07:44:13.244" v="17" actId="20577"/>
          <ac:spMkLst>
            <pc:docMk/>
            <pc:sldMk cId="3870935564" sldId="2147474052"/>
            <ac:spMk id="47" creationId="{5381BEC8-31BC-405D-B212-99C4FBB2991F}"/>
          </ac:spMkLst>
        </pc:spChg>
        <pc:spChg chg="del">
          <ac:chgData name="Aditya Dev" userId="123d2500-9213-4961-ae77-f48a38511bd3" providerId="ADAL" clId="{F13D24E6-FC01-4A3C-9A47-71C495945884}" dt="2024-06-06T07:42:11.332" v="1" actId="478"/>
          <ac:spMkLst>
            <pc:docMk/>
            <pc:sldMk cId="3870935564" sldId="2147474052"/>
            <ac:spMk id="48" creationId="{E9149C33-B1A4-54A5-CE5B-7D895D96611A}"/>
          </ac:spMkLst>
        </pc:spChg>
        <pc:spChg chg="del">
          <ac:chgData name="Aditya Dev" userId="123d2500-9213-4961-ae77-f48a38511bd3" providerId="ADAL" clId="{F13D24E6-FC01-4A3C-9A47-71C495945884}" dt="2024-06-06T07:42:04.737" v="0" actId="478"/>
          <ac:spMkLst>
            <pc:docMk/>
            <pc:sldMk cId="3870935564" sldId="2147474052"/>
            <ac:spMk id="49" creationId="{1CCC38A8-BB22-F649-816B-54078110087D}"/>
          </ac:spMkLst>
        </pc:spChg>
        <pc:spChg chg="del">
          <ac:chgData name="Aditya Dev" userId="123d2500-9213-4961-ae77-f48a38511bd3" providerId="ADAL" clId="{F13D24E6-FC01-4A3C-9A47-71C495945884}" dt="2024-06-06T07:42:04.737" v="0" actId="478"/>
          <ac:spMkLst>
            <pc:docMk/>
            <pc:sldMk cId="3870935564" sldId="2147474052"/>
            <ac:spMk id="50" creationId="{C2F14925-6CE7-D912-666C-AC0EA52FC5AF}"/>
          </ac:spMkLst>
        </pc:spChg>
        <pc:spChg chg="mod topLvl">
          <ac:chgData name="Aditya Dev" userId="123d2500-9213-4961-ae77-f48a38511bd3" providerId="ADAL" clId="{F13D24E6-FC01-4A3C-9A47-71C495945884}" dt="2024-06-06T08:20:01.145" v="269" actId="20577"/>
          <ac:spMkLst>
            <pc:docMk/>
            <pc:sldMk cId="3870935564" sldId="2147474052"/>
            <ac:spMk id="52" creationId="{5116D18E-5E42-44CC-0176-0081FEF2DDCB}"/>
          </ac:spMkLst>
        </pc:spChg>
        <pc:spChg chg="mod">
          <ac:chgData name="Aditya Dev" userId="123d2500-9213-4961-ae77-f48a38511bd3" providerId="ADAL" clId="{F13D24E6-FC01-4A3C-9A47-71C495945884}" dt="2024-06-06T14:03:37.674" v="291"/>
          <ac:spMkLst>
            <pc:docMk/>
            <pc:sldMk cId="3870935564" sldId="2147474052"/>
            <ac:spMk id="55" creationId="{03C4DE3E-B42B-868D-5477-39E8B7B9DF9A}"/>
          </ac:spMkLst>
        </pc:spChg>
        <pc:spChg chg="del mod topLvl">
          <ac:chgData name="Aditya Dev" userId="123d2500-9213-4961-ae77-f48a38511bd3" providerId="ADAL" clId="{F13D24E6-FC01-4A3C-9A47-71C495945884}" dt="2024-06-06T08:05:32.718" v="152" actId="478"/>
          <ac:spMkLst>
            <pc:docMk/>
            <pc:sldMk cId="3870935564" sldId="2147474052"/>
            <ac:spMk id="58" creationId="{B7EEE0BC-B78C-B0BC-D08C-64F5688CF55E}"/>
          </ac:spMkLst>
        </pc:spChg>
        <pc:spChg chg="add mod">
          <ac:chgData name="Aditya Dev" userId="123d2500-9213-4961-ae77-f48a38511bd3" providerId="ADAL" clId="{F13D24E6-FC01-4A3C-9A47-71C495945884}" dt="2024-06-06T08:19:58.330" v="267" actId="20577"/>
          <ac:spMkLst>
            <pc:docMk/>
            <pc:sldMk cId="3870935564" sldId="2147474052"/>
            <ac:spMk id="64" creationId="{4609DC7F-D940-CB79-F27F-F43C4DE9E796}"/>
          </ac:spMkLst>
        </pc:spChg>
        <pc:grpChg chg="add del mod">
          <ac:chgData name="Aditya Dev" userId="123d2500-9213-4961-ae77-f48a38511bd3" providerId="ADAL" clId="{F13D24E6-FC01-4A3C-9A47-71C495945884}" dt="2024-06-06T07:53:03.380" v="96" actId="478"/>
          <ac:grpSpMkLst>
            <pc:docMk/>
            <pc:sldMk cId="3870935564" sldId="2147474052"/>
            <ac:grpSpMk id="44" creationId="{F420E589-663C-11D0-8A2B-078B7457F6A6}"/>
          </ac:grpSpMkLst>
        </pc:grpChg>
        <pc:grpChg chg="add del mod">
          <ac:chgData name="Aditya Dev" userId="123d2500-9213-4961-ae77-f48a38511bd3" providerId="ADAL" clId="{F13D24E6-FC01-4A3C-9A47-71C495945884}" dt="2024-06-06T07:51:16.548" v="36" actId="478"/>
          <ac:grpSpMkLst>
            <pc:docMk/>
            <pc:sldMk cId="3870935564" sldId="2147474052"/>
            <ac:grpSpMk id="51" creationId="{394F95E7-95F5-9A09-718D-AA5D836DC1BC}"/>
          </ac:grpSpMkLst>
        </pc:grpChg>
        <pc:grpChg chg="add del mod">
          <ac:chgData name="Aditya Dev" userId="123d2500-9213-4961-ae77-f48a38511bd3" providerId="ADAL" clId="{F13D24E6-FC01-4A3C-9A47-71C495945884}" dt="2024-06-06T07:58:09.892" v="132" actId="478"/>
          <ac:grpSpMkLst>
            <pc:docMk/>
            <pc:sldMk cId="3870935564" sldId="2147474052"/>
            <ac:grpSpMk id="54" creationId="{5FFC27A0-904E-F3B5-DA2B-3E8CA6DCAC41}"/>
          </ac:grpSpMkLst>
        </pc:grpChg>
        <pc:grpChg chg="add del mod">
          <ac:chgData name="Aditya Dev" userId="123d2500-9213-4961-ae77-f48a38511bd3" providerId="ADAL" clId="{F13D24E6-FC01-4A3C-9A47-71C495945884}" dt="2024-06-06T07:54:42.589" v="97" actId="478"/>
          <ac:grpSpMkLst>
            <pc:docMk/>
            <pc:sldMk cId="3870935564" sldId="2147474052"/>
            <ac:grpSpMk id="57" creationId="{DBB8FF34-302A-8F46-12F6-18CC95012B30}"/>
          </ac:grpSpMkLst>
        </pc:grpChg>
        <pc:picChg chg="add del mod">
          <ac:chgData name="Aditya Dev" userId="123d2500-9213-4961-ae77-f48a38511bd3" providerId="ADAL" clId="{F13D24E6-FC01-4A3C-9A47-71C495945884}" dt="2024-06-06T07:45:49.761" v="18" actId="478"/>
          <ac:picMkLst>
            <pc:docMk/>
            <pc:sldMk cId="3870935564" sldId="2147474052"/>
            <ac:picMk id="2" creationId="{25CED561-5604-AD70-45B5-9E44B226CA4B}"/>
          </ac:picMkLst>
        </pc:picChg>
        <pc:picChg chg="add del mod">
          <ac:chgData name="Aditya Dev" userId="123d2500-9213-4961-ae77-f48a38511bd3" providerId="ADAL" clId="{F13D24E6-FC01-4A3C-9A47-71C495945884}" dt="2024-06-06T07:45:49.761" v="18" actId="478"/>
          <ac:picMkLst>
            <pc:docMk/>
            <pc:sldMk cId="3870935564" sldId="2147474052"/>
            <ac:picMk id="5" creationId="{FF1CC9A6-0C06-26C4-6FF4-2019042FB701}"/>
          </ac:picMkLst>
        </pc:picChg>
        <pc:picChg chg="del">
          <ac:chgData name="Aditya Dev" userId="123d2500-9213-4961-ae77-f48a38511bd3" providerId="ADAL" clId="{F13D24E6-FC01-4A3C-9A47-71C495945884}" dt="2024-06-06T07:42:04.737" v="0" actId="478"/>
          <ac:picMkLst>
            <pc:docMk/>
            <pc:sldMk cId="3870935564" sldId="2147474052"/>
            <ac:picMk id="6" creationId="{CE6C8DC2-195E-E6FE-B9E2-115ED3D0F683}"/>
          </ac:picMkLst>
        </pc:picChg>
        <pc:picChg chg="del">
          <ac:chgData name="Aditya Dev" userId="123d2500-9213-4961-ae77-f48a38511bd3" providerId="ADAL" clId="{F13D24E6-FC01-4A3C-9A47-71C495945884}" dt="2024-06-06T07:42:04.737" v="0" actId="478"/>
          <ac:picMkLst>
            <pc:docMk/>
            <pc:sldMk cId="3870935564" sldId="2147474052"/>
            <ac:picMk id="7" creationId="{41AE9C86-3B3F-C77A-4672-8016BE07521A}"/>
          </ac:picMkLst>
        </pc:picChg>
        <pc:picChg chg="del">
          <ac:chgData name="Aditya Dev" userId="123d2500-9213-4961-ae77-f48a38511bd3" providerId="ADAL" clId="{F13D24E6-FC01-4A3C-9A47-71C495945884}" dt="2024-06-06T07:42:04.737" v="0" actId="478"/>
          <ac:picMkLst>
            <pc:docMk/>
            <pc:sldMk cId="3870935564" sldId="2147474052"/>
            <ac:picMk id="8" creationId="{C6706A9B-9CCC-E30D-3C45-04340C5CDFD7}"/>
          </ac:picMkLst>
        </pc:picChg>
        <pc:picChg chg="del">
          <ac:chgData name="Aditya Dev" userId="123d2500-9213-4961-ae77-f48a38511bd3" providerId="ADAL" clId="{F13D24E6-FC01-4A3C-9A47-71C495945884}" dt="2024-06-06T07:42:04.737" v="0" actId="478"/>
          <ac:picMkLst>
            <pc:docMk/>
            <pc:sldMk cId="3870935564" sldId="2147474052"/>
            <ac:picMk id="9" creationId="{18111169-706C-8B81-2500-FD18E62F7363}"/>
          </ac:picMkLst>
        </pc:picChg>
        <pc:picChg chg="del">
          <ac:chgData name="Aditya Dev" userId="123d2500-9213-4961-ae77-f48a38511bd3" providerId="ADAL" clId="{F13D24E6-FC01-4A3C-9A47-71C495945884}" dt="2024-06-06T07:42:04.737" v="0" actId="478"/>
          <ac:picMkLst>
            <pc:docMk/>
            <pc:sldMk cId="3870935564" sldId="2147474052"/>
            <ac:picMk id="10" creationId="{FD57EAB2-BB78-8FC2-773D-E32B210EF1DC}"/>
          </ac:picMkLst>
        </pc:picChg>
        <pc:picChg chg="del">
          <ac:chgData name="Aditya Dev" userId="123d2500-9213-4961-ae77-f48a38511bd3" providerId="ADAL" clId="{F13D24E6-FC01-4A3C-9A47-71C495945884}" dt="2024-06-06T07:42:04.737" v="0" actId="478"/>
          <ac:picMkLst>
            <pc:docMk/>
            <pc:sldMk cId="3870935564" sldId="2147474052"/>
            <ac:picMk id="13" creationId="{82C9D73E-DBDC-0369-FF96-8103F02814CF}"/>
          </ac:picMkLst>
        </pc:picChg>
        <pc:picChg chg="del">
          <ac:chgData name="Aditya Dev" userId="123d2500-9213-4961-ae77-f48a38511bd3" providerId="ADAL" clId="{F13D24E6-FC01-4A3C-9A47-71C495945884}" dt="2024-06-06T07:42:04.737" v="0" actId="478"/>
          <ac:picMkLst>
            <pc:docMk/>
            <pc:sldMk cId="3870935564" sldId="2147474052"/>
            <ac:picMk id="14" creationId="{138654CC-80BB-652C-9194-99A0BF2CA33D}"/>
          </ac:picMkLst>
        </pc:picChg>
        <pc:picChg chg="add del mod">
          <ac:chgData name="Aditya Dev" userId="123d2500-9213-4961-ae77-f48a38511bd3" providerId="ADAL" clId="{F13D24E6-FC01-4A3C-9A47-71C495945884}" dt="2024-06-06T07:45:49.761" v="18" actId="478"/>
          <ac:picMkLst>
            <pc:docMk/>
            <pc:sldMk cId="3870935564" sldId="2147474052"/>
            <ac:picMk id="23" creationId="{11041160-F7A4-1437-39E8-769C28BACE38}"/>
          </ac:picMkLst>
        </pc:picChg>
        <pc:picChg chg="add del mod">
          <ac:chgData name="Aditya Dev" userId="123d2500-9213-4961-ae77-f48a38511bd3" providerId="ADAL" clId="{F13D24E6-FC01-4A3C-9A47-71C495945884}" dt="2024-06-06T07:45:49.761" v="18" actId="478"/>
          <ac:picMkLst>
            <pc:docMk/>
            <pc:sldMk cId="3870935564" sldId="2147474052"/>
            <ac:picMk id="24" creationId="{DF243CB8-806E-4B6E-DA5A-98518683CF5D}"/>
          </ac:picMkLst>
        </pc:picChg>
        <pc:picChg chg="add del mod">
          <ac:chgData name="Aditya Dev" userId="123d2500-9213-4961-ae77-f48a38511bd3" providerId="ADAL" clId="{F13D24E6-FC01-4A3C-9A47-71C495945884}" dt="2024-06-06T07:45:49.761" v="18" actId="478"/>
          <ac:picMkLst>
            <pc:docMk/>
            <pc:sldMk cId="3870935564" sldId="2147474052"/>
            <ac:picMk id="25" creationId="{FA03ADB5-FAE5-0E9D-1EB8-2066170167E4}"/>
          </ac:picMkLst>
        </pc:picChg>
        <pc:picChg chg="del mod topLvl">
          <ac:chgData name="Aditya Dev" userId="123d2500-9213-4961-ae77-f48a38511bd3" providerId="ADAL" clId="{F13D24E6-FC01-4A3C-9A47-71C495945884}" dt="2024-06-06T07:53:03.380" v="96" actId="478"/>
          <ac:picMkLst>
            <pc:docMk/>
            <pc:sldMk cId="3870935564" sldId="2147474052"/>
            <ac:picMk id="46" creationId="{BE7961C2-50A7-29D6-EC3A-656257C08EE5}"/>
          </ac:picMkLst>
        </pc:picChg>
        <pc:picChg chg="del mod topLvl">
          <ac:chgData name="Aditya Dev" userId="123d2500-9213-4961-ae77-f48a38511bd3" providerId="ADAL" clId="{F13D24E6-FC01-4A3C-9A47-71C495945884}" dt="2024-06-06T07:51:16.548" v="36" actId="478"/>
          <ac:picMkLst>
            <pc:docMk/>
            <pc:sldMk cId="3870935564" sldId="2147474052"/>
            <ac:picMk id="53" creationId="{775DBE2D-0E9B-9465-7526-D5FD08B93952}"/>
          </ac:picMkLst>
        </pc:picChg>
        <pc:picChg chg="del mod">
          <ac:chgData name="Aditya Dev" userId="123d2500-9213-4961-ae77-f48a38511bd3" providerId="ADAL" clId="{F13D24E6-FC01-4A3C-9A47-71C495945884}" dt="2024-06-06T07:58:09.892" v="132" actId="478"/>
          <ac:picMkLst>
            <pc:docMk/>
            <pc:sldMk cId="3870935564" sldId="2147474052"/>
            <ac:picMk id="56" creationId="{C50AAD03-695A-DCA9-BD2E-6D1223ECF894}"/>
          </ac:picMkLst>
        </pc:picChg>
        <pc:picChg chg="del mod topLvl">
          <ac:chgData name="Aditya Dev" userId="123d2500-9213-4961-ae77-f48a38511bd3" providerId="ADAL" clId="{F13D24E6-FC01-4A3C-9A47-71C495945884}" dt="2024-06-06T07:54:42.589" v="97" actId="478"/>
          <ac:picMkLst>
            <pc:docMk/>
            <pc:sldMk cId="3870935564" sldId="2147474052"/>
            <ac:picMk id="59" creationId="{1283AAF8-5D75-1729-10A3-E6C2EA35EEE0}"/>
          </ac:picMkLst>
        </pc:picChg>
        <pc:picChg chg="add mod">
          <ac:chgData name="Aditya Dev" userId="123d2500-9213-4961-ae77-f48a38511bd3" providerId="ADAL" clId="{F13D24E6-FC01-4A3C-9A47-71C495945884}" dt="2024-06-06T08:11:39.285" v="237" actId="1076"/>
          <ac:picMkLst>
            <pc:docMk/>
            <pc:sldMk cId="3870935564" sldId="2147474052"/>
            <ac:picMk id="61" creationId="{CCE7D041-FF29-8D0D-7F42-1C479E48D3D7}"/>
          </ac:picMkLst>
        </pc:picChg>
        <pc:picChg chg="add del mod">
          <ac:chgData name="Aditya Dev" userId="123d2500-9213-4961-ae77-f48a38511bd3" providerId="ADAL" clId="{F13D24E6-FC01-4A3C-9A47-71C495945884}" dt="2024-06-06T08:06:55.820" v="207" actId="21"/>
          <ac:picMkLst>
            <pc:docMk/>
            <pc:sldMk cId="3870935564" sldId="2147474052"/>
            <ac:picMk id="63" creationId="{54A776A1-A920-7562-74DF-18E9544C4F73}"/>
          </ac:picMkLst>
        </pc:picChg>
        <pc:picChg chg="add mod">
          <ac:chgData name="Aditya Dev" userId="123d2500-9213-4961-ae77-f48a38511bd3" providerId="ADAL" clId="{F13D24E6-FC01-4A3C-9A47-71C495945884}" dt="2024-06-06T08:17:59.417" v="250" actId="1366"/>
          <ac:picMkLst>
            <pc:docMk/>
            <pc:sldMk cId="3870935564" sldId="2147474052"/>
            <ac:picMk id="66" creationId="{2D38AC64-D616-FE64-F670-C5356EC37B8A}"/>
          </ac:picMkLst>
        </pc:picChg>
        <pc:picChg chg="add mod">
          <ac:chgData name="Aditya Dev" userId="123d2500-9213-4961-ae77-f48a38511bd3" providerId="ADAL" clId="{F13D24E6-FC01-4A3C-9A47-71C495945884}" dt="2024-06-06T08:11:39.285" v="237" actId="1076"/>
          <ac:picMkLst>
            <pc:docMk/>
            <pc:sldMk cId="3870935564" sldId="2147474052"/>
            <ac:picMk id="68" creationId="{2B427FDD-B9E8-6499-674D-600C21918A23}"/>
          </ac:picMkLst>
        </pc:picChg>
        <pc:picChg chg="add mod">
          <ac:chgData name="Aditya Dev" userId="123d2500-9213-4961-ae77-f48a38511bd3" providerId="ADAL" clId="{F13D24E6-FC01-4A3C-9A47-71C495945884}" dt="2024-06-06T08:17:59.417" v="250" actId="1366"/>
          <ac:picMkLst>
            <pc:docMk/>
            <pc:sldMk cId="3870935564" sldId="2147474052"/>
            <ac:picMk id="69" creationId="{1BD02579-6750-BBA0-63EE-76EED437B41F}"/>
          </ac:picMkLst>
        </pc:picChg>
        <pc:picChg chg="add mod">
          <ac:chgData name="Aditya Dev" userId="123d2500-9213-4961-ae77-f48a38511bd3" providerId="ADAL" clId="{F13D24E6-FC01-4A3C-9A47-71C495945884}" dt="2024-06-06T08:17:59.417" v="250" actId="1366"/>
          <ac:picMkLst>
            <pc:docMk/>
            <pc:sldMk cId="3870935564" sldId="2147474052"/>
            <ac:picMk id="70" creationId="{40641786-502E-7472-3276-BB1ED591DE45}"/>
          </ac:picMkLst>
        </pc:picChg>
        <pc:picChg chg="add mod">
          <ac:chgData name="Aditya Dev" userId="123d2500-9213-4961-ae77-f48a38511bd3" providerId="ADAL" clId="{F13D24E6-FC01-4A3C-9A47-71C495945884}" dt="2024-06-06T08:17:59.417" v="250" actId="1366"/>
          <ac:picMkLst>
            <pc:docMk/>
            <pc:sldMk cId="3870935564" sldId="2147474052"/>
            <ac:picMk id="71" creationId="{CE410D00-07A6-4B92-8433-E0122E3C9C36}"/>
          </ac:picMkLst>
        </pc:picChg>
        <pc:picChg chg="add mod">
          <ac:chgData name="Aditya Dev" userId="123d2500-9213-4961-ae77-f48a38511bd3" providerId="ADAL" clId="{F13D24E6-FC01-4A3C-9A47-71C495945884}" dt="2024-06-06T08:11:39.285" v="237" actId="1076"/>
          <ac:picMkLst>
            <pc:docMk/>
            <pc:sldMk cId="3870935564" sldId="2147474052"/>
            <ac:picMk id="1026" creationId="{502A467A-65E8-B7FC-D71D-9ED239F41F85}"/>
          </ac:picMkLst>
        </pc:picChg>
        <pc:cxnChg chg="del">
          <ac:chgData name="Aditya Dev" userId="123d2500-9213-4961-ae77-f48a38511bd3" providerId="ADAL" clId="{F13D24E6-FC01-4A3C-9A47-71C495945884}" dt="2024-06-06T07:42:11.332" v="1" actId="478"/>
          <ac:cxnSpMkLst>
            <pc:docMk/>
            <pc:sldMk cId="3870935564" sldId="2147474052"/>
            <ac:cxnSpMk id="3" creationId="{B2879B21-71E8-D572-0060-5A3E3508BAB5}"/>
          </ac:cxnSpMkLst>
        </pc:cxnChg>
        <pc:cxnChg chg="del">
          <ac:chgData name="Aditya Dev" userId="123d2500-9213-4961-ae77-f48a38511bd3" providerId="ADAL" clId="{F13D24E6-FC01-4A3C-9A47-71C495945884}" dt="2024-06-06T07:42:11.332" v="1" actId="478"/>
          <ac:cxnSpMkLst>
            <pc:docMk/>
            <pc:sldMk cId="3870935564" sldId="2147474052"/>
            <ac:cxnSpMk id="4" creationId="{D8B2269A-242C-B6EA-D014-80E7023D0309}"/>
          </ac:cxnSpMkLst>
        </pc:cxnChg>
        <pc:cxnChg chg="add mod">
          <ac:chgData name="Aditya Dev" userId="123d2500-9213-4961-ae77-f48a38511bd3" providerId="ADAL" clId="{F13D24E6-FC01-4A3C-9A47-71C495945884}" dt="2024-06-06T08:11:39.285" v="237" actId="1076"/>
          <ac:cxnSpMkLst>
            <pc:docMk/>
            <pc:sldMk cId="3870935564" sldId="2147474052"/>
            <ac:cxnSpMk id="41" creationId="{EDFB95B2-DE70-FD5E-A648-A0012EDEA5C2}"/>
          </ac:cxnSpMkLst>
        </pc:cxnChg>
        <pc:cxnChg chg="add mod">
          <ac:chgData name="Aditya Dev" userId="123d2500-9213-4961-ae77-f48a38511bd3" providerId="ADAL" clId="{F13D24E6-FC01-4A3C-9A47-71C495945884}" dt="2024-06-06T08:11:39.285" v="237" actId="1076"/>
          <ac:cxnSpMkLst>
            <pc:docMk/>
            <pc:sldMk cId="3870935564" sldId="2147474052"/>
            <ac:cxnSpMk id="42" creationId="{4CFD69B0-256D-9001-7CE8-3079554B387B}"/>
          </ac:cxnSpMkLst>
        </pc:cxnChg>
        <pc:cxnChg chg="add mod">
          <ac:chgData name="Aditya Dev" userId="123d2500-9213-4961-ae77-f48a38511bd3" providerId="ADAL" clId="{F13D24E6-FC01-4A3C-9A47-71C495945884}" dt="2024-06-06T08:11:39.285" v="237" actId="1076"/>
          <ac:cxnSpMkLst>
            <pc:docMk/>
            <pc:sldMk cId="3870935564" sldId="2147474052"/>
            <ac:cxnSpMk id="43" creationId="{45CDDD9A-FFBF-972F-5628-B723E352C81D}"/>
          </ac:cxnSpMkLst>
        </pc:cxnChg>
        <pc:extLst>
          <p:ext xmlns:p="http://schemas.openxmlformats.org/presentationml/2006/main" uri="{D6D511B9-2390-475A-947B-AFAB55BFBCF1}">
            <pc226:cmChg xmlns:pc226="http://schemas.microsoft.com/office/powerpoint/2022/06/main/command" chg="add">
              <pc226:chgData name="Aditya Dev" userId="123d2500-9213-4961-ae77-f48a38511bd3" providerId="ADAL" clId="{F13D24E6-FC01-4A3C-9A47-71C495945884}" dt="2024-06-10T12:38:43.245" v="293"/>
              <pc2:cmMkLst xmlns:pc2="http://schemas.microsoft.com/office/powerpoint/2019/9/main/command">
                <pc:docMk/>
                <pc:sldMk cId="3870935564" sldId="2147474052"/>
                <pc2:cmMk id="{A77FE615-D1E6-4BD0-B231-945CF2149738}"/>
              </pc2:cmMkLst>
            </pc226:cmChg>
          </p:ext>
        </pc:extLst>
      </pc:sldChg>
      <pc:sldChg chg="add del">
        <pc:chgData name="Aditya Dev" userId="123d2500-9213-4961-ae77-f48a38511bd3" providerId="ADAL" clId="{F13D24E6-FC01-4A3C-9A47-71C495945884}" dt="2024-06-06T07:58:42.319" v="133" actId="47"/>
        <pc:sldMkLst>
          <pc:docMk/>
          <pc:sldMk cId="1677588322" sldId="2147474053"/>
        </pc:sldMkLst>
      </pc:sldChg>
      <pc:sldChg chg="addSp delSp modSp add mod addCm">
        <pc:chgData name="Aditya Dev" userId="123d2500-9213-4961-ae77-f48a38511bd3" providerId="ADAL" clId="{F13D24E6-FC01-4A3C-9A47-71C495945884}" dt="2024-06-10T17:40:48.965" v="355" actId="20577"/>
        <pc:sldMkLst>
          <pc:docMk/>
          <pc:sldMk cId="3590054160" sldId="2147474053"/>
        </pc:sldMkLst>
        <pc:spChg chg="add del mod">
          <ac:chgData name="Aditya Dev" userId="123d2500-9213-4961-ae77-f48a38511bd3" providerId="ADAL" clId="{F13D24E6-FC01-4A3C-9A47-71C495945884}" dt="2024-06-10T17:32:27.387" v="307" actId="478"/>
          <ac:spMkLst>
            <pc:docMk/>
            <pc:sldMk cId="3590054160" sldId="2147474053"/>
            <ac:spMk id="2" creationId="{D8B3B290-EB2A-3EB7-46EF-D55885C7065E}"/>
          </ac:spMkLst>
        </pc:spChg>
        <pc:spChg chg="mod">
          <ac:chgData name="Aditya Dev" userId="123d2500-9213-4961-ae77-f48a38511bd3" providerId="ADAL" clId="{F13D24E6-FC01-4A3C-9A47-71C495945884}" dt="2024-06-10T17:40:28.681" v="350" actId="554"/>
          <ac:spMkLst>
            <pc:docMk/>
            <pc:sldMk cId="3590054160" sldId="2147474053"/>
            <ac:spMk id="3" creationId="{7DF863DA-9578-D86C-7D95-F2D92C1944C3}"/>
          </ac:spMkLst>
        </pc:spChg>
        <pc:spChg chg="add mod">
          <ac:chgData name="Aditya Dev" userId="123d2500-9213-4961-ae77-f48a38511bd3" providerId="ADAL" clId="{F13D24E6-FC01-4A3C-9A47-71C495945884}" dt="2024-06-10T17:40:48.965" v="355" actId="20577"/>
          <ac:spMkLst>
            <pc:docMk/>
            <pc:sldMk cId="3590054160" sldId="2147474053"/>
            <ac:spMk id="6" creationId="{0348AA26-A8FA-0152-35F1-C0921FEB6AB4}"/>
          </ac:spMkLst>
        </pc:spChg>
        <pc:spChg chg="mod">
          <ac:chgData name="Aditya Dev" userId="123d2500-9213-4961-ae77-f48a38511bd3" providerId="ADAL" clId="{F13D24E6-FC01-4A3C-9A47-71C495945884}" dt="2024-06-10T17:40:28.681" v="350" actId="554"/>
          <ac:spMkLst>
            <pc:docMk/>
            <pc:sldMk cId="3590054160" sldId="2147474053"/>
            <ac:spMk id="45" creationId="{B3790F00-985E-7F75-D115-4AB70C658838}"/>
          </ac:spMkLst>
        </pc:spChg>
        <pc:spChg chg="mod">
          <ac:chgData name="Aditya Dev" userId="123d2500-9213-4961-ae77-f48a38511bd3" providerId="ADAL" clId="{F13D24E6-FC01-4A3C-9A47-71C495945884}" dt="2024-06-06T10:17:49.520" v="289" actId="1038"/>
          <ac:spMkLst>
            <pc:docMk/>
            <pc:sldMk cId="3590054160" sldId="2147474053"/>
            <ac:spMk id="52" creationId="{5116D18E-5E42-44CC-0176-0081FEF2DDCB}"/>
          </ac:spMkLst>
        </pc:spChg>
        <pc:spChg chg="del">
          <ac:chgData name="Aditya Dev" userId="123d2500-9213-4961-ae77-f48a38511bd3" providerId="ADAL" clId="{F13D24E6-FC01-4A3C-9A47-71C495945884}" dt="2024-06-06T07:58:50.161" v="135" actId="478"/>
          <ac:spMkLst>
            <pc:docMk/>
            <pc:sldMk cId="3590054160" sldId="2147474053"/>
            <ac:spMk id="55" creationId="{03C4DE3E-B42B-868D-5477-39E8B7B9DF9A}"/>
          </ac:spMkLst>
        </pc:spChg>
        <pc:spChg chg="mod">
          <ac:chgData name="Aditya Dev" userId="123d2500-9213-4961-ae77-f48a38511bd3" providerId="ADAL" clId="{F13D24E6-FC01-4A3C-9A47-71C495945884}" dt="2024-06-06T10:52:20.477" v="290" actId="20577"/>
          <ac:spMkLst>
            <pc:docMk/>
            <pc:sldMk cId="3590054160" sldId="2147474053"/>
            <ac:spMk id="58" creationId="{B7EEE0BC-B78C-B0BC-D08C-64F5688CF55E}"/>
          </ac:spMkLst>
        </pc:spChg>
        <pc:picChg chg="add mod">
          <ac:chgData name="Aditya Dev" userId="123d2500-9213-4961-ae77-f48a38511bd3" providerId="ADAL" clId="{F13D24E6-FC01-4A3C-9A47-71C495945884}" dt="2024-06-06T10:17:49.520" v="289" actId="1038"/>
          <ac:picMkLst>
            <pc:docMk/>
            <pc:sldMk cId="3590054160" sldId="2147474053"/>
            <ac:picMk id="2" creationId="{FA63A956-3F8E-7A77-9478-6BAE932FC5E2}"/>
          </ac:picMkLst>
        </pc:picChg>
        <pc:picChg chg="add del mod">
          <ac:chgData name="Aditya Dev" userId="123d2500-9213-4961-ae77-f48a38511bd3" providerId="ADAL" clId="{F13D24E6-FC01-4A3C-9A47-71C495945884}" dt="2024-06-10T17:32:27.387" v="307" actId="478"/>
          <ac:picMkLst>
            <pc:docMk/>
            <pc:sldMk cId="3590054160" sldId="2147474053"/>
            <ac:picMk id="4" creationId="{231C73ED-FCE7-2B2B-D180-9126B2B4B0F5}"/>
          </ac:picMkLst>
        </pc:picChg>
        <pc:picChg chg="add mod">
          <ac:chgData name="Aditya Dev" userId="123d2500-9213-4961-ae77-f48a38511bd3" providerId="ADAL" clId="{F13D24E6-FC01-4A3C-9A47-71C495945884}" dt="2024-06-06T10:17:49.520" v="289" actId="1038"/>
          <ac:picMkLst>
            <pc:docMk/>
            <pc:sldMk cId="3590054160" sldId="2147474053"/>
            <ac:picMk id="4" creationId="{7C7980C5-9809-4467-1333-1E5414551BAD}"/>
          </ac:picMkLst>
        </pc:picChg>
        <pc:picChg chg="add mod">
          <ac:chgData name="Aditya Dev" userId="123d2500-9213-4961-ae77-f48a38511bd3" providerId="ADAL" clId="{F13D24E6-FC01-4A3C-9A47-71C495945884}" dt="2024-06-10T17:40:43.408" v="351" actId="554"/>
          <ac:picMkLst>
            <pc:docMk/>
            <pc:sldMk cId="3590054160" sldId="2147474053"/>
            <ac:picMk id="5" creationId="{BA98A16E-F28C-0763-B5C5-1EEB4AEB54C8}"/>
          </ac:picMkLst>
        </pc:picChg>
        <pc:picChg chg="mod">
          <ac:chgData name="Aditya Dev" userId="123d2500-9213-4961-ae77-f48a38511bd3" providerId="ADAL" clId="{F13D24E6-FC01-4A3C-9A47-71C495945884}" dt="2024-06-10T17:40:43.408" v="351" actId="554"/>
          <ac:picMkLst>
            <pc:docMk/>
            <pc:sldMk cId="3590054160" sldId="2147474053"/>
            <ac:picMk id="7" creationId="{86E6585E-21F7-86B3-F13A-F2F9E7541356}"/>
          </ac:picMkLst>
        </pc:picChg>
        <pc:picChg chg="add del mod">
          <ac:chgData name="Aditya Dev" userId="123d2500-9213-4961-ae77-f48a38511bd3" providerId="ADAL" clId="{F13D24E6-FC01-4A3C-9A47-71C495945884}" dt="2024-06-10T17:39:30.998" v="328" actId="478"/>
          <ac:picMkLst>
            <pc:docMk/>
            <pc:sldMk cId="3590054160" sldId="2147474053"/>
            <ac:picMk id="9" creationId="{3F8E3FEA-AE80-5CFC-EA34-6ACF3075F165}"/>
          </ac:picMkLst>
        </pc:picChg>
        <pc:picChg chg="add mod">
          <ac:chgData name="Aditya Dev" userId="123d2500-9213-4961-ae77-f48a38511bd3" providerId="ADAL" clId="{F13D24E6-FC01-4A3C-9A47-71C495945884}" dt="2024-06-10T17:40:43.408" v="351" actId="554"/>
          <ac:picMkLst>
            <pc:docMk/>
            <pc:sldMk cId="3590054160" sldId="2147474053"/>
            <ac:picMk id="11" creationId="{CC5F4A59-AC00-F679-B98D-0D4B27AEC483}"/>
          </ac:picMkLst>
        </pc:picChg>
        <pc:picChg chg="del">
          <ac:chgData name="Aditya Dev" userId="123d2500-9213-4961-ae77-f48a38511bd3" providerId="ADAL" clId="{F13D24E6-FC01-4A3C-9A47-71C495945884}" dt="2024-06-06T08:04:49.778" v="145" actId="478"/>
          <ac:picMkLst>
            <pc:docMk/>
            <pc:sldMk cId="3590054160" sldId="2147474053"/>
            <ac:picMk id="61" creationId="{CCE7D041-FF29-8D0D-7F42-1C479E48D3D7}"/>
          </ac:picMkLst>
        </pc:picChg>
        <pc:picChg chg="del">
          <ac:chgData name="Aditya Dev" userId="123d2500-9213-4961-ae77-f48a38511bd3" providerId="ADAL" clId="{F13D24E6-FC01-4A3C-9A47-71C495945884}" dt="2024-06-06T08:04:50.881" v="146" actId="478"/>
          <ac:picMkLst>
            <pc:docMk/>
            <pc:sldMk cId="3590054160" sldId="2147474053"/>
            <ac:picMk id="63" creationId="{54A776A1-A920-7562-74DF-18E9544C4F73}"/>
          </ac:picMkLst>
        </pc:picChg>
        <pc:cxnChg chg="mod">
          <ac:chgData name="Aditya Dev" userId="123d2500-9213-4961-ae77-f48a38511bd3" providerId="ADAL" clId="{F13D24E6-FC01-4A3C-9A47-71C495945884}" dt="2024-06-06T10:17:49.520" v="289" actId="1038"/>
          <ac:cxnSpMkLst>
            <pc:docMk/>
            <pc:sldMk cId="3590054160" sldId="2147474053"/>
            <ac:cxnSpMk id="41" creationId="{EDFB95B2-DE70-FD5E-A648-A0012EDEA5C2}"/>
          </ac:cxnSpMkLst>
        </pc:cxnChg>
        <pc:cxnChg chg="mod">
          <ac:chgData name="Aditya Dev" userId="123d2500-9213-4961-ae77-f48a38511bd3" providerId="ADAL" clId="{F13D24E6-FC01-4A3C-9A47-71C495945884}" dt="2024-06-06T10:17:49.520" v="289" actId="1038"/>
          <ac:cxnSpMkLst>
            <pc:docMk/>
            <pc:sldMk cId="3590054160" sldId="2147474053"/>
            <ac:cxnSpMk id="42" creationId="{4CFD69B0-256D-9001-7CE8-3079554B387B}"/>
          </ac:cxnSpMkLst>
        </pc:cxnChg>
        <pc:cxnChg chg="del">
          <ac:chgData name="Aditya Dev" userId="123d2500-9213-4961-ae77-f48a38511bd3" providerId="ADAL" clId="{F13D24E6-FC01-4A3C-9A47-71C495945884}" dt="2024-06-06T07:58:50.161" v="135" actId="478"/>
          <ac:cxnSpMkLst>
            <pc:docMk/>
            <pc:sldMk cId="3590054160" sldId="2147474053"/>
            <ac:cxnSpMk id="43" creationId="{45CDDD9A-FFBF-972F-5628-B723E352C81D}"/>
          </ac:cxnSpMkLst>
        </pc:cxnChg>
        <pc:extLst>
          <p:ext xmlns:p="http://schemas.openxmlformats.org/presentationml/2006/main" uri="{D6D511B9-2390-475A-947B-AFAB55BFBCF1}">
            <pc226:cmChg xmlns:pc226="http://schemas.microsoft.com/office/powerpoint/2022/06/main/command" chg="add">
              <pc226:chgData name="Aditya Dev" userId="123d2500-9213-4961-ae77-f48a38511bd3" providerId="ADAL" clId="{F13D24E6-FC01-4A3C-9A47-71C495945884}" dt="2024-06-10T12:39:18.221" v="294"/>
              <pc2:cmMkLst xmlns:pc2="http://schemas.microsoft.com/office/powerpoint/2019/9/main/command">
                <pc:docMk/>
                <pc:sldMk cId="3590054160" sldId="2147474053"/>
                <pc2:cmMk id="{B814895C-A1D8-4D04-9FF4-5D38E8DA9D6F}"/>
              </pc2:cmMkLst>
            </pc226:cmChg>
          </p:ext>
        </pc:extLst>
      </pc:sldChg>
      <pc:sldChg chg="addCm">
        <pc:chgData name="Aditya Dev" userId="123d2500-9213-4961-ae77-f48a38511bd3" providerId="ADAL" clId="{F13D24E6-FC01-4A3C-9A47-71C495945884}" dt="2024-06-10T12:38:10.442" v="292"/>
        <pc:sldMkLst>
          <pc:docMk/>
          <pc:sldMk cId="3711744976" sldId="2147474055"/>
        </pc:sldMkLst>
        <pc:extLst>
          <p:ext xmlns:p="http://schemas.openxmlformats.org/presentationml/2006/main" uri="{D6D511B9-2390-475A-947B-AFAB55BFBCF1}">
            <pc226:cmChg xmlns:pc226="http://schemas.microsoft.com/office/powerpoint/2022/06/main/command" chg="add">
              <pc226:chgData name="Aditya Dev" userId="123d2500-9213-4961-ae77-f48a38511bd3" providerId="ADAL" clId="{F13D24E6-FC01-4A3C-9A47-71C495945884}" dt="2024-06-10T12:38:10.442" v="292"/>
              <pc2:cmMkLst xmlns:pc2="http://schemas.microsoft.com/office/powerpoint/2019/9/main/command">
                <pc:docMk/>
                <pc:sldMk cId="3711744976" sldId="2147474055"/>
                <pc2:cmMk id="{EC3190B3-1A5D-4FD4-B02F-BC440D4B690C}"/>
              </pc2:cmMkLst>
            </pc226:cmChg>
          </p:ext>
        </pc:extLst>
      </pc:sldChg>
    </pc:docChg>
  </pc:docChgLst>
  <pc:docChgLst>
    <pc:chgData name="Satish Tammineni" userId="S::satish.tammineni@auxoai.com::60986461-a419-45ed-854c-4dfbc8d7dc2f" providerId="AD" clId="Web-{0BBBB497-D1FA-D272-AD29-7F9EC64AD4DF}"/>
    <pc:docChg chg="modSld">
      <pc:chgData name="Satish Tammineni" userId="S::satish.tammineni@auxoai.com::60986461-a419-45ed-854c-4dfbc8d7dc2f" providerId="AD" clId="Web-{0BBBB497-D1FA-D272-AD29-7F9EC64AD4DF}" dt="2024-06-06T05:36:09.532" v="13" actId="20577"/>
      <pc:docMkLst>
        <pc:docMk/>
      </pc:docMkLst>
      <pc:sldChg chg="delSp modSp">
        <pc:chgData name="Satish Tammineni" userId="S::satish.tammineni@auxoai.com::60986461-a419-45ed-854c-4dfbc8d7dc2f" providerId="AD" clId="Web-{0BBBB497-D1FA-D272-AD29-7F9EC64AD4DF}" dt="2024-06-06T05:36:09.532" v="13" actId="20577"/>
        <pc:sldMkLst>
          <pc:docMk/>
          <pc:sldMk cId="404338774" sldId="264"/>
        </pc:sldMkLst>
        <pc:spChg chg="mod">
          <ac:chgData name="Satish Tammineni" userId="S::satish.tammineni@auxoai.com::60986461-a419-45ed-854c-4dfbc8d7dc2f" providerId="AD" clId="Web-{0BBBB497-D1FA-D272-AD29-7F9EC64AD4DF}" dt="2024-06-06T05:36:09.532" v="13" actId="20577"/>
          <ac:spMkLst>
            <pc:docMk/>
            <pc:sldMk cId="404338774" sldId="264"/>
            <ac:spMk id="6" creationId="{006DC811-7AA6-67FF-EB50-F1293A4624C1}"/>
          </ac:spMkLst>
        </pc:spChg>
        <pc:grpChg chg="del">
          <ac:chgData name="Satish Tammineni" userId="S::satish.tammineni@auxoai.com::60986461-a419-45ed-854c-4dfbc8d7dc2f" providerId="AD" clId="Web-{0BBBB497-D1FA-D272-AD29-7F9EC64AD4DF}" dt="2024-06-06T05:35:38.876" v="0"/>
          <ac:grpSpMkLst>
            <pc:docMk/>
            <pc:sldMk cId="404338774" sldId="264"/>
            <ac:grpSpMk id="8" creationId="{452D015C-ABF5-35F8-446E-A0BA3852148D}"/>
          </ac:grpSpMkLst>
        </pc:grpChg>
      </pc:sldChg>
    </pc:docChg>
  </pc:docChgLst>
  <pc:docChgLst>
    <pc:chgData name="Gayatri Johar" userId="S::gayatri.johar@auxoai.com::d90a1b0c-ef15-4f13-ac92-7cd578d6c791" providerId="AD" clId="Web-{FAD87DA5-0F77-F468-52FA-8B92DA75F6B4}"/>
    <pc:docChg chg="modSld">
      <pc:chgData name="Gayatri Johar" userId="S::gayatri.johar@auxoai.com::d90a1b0c-ef15-4f13-ac92-7cd578d6c791" providerId="AD" clId="Web-{FAD87DA5-0F77-F468-52FA-8B92DA75F6B4}" dt="2024-06-10T15:23:43.438" v="0" actId="1076"/>
      <pc:docMkLst>
        <pc:docMk/>
      </pc:docMkLst>
      <pc:sldChg chg="modSp">
        <pc:chgData name="Gayatri Johar" userId="S::gayatri.johar@auxoai.com::d90a1b0c-ef15-4f13-ac92-7cd578d6c791" providerId="AD" clId="Web-{FAD87DA5-0F77-F468-52FA-8B92DA75F6B4}" dt="2024-06-10T15:23:43.438" v="0" actId="1076"/>
        <pc:sldMkLst>
          <pc:docMk/>
          <pc:sldMk cId="3711744976" sldId="2147474055"/>
        </pc:sldMkLst>
        <pc:spChg chg="mod">
          <ac:chgData name="Gayatri Johar" userId="S::gayatri.johar@auxoai.com::d90a1b0c-ef15-4f13-ac92-7cd578d6c791" providerId="AD" clId="Web-{FAD87DA5-0F77-F468-52FA-8B92DA75F6B4}" dt="2024-06-10T15:23:43.438" v="0" actId="1076"/>
          <ac:spMkLst>
            <pc:docMk/>
            <pc:sldMk cId="3711744976" sldId="2147474055"/>
            <ac:spMk id="2" creationId="{C6016BE3-4D63-9FE3-988D-CB9C1A0F19A7}"/>
          </ac:spMkLst>
        </pc:spChg>
      </pc:sldChg>
    </pc:docChg>
  </pc:docChgLst>
  <pc:docChgLst>
    <pc:chgData name="Gayatri Johar" userId="d90a1b0c-ef15-4f13-ac92-7cd578d6c791" providerId="ADAL" clId="{FD92B726-003A-49A0-A9F2-D165F4BB31A7}"/>
    <pc:docChg chg="custSel modSld">
      <pc:chgData name="Gayatri Johar" userId="d90a1b0c-ef15-4f13-ac92-7cd578d6c791" providerId="ADAL" clId="{FD92B726-003A-49A0-A9F2-D165F4BB31A7}" dt="2024-06-10T15:31:22.647" v="220" actId="20577"/>
      <pc:docMkLst>
        <pc:docMk/>
      </pc:docMkLst>
      <pc:sldChg chg="modSp mod">
        <pc:chgData name="Gayatri Johar" userId="d90a1b0c-ef15-4f13-ac92-7cd578d6c791" providerId="ADAL" clId="{FD92B726-003A-49A0-A9F2-D165F4BB31A7}" dt="2024-06-10T15:31:22.647" v="220" actId="20577"/>
        <pc:sldMkLst>
          <pc:docMk/>
          <pc:sldMk cId="3711744976" sldId="2147474055"/>
        </pc:sldMkLst>
        <pc:spChg chg="mod">
          <ac:chgData name="Gayatri Johar" userId="d90a1b0c-ef15-4f13-ac92-7cd578d6c791" providerId="ADAL" clId="{FD92B726-003A-49A0-A9F2-D165F4BB31A7}" dt="2024-06-10T15:31:22.647" v="220" actId="20577"/>
          <ac:spMkLst>
            <pc:docMk/>
            <pc:sldMk cId="3711744976" sldId="2147474055"/>
            <ac:spMk id="52" creationId="{5116D18E-5E42-44CC-0176-0081FEF2DDCB}"/>
          </ac:spMkLst>
        </pc:spChg>
      </pc:sldChg>
    </pc:docChg>
  </pc:docChgLst>
  <pc:docChgLst>
    <pc:chgData name="Ayush Agrawal" userId="S::ayush.agrawal@auxoai.com::6ee370f9-8d1d-4704-b124-efc97872c619" providerId="AD" clId="Web-{A067FA88-308E-0E07-C888-EBF5F71B1866}"/>
    <pc:docChg chg="modSld">
      <pc:chgData name="Ayush Agrawal" userId="S::ayush.agrawal@auxoai.com::6ee370f9-8d1d-4704-b124-efc97872c619" providerId="AD" clId="Web-{A067FA88-308E-0E07-C888-EBF5F71B1866}" dt="2024-06-10T18:02:21.495" v="342" actId="20577"/>
      <pc:docMkLst>
        <pc:docMk/>
      </pc:docMkLst>
      <pc:sldChg chg="addSp delSp modSp">
        <pc:chgData name="Ayush Agrawal" userId="S::ayush.agrawal@auxoai.com::6ee370f9-8d1d-4704-b124-efc97872c619" providerId="AD" clId="Web-{A067FA88-308E-0E07-C888-EBF5F71B1866}" dt="2024-06-10T18:02:21.495" v="342" actId="20577"/>
        <pc:sldMkLst>
          <pc:docMk/>
          <pc:sldMk cId="3590054160" sldId="2147474053"/>
        </pc:sldMkLst>
        <pc:spChg chg="add mod">
          <ac:chgData name="Ayush Agrawal" userId="S::ayush.agrawal@auxoai.com::6ee370f9-8d1d-4704-b124-efc97872c619" providerId="AD" clId="Web-{A067FA88-308E-0E07-C888-EBF5F71B1866}" dt="2024-06-10T18:02:21.495" v="342" actId="20577"/>
          <ac:spMkLst>
            <pc:docMk/>
            <pc:sldMk cId="3590054160" sldId="2147474053"/>
            <ac:spMk id="2" creationId="{1C13CEFD-30B5-1B8F-C7AF-C54B91A1BFF0}"/>
          </ac:spMkLst>
        </pc:spChg>
        <pc:spChg chg="del">
          <ac:chgData name="Ayush Agrawal" userId="S::ayush.agrawal@auxoai.com::6ee370f9-8d1d-4704-b124-efc97872c619" providerId="AD" clId="Web-{A067FA88-308E-0E07-C888-EBF5F71B1866}" dt="2024-06-10T17:50:20.741" v="0"/>
          <ac:spMkLst>
            <pc:docMk/>
            <pc:sldMk cId="3590054160" sldId="2147474053"/>
            <ac:spMk id="6" creationId="{0348AA26-A8FA-0152-35F1-C0921FEB6AB4}"/>
          </ac:spMkLst>
        </pc:spChg>
      </pc:sldChg>
    </pc:docChg>
  </pc:docChgLst>
  <pc:docChgLst>
    <pc:chgData name="Ayush Agrawal" userId="S::ayush.agrawal@auxoai.com::6ee370f9-8d1d-4704-b124-efc97872c619" providerId="AD" clId="Web-{300CBD8E-137D-0962-E959-561E8F84F7FA}"/>
    <pc:docChg chg="modSld">
      <pc:chgData name="Ayush Agrawal" userId="S::ayush.agrawal@auxoai.com::6ee370f9-8d1d-4704-b124-efc97872c619" providerId="AD" clId="Web-{300CBD8E-137D-0962-E959-561E8F84F7FA}" dt="2024-06-11T14:57:05.427" v="161" actId="20577"/>
      <pc:docMkLst>
        <pc:docMk/>
      </pc:docMkLst>
      <pc:sldChg chg="modSp">
        <pc:chgData name="Ayush Agrawal" userId="S::ayush.agrawal@auxoai.com::6ee370f9-8d1d-4704-b124-efc97872c619" providerId="AD" clId="Web-{300CBD8E-137D-0962-E959-561E8F84F7FA}" dt="2024-06-11T14:57:05.427" v="161" actId="20577"/>
        <pc:sldMkLst>
          <pc:docMk/>
          <pc:sldMk cId="3590054160" sldId="2147474053"/>
        </pc:sldMkLst>
        <pc:spChg chg="mod">
          <ac:chgData name="Ayush Agrawal" userId="S::ayush.agrawal@auxoai.com::6ee370f9-8d1d-4704-b124-efc97872c619" providerId="AD" clId="Web-{300CBD8E-137D-0962-E959-561E8F84F7FA}" dt="2024-06-11T14:57:05.427" v="161" actId="20577"/>
          <ac:spMkLst>
            <pc:docMk/>
            <pc:sldMk cId="3590054160" sldId="2147474053"/>
            <ac:spMk id="2" creationId="{1C13CEFD-30B5-1B8F-C7AF-C54B91A1BFF0}"/>
          </ac:spMkLst>
        </pc:spChg>
      </pc:sldChg>
    </pc:docChg>
  </pc:docChgLst>
  <pc:docChgLst>
    <pc:chgData name="Tanisha Kar" userId="S::tanisha.kar@auxoai.com::4446c515-0aea-4587-a78e-df24c6d8ec2e" providerId="AD" clId="Web-{D89021F8-DF7C-2734-583E-845560AB8CFA}"/>
    <pc:docChg chg="modSld">
      <pc:chgData name="Tanisha Kar" userId="S::tanisha.kar@auxoai.com::4446c515-0aea-4587-a78e-df24c6d8ec2e" providerId="AD" clId="Web-{D89021F8-DF7C-2734-583E-845560AB8CFA}" dt="2024-06-10T12:16:19.383" v="1"/>
      <pc:docMkLst>
        <pc:docMk/>
      </pc:docMkLst>
      <pc:sldChg chg="addSp delSp">
        <pc:chgData name="Tanisha Kar" userId="S::tanisha.kar@auxoai.com::4446c515-0aea-4587-a78e-df24c6d8ec2e" providerId="AD" clId="Web-{D89021F8-DF7C-2734-583E-845560AB8CFA}" dt="2024-06-10T12:16:19.383" v="1"/>
        <pc:sldMkLst>
          <pc:docMk/>
          <pc:sldMk cId="21011384" sldId="2147474056"/>
        </pc:sldMkLst>
        <pc:spChg chg="del">
          <ac:chgData name="Tanisha Kar" userId="S::tanisha.kar@auxoai.com::4446c515-0aea-4587-a78e-df24c6d8ec2e" providerId="AD" clId="Web-{D89021F8-DF7C-2734-583E-845560AB8CFA}" dt="2024-06-10T12:16:18.711" v="0"/>
          <ac:spMkLst>
            <pc:docMk/>
            <pc:sldMk cId="21011384" sldId="2147474056"/>
            <ac:spMk id="113" creationId="{3854F78E-ED96-2277-ABAF-399D195F8067}"/>
          </ac:spMkLst>
        </pc:spChg>
        <pc:graphicFrameChg chg="add">
          <ac:chgData name="Tanisha Kar" userId="S::tanisha.kar@auxoai.com::4446c515-0aea-4587-a78e-df24c6d8ec2e" providerId="AD" clId="Web-{D89021F8-DF7C-2734-583E-845560AB8CFA}" dt="2024-06-10T12:16:19.383" v="1"/>
          <ac:graphicFrameMkLst>
            <pc:docMk/>
            <pc:sldMk cId="21011384" sldId="2147474056"/>
            <ac:graphicFrameMk id="6" creationId="{C7427376-62F0-FD01-AA6E-43ED8FA7179E}"/>
          </ac:graphicFrameMkLst>
        </pc:graphicFrameChg>
      </pc:sldChg>
    </pc:docChg>
  </pc:docChgLst>
  <pc:docChgLst>
    <pc:chgData name="Arun Kumar RN" userId="S::arun.kumar@auxoai.com::b9061e1d-af8b-4e3d-b4e8-8f10fe26f061" providerId="AD" clId="Web-{0F90C954-2E11-5C18-D696-7BD0D5E32AD0}"/>
    <pc:docChg chg="modSld">
      <pc:chgData name="Arun Kumar RN" userId="S::arun.kumar@auxoai.com::b9061e1d-af8b-4e3d-b4e8-8f10fe26f061" providerId="AD" clId="Web-{0F90C954-2E11-5C18-D696-7BD0D5E32AD0}" dt="2024-06-06T09:50:17.753" v="88" actId="20577"/>
      <pc:docMkLst>
        <pc:docMk/>
      </pc:docMkLst>
      <pc:sldChg chg="modSp">
        <pc:chgData name="Arun Kumar RN" userId="S::arun.kumar@auxoai.com::b9061e1d-af8b-4e3d-b4e8-8f10fe26f061" providerId="AD" clId="Web-{0F90C954-2E11-5C18-D696-7BD0D5E32AD0}" dt="2024-06-06T09:50:17.753" v="88" actId="20577"/>
        <pc:sldMkLst>
          <pc:docMk/>
          <pc:sldMk cId="3590054160" sldId="2147474053"/>
        </pc:sldMkLst>
        <pc:spChg chg="mod">
          <ac:chgData name="Arun Kumar RN" userId="S::arun.kumar@auxoai.com::b9061e1d-af8b-4e3d-b4e8-8f10fe26f061" providerId="AD" clId="Web-{0F90C954-2E11-5C18-D696-7BD0D5E32AD0}" dt="2024-06-06T09:50:17.753" v="88" actId="20577"/>
          <ac:spMkLst>
            <pc:docMk/>
            <pc:sldMk cId="3590054160" sldId="2147474053"/>
            <ac:spMk id="45" creationId="{B3790F00-985E-7F75-D115-4AB70C658838}"/>
          </ac:spMkLst>
        </pc:spChg>
      </pc:sldChg>
    </pc:docChg>
  </pc:docChgLst>
  <pc:docChgLst>
    <pc:chgData name="Sowrya Regana" userId="5a9b66e3-93da-406c-8ed2-61e4a52ca3da" providerId="ADAL" clId="{43D1812F-5023-4DA8-AA8D-957A9E6070D1}"/>
    <pc:docChg chg="custSel modSld">
      <pc:chgData name="Sowrya Regana" userId="5a9b66e3-93da-406c-8ed2-61e4a52ca3da" providerId="ADAL" clId="{43D1812F-5023-4DA8-AA8D-957A9E6070D1}" dt="2024-06-10T13:44:08.347" v="1275" actId="20577"/>
      <pc:docMkLst>
        <pc:docMk/>
      </pc:docMkLst>
      <pc:sldChg chg="addSp delSp modSp mod">
        <pc:chgData name="Sowrya Regana" userId="5a9b66e3-93da-406c-8ed2-61e4a52ca3da" providerId="ADAL" clId="{43D1812F-5023-4DA8-AA8D-957A9E6070D1}" dt="2024-06-10T13:44:08.347" v="1275" actId="20577"/>
        <pc:sldMkLst>
          <pc:docMk/>
          <pc:sldMk cId="3870935564" sldId="2147474052"/>
        </pc:sldMkLst>
        <pc:spChg chg="mod">
          <ac:chgData name="Sowrya Regana" userId="5a9b66e3-93da-406c-8ed2-61e4a52ca3da" providerId="ADAL" clId="{43D1812F-5023-4DA8-AA8D-957A9E6070D1}" dt="2024-06-10T13:44:08.347" v="1275" actId="20577"/>
          <ac:spMkLst>
            <pc:docMk/>
            <pc:sldMk cId="3870935564" sldId="2147474052"/>
            <ac:spMk id="3" creationId="{9B11CF0D-6249-924F-98D5-F7EA381CDCC4}"/>
          </ac:spMkLst>
        </pc:spChg>
        <pc:spChg chg="add del">
          <ac:chgData name="Sowrya Regana" userId="5a9b66e3-93da-406c-8ed2-61e4a52ca3da" providerId="ADAL" clId="{43D1812F-5023-4DA8-AA8D-957A9E6070D1}" dt="2024-06-10T13:16:11.841" v="375"/>
          <ac:spMkLst>
            <pc:docMk/>
            <pc:sldMk cId="3870935564" sldId="2147474052"/>
            <ac:spMk id="8" creationId="{92DE30D6-FB24-DECA-D712-1525A0B758BA}"/>
          </ac:spMkLst>
        </pc:spChg>
      </pc:sldChg>
      <pc:sldChg chg="modSp mod">
        <pc:chgData name="Sowrya Regana" userId="5a9b66e3-93da-406c-8ed2-61e4a52ca3da" providerId="ADAL" clId="{43D1812F-5023-4DA8-AA8D-957A9E6070D1}" dt="2024-06-06T10:45:07.576" v="370" actId="20577"/>
        <pc:sldMkLst>
          <pc:docMk/>
          <pc:sldMk cId="3590054160" sldId="2147474053"/>
        </pc:sldMkLst>
        <pc:spChg chg="mod">
          <ac:chgData name="Sowrya Regana" userId="5a9b66e3-93da-406c-8ed2-61e4a52ca3da" providerId="ADAL" clId="{43D1812F-5023-4DA8-AA8D-957A9E6070D1}" dt="2024-06-06T10:45:07.576" v="370" actId="20577"/>
          <ac:spMkLst>
            <pc:docMk/>
            <pc:sldMk cId="3590054160" sldId="2147474053"/>
            <ac:spMk id="58" creationId="{B7EEE0BC-B78C-B0BC-D08C-64F5688CF55E}"/>
          </ac:spMkLst>
        </pc:spChg>
      </pc:sldChg>
    </pc:docChg>
  </pc:docChgLst>
  <pc:docChgLst>
    <pc:chgData name="Ayush Agrawal" userId="S::ayush.agrawal@auxoai.com::6ee370f9-8d1d-4704-b124-efc97872c619" providerId="AD" clId="Web-{A19EF609-B32B-486D-5920-EB4519FE9305}"/>
    <pc:docChg chg="modSld">
      <pc:chgData name="Ayush Agrawal" userId="S::ayush.agrawal@auxoai.com::6ee370f9-8d1d-4704-b124-efc97872c619" providerId="AD" clId="Web-{A19EF609-B32B-486D-5920-EB4519FE9305}" dt="2024-06-11T05:19:30.543" v="3" actId="20577"/>
      <pc:docMkLst>
        <pc:docMk/>
      </pc:docMkLst>
      <pc:sldChg chg="modSp">
        <pc:chgData name="Ayush Agrawal" userId="S::ayush.agrawal@auxoai.com::6ee370f9-8d1d-4704-b124-efc97872c619" providerId="AD" clId="Web-{A19EF609-B32B-486D-5920-EB4519FE9305}" dt="2024-06-11T05:19:30.543" v="3" actId="20577"/>
        <pc:sldMkLst>
          <pc:docMk/>
          <pc:sldMk cId="3590054160" sldId="2147474053"/>
        </pc:sldMkLst>
        <pc:spChg chg="mod">
          <ac:chgData name="Ayush Agrawal" userId="S::ayush.agrawal@auxoai.com::6ee370f9-8d1d-4704-b124-efc97872c619" providerId="AD" clId="Web-{A19EF609-B32B-486D-5920-EB4519FE9305}" dt="2024-06-11T05:19:30.543" v="3" actId="20577"/>
          <ac:spMkLst>
            <pc:docMk/>
            <pc:sldMk cId="3590054160" sldId="2147474053"/>
            <ac:spMk id="2" creationId="{1C13CEFD-30B5-1B8F-C7AF-C54B91A1BF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3760EA-B741-40C8-99A3-11C997578B5C}" type="datetimeFigureOut">
              <a:rPr lang="en-IN" smtClean="0"/>
              <a:t>11-06-2024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BB1179-D8FB-4E11-83D3-00427C78C12A}" type="slidenum">
              <a:rPr lang="en-IN" smtClean="0"/>
              <a:t>‹#›</a:t>
            </a:fld>
            <a:endParaRPr lang="en-IN"/>
          </a:p>
        </p:txBody>
      </p:sp>
    </p:spTree>
    <p:extLst>
      <p:ext uri="{BB962C8B-B14F-4D97-AF65-F5344CB8AC3E}">
        <p14:creationId xmlns:p14="http://schemas.microsoft.com/office/powerpoint/2010/main" val="102057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1844B3-EB35-40EE-AE42-628FDAD563A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7758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1BB1179-D8FB-4E11-83D3-00427C78C12A}" type="slidenum">
              <a:rPr lang="en-IN" smtClean="0"/>
              <a:t>8</a:t>
            </a:fld>
            <a:endParaRPr lang="en-IN"/>
          </a:p>
        </p:txBody>
      </p:sp>
    </p:spTree>
    <p:extLst>
      <p:ext uri="{BB962C8B-B14F-4D97-AF65-F5344CB8AC3E}">
        <p14:creationId xmlns:p14="http://schemas.microsoft.com/office/powerpoint/2010/main" val="550028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8776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1825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2556845"/>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Custom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0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al Slide">
  <p:cSld name="General Slide">
    <p:spTree>
      <p:nvGrpSpPr>
        <p:cNvPr id="1" name="Shape 20"/>
        <p:cNvGrpSpPr/>
        <p:nvPr/>
      </p:nvGrpSpPr>
      <p:grpSpPr>
        <a:xfrm>
          <a:off x="0" y="0"/>
          <a:ext cx="0" cy="0"/>
          <a:chOff x="0" y="0"/>
          <a:chExt cx="0" cy="0"/>
        </a:xfrm>
      </p:grpSpPr>
      <p:sp>
        <p:nvSpPr>
          <p:cNvPr id="21" name="Google Shape;21;p54"/>
          <p:cNvSpPr txBox="1">
            <a:spLocks noGrp="1"/>
          </p:cNvSpPr>
          <p:nvPr>
            <p:ph type="body" idx="1"/>
          </p:nvPr>
        </p:nvSpPr>
        <p:spPr>
          <a:xfrm>
            <a:off x="609600" y="1371600"/>
            <a:ext cx="9448800" cy="4230474"/>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2pPr>
            <a:lvl3pPr marL="1371600" marR="0" lvl="2"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3pPr>
            <a:lvl4pPr marL="1828800" marR="0" lvl="3"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4pPr>
            <a:lvl5pPr marL="2286000" marR="0" lvl="4" indent="-304800" algn="l" rtl="0">
              <a:lnSpc>
                <a:spcPct val="90000"/>
              </a:lnSpc>
              <a:spcBef>
                <a:spcPts val="500"/>
              </a:spcBef>
              <a:spcAft>
                <a:spcPts val="0"/>
              </a:spcAft>
              <a:buClr>
                <a:schemeClr val="accent1"/>
              </a:buClr>
              <a:buSzPts val="1200"/>
              <a:buFont typeface="Arial"/>
              <a:buChar char="•"/>
              <a:defRPr sz="12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54"/>
          <p:cNvSpPr txBox="1">
            <a:spLocks noGrp="1"/>
          </p:cNvSpPr>
          <p:nvPr>
            <p:ph type="body" idx="2"/>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54"/>
          <p:cNvSpPr txBox="1">
            <a:spLocks noGrp="1"/>
          </p:cNvSpPr>
          <p:nvPr>
            <p:ph type="body" idx="3"/>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10846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4" name="Title Placeholder 10">
            <a:extLst>
              <a:ext uri="{FF2B5EF4-FFF2-40B4-BE49-F238E27FC236}">
                <a16:creationId xmlns:a16="http://schemas.microsoft.com/office/drawing/2014/main" id="{B83426B6-C7FB-296F-D85C-CF249C78567D}"/>
              </a:ext>
            </a:extLst>
          </p:cNvPr>
          <p:cNvSpPr>
            <a:spLocks noGrp="1"/>
          </p:cNvSpPr>
          <p:nvPr>
            <p:ph type="title"/>
          </p:nvPr>
        </p:nvSpPr>
        <p:spPr>
          <a:xfrm>
            <a:off x="838200" y="188640"/>
            <a:ext cx="10515600" cy="1325563"/>
          </a:xfrm>
          <a:prstGeom prst="rect">
            <a:avLst/>
          </a:prstGeom>
          <a:solidFill>
            <a:schemeClr val="bg1"/>
          </a:solidFill>
        </p:spPr>
        <p:txBody>
          <a:bodyPr vert="horz" lIns="91440" tIns="45720" rIns="91440" bIns="45720" rtlCol="0" anchor="ctr">
            <a:normAutofit/>
          </a:bodyPr>
          <a:lstStyle>
            <a:lvl1pPr>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267259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5339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Custom Layout">
    <p:bg>
      <p:bgPr>
        <a:solidFill>
          <a:srgbClr val="343434"/>
        </a:solidFill>
        <a:effectLst/>
      </p:bgPr>
    </p:bg>
    <p:spTree>
      <p:nvGrpSpPr>
        <p:cNvPr id="1" name=""/>
        <p:cNvGrpSpPr/>
        <p:nvPr/>
      </p:nvGrpSpPr>
      <p:grpSpPr>
        <a:xfrm>
          <a:off x="0" y="0"/>
          <a:ext cx="0" cy="0"/>
          <a:chOff x="0" y="0"/>
          <a:chExt cx="0" cy="0"/>
        </a:xfrm>
      </p:grpSpPr>
      <p:sp>
        <p:nvSpPr>
          <p:cNvPr id="2" name="Google Shape;24;p6">
            <a:extLst>
              <a:ext uri="{FF2B5EF4-FFF2-40B4-BE49-F238E27FC236}">
                <a16:creationId xmlns:a16="http://schemas.microsoft.com/office/drawing/2014/main" id="{113E6345-9EC7-CA28-E013-1BC283A48FE8}"/>
              </a:ext>
            </a:extLst>
          </p:cNvPr>
          <p:cNvSpPr txBox="1">
            <a:spLocks noGrp="1"/>
          </p:cNvSpPr>
          <p:nvPr>
            <p:ph type="title"/>
          </p:nvPr>
        </p:nvSpPr>
        <p:spPr>
          <a:xfrm>
            <a:off x="947032" y="223284"/>
            <a:ext cx="11014595" cy="861237"/>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sz="2400">
                <a:solidFill>
                  <a:schemeClr val="tx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1355320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Title Placeholder 5">
            <a:extLst>
              <a:ext uri="{FF2B5EF4-FFF2-40B4-BE49-F238E27FC236}">
                <a16:creationId xmlns:a16="http://schemas.microsoft.com/office/drawing/2014/main" id="{FD000ADA-F4C7-D13B-400C-C1E94AD2B498}"/>
              </a:ext>
            </a:extLst>
          </p:cNvPr>
          <p:cNvSpPr>
            <a:spLocks noGrp="1"/>
          </p:cNvSpPr>
          <p:nvPr>
            <p:ph type="title"/>
          </p:nvPr>
        </p:nvSpPr>
        <p:spPr>
          <a:xfrm>
            <a:off x="838200" y="365125"/>
            <a:ext cx="10515600" cy="661633"/>
          </a:xfrm>
          <a:prstGeom prst="rect">
            <a:avLst/>
          </a:prstGeom>
        </p:spPr>
        <p:txBody>
          <a:bodyPr vert="horz" lIns="91440" tIns="45720" rIns="91440" bIns="45720" rtlCol="0" anchor="ctr">
            <a:normAutofit/>
          </a:bodyPr>
          <a:lstStyle/>
          <a:p>
            <a:r>
              <a:rPr lang="en-US"/>
              <a:t>Click to edit Master title style</a:t>
            </a:r>
            <a:endParaRPr lang="en-IN"/>
          </a:p>
        </p:txBody>
      </p:sp>
      <p:pic>
        <p:nvPicPr>
          <p:cNvPr id="5" name="Graphic 4">
            <a:extLst>
              <a:ext uri="{FF2B5EF4-FFF2-40B4-BE49-F238E27FC236}">
                <a16:creationId xmlns:a16="http://schemas.microsoft.com/office/drawing/2014/main" id="{DDD031DC-F022-5D3C-A0C7-9DEC88577216}"/>
              </a:ext>
            </a:extLst>
          </p:cNvPr>
          <p:cNvPicPr>
            <a:picLocks noChangeAspect="1"/>
          </p:cNvPicPr>
          <p:nvPr/>
        </p:nvPicPr>
        <p:blipFill rotWithShape="1">
          <a:blip r:embed="rId7" cstate="hqprint">
            <a:extLst>
              <a:ext uri="{28A0092B-C50C-407E-A947-70E740481C1C}">
                <a14:useLocalDpi xmlns:a14="http://schemas.microsoft.com/office/drawing/2010/main"/>
              </a:ext>
              <a:ext uri="{96DAC541-7B7A-43D3-8B79-37D633B846F1}">
                <asvg:svgBlip xmlns:asvg="http://schemas.microsoft.com/office/drawing/2016/SVG/main" r:embed="rId8"/>
              </a:ext>
            </a:extLst>
          </a:blip>
          <a:srcRect l="3025" t="24517" r="77718" b="27205"/>
          <a:stretch/>
        </p:blipFill>
        <p:spPr>
          <a:xfrm>
            <a:off x="112796" y="253426"/>
            <a:ext cx="786919" cy="773332"/>
          </a:xfrm>
          <a:prstGeom prst="rect">
            <a:avLst/>
          </a:prstGeom>
        </p:spPr>
      </p:pic>
      <p:sp>
        <p:nvSpPr>
          <p:cNvPr id="2" name="Slide Number Placeholder 90">
            <a:extLst>
              <a:ext uri="{FF2B5EF4-FFF2-40B4-BE49-F238E27FC236}">
                <a16:creationId xmlns:a16="http://schemas.microsoft.com/office/drawing/2014/main" id="{87FB5648-DE3A-E7DC-FA62-5591DD4C65A0}"/>
              </a:ext>
            </a:extLst>
          </p:cNvPr>
          <p:cNvSpPr txBox="1">
            <a:spLocks/>
          </p:cNvSpPr>
          <p:nvPr userDrawn="1"/>
        </p:nvSpPr>
        <p:spPr>
          <a:xfrm>
            <a:off x="9163050" y="6323013"/>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DF2C7D4-7543-4F8A-A661-C7A18B3067FD}" type="slidenum">
              <a:rPr kumimoji="0" lang="en-US" sz="1200" b="0" i="0" u="none" strike="noStrike" kern="1200" cap="none" spc="0" normalizeH="0" baseline="0" noProof="0" smtClean="0">
                <a:ln>
                  <a:noFill/>
                </a:ln>
                <a:solidFill>
                  <a:srgbClr val="7F7F7F"/>
                </a:solidFill>
                <a:effectLst/>
                <a:uLnTx/>
                <a:uFillTx/>
                <a:latin typeface="Helvertic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7F7F7F"/>
              </a:solidFill>
              <a:effectLst/>
              <a:uLnTx/>
              <a:uFillTx/>
              <a:latin typeface="Helvertica"/>
              <a:ea typeface="+mn-ea"/>
              <a:cs typeface="+mn-cs"/>
            </a:endParaRPr>
          </a:p>
        </p:txBody>
      </p:sp>
      <p:sp>
        <p:nvSpPr>
          <p:cNvPr id="4" name="TextBox 3">
            <a:extLst>
              <a:ext uri="{FF2B5EF4-FFF2-40B4-BE49-F238E27FC236}">
                <a16:creationId xmlns:a16="http://schemas.microsoft.com/office/drawing/2014/main" id="{16BABE4D-63A0-0FC0-6ACE-5A77A294D1EA}"/>
              </a:ext>
            </a:extLst>
          </p:cNvPr>
          <p:cNvSpPr txBox="1"/>
          <p:nvPr userDrawn="1"/>
        </p:nvSpPr>
        <p:spPr>
          <a:xfrm>
            <a:off x="0" y="6645774"/>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969696"/>
                </a:solidFill>
                <a:effectLst/>
                <a:uLnTx/>
                <a:uFillTx/>
                <a:latin typeface="Helvertica"/>
                <a:ea typeface="+mn-ea"/>
                <a:cs typeface="+mn-cs"/>
              </a:rPr>
              <a:t>@2023 AuxoAI – Confidential and Proprietary</a:t>
            </a:r>
          </a:p>
        </p:txBody>
      </p:sp>
    </p:spTree>
    <p:extLst>
      <p:ext uri="{BB962C8B-B14F-4D97-AF65-F5344CB8AC3E}">
        <p14:creationId xmlns:p14="http://schemas.microsoft.com/office/powerpoint/2010/main" val="29026738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ftr="0" dt="0"/>
  <p:txStyles>
    <p:title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34343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DD031DC-F022-5D3C-A0C7-9DEC88577216}"/>
              </a:ext>
            </a:extLst>
          </p:cNvPr>
          <p:cNvPicPr>
            <a:picLocks noChangeAspect="1"/>
          </p:cNvPicPr>
          <p:nvPr/>
        </p:nvPicPr>
        <p:blipFill rotWithShape="1">
          <a:blip r:embed="rId5" cstate="hqprint">
            <a:extLst>
              <a:ext uri="{28A0092B-C50C-407E-A947-70E740481C1C}">
                <a14:useLocalDpi xmlns:a14="http://schemas.microsoft.com/office/drawing/2010/main"/>
              </a:ext>
              <a:ext uri="{96DAC541-7B7A-43D3-8B79-37D633B846F1}">
                <asvg:svgBlip xmlns:asvg="http://schemas.microsoft.com/office/drawing/2016/SVG/main" r:embed="rId6"/>
              </a:ext>
            </a:extLst>
          </a:blip>
          <a:srcRect l="3025" t="24517" r="77718" b="27205"/>
          <a:stretch/>
        </p:blipFill>
        <p:spPr>
          <a:xfrm>
            <a:off x="112796" y="253426"/>
            <a:ext cx="786919" cy="773332"/>
          </a:xfrm>
          <a:prstGeom prst="rect">
            <a:avLst/>
          </a:prstGeom>
        </p:spPr>
      </p:pic>
      <p:sp>
        <p:nvSpPr>
          <p:cNvPr id="2" name="Slide Number Placeholder 1">
            <a:extLst>
              <a:ext uri="{FF2B5EF4-FFF2-40B4-BE49-F238E27FC236}">
                <a16:creationId xmlns:a16="http://schemas.microsoft.com/office/drawing/2014/main" id="{AA2E7622-FC48-4DA8-8B92-DC4F1E7637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DF2464-FB45-49EC-94D1-E62878498AFA}" type="slidenum">
              <a:rPr lang="en-US" smtClean="0"/>
              <a:t>‹#›</a:t>
            </a:fld>
            <a:endParaRPr lang="en-US"/>
          </a:p>
        </p:txBody>
      </p:sp>
    </p:spTree>
    <p:extLst>
      <p:ext uri="{BB962C8B-B14F-4D97-AF65-F5344CB8AC3E}">
        <p14:creationId xmlns:p14="http://schemas.microsoft.com/office/powerpoint/2010/main" val="322892731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hf hdr="0" ftr="0" dt="0"/>
  <p:txStyles>
    <p:titleStyle>
      <a:lvl1pPr algn="l" defTabSz="914400" rtl="0" eaLnBrk="1" latinLnBrk="0" hangingPunct="1">
        <a:lnSpc>
          <a:spcPct val="90000"/>
        </a:lnSpc>
        <a:spcBef>
          <a:spcPct val="0"/>
        </a:spcBef>
        <a:buNone/>
        <a:defRPr sz="4000" b="1"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3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s>
</file>

<file path=ppt/slides/_rels/slide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5.png"/><Relationship Id="rId4" Type="http://schemas.openxmlformats.org/officeDocument/2006/relationships/image" Target="../media/image4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DNA structure made of leaves">
            <a:extLst>
              <a:ext uri="{FF2B5EF4-FFF2-40B4-BE49-F238E27FC236}">
                <a16:creationId xmlns:a16="http://schemas.microsoft.com/office/drawing/2014/main" id="{E4B44D85-0EAC-1923-B515-AE9850FF362A}"/>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16200000">
            <a:off x="6034273" y="700272"/>
            <a:ext cx="6858001" cy="5457453"/>
          </a:xfrm>
          <a:prstGeom prst="rect">
            <a:avLst/>
          </a:prstGeom>
        </p:spPr>
      </p:pic>
      <p:sp>
        <p:nvSpPr>
          <p:cNvPr id="6" name="TextBox 5">
            <a:extLst>
              <a:ext uri="{FF2B5EF4-FFF2-40B4-BE49-F238E27FC236}">
                <a16:creationId xmlns:a16="http://schemas.microsoft.com/office/drawing/2014/main" id="{006DC811-7AA6-67FF-EB50-F1293A4624C1}"/>
              </a:ext>
            </a:extLst>
          </p:cNvPr>
          <p:cNvSpPr txBox="1"/>
          <p:nvPr/>
        </p:nvSpPr>
        <p:spPr>
          <a:xfrm>
            <a:off x="581070" y="2336391"/>
            <a:ext cx="5785778" cy="2185214"/>
          </a:xfrm>
          <a:prstGeom prst="rect">
            <a:avLst/>
          </a:prstGeom>
          <a:noFill/>
        </p:spPr>
        <p:txBody>
          <a:bodyPr wrap="square" lIns="91440" tIns="45720" rIns="91440" bIns="45720" rtlCol="0" anchor="t">
            <a:spAutoFit/>
          </a:bodyPr>
          <a:lstStyle/>
          <a:p>
            <a:pPr>
              <a:defRPr/>
            </a:pPr>
            <a:r>
              <a:rPr lang="en-US" sz="3200" b="1" err="1">
                <a:solidFill>
                  <a:srgbClr val="04116D"/>
                </a:solidFill>
                <a:latin typeface="Bierstadt"/>
              </a:rPr>
              <a:t>Aideo</a:t>
            </a:r>
            <a:r>
              <a:rPr lang="en-US" sz="3200" b="1">
                <a:solidFill>
                  <a:srgbClr val="04116D"/>
                </a:solidFill>
                <a:latin typeface="Bierstadt"/>
              </a:rPr>
              <a:t> Technologies</a:t>
            </a:r>
            <a:endParaRPr kumimoji="0" lang="en-US" sz="3200" b="1" i="0" u="none" strike="noStrike" kern="1200" cap="none" spc="0" normalizeH="0" baseline="0" noProof="0">
              <a:ln>
                <a:noFill/>
              </a:ln>
              <a:solidFill>
                <a:srgbClr val="04116D"/>
              </a:solidFill>
              <a:effectLst/>
              <a:uLnTx/>
              <a:uFillTx/>
              <a:latin typeface="Bierstad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4116D"/>
              </a:solidFill>
              <a:effectLst/>
              <a:uLnTx/>
              <a:uFillTx/>
              <a:latin typeface="Bierstadt" panose="020B0004020202020204" pitchFamily="34" charset="0"/>
              <a:ea typeface="+mn-ea"/>
              <a:cs typeface="+mn-cs"/>
            </a:endParaRPr>
          </a:p>
          <a:p>
            <a:pPr>
              <a:defRPr/>
            </a:pPr>
            <a:r>
              <a:rPr kumimoji="0" lang="en-US" sz="3200" b="1" i="0" u="none" strike="noStrike" kern="1200" cap="none" spc="0" normalizeH="0" baseline="0" noProof="0">
                <a:ln>
                  <a:noFill/>
                </a:ln>
                <a:solidFill>
                  <a:srgbClr val="04116D"/>
                </a:solidFill>
                <a:effectLst/>
                <a:uLnTx/>
                <a:uFillTx/>
                <a:latin typeface="Bierstadt"/>
              </a:rPr>
              <a:t>AI </a:t>
            </a:r>
            <a:r>
              <a:rPr lang="en-US" sz="3200" b="1">
                <a:solidFill>
                  <a:srgbClr val="04116D"/>
                </a:solidFill>
                <a:latin typeface="Bierstadt"/>
              </a:rPr>
              <a:t>Pod Approach</a:t>
            </a:r>
          </a:p>
          <a:p>
            <a:pPr marL="0" marR="0" lvl="0" indent="0" algn="l" defTabSz="914400" rtl="0">
              <a:lnSpc>
                <a:spcPct val="100000"/>
              </a:lnSpc>
              <a:spcBef>
                <a:spcPts val="0"/>
              </a:spcBef>
              <a:spcAft>
                <a:spcPts val="0"/>
              </a:spcAft>
              <a:buClrTx/>
              <a:buSzTx/>
              <a:buFontTx/>
              <a:buNone/>
              <a:tabLst/>
              <a:defRPr/>
            </a:pPr>
            <a:endParaRPr lang="en-US" sz="1600" i="0" u="none" strike="noStrike" kern="1200" cap="none" spc="0" normalizeH="0" baseline="0" noProof="0">
              <a:ln>
                <a:noFill/>
              </a:ln>
              <a:solidFill>
                <a:srgbClr val="C6CDFD"/>
              </a:solidFill>
              <a:effectLst/>
              <a:uLnTx/>
              <a:uFillTx/>
              <a:latin typeface="Arial Nova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Nova Light" panose="020B03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Nova Light"/>
              </a:rPr>
              <a:t>June 2024</a:t>
            </a:r>
            <a:endParaRPr lang="en-US" sz="1600" b="0" i="0" u="none" strike="noStrike" kern="1200" cap="none" spc="0" normalizeH="0" baseline="0" noProof="0">
              <a:ln>
                <a:noFill/>
              </a:ln>
              <a:solidFill>
                <a:srgbClr val="000000"/>
              </a:solidFill>
              <a:effectLst/>
              <a:uLnTx/>
              <a:uFillTx/>
              <a:latin typeface="Arial Nova Light"/>
            </a:endParaRPr>
          </a:p>
        </p:txBody>
      </p:sp>
      <p:pic>
        <p:nvPicPr>
          <p:cNvPr id="3" name="Picture 2" descr="A white x on a black background&#10;&#10;Description automatically generated">
            <a:extLst>
              <a:ext uri="{FF2B5EF4-FFF2-40B4-BE49-F238E27FC236}">
                <a16:creationId xmlns:a16="http://schemas.microsoft.com/office/drawing/2014/main" id="{AF25BDE1-5BE5-1563-74AD-14A6C4076C1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787975" y="194939"/>
            <a:ext cx="1230762" cy="222127"/>
          </a:xfrm>
          <a:prstGeom prst="rect">
            <a:avLst/>
          </a:prstGeom>
          <a:effectLst/>
        </p:spPr>
      </p:pic>
      <p:sp>
        <p:nvSpPr>
          <p:cNvPr id="4" name="TextBox 3">
            <a:extLst>
              <a:ext uri="{FF2B5EF4-FFF2-40B4-BE49-F238E27FC236}">
                <a16:creationId xmlns:a16="http://schemas.microsoft.com/office/drawing/2014/main" id="{38D5EAC4-9881-ED5E-1B64-01A07A2BD0FE}"/>
              </a:ext>
            </a:extLst>
          </p:cNvPr>
          <p:cNvSpPr txBox="1"/>
          <p:nvPr/>
        </p:nvSpPr>
        <p:spPr>
          <a:xfrm>
            <a:off x="0" y="6645774"/>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C0C0C0"/>
                </a:solidFill>
                <a:effectLst/>
                <a:uLnTx/>
                <a:uFillTx/>
                <a:latin typeface="Helvertica"/>
                <a:ea typeface="+mn-ea"/>
                <a:cs typeface="+mn-cs"/>
              </a:rPr>
              <a:t>@2023 AuxoAI – Confidential and Proprietary</a:t>
            </a:r>
          </a:p>
        </p:txBody>
      </p:sp>
    </p:spTree>
    <p:extLst>
      <p:ext uri="{BB962C8B-B14F-4D97-AF65-F5344CB8AC3E}">
        <p14:creationId xmlns:p14="http://schemas.microsoft.com/office/powerpoint/2010/main" val="404338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517CC736-6065-9764-FFE5-26FD40076179}"/>
              </a:ext>
            </a:extLst>
          </p:cNvPr>
          <p:cNvSpPr>
            <a:spLocks noGrp="1" noRot="1" noMove="1" noResize="1" noEditPoints="1" noAdjustHandles="1" noChangeArrowheads="1" noChangeShapeType="1"/>
          </p:cNvSpPr>
          <p:nvPr/>
        </p:nvSpPr>
        <p:spPr>
          <a:xfrm>
            <a:off x="-1" y="0"/>
            <a:ext cx="5648215" cy="6858000"/>
          </a:xfrm>
          <a:prstGeom prst="rect">
            <a:avLst/>
          </a:prstGeom>
          <a:solidFill>
            <a:schemeClr val="accent1">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BBF186C-7A45-420E-93D1-3C483E3B71E3}"/>
              </a:ext>
            </a:extLst>
          </p:cNvPr>
          <p:cNvSpPr txBox="1">
            <a:spLocks/>
          </p:cNvSpPr>
          <p:nvPr/>
        </p:nvSpPr>
        <p:spPr>
          <a:xfrm>
            <a:off x="401141" y="767302"/>
            <a:ext cx="4715757"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r>
              <a:rPr lang="en-US" sz="3200">
                <a:solidFill>
                  <a:schemeClr val="tx2">
                    <a:lumMod val="75000"/>
                  </a:schemeClr>
                </a:solidFill>
              </a:rPr>
              <a:t>Our Understanding</a:t>
            </a:r>
            <a:endParaRPr lang="en-US" sz="2000" b="0">
              <a:solidFill>
                <a:schemeClr val="bg1"/>
              </a:solidFill>
              <a:latin typeface="Arial Nova Light" panose="020B0304020202020204" pitchFamily="34" charset="0"/>
            </a:endParaRPr>
          </a:p>
        </p:txBody>
      </p:sp>
      <p:sp>
        <p:nvSpPr>
          <p:cNvPr id="3" name="TextBox 2">
            <a:extLst>
              <a:ext uri="{FF2B5EF4-FFF2-40B4-BE49-F238E27FC236}">
                <a16:creationId xmlns:a16="http://schemas.microsoft.com/office/drawing/2014/main" id="{47FFA397-4B4E-69B6-622B-797A2205D083}"/>
              </a:ext>
            </a:extLst>
          </p:cNvPr>
          <p:cNvSpPr txBox="1"/>
          <p:nvPr/>
        </p:nvSpPr>
        <p:spPr>
          <a:xfrm>
            <a:off x="277791" y="2256856"/>
            <a:ext cx="5219495" cy="3970318"/>
          </a:xfrm>
          <a:prstGeom prst="rect">
            <a:avLst/>
          </a:prstGeom>
          <a:noFill/>
        </p:spPr>
        <p:txBody>
          <a:bodyPr wrap="square">
            <a:spAutoFit/>
          </a:bodyPr>
          <a:lstStyle/>
          <a:p>
            <a:r>
              <a:rPr lang="en-US" err="1">
                <a:solidFill>
                  <a:schemeClr val="tx2">
                    <a:lumMod val="90000"/>
                  </a:schemeClr>
                </a:solidFill>
                <a:latin typeface="Arial Nova" panose="020B0504020202020204" pitchFamily="34" charset="0"/>
              </a:rPr>
              <a:t>Aideo</a:t>
            </a:r>
            <a:r>
              <a:rPr lang="en-US">
                <a:solidFill>
                  <a:schemeClr val="tx2">
                    <a:lumMod val="90000"/>
                  </a:schemeClr>
                </a:solidFill>
                <a:latin typeface="Arial Nova" panose="020B0504020202020204" pitchFamily="34" charset="0"/>
              </a:rPr>
              <a:t> helps providers automate medical coding by </a:t>
            </a:r>
            <a:r>
              <a:rPr lang="en-US" err="1">
                <a:solidFill>
                  <a:schemeClr val="tx2">
                    <a:lumMod val="90000"/>
                  </a:schemeClr>
                </a:solidFill>
                <a:latin typeface="Arial Nova" panose="020B0504020202020204" pitchFamily="34" charset="0"/>
              </a:rPr>
              <a:t>analysing</a:t>
            </a:r>
            <a:r>
              <a:rPr lang="en-US">
                <a:solidFill>
                  <a:schemeClr val="tx2">
                    <a:lumMod val="90000"/>
                  </a:schemeClr>
                </a:solidFill>
                <a:latin typeface="Arial Nova" panose="020B0504020202020204" pitchFamily="34" charset="0"/>
              </a:rPr>
              <a:t> physician notes in EHRs to find relevant evidence for submitting claims with specific codes (e.g., ICD, CPT, MIPS, LONIC)</a:t>
            </a:r>
          </a:p>
          <a:p>
            <a:endParaRPr lang="en-US">
              <a:solidFill>
                <a:schemeClr val="tx2">
                  <a:lumMod val="90000"/>
                </a:schemeClr>
              </a:solidFill>
              <a:latin typeface="Arial Nova" panose="020B0504020202020204" pitchFamily="34" charset="0"/>
            </a:endParaRPr>
          </a:p>
          <a:p>
            <a:r>
              <a:rPr lang="en-US" err="1">
                <a:solidFill>
                  <a:schemeClr val="tx2">
                    <a:lumMod val="90000"/>
                  </a:schemeClr>
                </a:solidFill>
                <a:latin typeface="Arial Nova" panose="020B0504020202020204" pitchFamily="34" charset="0"/>
              </a:rPr>
              <a:t>Aideo</a:t>
            </a:r>
            <a:r>
              <a:rPr lang="en-US">
                <a:solidFill>
                  <a:schemeClr val="tx2">
                    <a:lumMod val="90000"/>
                  </a:schemeClr>
                </a:solidFill>
                <a:latin typeface="Arial Nova" panose="020B0504020202020204" pitchFamily="34" charset="0"/>
              </a:rPr>
              <a:t> gets paid by providers for successful coding of the codes </a:t>
            </a:r>
          </a:p>
          <a:p>
            <a:endParaRPr lang="en-US">
              <a:solidFill>
                <a:schemeClr val="tx2">
                  <a:lumMod val="90000"/>
                </a:schemeClr>
              </a:solidFill>
              <a:latin typeface="Arial Nova" panose="020B0504020202020204" pitchFamily="34" charset="0"/>
            </a:endParaRPr>
          </a:p>
          <a:p>
            <a:r>
              <a:rPr lang="en-US">
                <a:solidFill>
                  <a:schemeClr val="tx2">
                    <a:lumMod val="90000"/>
                  </a:schemeClr>
                </a:solidFill>
                <a:latin typeface="Arial Nova" panose="020B0504020202020204" pitchFamily="34" charset="0"/>
              </a:rPr>
              <a:t>Currently </a:t>
            </a:r>
            <a:r>
              <a:rPr lang="en-US" err="1">
                <a:solidFill>
                  <a:schemeClr val="tx2">
                    <a:lumMod val="90000"/>
                  </a:schemeClr>
                </a:solidFill>
                <a:latin typeface="Arial Nova" panose="020B0504020202020204" pitchFamily="34" charset="0"/>
              </a:rPr>
              <a:t>Aideo</a:t>
            </a:r>
            <a:r>
              <a:rPr lang="en-US">
                <a:solidFill>
                  <a:schemeClr val="tx2">
                    <a:lumMod val="90000"/>
                  </a:schemeClr>
                </a:solidFill>
                <a:latin typeface="Arial Nova" panose="020B0504020202020204" pitchFamily="34" charset="0"/>
              </a:rPr>
              <a:t> products are well recognized and used by multiple clients for specific out-patient services / specialties</a:t>
            </a:r>
          </a:p>
          <a:p>
            <a:endParaRPr lang="en-US">
              <a:solidFill>
                <a:schemeClr val="tx2">
                  <a:lumMod val="90000"/>
                </a:schemeClr>
              </a:solidFill>
              <a:latin typeface="Arial Nova" panose="020B0504020202020204" pitchFamily="34" charset="0"/>
            </a:endParaRPr>
          </a:p>
          <a:p>
            <a:r>
              <a:rPr lang="en-US" err="1">
                <a:solidFill>
                  <a:schemeClr val="tx2">
                    <a:lumMod val="90000"/>
                  </a:schemeClr>
                </a:solidFill>
                <a:latin typeface="Arial Nova" panose="020B0504020202020204" pitchFamily="34" charset="0"/>
              </a:rPr>
              <a:t>Aideo</a:t>
            </a:r>
            <a:r>
              <a:rPr lang="en-US">
                <a:solidFill>
                  <a:schemeClr val="tx2">
                    <a:lumMod val="90000"/>
                  </a:schemeClr>
                </a:solidFill>
                <a:latin typeface="Arial Nova" panose="020B0504020202020204" pitchFamily="34" charset="0"/>
              </a:rPr>
              <a:t> has plans to expand their offerings to other outpatient disciplines and to inpatient services</a:t>
            </a:r>
            <a:endParaRPr lang="en-IN">
              <a:solidFill>
                <a:schemeClr val="bg1"/>
              </a:solidFill>
              <a:latin typeface="Arial Nova" panose="020B0504020202020204" pitchFamily="34" charset="0"/>
            </a:endParaRPr>
          </a:p>
        </p:txBody>
      </p:sp>
      <p:sp>
        <p:nvSpPr>
          <p:cNvPr id="9" name="TextBox 8">
            <a:extLst>
              <a:ext uri="{FF2B5EF4-FFF2-40B4-BE49-F238E27FC236}">
                <a16:creationId xmlns:a16="http://schemas.microsoft.com/office/drawing/2014/main" id="{CBC9E284-D3AA-A898-7D64-AEC879A5496A}"/>
              </a:ext>
            </a:extLst>
          </p:cNvPr>
          <p:cNvSpPr txBox="1"/>
          <p:nvPr/>
        </p:nvSpPr>
        <p:spPr>
          <a:xfrm>
            <a:off x="6159222" y="905532"/>
            <a:ext cx="4616856" cy="584775"/>
          </a:xfrm>
          <a:prstGeom prst="rect">
            <a:avLst/>
          </a:prstGeom>
          <a:noFill/>
        </p:spPr>
        <p:txBody>
          <a:bodyPr wrap="square">
            <a:spAutoFit/>
          </a:bodyPr>
          <a:lstStyle>
            <a:defPPr>
              <a:defRPr lang="en-US"/>
            </a:defPPr>
            <a:lvl1pPr>
              <a:defRPr sz="1400">
                <a:solidFill>
                  <a:schemeClr val="accent1">
                    <a:lumMod val="10000"/>
                  </a:schemeClr>
                </a:solidFill>
                <a:latin typeface="Arial Nova Light" panose="020B0304020202020204" pitchFamily="34" charset="0"/>
              </a:defRPr>
            </a:lvl1pPr>
          </a:lstStyle>
          <a:p>
            <a:r>
              <a:rPr lang="en-US" sz="3200" b="1">
                <a:solidFill>
                  <a:srgbClr val="04116D"/>
                </a:solidFill>
                <a:latin typeface="Bierstadt" panose="020B0004020202020204" pitchFamily="34" charset="0"/>
              </a:rPr>
              <a:t>Immediate Objectives</a:t>
            </a:r>
          </a:p>
        </p:txBody>
      </p:sp>
      <p:cxnSp>
        <p:nvCxnSpPr>
          <p:cNvPr id="102" name="Straight Connector 101">
            <a:extLst>
              <a:ext uri="{FF2B5EF4-FFF2-40B4-BE49-F238E27FC236}">
                <a16:creationId xmlns:a16="http://schemas.microsoft.com/office/drawing/2014/main" id="{6DDCDAA0-132F-ACA9-FD05-4AFD46973CF7}"/>
              </a:ext>
            </a:extLst>
          </p:cNvPr>
          <p:cNvCxnSpPr/>
          <p:nvPr/>
        </p:nvCxnSpPr>
        <p:spPr>
          <a:xfrm>
            <a:off x="381350" y="1962848"/>
            <a:ext cx="4860364" cy="0"/>
          </a:xfrm>
          <a:prstGeom prst="line">
            <a:avLst/>
          </a:prstGeom>
          <a:ln>
            <a:solidFill>
              <a:srgbClr val="96969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8218E27-66C4-6F43-94EB-D96B5F33941E}"/>
              </a:ext>
            </a:extLst>
          </p:cNvPr>
          <p:cNvSpPr txBox="1"/>
          <p:nvPr/>
        </p:nvSpPr>
        <p:spPr>
          <a:xfrm>
            <a:off x="5926007" y="2256856"/>
            <a:ext cx="5083287" cy="2585323"/>
          </a:xfrm>
          <a:prstGeom prst="rect">
            <a:avLst/>
          </a:prstGeom>
          <a:noFill/>
        </p:spPr>
        <p:txBody>
          <a:bodyPr wrap="square">
            <a:spAutoFit/>
          </a:bodyPr>
          <a:lstStyle>
            <a:defPPr>
              <a:defRPr lang="en-US"/>
            </a:defPPr>
            <a:lvl1pPr>
              <a:defRPr sz="1400">
                <a:solidFill>
                  <a:schemeClr val="accent1">
                    <a:lumMod val="10000"/>
                  </a:schemeClr>
                </a:solidFill>
                <a:latin typeface="Arial Nova Light" panose="020B0304020202020204" pitchFamily="34" charset="0"/>
              </a:defRPr>
            </a:lvl1pPr>
          </a:lstStyle>
          <a:p>
            <a:pPr marL="285750" indent="-285750">
              <a:buFont typeface="Wingdings" panose="05000000000000000000" pitchFamily="2" charset="2"/>
              <a:buChar char="ü"/>
            </a:pPr>
            <a:r>
              <a:rPr lang="en-US" sz="1800">
                <a:solidFill>
                  <a:srgbClr val="04116D"/>
                </a:solidFill>
                <a:latin typeface="Arial Nova" panose="020B0504020202020204" pitchFamily="34" charset="0"/>
              </a:rPr>
              <a:t>Help </a:t>
            </a:r>
            <a:r>
              <a:rPr lang="en-US" sz="1800" err="1">
                <a:solidFill>
                  <a:srgbClr val="04116D"/>
                </a:solidFill>
                <a:latin typeface="Arial Nova" panose="020B0504020202020204" pitchFamily="34" charset="0"/>
              </a:rPr>
              <a:t>Aideo</a:t>
            </a:r>
            <a:r>
              <a:rPr lang="en-US" sz="1800">
                <a:solidFill>
                  <a:srgbClr val="04116D"/>
                </a:solidFill>
                <a:latin typeface="Arial Nova" panose="020B0504020202020204" pitchFamily="34" charset="0"/>
              </a:rPr>
              <a:t> expand their product offerings to inpatient services </a:t>
            </a:r>
          </a:p>
          <a:p>
            <a:pPr marL="285750" indent="-285750">
              <a:buFont typeface="Wingdings" panose="05000000000000000000" pitchFamily="2" charset="2"/>
              <a:buChar char="ü"/>
            </a:pPr>
            <a:endParaRPr lang="en-US" sz="1800">
              <a:solidFill>
                <a:srgbClr val="04116D"/>
              </a:solidFill>
              <a:latin typeface="Arial Nova" panose="020B0504020202020204" pitchFamily="34" charset="0"/>
            </a:endParaRPr>
          </a:p>
          <a:p>
            <a:pPr marL="285750" indent="-285750">
              <a:buFont typeface="Wingdings" panose="05000000000000000000" pitchFamily="2" charset="2"/>
              <a:buChar char="ü"/>
            </a:pPr>
            <a:r>
              <a:rPr lang="en-US" sz="1800">
                <a:solidFill>
                  <a:srgbClr val="04116D"/>
                </a:solidFill>
                <a:latin typeface="Arial Nova" panose="020B0504020202020204" pitchFamily="34" charset="0"/>
              </a:rPr>
              <a:t>Help </a:t>
            </a:r>
            <a:r>
              <a:rPr lang="en-US" sz="1800" err="1">
                <a:solidFill>
                  <a:srgbClr val="04116D"/>
                </a:solidFill>
                <a:latin typeface="Arial Nova" panose="020B0504020202020204" pitchFamily="34" charset="0"/>
              </a:rPr>
              <a:t>Aideo</a:t>
            </a:r>
            <a:r>
              <a:rPr lang="en-US" sz="1800">
                <a:solidFill>
                  <a:srgbClr val="04116D"/>
                </a:solidFill>
                <a:latin typeface="Arial Nova" panose="020B0504020202020204" pitchFamily="34" charset="0"/>
              </a:rPr>
              <a:t> improve the coding accuracy for outpatient services such as Radiology</a:t>
            </a:r>
          </a:p>
          <a:p>
            <a:pPr marL="285750" indent="-285750">
              <a:buFont typeface="Wingdings" panose="05000000000000000000" pitchFamily="2" charset="2"/>
              <a:buChar char="ü"/>
            </a:pPr>
            <a:endParaRPr lang="en-US" sz="1800">
              <a:solidFill>
                <a:srgbClr val="04116D"/>
              </a:solidFill>
              <a:latin typeface="Arial Nova" panose="020B0504020202020204" pitchFamily="34" charset="0"/>
            </a:endParaRPr>
          </a:p>
          <a:p>
            <a:pPr marL="285750" indent="-285750">
              <a:buFont typeface="Wingdings" panose="05000000000000000000" pitchFamily="2" charset="2"/>
              <a:buChar char="ü"/>
            </a:pPr>
            <a:r>
              <a:rPr lang="en-US" sz="1800">
                <a:solidFill>
                  <a:srgbClr val="04116D"/>
                </a:solidFill>
                <a:latin typeface="Arial Nova" panose="020B0504020202020204" pitchFamily="34" charset="0"/>
              </a:rPr>
              <a:t>Help </a:t>
            </a:r>
            <a:r>
              <a:rPr lang="en-US" sz="1800" err="1">
                <a:solidFill>
                  <a:srgbClr val="04116D"/>
                </a:solidFill>
                <a:latin typeface="Arial Nova" panose="020B0504020202020204" pitchFamily="34" charset="0"/>
              </a:rPr>
              <a:t>Aideo</a:t>
            </a:r>
            <a:r>
              <a:rPr lang="en-US" sz="1800">
                <a:solidFill>
                  <a:srgbClr val="04116D"/>
                </a:solidFill>
                <a:latin typeface="Arial Nova" panose="020B0504020202020204" pitchFamily="34" charset="0"/>
              </a:rPr>
              <a:t> in architecting the solution / product into a robust and scalable solution and offering to </a:t>
            </a:r>
            <a:r>
              <a:rPr lang="en-US" sz="1800" err="1">
                <a:solidFill>
                  <a:srgbClr val="04116D"/>
                </a:solidFill>
                <a:latin typeface="Arial Nova" panose="020B0504020202020204" pitchFamily="34" charset="0"/>
              </a:rPr>
              <a:t>Aideo’s</a:t>
            </a:r>
            <a:r>
              <a:rPr lang="en-US" sz="1800">
                <a:solidFill>
                  <a:srgbClr val="04116D"/>
                </a:solidFill>
                <a:latin typeface="Arial Nova" panose="020B0504020202020204" pitchFamily="34" charset="0"/>
              </a:rPr>
              <a:t> clients </a:t>
            </a:r>
          </a:p>
        </p:txBody>
      </p:sp>
      <p:cxnSp>
        <p:nvCxnSpPr>
          <p:cNvPr id="6" name="Straight Connector 5">
            <a:extLst>
              <a:ext uri="{FF2B5EF4-FFF2-40B4-BE49-F238E27FC236}">
                <a16:creationId xmlns:a16="http://schemas.microsoft.com/office/drawing/2014/main" id="{72DF1B33-3A34-01FB-23C2-E34CE83C9BAD}"/>
              </a:ext>
            </a:extLst>
          </p:cNvPr>
          <p:cNvCxnSpPr/>
          <p:nvPr/>
        </p:nvCxnSpPr>
        <p:spPr>
          <a:xfrm>
            <a:off x="6300280" y="1962848"/>
            <a:ext cx="4860364" cy="0"/>
          </a:xfrm>
          <a:prstGeom prst="line">
            <a:avLst/>
          </a:prstGeom>
          <a:ln>
            <a:solidFill>
              <a:srgbClr val="96969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443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33FA0EF-A879-7D51-36FC-68605034F47F}"/>
              </a:ext>
            </a:extLst>
          </p:cNvPr>
          <p:cNvSpPr/>
          <p:nvPr/>
        </p:nvSpPr>
        <p:spPr>
          <a:xfrm>
            <a:off x="8876948" y="0"/>
            <a:ext cx="3315052" cy="6858000"/>
          </a:xfrm>
          <a:prstGeom prst="rect">
            <a:avLst/>
          </a:prstGeom>
          <a:solidFill>
            <a:srgbClr val="0207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F00A6EB-1E0B-1118-1531-2173BF1CF930}"/>
              </a:ext>
            </a:extLst>
          </p:cNvPr>
          <p:cNvSpPr txBox="1">
            <a:spLocks/>
          </p:cNvSpPr>
          <p:nvPr/>
        </p:nvSpPr>
        <p:spPr>
          <a:xfrm>
            <a:off x="956557" y="270909"/>
            <a:ext cx="8152719"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r>
              <a:rPr lang="en-US"/>
              <a:t>With knowledge of healthcare codes, AI and product development together in one pod, we can help accelerate </a:t>
            </a:r>
            <a:r>
              <a:rPr lang="en-US" err="1"/>
              <a:t>Aideo’s</a:t>
            </a:r>
            <a:r>
              <a:rPr lang="en-US"/>
              <a:t> journey</a:t>
            </a:r>
          </a:p>
        </p:txBody>
      </p:sp>
      <p:sp>
        <p:nvSpPr>
          <p:cNvPr id="8" name="TextBox 7">
            <a:extLst>
              <a:ext uri="{FF2B5EF4-FFF2-40B4-BE49-F238E27FC236}">
                <a16:creationId xmlns:a16="http://schemas.microsoft.com/office/drawing/2014/main" id="{D7489843-62FA-9B95-04E7-E603DCA234EB}"/>
              </a:ext>
            </a:extLst>
          </p:cNvPr>
          <p:cNvSpPr txBox="1"/>
          <p:nvPr/>
        </p:nvSpPr>
        <p:spPr>
          <a:xfrm>
            <a:off x="8928103" y="678275"/>
            <a:ext cx="3165124" cy="5691302"/>
          </a:xfrm>
          <a:prstGeom prst="rect">
            <a:avLst/>
          </a:prstGeom>
          <a:noFill/>
        </p:spPr>
        <p:txBody>
          <a:bodyPr wrap="square" lIns="91440" tIns="45720" rIns="91440" bIns="45720" anchor="t">
            <a:spAutoFit/>
          </a:bodyPr>
          <a:lstStyle/>
          <a:p>
            <a:pPr algn="l">
              <a:spcAft>
                <a:spcPts val="1500"/>
              </a:spcAft>
            </a:pPr>
            <a:r>
              <a:rPr lang="en-US" sz="2800" b="1" i="0">
                <a:solidFill>
                  <a:schemeClr val="tx2">
                    <a:lumMod val="75000"/>
                  </a:schemeClr>
                </a:solidFill>
                <a:effectLst/>
                <a:latin typeface="Bierstadt"/>
              </a:rPr>
              <a:t>Expected Pod Outcomes</a:t>
            </a:r>
            <a:endParaRPr lang="en-US" sz="3200" b="1">
              <a:solidFill>
                <a:schemeClr val="tx2">
                  <a:lumMod val="75000"/>
                </a:schemeClr>
              </a:solidFill>
              <a:latin typeface="Bierstadt"/>
            </a:endParaRPr>
          </a:p>
          <a:p>
            <a:pPr>
              <a:spcAft>
                <a:spcPts val="1000"/>
              </a:spcAft>
            </a:pPr>
            <a:endParaRPr lang="en-US" b="0" i="0">
              <a:solidFill>
                <a:schemeClr val="bg1"/>
              </a:solidFill>
              <a:effectLst/>
              <a:latin typeface="Arial Nova Light"/>
            </a:endParaRPr>
          </a:p>
          <a:p>
            <a:pPr marL="285750" indent="-285750">
              <a:spcBef>
                <a:spcPts val="600"/>
              </a:spcBef>
              <a:spcAft>
                <a:spcPts val="1000"/>
              </a:spcAft>
              <a:buFont typeface="Wingdings" panose="05000000000000000000" pitchFamily="2" charset="2"/>
              <a:buChar char="ü"/>
            </a:pPr>
            <a:r>
              <a:rPr lang="en-US" sz="1600">
                <a:solidFill>
                  <a:schemeClr val="bg1"/>
                </a:solidFill>
                <a:latin typeface="Arial Nova Light"/>
              </a:rPr>
              <a:t>Faster time to market for Inpatient auto coding capability</a:t>
            </a:r>
          </a:p>
          <a:p>
            <a:pPr marL="285750" indent="-285750">
              <a:spcBef>
                <a:spcPts val="600"/>
              </a:spcBef>
              <a:spcAft>
                <a:spcPts val="1000"/>
              </a:spcAft>
              <a:buFont typeface="Wingdings" panose="05000000000000000000" pitchFamily="2" charset="2"/>
              <a:buChar char="ü"/>
            </a:pPr>
            <a:r>
              <a:rPr lang="en-US" sz="1600">
                <a:solidFill>
                  <a:schemeClr val="bg1"/>
                </a:solidFill>
                <a:latin typeface="Arial Nova Light"/>
              </a:rPr>
              <a:t>Enhance radiology auto coding capability</a:t>
            </a:r>
          </a:p>
          <a:p>
            <a:pPr marL="285750" indent="-285750">
              <a:spcBef>
                <a:spcPts val="600"/>
              </a:spcBef>
              <a:spcAft>
                <a:spcPts val="1000"/>
              </a:spcAft>
              <a:buFont typeface="Wingdings" panose="05000000000000000000" pitchFamily="2" charset="2"/>
              <a:buChar char="ü"/>
            </a:pPr>
            <a:r>
              <a:rPr lang="en-US" sz="1600">
                <a:solidFill>
                  <a:schemeClr val="bg1"/>
                </a:solidFill>
                <a:latin typeface="Arial Nova Light"/>
              </a:rPr>
              <a:t>Continuous business involvement to ensure higher value, adoption and compliance</a:t>
            </a:r>
          </a:p>
          <a:p>
            <a:pPr marL="285750" indent="-285750">
              <a:spcBef>
                <a:spcPts val="600"/>
              </a:spcBef>
              <a:spcAft>
                <a:spcPts val="1000"/>
              </a:spcAft>
              <a:buFont typeface="Wingdings" panose="05000000000000000000" pitchFamily="2" charset="2"/>
              <a:buChar char="ü"/>
            </a:pPr>
            <a:r>
              <a:rPr lang="en-US" sz="1600">
                <a:solidFill>
                  <a:schemeClr val="bg1"/>
                </a:solidFill>
                <a:latin typeface="Arial Nova Light"/>
              </a:rPr>
              <a:t>Development of scalable and flexible products through use of architectural best practices and enabling features incrementally</a:t>
            </a:r>
          </a:p>
        </p:txBody>
      </p:sp>
      <p:cxnSp>
        <p:nvCxnSpPr>
          <p:cNvPr id="17" name="Straight Connector 16">
            <a:extLst>
              <a:ext uri="{FF2B5EF4-FFF2-40B4-BE49-F238E27FC236}">
                <a16:creationId xmlns:a16="http://schemas.microsoft.com/office/drawing/2014/main" id="{639394A8-AF20-12FD-41CB-BD04EC61F789}"/>
              </a:ext>
            </a:extLst>
          </p:cNvPr>
          <p:cNvCxnSpPr>
            <a:cxnSpLocks/>
          </p:cNvCxnSpPr>
          <p:nvPr/>
        </p:nvCxnSpPr>
        <p:spPr>
          <a:xfrm>
            <a:off x="9109276" y="1857337"/>
            <a:ext cx="2620434" cy="0"/>
          </a:xfrm>
          <a:prstGeom prst="line">
            <a:avLst/>
          </a:prstGeom>
          <a:ln>
            <a:solidFill>
              <a:srgbClr val="969696"/>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6C4FFA-29E0-69D1-96D0-6B2A8B0409C8}"/>
              </a:ext>
            </a:extLst>
          </p:cNvPr>
          <p:cNvSpPr txBox="1"/>
          <p:nvPr/>
        </p:nvSpPr>
        <p:spPr>
          <a:xfrm>
            <a:off x="2443610" y="2086546"/>
            <a:ext cx="4153134" cy="954107"/>
          </a:xfrm>
          <a:prstGeom prst="rect">
            <a:avLst/>
          </a:prstGeom>
          <a:noFill/>
        </p:spPr>
        <p:txBody>
          <a:bodyPr wrap="square" lIns="91440" tIns="45720" rIns="91440" bIns="45720" numCol="1" rtlCol="0" anchor="t">
            <a:spAutoFit/>
          </a:bodyPr>
          <a:lstStyle/>
          <a:p>
            <a:pPr marL="285750" indent="-285750">
              <a:buFont typeface="Arial" panose="020B0604020202020204" pitchFamily="34" charset="0"/>
              <a:buChar char="•"/>
            </a:pPr>
            <a:r>
              <a:rPr lang="en-US" sz="1400">
                <a:solidFill>
                  <a:schemeClr val="accent1">
                    <a:lumMod val="10000"/>
                  </a:schemeClr>
                </a:solidFill>
                <a:latin typeface="Arial Nova Light"/>
              </a:rPr>
              <a:t>Product Lead</a:t>
            </a:r>
          </a:p>
          <a:p>
            <a:pPr marL="285750" indent="-285750">
              <a:buFont typeface="Arial" panose="020B0604020202020204" pitchFamily="34" charset="0"/>
              <a:buChar char="•"/>
            </a:pPr>
            <a:r>
              <a:rPr lang="en-US" sz="1400">
                <a:solidFill>
                  <a:schemeClr val="accent1">
                    <a:lumMod val="10000"/>
                  </a:schemeClr>
                </a:solidFill>
                <a:latin typeface="Arial Nova Light"/>
              </a:rPr>
              <a:t>Healthcare Claims &amp; Codes Expert (e.g., ICD, CPT, HCPCS, Revenue codes, Modifiers)</a:t>
            </a:r>
          </a:p>
          <a:p>
            <a:pPr marL="285750" indent="-285750">
              <a:buFont typeface="Arial" panose="020B0604020202020204" pitchFamily="34" charset="0"/>
              <a:buChar char="•"/>
            </a:pPr>
            <a:r>
              <a:rPr lang="en-US" sz="1400">
                <a:solidFill>
                  <a:schemeClr val="accent1">
                    <a:lumMod val="10000"/>
                  </a:schemeClr>
                </a:solidFill>
                <a:latin typeface="Arial Nova Light"/>
              </a:rPr>
              <a:t>Business Analysts</a:t>
            </a:r>
          </a:p>
        </p:txBody>
      </p:sp>
      <p:sp>
        <p:nvSpPr>
          <p:cNvPr id="22" name="TextBox 21">
            <a:extLst>
              <a:ext uri="{FF2B5EF4-FFF2-40B4-BE49-F238E27FC236}">
                <a16:creationId xmlns:a16="http://schemas.microsoft.com/office/drawing/2014/main" id="{A7D4B87C-D2D1-122C-A4DC-EB6702FC3639}"/>
              </a:ext>
            </a:extLst>
          </p:cNvPr>
          <p:cNvSpPr txBox="1"/>
          <p:nvPr/>
        </p:nvSpPr>
        <p:spPr>
          <a:xfrm>
            <a:off x="2441759" y="1761637"/>
            <a:ext cx="3654241" cy="430887"/>
          </a:xfrm>
          <a:prstGeom prst="rect">
            <a:avLst/>
          </a:prstGeom>
          <a:noFill/>
        </p:spPr>
        <p:txBody>
          <a:bodyPr wrap="square" lIns="91440" tIns="45720" rIns="91440" bIns="45720" anchor="t">
            <a:spAutoFit/>
          </a:bodyPr>
          <a:lstStyle/>
          <a:p>
            <a:r>
              <a:rPr lang="en-IN" sz="2200" b="1">
                <a:solidFill>
                  <a:schemeClr val="bg2"/>
                </a:solidFill>
                <a:latin typeface="Bierstadt"/>
              </a:rPr>
              <a:t>Healthcare Experience</a:t>
            </a:r>
            <a:endParaRPr lang="en-IN" sz="2200">
              <a:solidFill>
                <a:schemeClr val="bg2"/>
              </a:solidFill>
              <a:latin typeface="Bierstadt"/>
            </a:endParaRPr>
          </a:p>
        </p:txBody>
      </p:sp>
      <p:sp>
        <p:nvSpPr>
          <p:cNvPr id="23" name="TextBox 22">
            <a:extLst>
              <a:ext uri="{FF2B5EF4-FFF2-40B4-BE49-F238E27FC236}">
                <a16:creationId xmlns:a16="http://schemas.microsoft.com/office/drawing/2014/main" id="{C35B725A-CA8F-7154-5FF3-1FDB941A55F6}"/>
              </a:ext>
            </a:extLst>
          </p:cNvPr>
          <p:cNvSpPr txBox="1"/>
          <p:nvPr/>
        </p:nvSpPr>
        <p:spPr>
          <a:xfrm>
            <a:off x="5843950" y="4109729"/>
            <a:ext cx="2662414" cy="769441"/>
          </a:xfrm>
          <a:prstGeom prst="rect">
            <a:avLst/>
          </a:prstGeom>
          <a:noFill/>
        </p:spPr>
        <p:txBody>
          <a:bodyPr wrap="square" lIns="91440" tIns="45720" rIns="91440" bIns="45720" anchor="t">
            <a:spAutoFit/>
          </a:bodyPr>
          <a:lstStyle/>
          <a:p>
            <a:r>
              <a:rPr lang="en-IN" sz="2200" b="1">
                <a:solidFill>
                  <a:schemeClr val="tx2">
                    <a:lumMod val="25000"/>
                  </a:schemeClr>
                </a:solidFill>
                <a:latin typeface="Bierstadt"/>
              </a:rPr>
              <a:t>Product / Platform Engineering</a:t>
            </a:r>
          </a:p>
        </p:txBody>
      </p:sp>
      <p:sp>
        <p:nvSpPr>
          <p:cNvPr id="24" name="TextBox 23">
            <a:extLst>
              <a:ext uri="{FF2B5EF4-FFF2-40B4-BE49-F238E27FC236}">
                <a16:creationId xmlns:a16="http://schemas.microsoft.com/office/drawing/2014/main" id="{E9048A55-5987-4EC8-3BF1-3AC944367760}"/>
              </a:ext>
            </a:extLst>
          </p:cNvPr>
          <p:cNvSpPr txBox="1"/>
          <p:nvPr/>
        </p:nvSpPr>
        <p:spPr>
          <a:xfrm>
            <a:off x="5798255" y="4820289"/>
            <a:ext cx="2603585" cy="954107"/>
          </a:xfrm>
          <a:prstGeom prst="rect">
            <a:avLst/>
          </a:prstGeom>
          <a:noFill/>
        </p:spPr>
        <p:txBody>
          <a:bodyPr wrap="square" rtlCol="0">
            <a:spAutoFit/>
          </a:bodyPr>
          <a:lstStyle/>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Platform / Product Architects</a:t>
            </a:r>
          </a:p>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Data Architects</a:t>
            </a:r>
          </a:p>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AI / ML Ops Engineers</a:t>
            </a:r>
          </a:p>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Data Engineers</a:t>
            </a:r>
          </a:p>
        </p:txBody>
      </p:sp>
      <p:sp>
        <p:nvSpPr>
          <p:cNvPr id="25" name="TextBox 24">
            <a:extLst>
              <a:ext uri="{FF2B5EF4-FFF2-40B4-BE49-F238E27FC236}">
                <a16:creationId xmlns:a16="http://schemas.microsoft.com/office/drawing/2014/main" id="{F1AB4188-D47A-30D8-2016-693E33323ECB}"/>
              </a:ext>
            </a:extLst>
          </p:cNvPr>
          <p:cNvSpPr txBox="1"/>
          <p:nvPr/>
        </p:nvSpPr>
        <p:spPr>
          <a:xfrm>
            <a:off x="254232" y="4310888"/>
            <a:ext cx="2399985" cy="430887"/>
          </a:xfrm>
          <a:prstGeom prst="rect">
            <a:avLst/>
          </a:prstGeom>
          <a:noFill/>
        </p:spPr>
        <p:txBody>
          <a:bodyPr wrap="square">
            <a:spAutoFit/>
          </a:bodyPr>
          <a:lstStyle/>
          <a:p>
            <a:r>
              <a:rPr lang="en-IN" sz="2200" b="1">
                <a:solidFill>
                  <a:schemeClr val="accent1">
                    <a:lumMod val="25000"/>
                  </a:schemeClr>
                </a:solidFill>
                <a:latin typeface="Bierstadt" panose="020B0004020202020204" pitchFamily="34" charset="0"/>
              </a:rPr>
              <a:t>AI / ML Expertise</a:t>
            </a:r>
          </a:p>
        </p:txBody>
      </p:sp>
      <p:sp>
        <p:nvSpPr>
          <p:cNvPr id="26" name="TextBox 25">
            <a:extLst>
              <a:ext uri="{FF2B5EF4-FFF2-40B4-BE49-F238E27FC236}">
                <a16:creationId xmlns:a16="http://schemas.microsoft.com/office/drawing/2014/main" id="{A1A4C4E9-E83D-EA7B-A88D-F0C0F3B88EAC}"/>
              </a:ext>
            </a:extLst>
          </p:cNvPr>
          <p:cNvSpPr txBox="1"/>
          <p:nvPr/>
        </p:nvSpPr>
        <p:spPr>
          <a:xfrm>
            <a:off x="98773" y="4710476"/>
            <a:ext cx="2548474" cy="1169551"/>
          </a:xfrm>
          <a:prstGeom prst="rect">
            <a:avLst/>
          </a:prstGeom>
          <a:noFill/>
        </p:spPr>
        <p:txBody>
          <a:bodyPr wrap="square" rtlCol="0">
            <a:spAutoFit/>
          </a:bodyPr>
          <a:lstStyle/>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Data Scientists</a:t>
            </a:r>
          </a:p>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AI / ML Practitioners</a:t>
            </a:r>
          </a:p>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Gen AI Engineers</a:t>
            </a:r>
          </a:p>
          <a:p>
            <a:pPr marL="182563" indent="-182563">
              <a:buFont typeface="Arial" panose="020B0604020202020204" pitchFamily="34" charset="0"/>
              <a:buChar char="•"/>
            </a:pPr>
            <a:r>
              <a:rPr lang="en-IN" sz="1400">
                <a:solidFill>
                  <a:schemeClr val="accent1">
                    <a:lumMod val="10000"/>
                  </a:schemeClr>
                </a:solidFill>
                <a:latin typeface="Arial Nova Light" panose="020B0304020202020204" pitchFamily="34" charset="0"/>
              </a:rPr>
              <a:t>AI Governance Specialists</a:t>
            </a:r>
          </a:p>
          <a:p>
            <a:pPr marL="182563" indent="-182563">
              <a:buFont typeface="Arial" panose="020B0604020202020204" pitchFamily="34" charset="0"/>
              <a:buChar char="•"/>
            </a:pPr>
            <a:endParaRPr lang="en-IN" sz="1400">
              <a:solidFill>
                <a:schemeClr val="accent1">
                  <a:lumMod val="10000"/>
                </a:schemeClr>
              </a:solidFill>
              <a:latin typeface="Arial Nova Light" panose="020B0304020202020204" pitchFamily="34" charset="0"/>
            </a:endParaRPr>
          </a:p>
        </p:txBody>
      </p:sp>
      <p:grpSp>
        <p:nvGrpSpPr>
          <p:cNvPr id="42" name="Group 41">
            <a:extLst>
              <a:ext uri="{FF2B5EF4-FFF2-40B4-BE49-F238E27FC236}">
                <a16:creationId xmlns:a16="http://schemas.microsoft.com/office/drawing/2014/main" id="{A7D74D5A-7E4A-303C-466F-8F4418B03643}"/>
              </a:ext>
            </a:extLst>
          </p:cNvPr>
          <p:cNvGrpSpPr/>
          <p:nvPr/>
        </p:nvGrpSpPr>
        <p:grpSpPr>
          <a:xfrm>
            <a:off x="2643272" y="2993174"/>
            <a:ext cx="3144410" cy="3025420"/>
            <a:chOff x="2488530" y="2784829"/>
            <a:chExt cx="3299152" cy="3174306"/>
          </a:xfrm>
        </p:grpSpPr>
        <p:sp>
          <p:nvSpPr>
            <p:cNvPr id="3" name="Oval 2">
              <a:extLst>
                <a:ext uri="{FF2B5EF4-FFF2-40B4-BE49-F238E27FC236}">
                  <a16:creationId xmlns:a16="http://schemas.microsoft.com/office/drawing/2014/main" id="{60B14C01-1BAB-3B0E-4861-B8B0ECA5D46B}"/>
                </a:ext>
              </a:extLst>
            </p:cNvPr>
            <p:cNvSpPr/>
            <p:nvPr/>
          </p:nvSpPr>
          <p:spPr>
            <a:xfrm>
              <a:off x="3088403" y="2784829"/>
              <a:ext cx="2078839" cy="2078839"/>
            </a:xfrm>
            <a:prstGeom prst="ellipse">
              <a:avLst/>
            </a:prstGeom>
            <a:solidFill>
              <a:schemeClr val="bg2">
                <a:lumMod val="20000"/>
                <a:lumOff val="80000"/>
                <a:alpha val="50196"/>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38A38A20-CD67-C9F9-A8E0-31422EB38647}"/>
                </a:ext>
              </a:extLst>
            </p:cNvPr>
            <p:cNvSpPr/>
            <p:nvPr/>
          </p:nvSpPr>
          <p:spPr>
            <a:xfrm>
              <a:off x="2488530" y="3880296"/>
              <a:ext cx="2078839" cy="2078839"/>
            </a:xfrm>
            <a:prstGeom prst="ellipse">
              <a:avLst/>
            </a:prstGeom>
            <a:solidFill>
              <a:srgbClr val="C5CCFC">
                <a:alpha val="25098"/>
              </a:srgb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CF7F8E35-F091-B469-5456-26998AB044FB}"/>
                </a:ext>
              </a:extLst>
            </p:cNvPr>
            <p:cNvSpPr/>
            <p:nvPr/>
          </p:nvSpPr>
          <p:spPr>
            <a:xfrm>
              <a:off x="3688276" y="3880296"/>
              <a:ext cx="2078839" cy="2078839"/>
            </a:xfrm>
            <a:prstGeom prst="ellipse">
              <a:avLst/>
            </a:prstGeom>
            <a:solidFill>
              <a:srgbClr val="CBFFFF">
                <a:alpha val="34902"/>
              </a:srgb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8" name="Group 27">
              <a:extLst>
                <a:ext uri="{FF2B5EF4-FFF2-40B4-BE49-F238E27FC236}">
                  <a16:creationId xmlns:a16="http://schemas.microsoft.com/office/drawing/2014/main" id="{9EBDFF8C-4789-9881-FD17-9AE12120BF86}"/>
                </a:ext>
              </a:extLst>
            </p:cNvPr>
            <p:cNvGrpSpPr/>
            <p:nvPr/>
          </p:nvGrpSpPr>
          <p:grpSpPr>
            <a:xfrm>
              <a:off x="3476635" y="3824248"/>
              <a:ext cx="1266411" cy="1266411"/>
              <a:chOff x="3341032" y="3619665"/>
              <a:chExt cx="1266411" cy="1266411"/>
            </a:xfrm>
          </p:grpSpPr>
          <p:sp>
            <p:nvSpPr>
              <p:cNvPr id="27" name="Oval 26">
                <a:extLst>
                  <a:ext uri="{FF2B5EF4-FFF2-40B4-BE49-F238E27FC236}">
                    <a16:creationId xmlns:a16="http://schemas.microsoft.com/office/drawing/2014/main" id="{6FE5B9AC-D36C-1F87-1E2C-EDCB96E268DC}"/>
                  </a:ext>
                </a:extLst>
              </p:cNvPr>
              <p:cNvSpPr/>
              <p:nvPr/>
            </p:nvSpPr>
            <p:spPr>
              <a:xfrm>
                <a:off x="3341032" y="3619665"/>
                <a:ext cx="1266411" cy="1266411"/>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5AA07118-991B-F896-AFE2-ACC2B6326E82}"/>
                  </a:ext>
                </a:extLst>
              </p:cNvPr>
              <p:cNvSpPr txBox="1"/>
              <p:nvPr/>
            </p:nvSpPr>
            <p:spPr>
              <a:xfrm>
                <a:off x="3398725" y="4146562"/>
                <a:ext cx="1134426" cy="678138"/>
              </a:xfrm>
              <a:prstGeom prst="rect">
                <a:avLst/>
              </a:prstGeom>
              <a:noFill/>
            </p:spPr>
            <p:txBody>
              <a:bodyPr wrap="square">
                <a:spAutoFit/>
              </a:bodyPr>
              <a:lstStyle/>
              <a:p>
                <a:pPr algn="ctr"/>
                <a:r>
                  <a:rPr lang="en-IN" b="1">
                    <a:solidFill>
                      <a:schemeClr val="bg1">
                        <a:lumMod val="10000"/>
                      </a:schemeClr>
                    </a:solidFill>
                    <a:latin typeface="Bierstadt" panose="020B0004020202020204" pitchFamily="34" charset="0"/>
                  </a:rPr>
                  <a:t>Agile Pod</a:t>
                </a:r>
              </a:p>
            </p:txBody>
          </p:sp>
        </p:grpSp>
        <p:pic>
          <p:nvPicPr>
            <p:cNvPr id="30" name="Graphic 29" descr="Artificial Intelligence outline">
              <a:extLst>
                <a:ext uri="{FF2B5EF4-FFF2-40B4-BE49-F238E27FC236}">
                  <a16:creationId xmlns:a16="http://schemas.microsoft.com/office/drawing/2014/main" id="{992B7119-9509-C355-E214-39C39624AE8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96396" y="2955899"/>
              <a:ext cx="457200" cy="457200"/>
            </a:xfrm>
            <a:prstGeom prst="rect">
              <a:avLst/>
            </a:prstGeom>
          </p:spPr>
        </p:pic>
        <p:pic>
          <p:nvPicPr>
            <p:cNvPr id="32" name="Graphic 31" descr="Blockchain outline">
              <a:extLst>
                <a:ext uri="{FF2B5EF4-FFF2-40B4-BE49-F238E27FC236}">
                  <a16:creationId xmlns:a16="http://schemas.microsoft.com/office/drawing/2014/main" id="{9F60F353-7CAE-013C-64B1-ABFAE557259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880395" y="4600105"/>
              <a:ext cx="506528" cy="506528"/>
            </a:xfrm>
            <a:prstGeom prst="rect">
              <a:avLst/>
            </a:prstGeom>
          </p:spPr>
        </p:pic>
        <p:pic>
          <p:nvPicPr>
            <p:cNvPr id="34" name="Graphic 33" descr="Network outline">
              <a:extLst>
                <a:ext uri="{FF2B5EF4-FFF2-40B4-BE49-F238E27FC236}">
                  <a16:creationId xmlns:a16="http://schemas.microsoft.com/office/drawing/2014/main" id="{A2423004-6FCD-DA2F-9B81-AF57DB39F62E}"/>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889723" y="4016072"/>
              <a:ext cx="450000" cy="450000"/>
            </a:xfrm>
            <a:prstGeom prst="rect">
              <a:avLst/>
            </a:prstGeom>
          </p:spPr>
        </p:pic>
        <p:pic>
          <p:nvPicPr>
            <p:cNvPr id="38" name="Graphic 37" descr="Gears outline">
              <a:extLst>
                <a:ext uri="{FF2B5EF4-FFF2-40B4-BE49-F238E27FC236}">
                  <a16:creationId xmlns:a16="http://schemas.microsoft.com/office/drawing/2014/main" id="{AA6BBBA2-A25F-C8A8-3E53-3874933EFCBD}"/>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924210" y="4640698"/>
              <a:ext cx="483422" cy="483422"/>
            </a:xfrm>
            <a:prstGeom prst="rect">
              <a:avLst/>
            </a:prstGeom>
          </p:spPr>
        </p:pic>
        <p:sp>
          <p:nvSpPr>
            <p:cNvPr id="39" name="TextBox 38">
              <a:extLst>
                <a:ext uri="{FF2B5EF4-FFF2-40B4-BE49-F238E27FC236}">
                  <a16:creationId xmlns:a16="http://schemas.microsoft.com/office/drawing/2014/main" id="{CDE1C46A-1BDF-1DA7-53A0-0BD43F024239}"/>
                </a:ext>
              </a:extLst>
            </p:cNvPr>
            <p:cNvSpPr txBox="1"/>
            <p:nvPr/>
          </p:nvSpPr>
          <p:spPr>
            <a:xfrm>
              <a:off x="3407632" y="3413099"/>
              <a:ext cx="1469784" cy="548969"/>
            </a:xfrm>
            <a:prstGeom prst="rect">
              <a:avLst/>
            </a:prstGeom>
            <a:noFill/>
          </p:spPr>
          <p:txBody>
            <a:bodyPr wrap="square">
              <a:spAutoFit/>
            </a:bodyPr>
            <a:lstStyle/>
            <a:p>
              <a:pPr algn="ctr"/>
              <a:r>
                <a:rPr lang="en-IN" sz="1400" b="1">
                  <a:solidFill>
                    <a:schemeClr val="accent6">
                      <a:lumMod val="50000"/>
                    </a:schemeClr>
                  </a:solidFill>
                  <a:latin typeface="Bierstadt" panose="020B0004020202020204" pitchFamily="34" charset="0"/>
                </a:rPr>
                <a:t>HealthCare</a:t>
              </a:r>
            </a:p>
            <a:p>
              <a:pPr algn="ctr"/>
              <a:r>
                <a:rPr lang="en-IN" sz="1400" b="1">
                  <a:solidFill>
                    <a:schemeClr val="accent6">
                      <a:lumMod val="50000"/>
                    </a:schemeClr>
                  </a:solidFill>
                  <a:latin typeface="Bierstadt" panose="020B0004020202020204" pitchFamily="34" charset="0"/>
                </a:rPr>
                <a:t>Experience </a:t>
              </a:r>
            </a:p>
          </p:txBody>
        </p:sp>
        <p:sp>
          <p:nvSpPr>
            <p:cNvPr id="40" name="TextBox 39">
              <a:extLst>
                <a:ext uri="{FF2B5EF4-FFF2-40B4-BE49-F238E27FC236}">
                  <a16:creationId xmlns:a16="http://schemas.microsoft.com/office/drawing/2014/main" id="{AFB06367-7109-281D-DC04-5C57317B52D8}"/>
                </a:ext>
              </a:extLst>
            </p:cNvPr>
            <p:cNvSpPr txBox="1"/>
            <p:nvPr/>
          </p:nvSpPr>
          <p:spPr>
            <a:xfrm>
              <a:off x="2602469" y="5078951"/>
              <a:ext cx="1134426" cy="322923"/>
            </a:xfrm>
            <a:prstGeom prst="rect">
              <a:avLst/>
            </a:prstGeom>
            <a:noFill/>
          </p:spPr>
          <p:txBody>
            <a:bodyPr wrap="square">
              <a:spAutoFit/>
            </a:bodyPr>
            <a:lstStyle/>
            <a:p>
              <a:pPr algn="ctr"/>
              <a:r>
                <a:rPr lang="en-IN" sz="1400" b="1">
                  <a:solidFill>
                    <a:schemeClr val="accent1">
                      <a:lumMod val="25000"/>
                    </a:schemeClr>
                  </a:solidFill>
                  <a:latin typeface="Bierstadt" panose="020B0004020202020204" pitchFamily="34" charset="0"/>
                </a:rPr>
                <a:t>AI / ML</a:t>
              </a:r>
            </a:p>
          </p:txBody>
        </p:sp>
        <p:sp>
          <p:nvSpPr>
            <p:cNvPr id="41" name="TextBox 40">
              <a:extLst>
                <a:ext uri="{FF2B5EF4-FFF2-40B4-BE49-F238E27FC236}">
                  <a16:creationId xmlns:a16="http://schemas.microsoft.com/office/drawing/2014/main" id="{1A0F1FAE-AC59-7DA1-DB2A-6C9D31794F07}"/>
                </a:ext>
              </a:extLst>
            </p:cNvPr>
            <p:cNvSpPr txBox="1"/>
            <p:nvPr/>
          </p:nvSpPr>
          <p:spPr>
            <a:xfrm>
              <a:off x="4467535" y="5078951"/>
              <a:ext cx="1320147" cy="322923"/>
            </a:xfrm>
            <a:prstGeom prst="rect">
              <a:avLst/>
            </a:prstGeom>
            <a:noFill/>
          </p:spPr>
          <p:txBody>
            <a:bodyPr wrap="square">
              <a:spAutoFit/>
            </a:bodyPr>
            <a:lstStyle/>
            <a:p>
              <a:pPr algn="ctr"/>
              <a:r>
                <a:rPr lang="en-IN" sz="1400" b="1">
                  <a:solidFill>
                    <a:schemeClr val="bg1">
                      <a:lumMod val="25000"/>
                    </a:schemeClr>
                  </a:solidFill>
                  <a:latin typeface="Bierstadt" panose="020B0004020202020204" pitchFamily="34" charset="0"/>
                </a:rPr>
                <a:t>Engineering</a:t>
              </a:r>
            </a:p>
          </p:txBody>
        </p:sp>
      </p:grpSp>
    </p:spTree>
    <p:extLst>
      <p:ext uri="{BB962C8B-B14F-4D97-AF65-F5344CB8AC3E}">
        <p14:creationId xmlns:p14="http://schemas.microsoft.com/office/powerpoint/2010/main" val="828810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A505CC76-D605-DD65-D0DC-722FF6B638A1}"/>
              </a:ext>
            </a:extLst>
          </p:cNvPr>
          <p:cNvSpPr/>
          <p:nvPr/>
        </p:nvSpPr>
        <p:spPr>
          <a:xfrm>
            <a:off x="357006" y="1283137"/>
            <a:ext cx="7395515" cy="1157339"/>
          </a:xfrm>
          <a:prstGeom prst="rect">
            <a:avLst/>
          </a:prstGeom>
          <a:solidFill>
            <a:srgbClr val="FB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717FE27-94B7-7158-9BF1-D06561562955}"/>
              </a:ext>
            </a:extLst>
          </p:cNvPr>
          <p:cNvSpPr txBox="1">
            <a:spLocks/>
          </p:cNvSpPr>
          <p:nvPr/>
        </p:nvSpPr>
        <p:spPr>
          <a:xfrm>
            <a:off x="956557" y="270909"/>
            <a:ext cx="10158483" cy="861237"/>
          </a:xfrm>
          <a:prstGeom prst="rect">
            <a:avLst/>
          </a:prstGeom>
        </p:spPr>
        <p:txBody>
          <a:bodyPr lIns="91440" tIns="45720" rIns="91440" bIns="45720"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r>
              <a:rPr lang="en-US">
                <a:latin typeface="Bierstadt"/>
              </a:rPr>
              <a:t>AI </a:t>
            </a:r>
            <a:r>
              <a:rPr lang="en-US" err="1">
                <a:latin typeface="Bierstadt"/>
              </a:rPr>
              <a:t>Autocoding</a:t>
            </a:r>
            <a:r>
              <a:rPr lang="en-US">
                <a:latin typeface="Bierstadt"/>
              </a:rPr>
              <a:t> Pod Charter: </a:t>
            </a:r>
          </a:p>
          <a:p>
            <a:r>
              <a:rPr lang="en-US">
                <a:latin typeface="Bierstadt"/>
              </a:rPr>
              <a:t>objectives, guiding principles, deliverables and team.</a:t>
            </a:r>
          </a:p>
        </p:txBody>
      </p:sp>
      <p:sp>
        <p:nvSpPr>
          <p:cNvPr id="4" name="TextBox 3">
            <a:extLst>
              <a:ext uri="{FF2B5EF4-FFF2-40B4-BE49-F238E27FC236}">
                <a16:creationId xmlns:a16="http://schemas.microsoft.com/office/drawing/2014/main" id="{0C26CD5E-DF7D-B59C-AD65-05B5A4C14FCA}"/>
              </a:ext>
            </a:extLst>
          </p:cNvPr>
          <p:cNvSpPr txBox="1"/>
          <p:nvPr/>
        </p:nvSpPr>
        <p:spPr>
          <a:xfrm>
            <a:off x="357006" y="1703848"/>
            <a:ext cx="7395515" cy="851515"/>
          </a:xfrm>
          <a:prstGeom prst="rect">
            <a:avLst/>
          </a:prstGeom>
          <a:noFill/>
        </p:spPr>
        <p:txBody>
          <a:bodyPr wrap="square" rtlCol="0">
            <a:spAutoFit/>
          </a:bodyPr>
          <a:lstStyle>
            <a:defPPr>
              <a:defRPr lang="en-US"/>
            </a:defPPr>
            <a:lvl1pPr marL="171450" indent="-171450">
              <a:spcBef>
                <a:spcPts val="600"/>
              </a:spcBef>
              <a:buFont typeface="Arial" panose="020B0604020202020204" pitchFamily="34" charset="0"/>
              <a:buChar char="•"/>
              <a:defRPr sz="1200">
                <a:solidFill>
                  <a:schemeClr val="accent1">
                    <a:lumMod val="10000"/>
                  </a:schemeClr>
                </a:solidFill>
                <a:latin typeface="Arial Nova Light" panose="020B0304020202020204" pitchFamily="34" charset="0"/>
              </a:defRPr>
            </a:lvl1pPr>
          </a:lstStyle>
          <a:p>
            <a:pPr>
              <a:spcBef>
                <a:spcPts val="400"/>
              </a:spcBef>
            </a:pPr>
            <a:r>
              <a:rPr lang="en-US" sz="1150">
                <a:solidFill>
                  <a:srgbClr val="333333"/>
                </a:solidFill>
              </a:rPr>
              <a:t>To develop AI-based </a:t>
            </a:r>
            <a:r>
              <a:rPr lang="en-US" sz="1150" err="1">
                <a:solidFill>
                  <a:srgbClr val="333333"/>
                </a:solidFill>
              </a:rPr>
              <a:t>autocoding</a:t>
            </a:r>
            <a:r>
              <a:rPr lang="en-US" sz="1150">
                <a:solidFill>
                  <a:srgbClr val="333333"/>
                </a:solidFill>
              </a:rPr>
              <a:t> solutions for prioritized inpatient departments and enhance the </a:t>
            </a:r>
            <a:r>
              <a:rPr lang="en-US" sz="1150" err="1">
                <a:solidFill>
                  <a:srgbClr val="333333"/>
                </a:solidFill>
              </a:rPr>
              <a:t>autocoding</a:t>
            </a:r>
            <a:r>
              <a:rPr lang="en-US" sz="1150">
                <a:solidFill>
                  <a:srgbClr val="333333"/>
                </a:solidFill>
              </a:rPr>
              <a:t> accuracy of Radiology departments. </a:t>
            </a:r>
          </a:p>
          <a:p>
            <a:pPr>
              <a:spcBef>
                <a:spcPts val="400"/>
              </a:spcBef>
            </a:pPr>
            <a:r>
              <a:rPr lang="en-US" sz="1150">
                <a:solidFill>
                  <a:srgbClr val="333333"/>
                </a:solidFill>
              </a:rPr>
              <a:t>To automate medical coding process, ensuring accurate coding practices while reducing administrative burden on healthcare professionals</a:t>
            </a:r>
            <a:endParaRPr lang="en-IN" sz="1150">
              <a:solidFill>
                <a:srgbClr val="333333"/>
              </a:solidFill>
            </a:endParaRPr>
          </a:p>
        </p:txBody>
      </p:sp>
      <p:sp>
        <p:nvSpPr>
          <p:cNvPr id="23" name="TextBox 22">
            <a:extLst>
              <a:ext uri="{FF2B5EF4-FFF2-40B4-BE49-F238E27FC236}">
                <a16:creationId xmlns:a16="http://schemas.microsoft.com/office/drawing/2014/main" id="{1A8A6276-5A55-A1FE-BA62-01B0949037B7}"/>
              </a:ext>
            </a:extLst>
          </p:cNvPr>
          <p:cNvSpPr txBox="1"/>
          <p:nvPr/>
        </p:nvSpPr>
        <p:spPr>
          <a:xfrm>
            <a:off x="687679" y="1365908"/>
            <a:ext cx="6094378" cy="276999"/>
          </a:xfrm>
          <a:prstGeom prst="rect">
            <a:avLst/>
          </a:prstGeom>
          <a:noFill/>
        </p:spPr>
        <p:txBody>
          <a:bodyPr wrap="square">
            <a:spAutoFit/>
          </a:bodyPr>
          <a:lstStyle/>
          <a:p>
            <a:r>
              <a:rPr lang="en-IN" sz="1200" b="1">
                <a:solidFill>
                  <a:schemeClr val="accent3">
                    <a:lumMod val="25000"/>
                  </a:schemeClr>
                </a:solidFill>
                <a:latin typeface="Bierstadt" panose="020B0004020202020204" pitchFamily="34" charset="0"/>
              </a:rPr>
              <a:t>POD OBJECTIVE</a:t>
            </a:r>
          </a:p>
        </p:txBody>
      </p:sp>
      <p:cxnSp>
        <p:nvCxnSpPr>
          <p:cNvPr id="71" name="Straight Connector 70">
            <a:extLst>
              <a:ext uri="{FF2B5EF4-FFF2-40B4-BE49-F238E27FC236}">
                <a16:creationId xmlns:a16="http://schemas.microsoft.com/office/drawing/2014/main" id="{33B4CD94-4364-B1FF-27C3-1223032A8252}"/>
              </a:ext>
            </a:extLst>
          </p:cNvPr>
          <p:cNvCxnSpPr>
            <a:cxnSpLocks/>
          </p:cNvCxnSpPr>
          <p:nvPr/>
        </p:nvCxnSpPr>
        <p:spPr>
          <a:xfrm>
            <a:off x="357006" y="1283137"/>
            <a:ext cx="7395515" cy="0"/>
          </a:xfrm>
          <a:prstGeom prst="line">
            <a:avLst/>
          </a:prstGeom>
          <a:ln w="57150">
            <a:solidFill>
              <a:schemeClr val="accent1">
                <a:lumMod val="25000"/>
              </a:schemeClr>
            </a:soli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898E58CD-2F34-531B-951F-29E782E862CF}"/>
              </a:ext>
            </a:extLst>
          </p:cNvPr>
          <p:cNvSpPr/>
          <p:nvPr/>
        </p:nvSpPr>
        <p:spPr>
          <a:xfrm>
            <a:off x="357006" y="2623253"/>
            <a:ext cx="7395515" cy="1758612"/>
          </a:xfrm>
          <a:prstGeom prst="rect">
            <a:avLst/>
          </a:prstGeom>
          <a:solidFill>
            <a:srgbClr val="FB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TextBox 74">
            <a:extLst>
              <a:ext uri="{FF2B5EF4-FFF2-40B4-BE49-F238E27FC236}">
                <a16:creationId xmlns:a16="http://schemas.microsoft.com/office/drawing/2014/main" id="{F3FA1C63-E5AE-63B3-C9BB-449F5E2B3D70}"/>
              </a:ext>
            </a:extLst>
          </p:cNvPr>
          <p:cNvSpPr txBox="1"/>
          <p:nvPr/>
        </p:nvSpPr>
        <p:spPr>
          <a:xfrm>
            <a:off x="357006" y="3037377"/>
            <a:ext cx="7395515" cy="1256754"/>
          </a:xfrm>
          <a:prstGeom prst="rect">
            <a:avLst/>
          </a:prstGeom>
          <a:noFill/>
        </p:spPr>
        <p:txBody>
          <a:bodyPr wrap="square" rtlCol="0">
            <a:spAutoFit/>
          </a:bodyPr>
          <a:lstStyle>
            <a:defPPr>
              <a:defRPr lang="en-US"/>
            </a:defPPr>
            <a:lvl1pPr marL="171450" indent="-171450">
              <a:spcBef>
                <a:spcPts val="600"/>
              </a:spcBef>
              <a:buFont typeface="Arial" panose="020B0604020202020204" pitchFamily="34" charset="0"/>
              <a:buChar char="•"/>
              <a:defRPr sz="1200">
                <a:solidFill>
                  <a:schemeClr val="accent1">
                    <a:lumMod val="10000"/>
                  </a:schemeClr>
                </a:solidFill>
                <a:latin typeface="Arial Nova Light" panose="020B0304020202020204" pitchFamily="34" charset="0"/>
              </a:defRPr>
            </a:lvl1pPr>
          </a:lstStyle>
          <a:p>
            <a:pPr>
              <a:spcBef>
                <a:spcPts val="400"/>
              </a:spcBef>
            </a:pPr>
            <a:r>
              <a:rPr lang="en-US" sz="1150">
                <a:solidFill>
                  <a:srgbClr val="333333"/>
                </a:solidFill>
              </a:rPr>
              <a:t>Develop specialized models for coding prioritized inpatient department claims leveraging </a:t>
            </a:r>
            <a:r>
              <a:rPr lang="en-US" sz="1150" err="1">
                <a:solidFill>
                  <a:srgbClr val="333333"/>
                </a:solidFill>
              </a:rPr>
              <a:t>GenAI</a:t>
            </a:r>
            <a:r>
              <a:rPr lang="en-US" sz="1150">
                <a:solidFill>
                  <a:srgbClr val="333333"/>
                </a:solidFill>
              </a:rPr>
              <a:t> and NLP models to accurately determine appropriate ICD / CPT codes to document diagnosis and procedures</a:t>
            </a:r>
          </a:p>
          <a:p>
            <a:pPr>
              <a:spcBef>
                <a:spcPts val="400"/>
              </a:spcBef>
            </a:pPr>
            <a:r>
              <a:rPr lang="en-US" sz="1150">
                <a:solidFill>
                  <a:srgbClr val="333333"/>
                </a:solidFill>
              </a:rPr>
              <a:t>Develop specialized models for coding Radiology claims leveraging </a:t>
            </a:r>
            <a:r>
              <a:rPr lang="en-US" sz="1150" err="1">
                <a:solidFill>
                  <a:srgbClr val="333333"/>
                </a:solidFill>
              </a:rPr>
              <a:t>GenAI</a:t>
            </a:r>
            <a:r>
              <a:rPr lang="en-US" sz="1150">
                <a:solidFill>
                  <a:srgbClr val="333333"/>
                </a:solidFill>
              </a:rPr>
              <a:t>, NLP and Image Analytics models to accurately determine appropriate ICD / CPT / HCPCS codes to document diagnosis and procedures</a:t>
            </a:r>
          </a:p>
          <a:p>
            <a:pPr>
              <a:spcBef>
                <a:spcPts val="400"/>
              </a:spcBef>
            </a:pPr>
            <a:r>
              <a:rPr lang="en-US" sz="1150">
                <a:solidFill>
                  <a:srgbClr val="333333"/>
                </a:solidFill>
              </a:rPr>
              <a:t>Implement intelligent coding assistance features, such as code suggestions, code validation, and coding guidelines, to support and enhance the coding process for healthcare professionals.</a:t>
            </a:r>
          </a:p>
        </p:txBody>
      </p:sp>
      <p:sp>
        <p:nvSpPr>
          <p:cNvPr id="76" name="TextBox 75">
            <a:extLst>
              <a:ext uri="{FF2B5EF4-FFF2-40B4-BE49-F238E27FC236}">
                <a16:creationId xmlns:a16="http://schemas.microsoft.com/office/drawing/2014/main" id="{7C156D50-07B5-4D65-271D-D2780BDE41E0}"/>
              </a:ext>
            </a:extLst>
          </p:cNvPr>
          <p:cNvSpPr txBox="1"/>
          <p:nvPr/>
        </p:nvSpPr>
        <p:spPr>
          <a:xfrm>
            <a:off x="687679" y="2709168"/>
            <a:ext cx="6094378" cy="276999"/>
          </a:xfrm>
          <a:prstGeom prst="rect">
            <a:avLst/>
          </a:prstGeom>
          <a:noFill/>
        </p:spPr>
        <p:txBody>
          <a:bodyPr wrap="square">
            <a:spAutoFit/>
          </a:bodyPr>
          <a:lstStyle/>
          <a:p>
            <a:r>
              <a:rPr lang="en-IN" sz="1200" b="1">
                <a:solidFill>
                  <a:schemeClr val="accent3">
                    <a:lumMod val="25000"/>
                  </a:schemeClr>
                </a:solidFill>
                <a:latin typeface="Bierstadt" panose="020B0004020202020204" pitchFamily="34" charset="0"/>
              </a:rPr>
              <a:t>KEY EPICS / FEATURES</a:t>
            </a:r>
          </a:p>
        </p:txBody>
      </p:sp>
      <p:cxnSp>
        <p:nvCxnSpPr>
          <p:cNvPr id="77" name="Straight Connector 76">
            <a:extLst>
              <a:ext uri="{FF2B5EF4-FFF2-40B4-BE49-F238E27FC236}">
                <a16:creationId xmlns:a16="http://schemas.microsoft.com/office/drawing/2014/main" id="{802649FB-9331-7A31-3DCC-E47D4A050728}"/>
              </a:ext>
            </a:extLst>
          </p:cNvPr>
          <p:cNvCxnSpPr>
            <a:cxnSpLocks/>
          </p:cNvCxnSpPr>
          <p:nvPr/>
        </p:nvCxnSpPr>
        <p:spPr>
          <a:xfrm>
            <a:off x="357006" y="2616666"/>
            <a:ext cx="7395515" cy="0"/>
          </a:xfrm>
          <a:prstGeom prst="line">
            <a:avLst/>
          </a:prstGeom>
          <a:ln w="57150">
            <a:solidFill>
              <a:schemeClr val="accent1">
                <a:lumMod val="25000"/>
              </a:schemeClr>
            </a:solidFil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1C92B65D-72E5-6A70-1E1A-59475A28AE6F}"/>
              </a:ext>
            </a:extLst>
          </p:cNvPr>
          <p:cNvSpPr/>
          <p:nvPr/>
        </p:nvSpPr>
        <p:spPr>
          <a:xfrm>
            <a:off x="7921669" y="1284915"/>
            <a:ext cx="3912151" cy="3096950"/>
          </a:xfrm>
          <a:prstGeom prst="rect">
            <a:avLst/>
          </a:prstGeom>
          <a:solidFill>
            <a:srgbClr val="FB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TextBox 81">
            <a:extLst>
              <a:ext uri="{FF2B5EF4-FFF2-40B4-BE49-F238E27FC236}">
                <a16:creationId xmlns:a16="http://schemas.microsoft.com/office/drawing/2014/main" id="{F2F16973-D16E-246E-B298-6667CB882EAE}"/>
              </a:ext>
            </a:extLst>
          </p:cNvPr>
          <p:cNvSpPr txBox="1"/>
          <p:nvPr/>
        </p:nvSpPr>
        <p:spPr>
          <a:xfrm>
            <a:off x="7941548" y="1745381"/>
            <a:ext cx="3866896" cy="2551981"/>
          </a:xfrm>
          <a:prstGeom prst="rect">
            <a:avLst/>
          </a:prstGeom>
          <a:noFill/>
        </p:spPr>
        <p:txBody>
          <a:bodyPr wrap="square" rtlCol="0">
            <a:spAutoFit/>
          </a:bodyPr>
          <a:lstStyle>
            <a:defPPr>
              <a:defRPr lang="en-US"/>
            </a:defPPr>
            <a:lvl1pPr marL="171450" indent="-171450">
              <a:spcBef>
                <a:spcPts val="600"/>
              </a:spcBef>
              <a:buFont typeface="Arial" panose="020B0604020202020204" pitchFamily="34" charset="0"/>
              <a:buChar char="•"/>
              <a:defRPr sz="1200">
                <a:solidFill>
                  <a:schemeClr val="accent1">
                    <a:lumMod val="10000"/>
                  </a:schemeClr>
                </a:solidFill>
                <a:latin typeface="Arial Nova Light" panose="020B0304020202020204" pitchFamily="34" charset="0"/>
              </a:defRPr>
            </a:lvl1pPr>
          </a:lstStyle>
          <a:p>
            <a:pPr>
              <a:spcBef>
                <a:spcPts val="1000"/>
              </a:spcBef>
              <a:buFont typeface="Wingdings" panose="05000000000000000000" pitchFamily="2" charset="2"/>
              <a:buChar char="ü"/>
            </a:pPr>
            <a:r>
              <a:rPr lang="en-US" sz="1150">
                <a:solidFill>
                  <a:srgbClr val="333333"/>
                </a:solidFill>
              </a:rPr>
              <a:t>Ensure the highest levels of accuracy and compliance with industry standards, coding guidelines, and regulatory requirements.</a:t>
            </a:r>
          </a:p>
          <a:p>
            <a:pPr>
              <a:spcBef>
                <a:spcPts val="1000"/>
              </a:spcBef>
              <a:buFont typeface="Wingdings" panose="05000000000000000000" pitchFamily="2" charset="2"/>
              <a:buChar char="ü"/>
            </a:pPr>
            <a:r>
              <a:rPr lang="en-US" sz="1150">
                <a:solidFill>
                  <a:srgbClr val="333333"/>
                </a:solidFill>
              </a:rPr>
              <a:t>Prioritize user experience by co-designing and co-developing with end users and SMEs</a:t>
            </a:r>
          </a:p>
          <a:p>
            <a:pPr>
              <a:spcBef>
                <a:spcPts val="1000"/>
              </a:spcBef>
              <a:buFont typeface="Wingdings" panose="05000000000000000000" pitchFamily="2" charset="2"/>
              <a:buChar char="ü"/>
            </a:pPr>
            <a:r>
              <a:rPr lang="en-US" sz="1150">
                <a:solidFill>
                  <a:srgbClr val="333333"/>
                </a:solidFill>
              </a:rPr>
              <a:t>Ensure data privacy and security to protect PHI data and comply with HIPAA regulations</a:t>
            </a:r>
          </a:p>
          <a:p>
            <a:pPr>
              <a:spcBef>
                <a:spcPts val="1000"/>
              </a:spcBef>
              <a:buFont typeface="Wingdings" panose="05000000000000000000" pitchFamily="2" charset="2"/>
              <a:buChar char="ü"/>
            </a:pPr>
            <a:r>
              <a:rPr lang="en-US" sz="1150">
                <a:solidFill>
                  <a:srgbClr val="333333"/>
                </a:solidFill>
              </a:rPr>
              <a:t>Design scalable and flexible solutions, allowing for easy integration with existing systems / workflows</a:t>
            </a:r>
          </a:p>
          <a:p>
            <a:pPr>
              <a:spcBef>
                <a:spcPts val="1000"/>
              </a:spcBef>
              <a:buFont typeface="Wingdings" panose="05000000000000000000" pitchFamily="2" charset="2"/>
              <a:buChar char="ü"/>
            </a:pPr>
            <a:r>
              <a:rPr lang="en-US" sz="1150">
                <a:solidFill>
                  <a:srgbClr val="333333"/>
                </a:solidFill>
              </a:rPr>
              <a:t>Encourage end-user feedback and monitor model performance to enhance effectiveness.</a:t>
            </a:r>
          </a:p>
        </p:txBody>
      </p:sp>
      <p:sp>
        <p:nvSpPr>
          <p:cNvPr id="83" name="TextBox 82">
            <a:extLst>
              <a:ext uri="{FF2B5EF4-FFF2-40B4-BE49-F238E27FC236}">
                <a16:creationId xmlns:a16="http://schemas.microsoft.com/office/drawing/2014/main" id="{AB16566F-B25F-354F-300B-756569F44115}"/>
              </a:ext>
            </a:extLst>
          </p:cNvPr>
          <p:cNvSpPr txBox="1"/>
          <p:nvPr/>
        </p:nvSpPr>
        <p:spPr>
          <a:xfrm>
            <a:off x="8252342" y="1365908"/>
            <a:ext cx="3581478" cy="276999"/>
          </a:xfrm>
          <a:prstGeom prst="rect">
            <a:avLst/>
          </a:prstGeom>
          <a:noFill/>
        </p:spPr>
        <p:txBody>
          <a:bodyPr wrap="square">
            <a:spAutoFit/>
          </a:bodyPr>
          <a:lstStyle/>
          <a:p>
            <a:r>
              <a:rPr lang="en-IN" sz="1200" b="1">
                <a:solidFill>
                  <a:schemeClr val="accent3">
                    <a:lumMod val="25000"/>
                  </a:schemeClr>
                </a:solidFill>
                <a:latin typeface="Bierstadt" panose="020B0004020202020204" pitchFamily="34" charset="0"/>
              </a:rPr>
              <a:t>GUIDING PRINCIPLES</a:t>
            </a:r>
          </a:p>
        </p:txBody>
      </p:sp>
      <p:cxnSp>
        <p:nvCxnSpPr>
          <p:cNvPr id="84" name="Straight Connector 83">
            <a:extLst>
              <a:ext uri="{FF2B5EF4-FFF2-40B4-BE49-F238E27FC236}">
                <a16:creationId xmlns:a16="http://schemas.microsoft.com/office/drawing/2014/main" id="{58D0E589-D5CE-B7D5-7FDC-5E843CB91841}"/>
              </a:ext>
            </a:extLst>
          </p:cNvPr>
          <p:cNvCxnSpPr>
            <a:cxnSpLocks/>
          </p:cNvCxnSpPr>
          <p:nvPr/>
        </p:nvCxnSpPr>
        <p:spPr>
          <a:xfrm>
            <a:off x="7921669" y="1284914"/>
            <a:ext cx="3912151" cy="0"/>
          </a:xfrm>
          <a:prstGeom prst="line">
            <a:avLst/>
          </a:prstGeom>
          <a:ln w="57150">
            <a:solidFill>
              <a:schemeClr val="accent1">
                <a:lumMod val="25000"/>
              </a:schemeClr>
            </a:solidFill>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DF71C89D-7AAE-DE4A-0B0B-EB916D00A80E}"/>
              </a:ext>
            </a:extLst>
          </p:cNvPr>
          <p:cNvSpPr/>
          <p:nvPr/>
        </p:nvSpPr>
        <p:spPr>
          <a:xfrm>
            <a:off x="357006" y="4590471"/>
            <a:ext cx="4900794" cy="1941388"/>
          </a:xfrm>
          <a:prstGeom prst="rect">
            <a:avLst/>
          </a:prstGeom>
          <a:solidFill>
            <a:srgbClr val="FB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TextBox 89">
            <a:extLst>
              <a:ext uri="{FF2B5EF4-FFF2-40B4-BE49-F238E27FC236}">
                <a16:creationId xmlns:a16="http://schemas.microsoft.com/office/drawing/2014/main" id="{620D5EB8-D188-01AB-211B-F849A8D83493}"/>
              </a:ext>
            </a:extLst>
          </p:cNvPr>
          <p:cNvSpPr txBox="1"/>
          <p:nvPr/>
        </p:nvSpPr>
        <p:spPr>
          <a:xfrm>
            <a:off x="687679" y="4688362"/>
            <a:ext cx="4470728" cy="276999"/>
          </a:xfrm>
          <a:prstGeom prst="rect">
            <a:avLst/>
          </a:prstGeom>
          <a:noFill/>
        </p:spPr>
        <p:txBody>
          <a:bodyPr wrap="square">
            <a:spAutoFit/>
          </a:bodyPr>
          <a:lstStyle/>
          <a:p>
            <a:r>
              <a:rPr lang="en-IN" sz="1200" b="1">
                <a:solidFill>
                  <a:schemeClr val="accent3">
                    <a:lumMod val="25000"/>
                  </a:schemeClr>
                </a:solidFill>
                <a:latin typeface="Bierstadt" panose="020B0004020202020204" pitchFamily="34" charset="0"/>
              </a:rPr>
              <a:t>AI POD TEAM </a:t>
            </a:r>
            <a:r>
              <a:rPr lang="en-IN" sz="1200">
                <a:solidFill>
                  <a:schemeClr val="accent3">
                    <a:lumMod val="25000"/>
                  </a:schemeClr>
                </a:solidFill>
                <a:latin typeface="Bierstadt" panose="020B0004020202020204" pitchFamily="34" charset="0"/>
              </a:rPr>
              <a:t>(</a:t>
            </a:r>
            <a:r>
              <a:rPr lang="en-IN" sz="1200" err="1">
                <a:solidFill>
                  <a:schemeClr val="accent3">
                    <a:lumMod val="25000"/>
                  </a:schemeClr>
                </a:solidFill>
                <a:latin typeface="Bierstadt" panose="020B0004020202020204" pitchFamily="34" charset="0"/>
              </a:rPr>
              <a:t>Aideo</a:t>
            </a:r>
            <a:r>
              <a:rPr lang="en-IN" sz="1200">
                <a:solidFill>
                  <a:schemeClr val="accent3">
                    <a:lumMod val="25000"/>
                  </a:schemeClr>
                </a:solidFill>
                <a:latin typeface="Bierstadt" panose="020B0004020202020204" pitchFamily="34" charset="0"/>
              </a:rPr>
              <a:t> + </a:t>
            </a:r>
            <a:r>
              <a:rPr lang="en-IN" sz="1200" err="1">
                <a:solidFill>
                  <a:schemeClr val="accent3">
                    <a:lumMod val="25000"/>
                  </a:schemeClr>
                </a:solidFill>
                <a:latin typeface="Bierstadt" panose="020B0004020202020204" pitchFamily="34" charset="0"/>
              </a:rPr>
              <a:t>AuxoAI</a:t>
            </a:r>
            <a:r>
              <a:rPr lang="en-IN" sz="1200">
                <a:solidFill>
                  <a:schemeClr val="accent3">
                    <a:lumMod val="25000"/>
                  </a:schemeClr>
                </a:solidFill>
                <a:latin typeface="Bierstadt" panose="020B0004020202020204" pitchFamily="34" charset="0"/>
              </a:rPr>
              <a:t>)</a:t>
            </a:r>
          </a:p>
        </p:txBody>
      </p:sp>
      <p:cxnSp>
        <p:nvCxnSpPr>
          <p:cNvPr id="91" name="Straight Connector 90">
            <a:extLst>
              <a:ext uri="{FF2B5EF4-FFF2-40B4-BE49-F238E27FC236}">
                <a16:creationId xmlns:a16="http://schemas.microsoft.com/office/drawing/2014/main" id="{4BA342B1-FF47-EC8A-66E5-8F3FD7922B08}"/>
              </a:ext>
            </a:extLst>
          </p:cNvPr>
          <p:cNvCxnSpPr>
            <a:cxnSpLocks/>
          </p:cNvCxnSpPr>
          <p:nvPr/>
        </p:nvCxnSpPr>
        <p:spPr>
          <a:xfrm>
            <a:off x="357006" y="4590470"/>
            <a:ext cx="4900794" cy="0"/>
          </a:xfrm>
          <a:prstGeom prst="line">
            <a:avLst/>
          </a:prstGeom>
          <a:ln w="57150">
            <a:solidFill>
              <a:schemeClr val="accent1">
                <a:lumMod val="25000"/>
              </a:schemeClr>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CE3F1D8D-CEE7-5F62-81DA-249CF9308323}"/>
              </a:ext>
            </a:extLst>
          </p:cNvPr>
          <p:cNvSpPr txBox="1"/>
          <p:nvPr/>
        </p:nvSpPr>
        <p:spPr>
          <a:xfrm>
            <a:off x="357005" y="5668646"/>
            <a:ext cx="2699256" cy="851515"/>
          </a:xfrm>
          <a:prstGeom prst="rect">
            <a:avLst/>
          </a:prstGeom>
          <a:noFill/>
        </p:spPr>
        <p:txBody>
          <a:bodyPr wrap="square" rtlCol="0">
            <a:spAutoFit/>
          </a:bodyPr>
          <a:lstStyle>
            <a:defPPr>
              <a:defRPr lang="en-US"/>
            </a:defPPr>
            <a:lvl1pPr marL="171450" indent="-171450">
              <a:spcBef>
                <a:spcPts val="600"/>
              </a:spcBef>
              <a:buFont typeface="Arial" panose="020B0604020202020204" pitchFamily="34" charset="0"/>
              <a:buChar char="•"/>
              <a:defRPr sz="1200">
                <a:solidFill>
                  <a:schemeClr val="accent1">
                    <a:lumMod val="10000"/>
                  </a:schemeClr>
                </a:solidFill>
                <a:latin typeface="Arial Nova Light" panose="020B0304020202020204" pitchFamily="34" charset="0"/>
              </a:defRPr>
            </a:lvl1pPr>
          </a:lstStyle>
          <a:p>
            <a:pPr marL="0" indent="0">
              <a:spcBef>
                <a:spcPts val="0"/>
              </a:spcBef>
              <a:spcAft>
                <a:spcPts val="400"/>
              </a:spcAft>
              <a:buNone/>
            </a:pPr>
            <a:r>
              <a:rPr lang="en-US" sz="1150" i="1">
                <a:solidFill>
                  <a:schemeClr val="accent1">
                    <a:lumMod val="50000"/>
                  </a:schemeClr>
                </a:solidFill>
                <a:latin typeface="Bierstadt Display" panose="020B0004020202020204" pitchFamily="34" charset="0"/>
              </a:rPr>
              <a:t>Tech SMEs</a:t>
            </a:r>
          </a:p>
          <a:p>
            <a:pPr>
              <a:spcBef>
                <a:spcPts val="0"/>
              </a:spcBef>
            </a:pPr>
            <a:r>
              <a:rPr lang="en-US" sz="1150">
                <a:solidFill>
                  <a:srgbClr val="333333"/>
                </a:solidFill>
              </a:rPr>
              <a:t>Architect</a:t>
            </a:r>
          </a:p>
          <a:p>
            <a:pPr>
              <a:spcBef>
                <a:spcPts val="0"/>
              </a:spcBef>
            </a:pPr>
            <a:r>
              <a:rPr lang="en-US" sz="1150">
                <a:solidFill>
                  <a:srgbClr val="333333"/>
                </a:solidFill>
              </a:rPr>
              <a:t>ML / LLM Ops Engineer</a:t>
            </a:r>
          </a:p>
          <a:p>
            <a:pPr>
              <a:spcBef>
                <a:spcPts val="0"/>
              </a:spcBef>
            </a:pPr>
            <a:r>
              <a:rPr lang="en-US" sz="1150">
                <a:solidFill>
                  <a:srgbClr val="333333"/>
                </a:solidFill>
              </a:rPr>
              <a:t>Governance &amp; Responsible AI SME</a:t>
            </a:r>
          </a:p>
        </p:txBody>
      </p:sp>
      <p:sp>
        <p:nvSpPr>
          <p:cNvPr id="93" name="TextBox 92">
            <a:extLst>
              <a:ext uri="{FF2B5EF4-FFF2-40B4-BE49-F238E27FC236}">
                <a16:creationId xmlns:a16="http://schemas.microsoft.com/office/drawing/2014/main" id="{FE6C3DFA-FEAB-D319-B64C-845985A88FF0}"/>
              </a:ext>
            </a:extLst>
          </p:cNvPr>
          <p:cNvSpPr txBox="1"/>
          <p:nvPr/>
        </p:nvSpPr>
        <p:spPr>
          <a:xfrm>
            <a:off x="357006" y="4998939"/>
            <a:ext cx="2699256" cy="674544"/>
          </a:xfrm>
          <a:prstGeom prst="rect">
            <a:avLst/>
          </a:prstGeom>
          <a:noFill/>
        </p:spPr>
        <p:txBody>
          <a:bodyPr wrap="square" rtlCol="0">
            <a:spAutoFit/>
          </a:bodyPr>
          <a:lstStyle>
            <a:defPPr>
              <a:defRPr lang="en-US"/>
            </a:defPPr>
            <a:lvl1pPr indent="0">
              <a:spcBef>
                <a:spcPts val="400"/>
              </a:spcBef>
              <a:buFont typeface="Arial" panose="020B0604020202020204" pitchFamily="34" charset="0"/>
              <a:buNone/>
              <a:defRPr sz="1200" b="1">
                <a:solidFill>
                  <a:schemeClr val="accent1">
                    <a:lumMod val="10000"/>
                  </a:schemeClr>
                </a:solidFill>
                <a:latin typeface="Arial Nova Light" panose="020B0304020202020204" pitchFamily="34" charset="0"/>
              </a:defRPr>
            </a:lvl1pPr>
          </a:lstStyle>
          <a:p>
            <a:pPr>
              <a:spcBef>
                <a:spcPts val="0"/>
              </a:spcBef>
              <a:spcAft>
                <a:spcPts val="400"/>
              </a:spcAft>
            </a:pPr>
            <a:r>
              <a:rPr lang="en-US" sz="1150" b="0" i="1">
                <a:solidFill>
                  <a:schemeClr val="accent1">
                    <a:lumMod val="50000"/>
                  </a:schemeClr>
                </a:solidFill>
                <a:latin typeface="Bierstadt Display" panose="020B0004020202020204" pitchFamily="34" charset="0"/>
              </a:rPr>
              <a:t>Business Representation</a:t>
            </a:r>
          </a:p>
          <a:p>
            <a:pPr marL="171450" indent="-171450">
              <a:spcBef>
                <a:spcPts val="0"/>
              </a:spcBef>
              <a:buFont typeface="Arial" panose="020B0604020202020204" pitchFamily="34" charset="0"/>
              <a:buChar char="•"/>
            </a:pPr>
            <a:r>
              <a:rPr lang="en-US" sz="1150" b="0">
                <a:solidFill>
                  <a:srgbClr val="333333"/>
                </a:solidFill>
              </a:rPr>
              <a:t>Business Product Owner</a:t>
            </a:r>
          </a:p>
          <a:p>
            <a:pPr marL="171450" indent="-171450">
              <a:spcBef>
                <a:spcPts val="0"/>
              </a:spcBef>
              <a:buFont typeface="Arial" panose="020B0604020202020204" pitchFamily="34" charset="0"/>
              <a:buChar char="•"/>
            </a:pPr>
            <a:r>
              <a:rPr lang="en-US" sz="1150" b="0">
                <a:solidFill>
                  <a:srgbClr val="333333"/>
                </a:solidFill>
              </a:rPr>
              <a:t>Medical Coding SMEs</a:t>
            </a:r>
          </a:p>
        </p:txBody>
      </p:sp>
      <p:sp>
        <p:nvSpPr>
          <p:cNvPr id="94" name="TextBox 93">
            <a:extLst>
              <a:ext uri="{FF2B5EF4-FFF2-40B4-BE49-F238E27FC236}">
                <a16:creationId xmlns:a16="http://schemas.microsoft.com/office/drawing/2014/main" id="{1159AE74-3FB1-FCC9-DDC5-74420A7984A7}"/>
              </a:ext>
            </a:extLst>
          </p:cNvPr>
          <p:cNvSpPr txBox="1"/>
          <p:nvPr/>
        </p:nvSpPr>
        <p:spPr>
          <a:xfrm>
            <a:off x="2883287" y="4998939"/>
            <a:ext cx="2428174" cy="1205458"/>
          </a:xfrm>
          <a:prstGeom prst="rect">
            <a:avLst/>
          </a:prstGeom>
          <a:noFill/>
        </p:spPr>
        <p:txBody>
          <a:bodyPr wrap="square" rtlCol="0">
            <a:spAutoFit/>
          </a:bodyPr>
          <a:lstStyle>
            <a:defPPr>
              <a:defRPr lang="en-US"/>
            </a:defPPr>
            <a:lvl1pPr indent="0">
              <a:spcBef>
                <a:spcPts val="400"/>
              </a:spcBef>
              <a:buFont typeface="Arial" panose="020B0604020202020204" pitchFamily="34" charset="0"/>
              <a:buNone/>
              <a:defRPr sz="1200" b="1">
                <a:solidFill>
                  <a:schemeClr val="accent1">
                    <a:lumMod val="10000"/>
                  </a:schemeClr>
                </a:solidFill>
                <a:latin typeface="Arial Nova Light" panose="020B0304020202020204" pitchFamily="34" charset="0"/>
              </a:defRPr>
            </a:lvl1pPr>
          </a:lstStyle>
          <a:p>
            <a:pPr>
              <a:spcBef>
                <a:spcPts val="0"/>
              </a:spcBef>
              <a:spcAft>
                <a:spcPts val="400"/>
              </a:spcAft>
            </a:pPr>
            <a:r>
              <a:rPr lang="en-US" sz="1150" b="0" i="1">
                <a:solidFill>
                  <a:schemeClr val="accent1">
                    <a:lumMod val="50000"/>
                  </a:schemeClr>
                </a:solidFill>
                <a:latin typeface="Bierstadt Display" panose="020B0004020202020204" pitchFamily="34" charset="0"/>
              </a:rPr>
              <a:t>Tech Team</a:t>
            </a:r>
          </a:p>
          <a:p>
            <a:pPr marL="171450" indent="-171450">
              <a:spcBef>
                <a:spcPts val="0"/>
              </a:spcBef>
              <a:buFont typeface="Arial" panose="020B0604020202020204" pitchFamily="34" charset="0"/>
              <a:buChar char="•"/>
            </a:pPr>
            <a:r>
              <a:rPr lang="en-US" sz="1150" b="0">
                <a:solidFill>
                  <a:srgbClr val="333333"/>
                </a:solidFill>
              </a:rPr>
              <a:t>Scrum Master</a:t>
            </a:r>
          </a:p>
          <a:p>
            <a:pPr marL="171450" indent="-171450">
              <a:spcBef>
                <a:spcPts val="0"/>
              </a:spcBef>
              <a:buFont typeface="Arial" panose="020B0604020202020204" pitchFamily="34" charset="0"/>
              <a:buChar char="•"/>
            </a:pPr>
            <a:r>
              <a:rPr lang="en-US" sz="1150" b="0">
                <a:solidFill>
                  <a:srgbClr val="333333"/>
                </a:solidFill>
              </a:rPr>
              <a:t>Technical Pod Lead</a:t>
            </a:r>
          </a:p>
          <a:p>
            <a:pPr marL="171450" indent="-171450">
              <a:spcBef>
                <a:spcPts val="0"/>
              </a:spcBef>
              <a:buFont typeface="Arial" panose="020B0604020202020204" pitchFamily="34" charset="0"/>
              <a:buChar char="•"/>
            </a:pPr>
            <a:r>
              <a:rPr lang="en-US" sz="1150" b="0">
                <a:solidFill>
                  <a:srgbClr val="333333"/>
                </a:solidFill>
              </a:rPr>
              <a:t>AI Engineer 1 (ML, NLP, </a:t>
            </a:r>
            <a:r>
              <a:rPr lang="en-US" sz="1150" b="0" err="1">
                <a:solidFill>
                  <a:srgbClr val="333333"/>
                </a:solidFill>
              </a:rPr>
              <a:t>GenAI</a:t>
            </a:r>
            <a:r>
              <a:rPr lang="en-US" sz="1150" b="0">
                <a:solidFill>
                  <a:srgbClr val="333333"/>
                </a:solidFill>
              </a:rPr>
              <a:t>)</a:t>
            </a:r>
          </a:p>
          <a:p>
            <a:pPr marL="171450" indent="-171450">
              <a:spcBef>
                <a:spcPts val="0"/>
              </a:spcBef>
              <a:buFont typeface="Arial" panose="020B0604020202020204" pitchFamily="34" charset="0"/>
              <a:buChar char="•"/>
            </a:pPr>
            <a:r>
              <a:rPr lang="en-US" sz="1150" b="0">
                <a:solidFill>
                  <a:srgbClr val="333333"/>
                </a:solidFill>
              </a:rPr>
              <a:t>AI Engineer 2 (ML, NLP, </a:t>
            </a:r>
            <a:r>
              <a:rPr lang="en-US" sz="1150" b="0" err="1">
                <a:solidFill>
                  <a:srgbClr val="333333"/>
                </a:solidFill>
              </a:rPr>
              <a:t>GenAI</a:t>
            </a:r>
            <a:r>
              <a:rPr lang="en-US" sz="1150" b="0">
                <a:solidFill>
                  <a:srgbClr val="333333"/>
                </a:solidFill>
              </a:rPr>
              <a:t>)</a:t>
            </a:r>
          </a:p>
          <a:p>
            <a:pPr marL="171450" indent="-171450">
              <a:spcBef>
                <a:spcPts val="0"/>
              </a:spcBef>
              <a:buFont typeface="Arial" panose="020B0604020202020204" pitchFamily="34" charset="0"/>
              <a:buChar char="•"/>
            </a:pPr>
            <a:r>
              <a:rPr lang="en-US" sz="1150" b="0">
                <a:solidFill>
                  <a:srgbClr val="333333"/>
                </a:solidFill>
              </a:rPr>
              <a:t>Data Engineer</a:t>
            </a:r>
          </a:p>
        </p:txBody>
      </p:sp>
      <p:sp>
        <p:nvSpPr>
          <p:cNvPr id="100" name="Rectangle 99">
            <a:extLst>
              <a:ext uri="{FF2B5EF4-FFF2-40B4-BE49-F238E27FC236}">
                <a16:creationId xmlns:a16="http://schemas.microsoft.com/office/drawing/2014/main" id="{8C3F25B5-72FD-1AEB-B38C-325B006E4C24}"/>
              </a:ext>
            </a:extLst>
          </p:cNvPr>
          <p:cNvSpPr/>
          <p:nvPr/>
        </p:nvSpPr>
        <p:spPr>
          <a:xfrm>
            <a:off x="5429488" y="4590471"/>
            <a:ext cx="6404331" cy="1941388"/>
          </a:xfrm>
          <a:prstGeom prst="rect">
            <a:avLst/>
          </a:prstGeom>
          <a:solidFill>
            <a:srgbClr val="FB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TextBox 100">
            <a:extLst>
              <a:ext uri="{FF2B5EF4-FFF2-40B4-BE49-F238E27FC236}">
                <a16:creationId xmlns:a16="http://schemas.microsoft.com/office/drawing/2014/main" id="{F11DBE5D-0BA5-5ADA-ED1C-4164FB032765}"/>
              </a:ext>
            </a:extLst>
          </p:cNvPr>
          <p:cNvSpPr txBox="1"/>
          <p:nvPr/>
        </p:nvSpPr>
        <p:spPr>
          <a:xfrm>
            <a:off x="5769886" y="4688362"/>
            <a:ext cx="4470728" cy="276999"/>
          </a:xfrm>
          <a:prstGeom prst="rect">
            <a:avLst/>
          </a:prstGeom>
          <a:noFill/>
        </p:spPr>
        <p:txBody>
          <a:bodyPr wrap="square">
            <a:spAutoFit/>
          </a:bodyPr>
          <a:lstStyle/>
          <a:p>
            <a:r>
              <a:rPr lang="en-IN" sz="1200" b="1">
                <a:solidFill>
                  <a:schemeClr val="accent3">
                    <a:lumMod val="25000"/>
                  </a:schemeClr>
                </a:solidFill>
                <a:latin typeface="Bierstadt" panose="020B0004020202020204" pitchFamily="34" charset="0"/>
              </a:rPr>
              <a:t>MEETING CADENCE</a:t>
            </a:r>
          </a:p>
        </p:txBody>
      </p:sp>
      <p:cxnSp>
        <p:nvCxnSpPr>
          <p:cNvPr id="102" name="Straight Connector 101">
            <a:extLst>
              <a:ext uri="{FF2B5EF4-FFF2-40B4-BE49-F238E27FC236}">
                <a16:creationId xmlns:a16="http://schemas.microsoft.com/office/drawing/2014/main" id="{EE979D5A-5310-E59D-56F3-1F06D892E1B0}"/>
              </a:ext>
            </a:extLst>
          </p:cNvPr>
          <p:cNvCxnSpPr>
            <a:cxnSpLocks/>
          </p:cNvCxnSpPr>
          <p:nvPr/>
        </p:nvCxnSpPr>
        <p:spPr>
          <a:xfrm>
            <a:off x="5429488" y="4590470"/>
            <a:ext cx="6404332" cy="0"/>
          </a:xfrm>
          <a:prstGeom prst="line">
            <a:avLst/>
          </a:prstGeom>
          <a:ln w="57150">
            <a:solidFill>
              <a:schemeClr val="accent1">
                <a:lumMod val="25000"/>
              </a:schemeClr>
            </a:solidFill>
          </a:ln>
        </p:spPr>
        <p:style>
          <a:lnRef idx="1">
            <a:schemeClr val="accent1"/>
          </a:lnRef>
          <a:fillRef idx="0">
            <a:schemeClr val="accent1"/>
          </a:fillRef>
          <a:effectRef idx="0">
            <a:schemeClr val="accent1"/>
          </a:effectRef>
          <a:fontRef idx="minor">
            <a:schemeClr val="tx1"/>
          </a:fontRef>
        </p:style>
      </p:cxnSp>
      <p:pic>
        <p:nvPicPr>
          <p:cNvPr id="123" name="Graphic 122" descr="Daily calendar with solid fill">
            <a:extLst>
              <a:ext uri="{FF2B5EF4-FFF2-40B4-BE49-F238E27FC236}">
                <a16:creationId xmlns:a16="http://schemas.microsoft.com/office/drawing/2014/main" id="{187C7D88-3750-05A3-C7CD-E2F580ED41A2}"/>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8191" y="4664861"/>
            <a:ext cx="324000" cy="324000"/>
          </a:xfrm>
          <a:prstGeom prst="rect">
            <a:avLst/>
          </a:prstGeom>
        </p:spPr>
      </p:pic>
      <p:pic>
        <p:nvPicPr>
          <p:cNvPr id="125" name="Graphic 124" descr="Users with solid fill">
            <a:extLst>
              <a:ext uri="{FF2B5EF4-FFF2-40B4-BE49-F238E27FC236}">
                <a16:creationId xmlns:a16="http://schemas.microsoft.com/office/drawing/2014/main" id="{78D88A1A-BF28-78BF-F163-919E902195E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3496" y="4664861"/>
            <a:ext cx="324000" cy="324000"/>
          </a:xfrm>
          <a:prstGeom prst="rect">
            <a:avLst/>
          </a:prstGeom>
        </p:spPr>
      </p:pic>
      <p:pic>
        <p:nvPicPr>
          <p:cNvPr id="127" name="Graphic 126" descr="Bullseye with solid fill">
            <a:extLst>
              <a:ext uri="{FF2B5EF4-FFF2-40B4-BE49-F238E27FC236}">
                <a16:creationId xmlns:a16="http://schemas.microsoft.com/office/drawing/2014/main" id="{E8990F61-0B75-2395-F6BF-7ED5E9744883}"/>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93496" y="1342407"/>
            <a:ext cx="324000" cy="324000"/>
          </a:xfrm>
          <a:prstGeom prst="rect">
            <a:avLst/>
          </a:prstGeom>
        </p:spPr>
      </p:pic>
      <p:pic>
        <p:nvPicPr>
          <p:cNvPr id="129" name="Graphic 128" descr="Lightbulb and gear with solid fill">
            <a:extLst>
              <a:ext uri="{FF2B5EF4-FFF2-40B4-BE49-F238E27FC236}">
                <a16:creationId xmlns:a16="http://schemas.microsoft.com/office/drawing/2014/main" id="{959300B8-CDB2-D3B8-6DFB-2B56A90DD1DD}"/>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93496" y="2683951"/>
            <a:ext cx="324000" cy="324000"/>
          </a:xfrm>
          <a:prstGeom prst="rect">
            <a:avLst/>
          </a:prstGeom>
        </p:spPr>
      </p:pic>
      <p:pic>
        <p:nvPicPr>
          <p:cNvPr id="131" name="Graphic 130" descr="Compass with solid fill">
            <a:extLst>
              <a:ext uri="{FF2B5EF4-FFF2-40B4-BE49-F238E27FC236}">
                <a16:creationId xmlns:a16="http://schemas.microsoft.com/office/drawing/2014/main" id="{849F63B8-72A1-A5DA-4831-734F57819B7D}"/>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72383" y="1342407"/>
            <a:ext cx="324000" cy="324000"/>
          </a:xfrm>
          <a:prstGeom prst="rect">
            <a:avLst/>
          </a:prstGeom>
        </p:spPr>
      </p:pic>
      <p:graphicFrame>
        <p:nvGraphicFramePr>
          <p:cNvPr id="6" name="Table 5">
            <a:extLst>
              <a:ext uri="{FF2B5EF4-FFF2-40B4-BE49-F238E27FC236}">
                <a16:creationId xmlns:a16="http://schemas.microsoft.com/office/drawing/2014/main" id="{C7427376-62F0-FD01-AA6E-43ED8FA7179E}"/>
              </a:ext>
            </a:extLst>
          </p:cNvPr>
          <p:cNvGraphicFramePr>
            <a:graphicFrameLocks noGrp="1"/>
          </p:cNvGraphicFramePr>
          <p:nvPr>
            <p:extLst>
              <p:ext uri="{D42A27DB-BD31-4B8C-83A1-F6EECF244321}">
                <p14:modId xmlns:p14="http://schemas.microsoft.com/office/powerpoint/2010/main" val="533478459"/>
              </p:ext>
            </p:extLst>
          </p:nvPr>
        </p:nvGraphicFramePr>
        <p:xfrm>
          <a:off x="5527586" y="5050132"/>
          <a:ext cx="6247890" cy="1393994"/>
        </p:xfrm>
        <a:graphic>
          <a:graphicData uri="http://schemas.openxmlformats.org/drawingml/2006/table">
            <a:tbl>
              <a:tblPr firstRow="1" bandRow="1">
                <a:tableStyleId>{5C22544A-7EE6-4342-B048-85BDC9FD1C3A}</a:tableStyleId>
              </a:tblPr>
              <a:tblGrid>
                <a:gridCol w="1328477">
                  <a:extLst>
                    <a:ext uri="{9D8B030D-6E8A-4147-A177-3AD203B41FA5}">
                      <a16:colId xmlns:a16="http://schemas.microsoft.com/office/drawing/2014/main" val="2508348862"/>
                    </a:ext>
                  </a:extLst>
                </a:gridCol>
                <a:gridCol w="939993">
                  <a:extLst>
                    <a:ext uri="{9D8B030D-6E8A-4147-A177-3AD203B41FA5}">
                      <a16:colId xmlns:a16="http://schemas.microsoft.com/office/drawing/2014/main" val="2459133627"/>
                    </a:ext>
                  </a:extLst>
                </a:gridCol>
                <a:gridCol w="672161">
                  <a:extLst>
                    <a:ext uri="{9D8B030D-6E8A-4147-A177-3AD203B41FA5}">
                      <a16:colId xmlns:a16="http://schemas.microsoft.com/office/drawing/2014/main" val="2588174883"/>
                    </a:ext>
                  </a:extLst>
                </a:gridCol>
                <a:gridCol w="3307259">
                  <a:extLst>
                    <a:ext uri="{9D8B030D-6E8A-4147-A177-3AD203B41FA5}">
                      <a16:colId xmlns:a16="http://schemas.microsoft.com/office/drawing/2014/main" val="78539930"/>
                    </a:ext>
                  </a:extLst>
                </a:gridCol>
              </a:tblGrid>
              <a:tr h="246042">
                <a:tc>
                  <a:txBody>
                    <a:bodyPr/>
                    <a:lstStyle/>
                    <a:p>
                      <a:r>
                        <a:rPr lang="en-IN" sz="1100" b="0" i="1">
                          <a:solidFill>
                            <a:srgbClr val="000000"/>
                          </a:solidFill>
                          <a:latin typeface="Bierstadt" panose="020B0004020202020204" pitchFamily="34" charset="0"/>
                        </a:rPr>
                        <a:t>Meeting Title</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100" b="0" i="1">
                          <a:solidFill>
                            <a:srgbClr val="000000"/>
                          </a:solidFill>
                          <a:latin typeface="Bierstadt" panose="020B0004020202020204" pitchFamily="34" charset="0"/>
                        </a:rPr>
                        <a:t>Frequency</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100" b="0" i="1">
                          <a:solidFill>
                            <a:srgbClr val="000000"/>
                          </a:solidFill>
                          <a:latin typeface="Bierstadt" panose="020B0004020202020204" pitchFamily="34" charset="0"/>
                        </a:rPr>
                        <a:t>Duration</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100" b="0" i="1">
                          <a:solidFill>
                            <a:srgbClr val="000000"/>
                          </a:solidFill>
                          <a:latin typeface="Bierstadt" panose="020B0004020202020204" pitchFamily="34" charset="0"/>
                        </a:rPr>
                        <a:t>Objectives</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2882447"/>
                  </a:ext>
                </a:extLst>
              </a:tr>
              <a:tr h="286988">
                <a:tc>
                  <a:txBody>
                    <a:bodyPr/>
                    <a:lstStyle/>
                    <a:p>
                      <a:r>
                        <a:rPr lang="en-IN" sz="1100" i="0">
                          <a:solidFill>
                            <a:srgbClr val="333333"/>
                          </a:solidFill>
                          <a:latin typeface="Arial Nova Light" panose="020B0304020202020204" pitchFamily="34" charset="0"/>
                        </a:rPr>
                        <a:t>Daily Stand-up</a:t>
                      </a:r>
                    </a:p>
                  </a:txBody>
                  <a:tcPr marL="0" marR="0" marT="0" marB="0" anchor="ctr">
                    <a:lnL w="9525" cap="flat" cmpd="sng" algn="ctr">
                      <a:noFill/>
                      <a:prstDash val="dot"/>
                      <a:round/>
                      <a:headEnd type="none" w="med" len="med"/>
                      <a:tailEnd type="none" w="med" len="med"/>
                    </a:lnL>
                    <a:lnR w="19050" cap="flat" cmpd="sng" algn="ctr">
                      <a:no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Daily</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15 min</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indent="0">
                        <a:spcAft>
                          <a:spcPts val="300"/>
                        </a:spcAft>
                        <a:buFont typeface="Arial" panose="020B0604020202020204" pitchFamily="34" charset="0"/>
                        <a:buNone/>
                      </a:pPr>
                      <a:r>
                        <a:rPr lang="en-IN" sz="1100" i="0">
                          <a:solidFill>
                            <a:srgbClr val="333333"/>
                          </a:solidFill>
                          <a:latin typeface="Arial Nova Light" panose="020B0304020202020204" pitchFamily="34" charset="0"/>
                        </a:rPr>
                        <a:t>Discuss progress, blockers, and priorities for the day.</a:t>
                      </a:r>
                    </a:p>
                  </a:txBody>
                  <a:tcPr marL="0" marR="0" marT="0" marB="0" anchor="ctr">
                    <a:lnL w="19050" cap="flat" cmpd="sng" algn="ctr">
                      <a:noFill/>
                      <a:prstDash val="solid"/>
                      <a:round/>
                      <a:headEnd type="none" w="med" len="med"/>
                      <a:tailEnd type="none" w="med" len="med"/>
                    </a:lnL>
                    <a:lnR w="9525" cap="flat" cmpd="sng" algn="ctr">
                      <a:noFill/>
                      <a:prstDash val="dot"/>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106238"/>
                  </a:ext>
                </a:extLst>
              </a:tr>
              <a:tr h="286988">
                <a:tc>
                  <a:txBody>
                    <a:bodyPr/>
                    <a:lstStyle/>
                    <a:p>
                      <a:r>
                        <a:rPr lang="en-IN" sz="1100" i="0">
                          <a:solidFill>
                            <a:srgbClr val="333333"/>
                          </a:solidFill>
                          <a:latin typeface="Arial Nova Light" panose="020B0304020202020204" pitchFamily="34" charset="0"/>
                        </a:rPr>
                        <a:t>Sprint Planning</a:t>
                      </a:r>
                    </a:p>
                  </a:txBody>
                  <a:tcPr marL="0" marR="0" marT="0" marB="0" anchor="ctr">
                    <a:lnL w="9525" cap="flat" cmpd="sng" algn="ctr">
                      <a:noFill/>
                      <a:prstDash val="dot"/>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Every 2 wks.</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1 hr</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sz="1100" i="0">
                          <a:solidFill>
                            <a:srgbClr val="333333"/>
                          </a:solidFill>
                          <a:latin typeface="Arial Nova Light" panose="020B0304020202020204" pitchFamily="34" charset="0"/>
                        </a:rPr>
                        <a:t>Plan and prioritize tasks for the upcoming sprint.</a:t>
                      </a:r>
                    </a:p>
                  </a:txBody>
                  <a:tcPr marL="0" marR="0" marT="0" marB="0" anchor="ctr">
                    <a:lnL w="19050" cap="flat" cmpd="sng" algn="ctr">
                      <a:noFill/>
                      <a:prstDash val="solid"/>
                      <a:round/>
                      <a:headEnd type="none" w="med" len="med"/>
                      <a:tailEnd type="none" w="med" len="med"/>
                    </a:lnL>
                    <a:lnR w="9525" cap="flat" cmpd="sng" algn="ctr">
                      <a:noFill/>
                      <a:prstDash val="dot"/>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75545"/>
                  </a:ext>
                </a:extLst>
              </a:tr>
              <a:tr h="286988">
                <a:tc>
                  <a:txBody>
                    <a:bodyPr/>
                    <a:lstStyle/>
                    <a:p>
                      <a:r>
                        <a:rPr lang="en-IN" sz="1100" i="0">
                          <a:solidFill>
                            <a:srgbClr val="333333"/>
                          </a:solidFill>
                          <a:latin typeface="Arial Nova Light" panose="020B0304020202020204" pitchFamily="34" charset="0"/>
                        </a:rPr>
                        <a:t>Sprint Retrospective</a:t>
                      </a:r>
                    </a:p>
                  </a:txBody>
                  <a:tcPr marL="0" marR="0" marT="0" marB="0" anchor="ctr">
                    <a:lnL w="9525" cap="flat" cmpd="sng" algn="ctr">
                      <a:noFill/>
                      <a:prstDash val="dot"/>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Every 2 wks.</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1 hr</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i="0">
                          <a:solidFill>
                            <a:srgbClr val="333333"/>
                          </a:solidFill>
                          <a:latin typeface="Arial Nova Light" panose="020B0304020202020204" pitchFamily="34" charset="0"/>
                        </a:rPr>
                        <a:t>Reflect on previous sprints and work on improvements.</a:t>
                      </a:r>
                    </a:p>
                  </a:txBody>
                  <a:tcPr marL="0" marR="0" marT="0" marB="0" anchor="ctr">
                    <a:lnL w="19050" cap="flat" cmpd="sng" algn="ctr">
                      <a:noFill/>
                      <a:prstDash val="solid"/>
                      <a:round/>
                      <a:headEnd type="none" w="med" len="med"/>
                      <a:tailEnd type="none" w="med" len="med"/>
                    </a:lnL>
                    <a:lnR w="9525" cap="flat" cmpd="sng" algn="ctr">
                      <a:noFill/>
                      <a:prstDash val="dot"/>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C0C0C0"/>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7987169"/>
                  </a:ext>
                </a:extLst>
              </a:tr>
              <a:tr h="286988">
                <a:tc>
                  <a:txBody>
                    <a:bodyPr/>
                    <a:lstStyle/>
                    <a:p>
                      <a:r>
                        <a:rPr lang="en-IN" sz="1100" i="0">
                          <a:solidFill>
                            <a:srgbClr val="333333"/>
                          </a:solidFill>
                          <a:latin typeface="Arial Nova Light" panose="020B0304020202020204" pitchFamily="34" charset="0"/>
                        </a:rPr>
                        <a:t>Leadership Review</a:t>
                      </a:r>
                    </a:p>
                  </a:txBody>
                  <a:tcPr marL="0" marR="0" marT="0" marB="0" anchor="ctr">
                    <a:lnL w="9525" cap="flat" cmpd="sng" algn="ctr">
                      <a:noFill/>
                      <a:prstDash val="dot"/>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Every 2/4 wks.</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100" i="0">
                          <a:solidFill>
                            <a:srgbClr val="333333"/>
                          </a:solidFill>
                          <a:latin typeface="Arial Nova Light" panose="020B0304020202020204" pitchFamily="34" charset="0"/>
                        </a:rPr>
                        <a:t>30 min</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i="0">
                          <a:solidFill>
                            <a:srgbClr val="333333"/>
                          </a:solidFill>
                          <a:latin typeface="Arial Nova Light" panose="020B0304020202020204" pitchFamily="34" charset="0"/>
                        </a:rPr>
                        <a:t>Review progress, risks and align on priorities.</a:t>
                      </a:r>
                      <a:endParaRPr lang="en-IN" sz="1100" i="0">
                        <a:solidFill>
                          <a:srgbClr val="333333"/>
                        </a:solidFill>
                        <a:latin typeface="Arial Nova Light" panose="020B0304020202020204" pitchFamily="34" charset="0"/>
                      </a:endParaRPr>
                    </a:p>
                  </a:txBody>
                  <a:tcPr marL="0" marR="0" marT="0" marB="0" anchor="ctr">
                    <a:lnL w="19050" cap="flat" cmpd="sng" algn="ctr">
                      <a:noFill/>
                      <a:prstDash val="solid"/>
                      <a:round/>
                      <a:headEnd type="none" w="med" len="med"/>
                      <a:tailEnd type="none" w="med" len="med"/>
                    </a:lnL>
                    <a:lnR w="9525" cap="flat" cmpd="sng" algn="ctr">
                      <a:noFill/>
                      <a:prstDash val="dot"/>
                      <a:round/>
                      <a:headEnd type="none" w="med" len="med"/>
                      <a:tailEnd type="none" w="med" len="med"/>
                    </a:lnR>
                    <a:lnT w="9525" cap="flat" cmpd="sng" algn="ctr">
                      <a:solidFill>
                        <a:srgbClr val="C0C0C0"/>
                      </a:solidFill>
                      <a:prstDash val="dot"/>
                      <a:round/>
                      <a:headEnd type="none" w="med" len="med"/>
                      <a:tailEnd type="none" w="med" len="med"/>
                    </a:lnT>
                    <a:lnB w="952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6863406"/>
                  </a:ext>
                </a:extLst>
              </a:tr>
            </a:tbl>
          </a:graphicData>
        </a:graphic>
      </p:graphicFrame>
    </p:spTree>
    <p:extLst>
      <p:ext uri="{BB962C8B-B14F-4D97-AF65-F5344CB8AC3E}">
        <p14:creationId xmlns:p14="http://schemas.microsoft.com/office/powerpoint/2010/main" val="21011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2879B21-71E8-D572-0060-5A3E3508BAB5}"/>
              </a:ext>
            </a:extLst>
          </p:cNvPr>
          <p:cNvCxnSpPr>
            <a:cxnSpLocks/>
          </p:cNvCxnSpPr>
          <p:nvPr/>
        </p:nvCxnSpPr>
        <p:spPr>
          <a:xfrm flipV="1">
            <a:off x="4563227" y="1827210"/>
            <a:ext cx="0" cy="4567602"/>
          </a:xfrm>
          <a:prstGeom prst="line">
            <a:avLst/>
          </a:prstGeom>
          <a:ln>
            <a:solidFill>
              <a:srgbClr val="5F5F5F"/>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8B2269A-242C-B6EA-D014-80E7023D0309}"/>
              </a:ext>
            </a:extLst>
          </p:cNvPr>
          <p:cNvCxnSpPr>
            <a:cxnSpLocks/>
          </p:cNvCxnSpPr>
          <p:nvPr/>
        </p:nvCxnSpPr>
        <p:spPr>
          <a:xfrm flipV="1">
            <a:off x="7753953" y="1827210"/>
            <a:ext cx="0" cy="4567602"/>
          </a:xfrm>
          <a:prstGeom prst="line">
            <a:avLst/>
          </a:prstGeom>
          <a:ln>
            <a:solidFill>
              <a:srgbClr val="5F5F5F"/>
            </a:solidFill>
            <a:prstDash val="dash"/>
          </a:ln>
        </p:spPr>
        <p:style>
          <a:lnRef idx="1">
            <a:schemeClr val="accent1"/>
          </a:lnRef>
          <a:fillRef idx="0">
            <a:schemeClr val="accent1"/>
          </a:fillRef>
          <a:effectRef idx="0">
            <a:schemeClr val="accent1"/>
          </a:effectRef>
          <a:fontRef idx="minor">
            <a:schemeClr val="tx1"/>
          </a:fontRef>
        </p:style>
      </p:cxnSp>
      <p:pic>
        <p:nvPicPr>
          <p:cNvPr id="6" name="Graphic 5" descr="Arrow Right outline">
            <a:extLst>
              <a:ext uri="{FF2B5EF4-FFF2-40B4-BE49-F238E27FC236}">
                <a16:creationId xmlns:a16="http://schemas.microsoft.com/office/drawing/2014/main" id="{CE6C8DC2-195E-E6FE-B9E2-115ED3D0F68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32002" y="2567179"/>
            <a:ext cx="1849860" cy="1903257"/>
          </a:xfrm>
          <a:prstGeom prst="rect">
            <a:avLst/>
          </a:prstGeom>
        </p:spPr>
      </p:pic>
      <p:pic>
        <p:nvPicPr>
          <p:cNvPr id="7" name="Graphic 6" descr="Line arrow: Rotate left outline">
            <a:extLst>
              <a:ext uri="{FF2B5EF4-FFF2-40B4-BE49-F238E27FC236}">
                <a16:creationId xmlns:a16="http://schemas.microsoft.com/office/drawing/2014/main" id="{41AE9C86-3B3F-C77A-4672-8016BE07521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71388" y="1778106"/>
            <a:ext cx="1849860" cy="1903257"/>
          </a:xfrm>
          <a:prstGeom prst="rect">
            <a:avLst/>
          </a:prstGeom>
        </p:spPr>
      </p:pic>
      <p:pic>
        <p:nvPicPr>
          <p:cNvPr id="8" name="Graphic 7" descr="Line arrow: Slight curve outline">
            <a:extLst>
              <a:ext uri="{FF2B5EF4-FFF2-40B4-BE49-F238E27FC236}">
                <a16:creationId xmlns:a16="http://schemas.microsoft.com/office/drawing/2014/main" id="{C6706A9B-9CCC-E30D-3C45-04340C5CDFD7}"/>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586306" y="2688240"/>
            <a:ext cx="1849860" cy="1903257"/>
          </a:xfrm>
          <a:prstGeom prst="rect">
            <a:avLst/>
          </a:prstGeom>
        </p:spPr>
      </p:pic>
      <p:pic>
        <p:nvPicPr>
          <p:cNvPr id="9" name="Graphic 8" descr="Line arrow: Rotate left outline">
            <a:extLst>
              <a:ext uri="{FF2B5EF4-FFF2-40B4-BE49-F238E27FC236}">
                <a16:creationId xmlns:a16="http://schemas.microsoft.com/office/drawing/2014/main" id="{18111169-706C-8B81-2500-FD18E62F7363}"/>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244220" y="1777968"/>
            <a:ext cx="1849860" cy="1903257"/>
          </a:xfrm>
          <a:prstGeom prst="rect">
            <a:avLst/>
          </a:prstGeom>
        </p:spPr>
      </p:pic>
      <p:pic>
        <p:nvPicPr>
          <p:cNvPr id="10" name="Graphic 9" descr="Line arrow: Slight curve outline">
            <a:extLst>
              <a:ext uri="{FF2B5EF4-FFF2-40B4-BE49-F238E27FC236}">
                <a16:creationId xmlns:a16="http://schemas.microsoft.com/office/drawing/2014/main" id="{FD57EAB2-BB78-8FC2-773D-E32B210EF1DC}"/>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659139" y="2688102"/>
            <a:ext cx="1849860" cy="1903257"/>
          </a:xfrm>
          <a:prstGeom prst="rect">
            <a:avLst/>
          </a:prstGeom>
        </p:spPr>
      </p:pic>
      <p:sp>
        <p:nvSpPr>
          <p:cNvPr id="11" name="TextBox 10">
            <a:extLst>
              <a:ext uri="{FF2B5EF4-FFF2-40B4-BE49-F238E27FC236}">
                <a16:creationId xmlns:a16="http://schemas.microsoft.com/office/drawing/2014/main" id="{17E78D69-901B-71E1-4E07-6EA32A1C1825}"/>
              </a:ext>
            </a:extLst>
          </p:cNvPr>
          <p:cNvSpPr txBox="1"/>
          <p:nvPr/>
        </p:nvSpPr>
        <p:spPr>
          <a:xfrm>
            <a:off x="2083443" y="1577688"/>
            <a:ext cx="2209153" cy="400110"/>
          </a:xfrm>
          <a:prstGeom prst="rect">
            <a:avLst/>
          </a:prstGeom>
          <a:noFill/>
        </p:spPr>
        <p:txBody>
          <a:bodyPr wrap="square">
            <a:spAutoFit/>
          </a:bodyPr>
          <a:lstStyle/>
          <a:p>
            <a:pPr algn="ctr"/>
            <a:r>
              <a:rPr lang="en-IN" sz="2000" b="1">
                <a:solidFill>
                  <a:schemeClr val="accent5">
                    <a:lumMod val="25000"/>
                  </a:schemeClr>
                </a:solidFill>
                <a:latin typeface="DM Sans" pitchFamily="2" charset="0"/>
              </a:rPr>
              <a:t>Design Sprints</a:t>
            </a:r>
          </a:p>
        </p:txBody>
      </p:sp>
      <p:sp>
        <p:nvSpPr>
          <p:cNvPr id="12" name="TextBox 11">
            <a:extLst>
              <a:ext uri="{FF2B5EF4-FFF2-40B4-BE49-F238E27FC236}">
                <a16:creationId xmlns:a16="http://schemas.microsoft.com/office/drawing/2014/main" id="{F8044839-CD3D-8E98-6AEB-AD401CB4CA17}"/>
              </a:ext>
            </a:extLst>
          </p:cNvPr>
          <p:cNvSpPr txBox="1"/>
          <p:nvPr/>
        </p:nvSpPr>
        <p:spPr>
          <a:xfrm>
            <a:off x="4774411" y="1576913"/>
            <a:ext cx="2789477" cy="400110"/>
          </a:xfrm>
          <a:prstGeom prst="rect">
            <a:avLst/>
          </a:prstGeom>
          <a:noFill/>
        </p:spPr>
        <p:txBody>
          <a:bodyPr wrap="square">
            <a:spAutoFit/>
          </a:bodyPr>
          <a:lstStyle>
            <a:defPPr>
              <a:defRPr lang="en-US"/>
            </a:defPPr>
            <a:lvl1pPr algn="ctr">
              <a:defRPr sz="1300" b="1">
                <a:solidFill>
                  <a:schemeClr val="tx2">
                    <a:lumMod val="25000"/>
                  </a:schemeClr>
                </a:solidFill>
                <a:latin typeface="DM Sans" pitchFamily="2" charset="0"/>
              </a:defRPr>
            </a:lvl1pPr>
          </a:lstStyle>
          <a:p>
            <a:r>
              <a:rPr lang="en-IN" sz="2000"/>
              <a:t>Development Sprints</a:t>
            </a:r>
          </a:p>
        </p:txBody>
      </p:sp>
      <p:pic>
        <p:nvPicPr>
          <p:cNvPr id="13" name="Graphic 12" descr="Line arrow: Rotate left outline">
            <a:extLst>
              <a:ext uri="{FF2B5EF4-FFF2-40B4-BE49-F238E27FC236}">
                <a16:creationId xmlns:a16="http://schemas.microsoft.com/office/drawing/2014/main" id="{82C9D73E-DBDC-0369-FF96-8103F02814CF}"/>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491510" y="1777968"/>
            <a:ext cx="1849860" cy="1903257"/>
          </a:xfrm>
          <a:prstGeom prst="rect">
            <a:avLst/>
          </a:prstGeom>
        </p:spPr>
      </p:pic>
      <p:pic>
        <p:nvPicPr>
          <p:cNvPr id="14" name="Graphic 13" descr="Line arrow: Slight curve outline">
            <a:extLst>
              <a:ext uri="{FF2B5EF4-FFF2-40B4-BE49-F238E27FC236}">
                <a16:creationId xmlns:a16="http://schemas.microsoft.com/office/drawing/2014/main" id="{138654CC-80BB-652C-9194-99A0BF2CA33D}"/>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945341" y="2688102"/>
            <a:ext cx="1849860" cy="1903257"/>
          </a:xfrm>
          <a:prstGeom prst="rect">
            <a:avLst/>
          </a:prstGeom>
        </p:spPr>
      </p:pic>
      <p:sp>
        <p:nvSpPr>
          <p:cNvPr id="15" name="TextBox 14">
            <a:extLst>
              <a:ext uri="{FF2B5EF4-FFF2-40B4-BE49-F238E27FC236}">
                <a16:creationId xmlns:a16="http://schemas.microsoft.com/office/drawing/2014/main" id="{3D49D602-B93A-1F94-7609-E0B1FAB99216}"/>
              </a:ext>
            </a:extLst>
          </p:cNvPr>
          <p:cNvSpPr txBox="1"/>
          <p:nvPr/>
        </p:nvSpPr>
        <p:spPr>
          <a:xfrm>
            <a:off x="8154506" y="1588613"/>
            <a:ext cx="2640695" cy="400110"/>
          </a:xfrm>
          <a:prstGeom prst="rect">
            <a:avLst/>
          </a:prstGeom>
          <a:noFill/>
        </p:spPr>
        <p:txBody>
          <a:bodyPr wrap="square">
            <a:spAutoFit/>
          </a:bodyPr>
          <a:lstStyle>
            <a:defPPr>
              <a:defRPr lang="en-US"/>
            </a:defPPr>
            <a:lvl1pPr algn="ctr">
              <a:defRPr sz="1300" b="1">
                <a:solidFill>
                  <a:schemeClr val="tx1">
                    <a:lumMod val="50000"/>
                  </a:schemeClr>
                </a:solidFill>
                <a:latin typeface="DM Sans" pitchFamily="2" charset="0"/>
              </a:defRPr>
            </a:lvl1pPr>
          </a:lstStyle>
          <a:p>
            <a:r>
              <a:rPr lang="en-IN" sz="2000"/>
              <a:t>Refinement Sprints</a:t>
            </a:r>
          </a:p>
        </p:txBody>
      </p:sp>
      <p:sp>
        <p:nvSpPr>
          <p:cNvPr id="16" name="Freeform: Shape 15">
            <a:extLst>
              <a:ext uri="{FF2B5EF4-FFF2-40B4-BE49-F238E27FC236}">
                <a16:creationId xmlns:a16="http://schemas.microsoft.com/office/drawing/2014/main" id="{57DBAF55-DEE0-6BC3-9C0A-872C83C1C383}"/>
              </a:ext>
            </a:extLst>
          </p:cNvPr>
          <p:cNvSpPr/>
          <p:nvPr/>
        </p:nvSpPr>
        <p:spPr>
          <a:xfrm>
            <a:off x="4831813" y="3322520"/>
            <a:ext cx="747702" cy="634420"/>
          </a:xfrm>
          <a:custGeom>
            <a:avLst/>
            <a:gdLst>
              <a:gd name="connsiteX0" fmla="*/ 439298 w 747702"/>
              <a:gd name="connsiteY0" fmla="*/ 3 h 634420"/>
              <a:gd name="connsiteX1" fmla="*/ 453020 w 747702"/>
              <a:gd name="connsiteY1" fmla="*/ 5566 h 634420"/>
              <a:gd name="connsiteX2" fmla="*/ 742061 w 747702"/>
              <a:gd name="connsiteY2" fmla="*/ 302949 h 634420"/>
              <a:gd name="connsiteX3" fmla="*/ 742061 w 747702"/>
              <a:gd name="connsiteY3" fmla="*/ 330983 h 634420"/>
              <a:gd name="connsiteX4" fmla="*/ 453020 w 747702"/>
              <a:gd name="connsiteY4" fmla="*/ 628367 h 634420"/>
              <a:gd name="connsiteX5" fmla="*/ 452546 w 747702"/>
              <a:gd name="connsiteY5" fmla="*/ 628855 h 634420"/>
              <a:gd name="connsiteX6" fmla="*/ 425299 w 747702"/>
              <a:gd name="connsiteY6" fmla="*/ 628367 h 634420"/>
              <a:gd name="connsiteX7" fmla="*/ 425773 w 747702"/>
              <a:gd name="connsiteY7" fmla="*/ 600333 h 634420"/>
              <a:gd name="connsiteX8" fmla="*/ 681593 w 747702"/>
              <a:gd name="connsiteY8" fmla="*/ 337129 h 634420"/>
              <a:gd name="connsiteX9" fmla="*/ 681649 w 747702"/>
              <a:gd name="connsiteY9" fmla="*/ 336992 h 634420"/>
              <a:gd name="connsiteX10" fmla="*/ 681458 w 747702"/>
              <a:gd name="connsiteY10" fmla="*/ 336792 h 634420"/>
              <a:gd name="connsiteX11" fmla="*/ 0 w 747702"/>
              <a:gd name="connsiteY11" fmla="*/ 336792 h 634420"/>
              <a:gd name="connsiteX12" fmla="*/ 0 w 747702"/>
              <a:gd name="connsiteY12" fmla="*/ 297141 h 634420"/>
              <a:gd name="connsiteX13" fmla="*/ 681458 w 747702"/>
              <a:gd name="connsiteY13" fmla="*/ 297141 h 634420"/>
              <a:gd name="connsiteX14" fmla="*/ 681591 w 747702"/>
              <a:gd name="connsiteY14" fmla="*/ 297083 h 634420"/>
              <a:gd name="connsiteX15" fmla="*/ 681593 w 747702"/>
              <a:gd name="connsiteY15" fmla="*/ 296804 h 634420"/>
              <a:gd name="connsiteX16" fmla="*/ 425773 w 747702"/>
              <a:gd name="connsiteY16" fmla="*/ 33599 h 634420"/>
              <a:gd name="connsiteX17" fmla="*/ 425773 w 747702"/>
              <a:gd name="connsiteY17" fmla="*/ 6053 h 634420"/>
              <a:gd name="connsiteX18" fmla="*/ 439298 w 747702"/>
              <a:gd name="connsiteY18" fmla="*/ 3 h 63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7702" h="634420">
                <a:moveTo>
                  <a:pt x="439298" y="3"/>
                </a:moveTo>
                <a:cubicBezTo>
                  <a:pt x="444229" y="-85"/>
                  <a:pt x="449192" y="1762"/>
                  <a:pt x="453020" y="5566"/>
                </a:cubicBezTo>
                <a:lnTo>
                  <a:pt x="742061" y="302949"/>
                </a:lnTo>
                <a:cubicBezTo>
                  <a:pt x="749583" y="310691"/>
                  <a:pt x="749583" y="323241"/>
                  <a:pt x="742061" y="330983"/>
                </a:cubicBezTo>
                <a:lnTo>
                  <a:pt x="453020" y="628367"/>
                </a:lnTo>
                <a:cubicBezTo>
                  <a:pt x="452866" y="628531"/>
                  <a:pt x="452708" y="628694"/>
                  <a:pt x="452546" y="628855"/>
                </a:cubicBezTo>
                <a:cubicBezTo>
                  <a:pt x="444892" y="636462"/>
                  <a:pt x="432693" y="636244"/>
                  <a:pt x="425299" y="628367"/>
                </a:cubicBezTo>
                <a:cubicBezTo>
                  <a:pt x="417905" y="620490"/>
                  <a:pt x="418117" y="607941"/>
                  <a:pt x="425773" y="600333"/>
                </a:cubicBezTo>
                <a:lnTo>
                  <a:pt x="681593" y="337129"/>
                </a:lnTo>
                <a:cubicBezTo>
                  <a:pt x="681628" y="337093"/>
                  <a:pt x="681647" y="337044"/>
                  <a:pt x="681649" y="336992"/>
                </a:cubicBezTo>
                <a:cubicBezTo>
                  <a:pt x="681649" y="336883"/>
                  <a:pt x="681564" y="336794"/>
                  <a:pt x="681458" y="336792"/>
                </a:cubicBezTo>
                <a:lnTo>
                  <a:pt x="0" y="336792"/>
                </a:lnTo>
                <a:lnTo>
                  <a:pt x="0" y="297141"/>
                </a:lnTo>
                <a:lnTo>
                  <a:pt x="681458" y="297141"/>
                </a:lnTo>
                <a:cubicBezTo>
                  <a:pt x="681509" y="297141"/>
                  <a:pt x="681555" y="297119"/>
                  <a:pt x="681591" y="297083"/>
                </a:cubicBezTo>
                <a:cubicBezTo>
                  <a:pt x="681667" y="297008"/>
                  <a:pt x="681668" y="296881"/>
                  <a:pt x="681593" y="296804"/>
                </a:cubicBezTo>
                <a:lnTo>
                  <a:pt x="425773" y="33599"/>
                </a:lnTo>
                <a:cubicBezTo>
                  <a:pt x="418561" y="25917"/>
                  <a:pt x="418561" y="13736"/>
                  <a:pt x="425773" y="6053"/>
                </a:cubicBezTo>
                <a:cubicBezTo>
                  <a:pt x="429470" y="2115"/>
                  <a:pt x="434368" y="91"/>
                  <a:pt x="439298" y="3"/>
                </a:cubicBezTo>
                <a:close/>
              </a:path>
            </a:pathLst>
          </a:custGeom>
          <a:solidFill>
            <a:schemeClr val="tx2">
              <a:lumMod val="25000"/>
            </a:schemeClr>
          </a:solidFill>
          <a:ln w="153987" cap="flat">
            <a:solidFill>
              <a:schemeClr val="tx2">
                <a:lumMod val="75000"/>
                <a:alpha val="30000"/>
              </a:schemeClr>
            </a:solid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7" name="Freeform: Shape 16">
            <a:extLst>
              <a:ext uri="{FF2B5EF4-FFF2-40B4-BE49-F238E27FC236}">
                <a16:creationId xmlns:a16="http://schemas.microsoft.com/office/drawing/2014/main" id="{80F55963-B639-C9E2-2384-E942F0C6B381}"/>
              </a:ext>
            </a:extLst>
          </p:cNvPr>
          <p:cNvSpPr/>
          <p:nvPr/>
        </p:nvSpPr>
        <p:spPr>
          <a:xfrm>
            <a:off x="8084485" y="3297329"/>
            <a:ext cx="747702" cy="634420"/>
          </a:xfrm>
          <a:custGeom>
            <a:avLst/>
            <a:gdLst>
              <a:gd name="connsiteX0" fmla="*/ 439298 w 747702"/>
              <a:gd name="connsiteY0" fmla="*/ 3 h 634420"/>
              <a:gd name="connsiteX1" fmla="*/ 453020 w 747702"/>
              <a:gd name="connsiteY1" fmla="*/ 5566 h 634420"/>
              <a:gd name="connsiteX2" fmla="*/ 742061 w 747702"/>
              <a:gd name="connsiteY2" fmla="*/ 302949 h 634420"/>
              <a:gd name="connsiteX3" fmla="*/ 742061 w 747702"/>
              <a:gd name="connsiteY3" fmla="*/ 330983 h 634420"/>
              <a:gd name="connsiteX4" fmla="*/ 453020 w 747702"/>
              <a:gd name="connsiteY4" fmla="*/ 628367 h 634420"/>
              <a:gd name="connsiteX5" fmla="*/ 452546 w 747702"/>
              <a:gd name="connsiteY5" fmla="*/ 628855 h 634420"/>
              <a:gd name="connsiteX6" fmla="*/ 425299 w 747702"/>
              <a:gd name="connsiteY6" fmla="*/ 628367 h 634420"/>
              <a:gd name="connsiteX7" fmla="*/ 425773 w 747702"/>
              <a:gd name="connsiteY7" fmla="*/ 600333 h 634420"/>
              <a:gd name="connsiteX8" fmla="*/ 681593 w 747702"/>
              <a:gd name="connsiteY8" fmla="*/ 337129 h 634420"/>
              <a:gd name="connsiteX9" fmla="*/ 681649 w 747702"/>
              <a:gd name="connsiteY9" fmla="*/ 336992 h 634420"/>
              <a:gd name="connsiteX10" fmla="*/ 681458 w 747702"/>
              <a:gd name="connsiteY10" fmla="*/ 336792 h 634420"/>
              <a:gd name="connsiteX11" fmla="*/ 0 w 747702"/>
              <a:gd name="connsiteY11" fmla="*/ 336792 h 634420"/>
              <a:gd name="connsiteX12" fmla="*/ 0 w 747702"/>
              <a:gd name="connsiteY12" fmla="*/ 297141 h 634420"/>
              <a:gd name="connsiteX13" fmla="*/ 681458 w 747702"/>
              <a:gd name="connsiteY13" fmla="*/ 297141 h 634420"/>
              <a:gd name="connsiteX14" fmla="*/ 681591 w 747702"/>
              <a:gd name="connsiteY14" fmla="*/ 297083 h 634420"/>
              <a:gd name="connsiteX15" fmla="*/ 681593 w 747702"/>
              <a:gd name="connsiteY15" fmla="*/ 296804 h 634420"/>
              <a:gd name="connsiteX16" fmla="*/ 425773 w 747702"/>
              <a:gd name="connsiteY16" fmla="*/ 33599 h 634420"/>
              <a:gd name="connsiteX17" fmla="*/ 425773 w 747702"/>
              <a:gd name="connsiteY17" fmla="*/ 6053 h 634420"/>
              <a:gd name="connsiteX18" fmla="*/ 439298 w 747702"/>
              <a:gd name="connsiteY18" fmla="*/ 3 h 63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7702" h="634420">
                <a:moveTo>
                  <a:pt x="439298" y="3"/>
                </a:moveTo>
                <a:cubicBezTo>
                  <a:pt x="444229" y="-85"/>
                  <a:pt x="449192" y="1762"/>
                  <a:pt x="453020" y="5566"/>
                </a:cubicBezTo>
                <a:lnTo>
                  <a:pt x="742061" y="302949"/>
                </a:lnTo>
                <a:cubicBezTo>
                  <a:pt x="749583" y="310691"/>
                  <a:pt x="749583" y="323241"/>
                  <a:pt x="742061" y="330983"/>
                </a:cubicBezTo>
                <a:lnTo>
                  <a:pt x="453020" y="628367"/>
                </a:lnTo>
                <a:cubicBezTo>
                  <a:pt x="452866" y="628531"/>
                  <a:pt x="452708" y="628694"/>
                  <a:pt x="452546" y="628855"/>
                </a:cubicBezTo>
                <a:cubicBezTo>
                  <a:pt x="444892" y="636462"/>
                  <a:pt x="432693" y="636244"/>
                  <a:pt x="425299" y="628367"/>
                </a:cubicBezTo>
                <a:cubicBezTo>
                  <a:pt x="417905" y="620490"/>
                  <a:pt x="418117" y="607941"/>
                  <a:pt x="425773" y="600333"/>
                </a:cubicBezTo>
                <a:lnTo>
                  <a:pt x="681593" y="337129"/>
                </a:lnTo>
                <a:cubicBezTo>
                  <a:pt x="681628" y="337093"/>
                  <a:pt x="681647" y="337044"/>
                  <a:pt x="681649" y="336992"/>
                </a:cubicBezTo>
                <a:cubicBezTo>
                  <a:pt x="681649" y="336883"/>
                  <a:pt x="681564" y="336794"/>
                  <a:pt x="681458" y="336792"/>
                </a:cubicBezTo>
                <a:lnTo>
                  <a:pt x="0" y="336792"/>
                </a:lnTo>
                <a:lnTo>
                  <a:pt x="0" y="297141"/>
                </a:lnTo>
                <a:lnTo>
                  <a:pt x="681458" y="297141"/>
                </a:lnTo>
                <a:cubicBezTo>
                  <a:pt x="681509" y="297141"/>
                  <a:pt x="681555" y="297119"/>
                  <a:pt x="681591" y="297083"/>
                </a:cubicBezTo>
                <a:cubicBezTo>
                  <a:pt x="681667" y="297008"/>
                  <a:pt x="681668" y="296881"/>
                  <a:pt x="681593" y="296804"/>
                </a:cubicBezTo>
                <a:lnTo>
                  <a:pt x="425773" y="33599"/>
                </a:lnTo>
                <a:cubicBezTo>
                  <a:pt x="418561" y="25917"/>
                  <a:pt x="418561" y="13736"/>
                  <a:pt x="425773" y="6053"/>
                </a:cubicBezTo>
                <a:cubicBezTo>
                  <a:pt x="429470" y="2115"/>
                  <a:pt x="434368" y="91"/>
                  <a:pt x="439298" y="3"/>
                </a:cubicBezTo>
                <a:close/>
              </a:path>
            </a:pathLst>
          </a:custGeom>
          <a:solidFill>
            <a:schemeClr val="bg2"/>
          </a:solidFill>
          <a:ln w="153987" cap="flat">
            <a:solidFill>
              <a:schemeClr val="bg2">
                <a:alpha val="30000"/>
              </a:schemeClr>
            </a:solid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8" name="TextBox 17">
            <a:extLst>
              <a:ext uri="{FF2B5EF4-FFF2-40B4-BE49-F238E27FC236}">
                <a16:creationId xmlns:a16="http://schemas.microsoft.com/office/drawing/2014/main" id="{33A97D95-2B74-4DBD-7AEA-9375F1D30A95}"/>
              </a:ext>
            </a:extLst>
          </p:cNvPr>
          <p:cNvSpPr txBox="1"/>
          <p:nvPr/>
        </p:nvSpPr>
        <p:spPr>
          <a:xfrm>
            <a:off x="2795195" y="2673343"/>
            <a:ext cx="1080000" cy="292388"/>
          </a:xfrm>
          <a:prstGeom prst="rect">
            <a:avLst/>
          </a:prstGeom>
          <a:noFill/>
        </p:spPr>
        <p:txBody>
          <a:bodyPr wrap="square">
            <a:spAutoFit/>
          </a:bodyPr>
          <a:lstStyle/>
          <a:p>
            <a:pPr algn="ctr"/>
            <a:r>
              <a:rPr lang="en-IN" sz="1300" b="1">
                <a:solidFill>
                  <a:schemeClr val="accent5">
                    <a:lumMod val="25000"/>
                  </a:schemeClr>
                </a:solidFill>
                <a:latin typeface="DM Sans" pitchFamily="2" charset="0"/>
              </a:rPr>
              <a:t>Sprint</a:t>
            </a:r>
          </a:p>
        </p:txBody>
      </p:sp>
      <p:sp>
        <p:nvSpPr>
          <p:cNvPr id="19" name="TextBox 18">
            <a:extLst>
              <a:ext uri="{FF2B5EF4-FFF2-40B4-BE49-F238E27FC236}">
                <a16:creationId xmlns:a16="http://schemas.microsoft.com/office/drawing/2014/main" id="{925901E5-BE75-4BD4-1929-78FBB468EC27}"/>
              </a:ext>
            </a:extLst>
          </p:cNvPr>
          <p:cNvSpPr txBox="1"/>
          <p:nvPr/>
        </p:nvSpPr>
        <p:spPr>
          <a:xfrm>
            <a:off x="5865521" y="2687877"/>
            <a:ext cx="1080000" cy="292388"/>
          </a:xfrm>
          <a:prstGeom prst="rect">
            <a:avLst/>
          </a:prstGeom>
          <a:noFill/>
        </p:spPr>
        <p:txBody>
          <a:bodyPr wrap="square">
            <a:spAutoFit/>
          </a:bodyPr>
          <a:lstStyle/>
          <a:p>
            <a:pPr algn="ctr"/>
            <a:r>
              <a:rPr lang="en-IN" sz="1300" b="1">
                <a:solidFill>
                  <a:schemeClr val="tx2">
                    <a:lumMod val="25000"/>
                  </a:schemeClr>
                </a:solidFill>
                <a:latin typeface="DM Sans" pitchFamily="2" charset="0"/>
              </a:rPr>
              <a:t>Sprint</a:t>
            </a:r>
          </a:p>
        </p:txBody>
      </p:sp>
      <p:sp>
        <p:nvSpPr>
          <p:cNvPr id="20" name="TextBox 19">
            <a:extLst>
              <a:ext uri="{FF2B5EF4-FFF2-40B4-BE49-F238E27FC236}">
                <a16:creationId xmlns:a16="http://schemas.microsoft.com/office/drawing/2014/main" id="{8E0E52A9-B36E-7A72-8A77-06B814E6597E}"/>
              </a:ext>
            </a:extLst>
          </p:cNvPr>
          <p:cNvSpPr txBox="1"/>
          <p:nvPr/>
        </p:nvSpPr>
        <p:spPr>
          <a:xfrm>
            <a:off x="9138856" y="2687877"/>
            <a:ext cx="1080000" cy="292388"/>
          </a:xfrm>
          <a:prstGeom prst="rect">
            <a:avLst/>
          </a:prstGeom>
          <a:noFill/>
        </p:spPr>
        <p:txBody>
          <a:bodyPr wrap="square">
            <a:spAutoFit/>
          </a:bodyPr>
          <a:lstStyle/>
          <a:p>
            <a:pPr algn="ctr"/>
            <a:r>
              <a:rPr lang="en-IN" sz="1300" b="1">
                <a:solidFill>
                  <a:schemeClr val="tx1">
                    <a:lumMod val="50000"/>
                  </a:schemeClr>
                </a:solidFill>
                <a:latin typeface="DM Sans" pitchFamily="2" charset="0"/>
              </a:rPr>
              <a:t>Sprint</a:t>
            </a:r>
          </a:p>
        </p:txBody>
      </p:sp>
      <p:sp>
        <p:nvSpPr>
          <p:cNvPr id="21" name="Rectangle 20">
            <a:extLst>
              <a:ext uri="{FF2B5EF4-FFF2-40B4-BE49-F238E27FC236}">
                <a16:creationId xmlns:a16="http://schemas.microsoft.com/office/drawing/2014/main" id="{14BC590A-DE0E-DEE3-1BF6-2659C6CB799A}"/>
              </a:ext>
            </a:extLst>
          </p:cNvPr>
          <p:cNvSpPr/>
          <p:nvPr/>
        </p:nvSpPr>
        <p:spPr>
          <a:xfrm>
            <a:off x="632001" y="4086410"/>
            <a:ext cx="10402407" cy="344194"/>
          </a:xfrm>
          <a:prstGeom prst="rect">
            <a:avLst/>
          </a:prstGeom>
          <a:solidFill>
            <a:schemeClr val="accent1">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bg1"/>
                </a:solidFill>
                <a:latin typeface="Bierstadt" panose="020B0004020202020204" pitchFamily="34" charset="0"/>
              </a:rPr>
              <a:t>Activities / Deliverables</a:t>
            </a:r>
          </a:p>
        </p:txBody>
      </p:sp>
      <p:sp>
        <p:nvSpPr>
          <p:cNvPr id="22" name="TextBox 21">
            <a:extLst>
              <a:ext uri="{FF2B5EF4-FFF2-40B4-BE49-F238E27FC236}">
                <a16:creationId xmlns:a16="http://schemas.microsoft.com/office/drawing/2014/main" id="{5DCE0EAD-3694-21AD-0519-A4BCA3353A97}"/>
              </a:ext>
            </a:extLst>
          </p:cNvPr>
          <p:cNvSpPr txBox="1"/>
          <p:nvPr/>
        </p:nvSpPr>
        <p:spPr>
          <a:xfrm>
            <a:off x="2572136" y="1123116"/>
            <a:ext cx="7047727" cy="276999"/>
          </a:xfrm>
          <a:prstGeom prst="rect">
            <a:avLst/>
          </a:prstGeom>
          <a:noFill/>
        </p:spPr>
        <p:txBody>
          <a:bodyPr wrap="square">
            <a:spAutoFit/>
          </a:bodyPr>
          <a:lstStyle/>
          <a:p>
            <a:pPr algn="ctr"/>
            <a:r>
              <a:rPr lang="en-IN" sz="1200" i="1">
                <a:solidFill>
                  <a:srgbClr val="000000"/>
                </a:solidFill>
                <a:latin typeface="Arial Nova Light" panose="020B0304020202020204" pitchFamily="34" charset="0"/>
              </a:rPr>
              <a:t>Each sprint can span across</a:t>
            </a:r>
            <a:r>
              <a:rPr lang="en-IN" sz="1200" b="1" i="1">
                <a:solidFill>
                  <a:srgbClr val="000000"/>
                </a:solidFill>
                <a:latin typeface="Bierstadt" panose="020B0004020202020204" pitchFamily="34" charset="0"/>
              </a:rPr>
              <a:t> 2-4 weeks </a:t>
            </a:r>
            <a:r>
              <a:rPr lang="en-IN" sz="1200" i="1">
                <a:solidFill>
                  <a:srgbClr val="000000"/>
                </a:solidFill>
                <a:latin typeface="Arial Nova Light" panose="020B0304020202020204" pitchFamily="34" charset="0"/>
              </a:rPr>
              <a:t>depending on scope of the copilot</a:t>
            </a:r>
          </a:p>
        </p:txBody>
      </p:sp>
      <p:sp>
        <p:nvSpPr>
          <p:cNvPr id="47" name="Title 1">
            <a:extLst>
              <a:ext uri="{FF2B5EF4-FFF2-40B4-BE49-F238E27FC236}">
                <a16:creationId xmlns:a16="http://schemas.microsoft.com/office/drawing/2014/main" id="{5381BEC8-31BC-405D-B212-99C4FBB2991F}"/>
              </a:ext>
            </a:extLst>
          </p:cNvPr>
          <p:cNvSpPr txBox="1">
            <a:spLocks/>
          </p:cNvSpPr>
          <p:nvPr/>
        </p:nvSpPr>
        <p:spPr>
          <a:xfrm>
            <a:off x="956557" y="270909"/>
            <a:ext cx="10158483"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r>
              <a:rPr lang="en-US"/>
              <a:t>Delivery Model</a:t>
            </a:r>
          </a:p>
        </p:txBody>
      </p:sp>
      <p:sp>
        <p:nvSpPr>
          <p:cNvPr id="48" name="TextBox 47">
            <a:extLst>
              <a:ext uri="{FF2B5EF4-FFF2-40B4-BE49-F238E27FC236}">
                <a16:creationId xmlns:a16="http://schemas.microsoft.com/office/drawing/2014/main" id="{E9149C33-B1A4-54A5-CE5B-7D895D96611A}"/>
              </a:ext>
            </a:extLst>
          </p:cNvPr>
          <p:cNvSpPr txBox="1"/>
          <p:nvPr/>
        </p:nvSpPr>
        <p:spPr>
          <a:xfrm>
            <a:off x="632001" y="4473258"/>
            <a:ext cx="3855921" cy="2113399"/>
          </a:xfrm>
          <a:prstGeom prst="rect">
            <a:avLst/>
          </a:prstGeom>
          <a:noFill/>
        </p:spPr>
        <p:txBody>
          <a:bodyPr wrap="square">
            <a:spAutoFit/>
          </a:bodyPr>
          <a:lstStyle/>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User-persona process-map and decision flow</a:t>
            </a:r>
          </a:p>
          <a:p>
            <a:pPr marL="285750" indent="-285750">
              <a:spcAft>
                <a:spcPts val="1000"/>
              </a:spcAft>
              <a:buFont typeface="Wingdings" panose="05000000000000000000" pitchFamily="2" charset="2"/>
              <a:buChar char="ü"/>
            </a:pPr>
            <a:r>
              <a:rPr lang="en-US" sz="1400">
                <a:solidFill>
                  <a:srgbClr val="000000"/>
                </a:solidFill>
                <a:latin typeface="Arial Nova Light" panose="020B0304020202020204" pitchFamily="34" charset="0"/>
              </a:rPr>
              <a:t>Business case, epics and features</a:t>
            </a:r>
          </a:p>
          <a:p>
            <a:pPr marL="285750" indent="-285750">
              <a:spcAft>
                <a:spcPts val="1000"/>
              </a:spcAft>
              <a:buFont typeface="Wingdings" panose="05000000000000000000" pitchFamily="2" charset="2"/>
              <a:buChar char="ü"/>
            </a:pPr>
            <a:r>
              <a:rPr lang="en-US" sz="1400">
                <a:solidFill>
                  <a:srgbClr val="000000"/>
                </a:solidFill>
                <a:latin typeface="Arial Nova Light" panose="020B0304020202020204" pitchFamily="34" charset="0"/>
              </a:rPr>
              <a:t>AI model workflow design and architecture</a:t>
            </a:r>
          </a:p>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Guardrails, Governance, Security and Regulatory implications</a:t>
            </a:r>
            <a:endParaRPr lang="en-US" sz="1400">
              <a:solidFill>
                <a:srgbClr val="000000"/>
              </a:solidFill>
              <a:latin typeface="Arial Nova Light" panose="020B0304020202020204" pitchFamily="34" charset="0"/>
            </a:endParaRPr>
          </a:p>
          <a:p>
            <a:pPr marL="285750" indent="-285750">
              <a:spcAft>
                <a:spcPts val="1000"/>
              </a:spcAft>
              <a:buFont typeface="Wingdings" panose="05000000000000000000" pitchFamily="2" charset="2"/>
              <a:buChar char="ü"/>
            </a:pPr>
            <a:r>
              <a:rPr lang="en-US" sz="1400">
                <a:solidFill>
                  <a:srgbClr val="000000"/>
                </a:solidFill>
                <a:latin typeface="Arial Nova Light" panose="020B0304020202020204" pitchFamily="34" charset="0"/>
              </a:rPr>
              <a:t>Data identification &amp; procurement</a:t>
            </a:r>
          </a:p>
        </p:txBody>
      </p:sp>
      <p:sp>
        <p:nvSpPr>
          <p:cNvPr id="49" name="TextBox 48">
            <a:extLst>
              <a:ext uri="{FF2B5EF4-FFF2-40B4-BE49-F238E27FC236}">
                <a16:creationId xmlns:a16="http://schemas.microsoft.com/office/drawing/2014/main" id="{1CCC38A8-BB22-F649-816B-54078110087D}"/>
              </a:ext>
            </a:extLst>
          </p:cNvPr>
          <p:cNvSpPr txBox="1"/>
          <p:nvPr/>
        </p:nvSpPr>
        <p:spPr>
          <a:xfrm>
            <a:off x="4663896" y="4530913"/>
            <a:ext cx="3075279" cy="2113399"/>
          </a:xfrm>
          <a:prstGeom prst="rect">
            <a:avLst/>
          </a:prstGeom>
          <a:noFill/>
        </p:spPr>
        <p:txBody>
          <a:bodyPr wrap="square">
            <a:spAutoFit/>
          </a:bodyPr>
          <a:lstStyle/>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Model shortlisting</a:t>
            </a:r>
          </a:p>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Feature development</a:t>
            </a:r>
          </a:p>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Model training, </a:t>
            </a:r>
            <a:r>
              <a:rPr lang="en-US" sz="1400">
                <a:solidFill>
                  <a:srgbClr val="000000"/>
                </a:solidFill>
                <a:latin typeface="Arial Nova Light" panose="020B0304020202020204" pitchFamily="34" charset="0"/>
              </a:rPr>
              <a:t>iterations and validation</a:t>
            </a:r>
            <a:endParaRPr lang="en-US" sz="1400" b="0" i="0">
              <a:solidFill>
                <a:srgbClr val="000000"/>
              </a:solidFill>
              <a:effectLst/>
              <a:latin typeface="Arial Nova Light" panose="020B0304020202020204" pitchFamily="34" charset="0"/>
            </a:endParaRPr>
          </a:p>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Model evaluations</a:t>
            </a:r>
          </a:p>
          <a:p>
            <a:pPr marL="285750" indent="-285750">
              <a:spcAft>
                <a:spcPts val="1000"/>
              </a:spcAft>
              <a:buFont typeface="Wingdings" panose="05000000000000000000" pitchFamily="2" charset="2"/>
              <a:buChar char="ü"/>
            </a:pPr>
            <a:r>
              <a:rPr lang="en-US" sz="1400">
                <a:solidFill>
                  <a:srgbClr val="000000"/>
                </a:solidFill>
                <a:latin typeface="Arial Nova Light" panose="020B0304020202020204" pitchFamily="34" charset="0"/>
              </a:rPr>
              <a:t>Model selection and improvements</a:t>
            </a:r>
            <a:endParaRPr lang="en-US" sz="1400" b="0" i="0">
              <a:solidFill>
                <a:srgbClr val="000000"/>
              </a:solidFill>
              <a:effectLst/>
              <a:latin typeface="Arial Nova Light" panose="020B0304020202020204" pitchFamily="34" charset="0"/>
            </a:endParaRPr>
          </a:p>
        </p:txBody>
      </p:sp>
      <p:sp>
        <p:nvSpPr>
          <p:cNvPr id="50" name="TextBox 49">
            <a:extLst>
              <a:ext uri="{FF2B5EF4-FFF2-40B4-BE49-F238E27FC236}">
                <a16:creationId xmlns:a16="http://schemas.microsoft.com/office/drawing/2014/main" id="{C2F14925-6CE7-D912-666C-AC0EA52FC5AF}"/>
              </a:ext>
            </a:extLst>
          </p:cNvPr>
          <p:cNvSpPr txBox="1"/>
          <p:nvPr/>
        </p:nvSpPr>
        <p:spPr>
          <a:xfrm>
            <a:off x="7839889" y="4530913"/>
            <a:ext cx="3075279" cy="1554272"/>
          </a:xfrm>
          <a:prstGeom prst="rect">
            <a:avLst/>
          </a:prstGeom>
          <a:noFill/>
        </p:spPr>
        <p:txBody>
          <a:bodyPr wrap="square">
            <a:spAutoFit/>
          </a:bodyPr>
          <a:lstStyle/>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Model deployment and integration</a:t>
            </a:r>
          </a:p>
          <a:p>
            <a:pPr marL="285750" indent="-285750">
              <a:spcAft>
                <a:spcPts val="1000"/>
              </a:spcAft>
              <a:buFont typeface="Wingdings" panose="05000000000000000000" pitchFamily="2" charset="2"/>
              <a:buChar char="ü"/>
            </a:pPr>
            <a:r>
              <a:rPr lang="en-US" sz="1400">
                <a:solidFill>
                  <a:srgbClr val="000000"/>
                </a:solidFill>
                <a:latin typeface="Arial Nova Light" panose="020B0304020202020204" pitchFamily="34" charset="0"/>
              </a:rPr>
              <a:t>Model monitoring</a:t>
            </a:r>
          </a:p>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User feedback</a:t>
            </a:r>
          </a:p>
          <a:p>
            <a:pPr marL="285750" indent="-285750">
              <a:spcAft>
                <a:spcPts val="1000"/>
              </a:spcAft>
              <a:buFont typeface="Wingdings" panose="05000000000000000000" pitchFamily="2" charset="2"/>
              <a:buChar char="ü"/>
            </a:pPr>
            <a:r>
              <a:rPr lang="en-US" sz="1400" b="0" i="0">
                <a:solidFill>
                  <a:srgbClr val="000000"/>
                </a:solidFill>
                <a:effectLst/>
                <a:latin typeface="Arial Nova Light" panose="020B0304020202020204" pitchFamily="34" charset="0"/>
              </a:rPr>
              <a:t>Change Management &amp; Knowledge Transfer</a:t>
            </a:r>
          </a:p>
        </p:txBody>
      </p:sp>
    </p:spTree>
    <p:extLst>
      <p:ext uri="{BB962C8B-B14F-4D97-AF65-F5344CB8AC3E}">
        <p14:creationId xmlns:p14="http://schemas.microsoft.com/office/powerpoint/2010/main" val="996918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5381BEC8-31BC-405D-B212-99C4FBB2991F}"/>
              </a:ext>
            </a:extLst>
          </p:cNvPr>
          <p:cNvSpPr txBox="1">
            <a:spLocks/>
          </p:cNvSpPr>
          <p:nvPr/>
        </p:nvSpPr>
        <p:spPr>
          <a:xfrm>
            <a:off x="956557" y="270909"/>
            <a:ext cx="10158483"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solidFill>
                  <a:srgbClr val="D3E9AB">
                    <a:lumMod val="50000"/>
                  </a:srgbClr>
                </a:solidFill>
              </a:rPr>
              <a:t>Our Team – Pod Lead &amp; Health Care Expert Profiles (1/4)</a:t>
            </a:r>
            <a:endParaRPr kumimoji="0" lang="en-US" sz="2800" b="1" i="0" u="none" strike="noStrike" kern="1200" cap="none" spc="0" normalizeH="0" baseline="0" noProof="0">
              <a:ln>
                <a:noFill/>
              </a:ln>
              <a:solidFill>
                <a:srgbClr val="D3E9AB">
                  <a:lumMod val="50000"/>
                </a:srgbClr>
              </a:solidFill>
              <a:effectLst/>
              <a:uLnTx/>
              <a:uFillTx/>
              <a:latin typeface="Bierstadt" panose="020B0004020202020204" pitchFamily="34" charset="0"/>
              <a:ea typeface="+mj-ea"/>
              <a:cs typeface="+mj-cs"/>
            </a:endParaRPr>
          </a:p>
        </p:txBody>
      </p:sp>
      <p:sp>
        <p:nvSpPr>
          <p:cNvPr id="6" name="Google Shape;1062;g26aa96f6693_0_28">
            <a:extLst>
              <a:ext uri="{FF2B5EF4-FFF2-40B4-BE49-F238E27FC236}">
                <a16:creationId xmlns:a16="http://schemas.microsoft.com/office/drawing/2014/main" id="{026820C9-14BA-E79B-EC1E-E403B62D1299}"/>
              </a:ext>
            </a:extLst>
          </p:cNvPr>
          <p:cNvSpPr txBox="1"/>
          <p:nvPr/>
        </p:nvSpPr>
        <p:spPr>
          <a:xfrm>
            <a:off x="717484" y="2774191"/>
            <a:ext cx="5029200" cy="382156"/>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panose="020B0004020202020204" pitchFamily="34" charset="0"/>
                <a:cs typeface="Arial"/>
                <a:sym typeface="Arial"/>
              </a:rPr>
              <a:t>MAZHAR CHAUDHARI</a:t>
            </a:r>
            <a:endParaRPr sz="1400" kern="0">
              <a:solidFill>
                <a:srgbClr val="00BEC3"/>
              </a:solidFill>
              <a:latin typeface="Bierstadt" panose="020B0004020202020204" pitchFamily="34" charset="0"/>
              <a:cs typeface="Arial"/>
              <a:sym typeface="Arial"/>
            </a:endParaRPr>
          </a:p>
          <a:p>
            <a:pPr marL="183515" marR="95885" indent="-171450">
              <a:buClr>
                <a:srgbClr val="3E3E3E"/>
              </a:buClr>
              <a:buSzPts val="1000"/>
              <a:buFontTx/>
              <a:buChar char="•"/>
            </a:pPr>
            <a:r>
              <a:rPr lang="en-US" sz="1000">
                <a:solidFill>
                  <a:srgbClr val="3E3E3E"/>
                </a:solidFill>
                <a:latin typeface="Arial Nova Light" panose="020B0304020202020204" pitchFamily="34" charset="0"/>
              </a:rPr>
              <a:t>&lt;text&gt;</a:t>
            </a:r>
          </a:p>
        </p:txBody>
      </p:sp>
      <p:cxnSp>
        <p:nvCxnSpPr>
          <p:cNvPr id="9" name="Google Shape;1064;g26aa96f6693_0_28">
            <a:extLst>
              <a:ext uri="{FF2B5EF4-FFF2-40B4-BE49-F238E27FC236}">
                <a16:creationId xmlns:a16="http://schemas.microsoft.com/office/drawing/2014/main" id="{91FFB5F6-74C5-C81C-6B5B-5A140CB192FE}"/>
              </a:ext>
            </a:extLst>
          </p:cNvPr>
          <p:cNvCxnSpPr/>
          <p:nvPr/>
        </p:nvCxnSpPr>
        <p:spPr>
          <a:xfrm>
            <a:off x="5869413" y="2969873"/>
            <a:ext cx="0" cy="3228000"/>
          </a:xfrm>
          <a:prstGeom prst="straightConnector1">
            <a:avLst/>
          </a:prstGeom>
          <a:noFill/>
          <a:ln w="12700" cap="flat" cmpd="sng">
            <a:solidFill>
              <a:srgbClr val="4D4D4D"/>
            </a:solidFill>
            <a:prstDash val="dot"/>
            <a:miter lim="800000"/>
            <a:headEnd type="none" w="sm" len="sm"/>
            <a:tailEnd type="none" w="sm" len="sm"/>
          </a:ln>
        </p:spPr>
      </p:cxnSp>
      <p:sp>
        <p:nvSpPr>
          <p:cNvPr id="2" name="Google Shape;1062;g26aa96f6693_0_28">
            <a:extLst>
              <a:ext uri="{FF2B5EF4-FFF2-40B4-BE49-F238E27FC236}">
                <a16:creationId xmlns:a16="http://schemas.microsoft.com/office/drawing/2014/main" id="{4DB9D245-F662-047B-6C8D-955E13FC655F}"/>
              </a:ext>
            </a:extLst>
          </p:cNvPr>
          <p:cNvSpPr txBox="1"/>
          <p:nvPr/>
        </p:nvSpPr>
        <p:spPr>
          <a:xfrm>
            <a:off x="6203731" y="2674591"/>
            <a:ext cx="5029200" cy="3998531"/>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panose="020B0004020202020204" pitchFamily="34" charset="0"/>
                <a:cs typeface="Arial"/>
                <a:sym typeface="Arial"/>
              </a:rPr>
              <a:t>SATISH TAMMINENI</a:t>
            </a:r>
            <a:endParaRPr sz="1400" kern="0">
              <a:solidFill>
                <a:srgbClr val="00BEC3"/>
              </a:solidFill>
              <a:latin typeface="Bierstadt" panose="020B0004020202020204" pitchFamily="34" charset="0"/>
              <a:cs typeface="Arial"/>
              <a:sym typeface="Arial"/>
            </a:endParaRPr>
          </a:p>
          <a:p>
            <a:pPr marL="183515" marR="95885" indent="-171450">
              <a:buClr>
                <a:srgbClr val="3E3E3E"/>
              </a:buClr>
              <a:buSzPts val="1000"/>
              <a:buFontTx/>
              <a:buChar char="•"/>
            </a:pPr>
            <a:r>
              <a:rPr lang="en-US" sz="1000">
                <a:solidFill>
                  <a:srgbClr val="3E3E3E"/>
                </a:solidFill>
                <a:latin typeface="Arial Nova Light" panose="020B0304020202020204" pitchFamily="34" charset="0"/>
              </a:rPr>
              <a:t>16+ years of experience in building analytics capabilities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Helped healthcare clients in building analytical capabilities across medical cost, value based care, claims, HEDIS / quality ratings, prior auth, provider supply chain, etc. </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Led project related to analytics transformation, delivery model redesign, cloud migration and analytics command centers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Led teams to build multiple AI / ML models such as high-cost member prediction, readmission prediction, HEDIS care gap closure prediction, medical policy benchmarking (NLP), Post call satisfaction estimation</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Led the development of a comprehensive Medical Cost Trend Analytics framework that grouped ICD, CPT, HCPCS, Revenue Codes, NDCs and GPIs into specific type of services that can be analyzed to identify emerging cost and utilization trends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Currently helping a Blue plan enable </a:t>
            </a:r>
            <a:r>
              <a:rPr lang="en-US" sz="1000" err="1">
                <a:solidFill>
                  <a:srgbClr val="3E3E3E"/>
                </a:solidFill>
                <a:latin typeface="Arial Nova Light" panose="020B0304020202020204" pitchFamily="34" charset="0"/>
              </a:rPr>
              <a:t>GenAI</a:t>
            </a:r>
            <a:r>
              <a:rPr lang="en-US" sz="1000">
                <a:solidFill>
                  <a:srgbClr val="3E3E3E"/>
                </a:solidFill>
                <a:latin typeface="Arial Nova Light" panose="020B0304020202020204" pitchFamily="34" charset="0"/>
              </a:rPr>
              <a:t> solutions to help</a:t>
            </a:r>
          </a:p>
          <a:p>
            <a:pPr marL="366395" marR="95885" lvl="1" indent="-182880">
              <a:buClr>
                <a:srgbClr val="3E3E3E"/>
              </a:buClr>
              <a:buSzPts val="1000"/>
              <a:buFontTx/>
              <a:buChar char="•"/>
            </a:pPr>
            <a:r>
              <a:rPr lang="en-US" sz="1000">
                <a:solidFill>
                  <a:srgbClr val="3E3E3E"/>
                </a:solidFill>
                <a:latin typeface="Arial Nova Light" panose="020B0304020202020204" pitchFamily="34" charset="0"/>
              </a:rPr>
              <a:t>a sales agent answer member questions accurately and timely through an agent assist copilot</a:t>
            </a:r>
          </a:p>
          <a:p>
            <a:pPr marL="366395" marR="95885" lvl="1" indent="-182880">
              <a:buClr>
                <a:srgbClr val="3E3E3E"/>
              </a:buClr>
              <a:buSzPts val="1000"/>
              <a:buFontTx/>
              <a:buChar char="•"/>
            </a:pPr>
            <a:r>
              <a:rPr lang="en-US" sz="1000">
                <a:solidFill>
                  <a:srgbClr val="3E3E3E"/>
                </a:solidFill>
                <a:latin typeface="Arial Nova Light" panose="020B0304020202020204" pitchFamily="34" charset="0"/>
              </a:rPr>
              <a:t>a care agent build post call summary (key issues, care path discussed and follow up actions) by analyzing call transcript</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Helping a provider build prior auth. (PA) nurse copilot to streamline and automate nurses’ workflow to document all the forms, letter of medical necessity and supporting documents with an objective to increase PA approval rate, timeliness and reduce nurses’ admin work-load</a:t>
            </a:r>
          </a:p>
        </p:txBody>
      </p:sp>
      <p:pic>
        <p:nvPicPr>
          <p:cNvPr id="3" name="Google Shape;769;g26aa96f6693_0_28">
            <a:extLst>
              <a:ext uri="{FF2B5EF4-FFF2-40B4-BE49-F238E27FC236}">
                <a16:creationId xmlns:a16="http://schemas.microsoft.com/office/drawing/2014/main" id="{E148C397-7A85-04EB-1542-A3397D31DF5A}"/>
              </a:ext>
            </a:extLst>
          </p:cNvPr>
          <p:cNvPicPr preferRelativeResize="0">
            <a:picLocks noChangeAspect="1"/>
          </p:cNvPicPr>
          <p:nvPr/>
        </p:nvPicPr>
        <p:blipFill rotWithShape="1">
          <a:blip r:embed="rId2" cstate="hqprint">
            <a:alphaModFix/>
            <a:extLst>
              <a:ext uri="{28A0092B-C50C-407E-A947-70E740481C1C}">
                <a14:useLocalDpi xmlns:a14="http://schemas.microsoft.com/office/drawing/2010/main"/>
              </a:ext>
            </a:extLst>
          </a:blip>
          <a:srcRect l="-454" t="1" r="561" b="155"/>
          <a:stretch/>
        </p:blipFill>
        <p:spPr>
          <a:xfrm>
            <a:off x="6203732" y="1132146"/>
            <a:ext cx="1207008" cy="1505376"/>
          </a:xfrm>
          <a:prstGeom prst="rect">
            <a:avLst/>
          </a:prstGeom>
          <a:noFill/>
          <a:ln>
            <a:noFill/>
          </a:ln>
        </p:spPr>
      </p:pic>
      <p:sp>
        <p:nvSpPr>
          <p:cNvPr id="4" name="Rectangle 3">
            <a:extLst>
              <a:ext uri="{FF2B5EF4-FFF2-40B4-BE49-F238E27FC236}">
                <a16:creationId xmlns:a16="http://schemas.microsoft.com/office/drawing/2014/main" id="{9D7598FE-E39D-5821-73CA-843871AC4AFE}"/>
              </a:ext>
            </a:extLst>
          </p:cNvPr>
          <p:cNvSpPr/>
          <p:nvPr/>
        </p:nvSpPr>
        <p:spPr>
          <a:xfrm>
            <a:off x="717484" y="1230086"/>
            <a:ext cx="1209287" cy="14445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2671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5381BEC8-31BC-405D-B212-99C4FBB2991F}"/>
              </a:ext>
            </a:extLst>
          </p:cNvPr>
          <p:cNvSpPr txBox="1">
            <a:spLocks/>
          </p:cNvSpPr>
          <p:nvPr/>
        </p:nvSpPr>
        <p:spPr>
          <a:xfrm>
            <a:off x="956557" y="270909"/>
            <a:ext cx="10158483"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solidFill>
                  <a:srgbClr val="D3E9AB">
                    <a:lumMod val="50000"/>
                  </a:srgbClr>
                </a:solidFill>
              </a:rPr>
              <a:t>Our Team – Pod Lead &amp; Health Care Expert Profiles (2/4)</a:t>
            </a:r>
            <a:endParaRPr kumimoji="0" lang="en-US" sz="2800" b="1" i="0" u="none" strike="noStrike" kern="1200" cap="none" spc="0" normalizeH="0" baseline="0" noProof="0">
              <a:ln>
                <a:noFill/>
              </a:ln>
              <a:solidFill>
                <a:srgbClr val="D3E9AB">
                  <a:lumMod val="50000"/>
                </a:srgbClr>
              </a:solidFill>
              <a:effectLst/>
              <a:uLnTx/>
              <a:uFillTx/>
              <a:latin typeface="Bierstadt" panose="020B0004020202020204" pitchFamily="34" charset="0"/>
              <a:ea typeface="+mj-ea"/>
              <a:cs typeface="+mj-cs"/>
            </a:endParaRPr>
          </a:p>
        </p:txBody>
      </p:sp>
      <p:sp>
        <p:nvSpPr>
          <p:cNvPr id="45" name="Google Shape;1062;g26aa96f6693_0_28">
            <a:extLst>
              <a:ext uri="{FF2B5EF4-FFF2-40B4-BE49-F238E27FC236}">
                <a16:creationId xmlns:a16="http://schemas.microsoft.com/office/drawing/2014/main" id="{B3790F00-985E-7F75-D115-4AB70C658838}"/>
              </a:ext>
            </a:extLst>
          </p:cNvPr>
          <p:cNvSpPr txBox="1"/>
          <p:nvPr/>
        </p:nvSpPr>
        <p:spPr>
          <a:xfrm>
            <a:off x="956556" y="2784708"/>
            <a:ext cx="5029200" cy="3793346"/>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IN" sz="1400" b="1" kern="0">
                <a:solidFill>
                  <a:srgbClr val="00BEC3"/>
                </a:solidFill>
                <a:latin typeface="Bierstadt" panose="020B0004020202020204" pitchFamily="34" charset="0"/>
                <a:cs typeface="Arial"/>
                <a:sym typeface="Arial"/>
              </a:rPr>
              <a:t>PRERNA SHARMA</a:t>
            </a:r>
            <a:endParaRPr sz="1400" kern="0">
              <a:solidFill>
                <a:srgbClr val="00BEC3"/>
              </a:solidFill>
              <a:latin typeface="Bierstadt" panose="020B0004020202020204" pitchFamily="34" charset="0"/>
              <a:cs typeface="Arial"/>
              <a:sym typeface="Arial"/>
            </a:endParaRPr>
          </a:p>
          <a:p>
            <a:pPr marL="183515" marR="95885" lvl="0" indent="-171450">
              <a:lnSpc>
                <a:spcPct val="100000"/>
              </a:lnSpc>
              <a:spcBef>
                <a:spcPts val="600"/>
              </a:spcBef>
              <a:spcAft>
                <a:spcPts val="0"/>
              </a:spcAft>
              <a:buClr>
                <a:srgbClr val="3E3E3E"/>
              </a:buClr>
              <a:buSzPts val="1000"/>
              <a:buFontTx/>
              <a:buChar char="•"/>
            </a:pPr>
            <a:r>
              <a:rPr lang="en-US" sz="1000">
                <a:solidFill>
                  <a:srgbClr val="3E3E3E"/>
                </a:solidFill>
                <a:latin typeface="Arial Nova Light" panose="020B0304020202020204" pitchFamily="34" charset="0"/>
              </a:rPr>
              <a:t>11 years of experience helping healthcare clients in Data, Analytics and AI strategy, roadmap and enablement</a:t>
            </a:r>
          </a:p>
          <a:p>
            <a:pPr marL="183515" marR="95885" indent="-171450">
              <a:spcBef>
                <a:spcPts val="700"/>
              </a:spcBef>
              <a:buClr>
                <a:srgbClr val="3E3E3E"/>
              </a:buClr>
              <a:buSzPts val="1000"/>
              <a:buFontTx/>
              <a:buChar char="•"/>
            </a:pPr>
            <a:r>
              <a:rPr lang="en-US" sz="1000">
                <a:solidFill>
                  <a:srgbClr val="3E3E3E"/>
                </a:solidFill>
                <a:latin typeface="Arial Nova Light" panose="020B0304020202020204" pitchFamily="34" charset="0"/>
              </a:rPr>
              <a:t>Led data and analytics consulting projects for payor clients in areas such as claims analytics, care management, medical cost analytics, member profiling, STAR rating and analytics strategy</a:t>
            </a:r>
          </a:p>
          <a:p>
            <a:pPr marL="183515" marR="95885" indent="-171450">
              <a:spcBef>
                <a:spcPts val="700"/>
              </a:spcBef>
              <a:buClr>
                <a:srgbClr val="3E3E3E"/>
              </a:buClr>
              <a:buSzPts val="1000"/>
              <a:buFontTx/>
              <a:buChar char="•"/>
            </a:pPr>
            <a:r>
              <a:rPr lang="en-US" sz="1000">
                <a:solidFill>
                  <a:srgbClr val="3E3E3E"/>
                </a:solidFill>
                <a:latin typeface="Arial Nova Light" panose="020B0304020202020204" pitchFamily="34" charset="0"/>
              </a:rPr>
              <a:t>Helped a payor with a competitive intelligence tool to identify gaps in policy by using NLP to extract codes and coverages in the policy and benchmark with competitor policies</a:t>
            </a:r>
          </a:p>
          <a:p>
            <a:pPr marL="183515" marR="95885" lvl="0" indent="-171450">
              <a:lnSpc>
                <a:spcPct val="100000"/>
              </a:lnSpc>
              <a:spcBef>
                <a:spcPts val="700"/>
              </a:spcBef>
              <a:spcAft>
                <a:spcPts val="0"/>
              </a:spcAft>
              <a:buClr>
                <a:srgbClr val="3E3E3E"/>
              </a:buClr>
              <a:buSzPts val="1000"/>
              <a:buFontTx/>
              <a:buChar char="•"/>
            </a:pPr>
            <a:r>
              <a:rPr lang="en-US" sz="1000">
                <a:solidFill>
                  <a:srgbClr val="3E3E3E"/>
                </a:solidFill>
                <a:latin typeface="Arial Nova Light" panose="020B0304020202020204" pitchFamily="34" charset="0"/>
              </a:rPr>
              <a:t>Led provider consulting engagements in areas of market entry strategies, provider star ratings, patient throughput analytics, procurement and supply chain analytics</a:t>
            </a:r>
          </a:p>
          <a:p>
            <a:pPr marL="183515" marR="95885" lvl="0" indent="-171450">
              <a:lnSpc>
                <a:spcPct val="100000"/>
              </a:lnSpc>
              <a:spcBef>
                <a:spcPts val="700"/>
              </a:spcBef>
              <a:spcAft>
                <a:spcPts val="0"/>
              </a:spcAft>
              <a:buClr>
                <a:srgbClr val="3E3E3E"/>
              </a:buClr>
              <a:buSzPts val="1000"/>
              <a:buFontTx/>
              <a:buChar char="•"/>
            </a:pPr>
            <a:r>
              <a:rPr lang="en-US" sz="1000">
                <a:solidFill>
                  <a:srgbClr val="3E3E3E"/>
                </a:solidFill>
                <a:latin typeface="Arial Nova Light" panose="020B0304020202020204" pitchFamily="34" charset="0"/>
              </a:rPr>
              <a:t>Helped a provider chain identify potential cost savings opportunities of ~$40 M in areas of pharmacy and medical supplies</a:t>
            </a:r>
          </a:p>
          <a:p>
            <a:pPr marL="171450" marR="95885" lvl="1" indent="-160338">
              <a:spcBef>
                <a:spcPts val="700"/>
              </a:spcBef>
              <a:buClr>
                <a:srgbClr val="3E3E3E"/>
              </a:buClr>
              <a:buSzPts val="1000"/>
              <a:buFontTx/>
              <a:buChar char="•"/>
            </a:pPr>
            <a:r>
              <a:rPr lang="en-US" sz="1000">
                <a:solidFill>
                  <a:srgbClr val="3E3E3E"/>
                </a:solidFill>
                <a:latin typeface="Arial Nova Light" panose="020B0304020202020204" pitchFamily="34" charset="0"/>
              </a:rPr>
              <a:t>Leading multiple </a:t>
            </a:r>
            <a:r>
              <a:rPr lang="en-US" sz="1000" err="1">
                <a:solidFill>
                  <a:srgbClr val="3E3E3E"/>
                </a:solidFill>
                <a:latin typeface="Arial Nova Light" panose="020B0304020202020204" pitchFamily="34" charset="0"/>
              </a:rPr>
              <a:t>GenAI</a:t>
            </a:r>
            <a:r>
              <a:rPr lang="en-US" sz="1000">
                <a:solidFill>
                  <a:srgbClr val="3E3E3E"/>
                </a:solidFill>
                <a:latin typeface="Arial Nova Light" panose="020B0304020202020204" pitchFamily="34" charset="0"/>
              </a:rPr>
              <a:t> projects for healthcare clients</a:t>
            </a:r>
          </a:p>
          <a:p>
            <a:pPr marL="365760" marR="95885" lvl="2" indent="-182880">
              <a:spcBef>
                <a:spcPts val="300"/>
              </a:spcBef>
              <a:buClr>
                <a:srgbClr val="3E3E3E"/>
              </a:buClr>
              <a:buSzPts val="1000"/>
              <a:buFontTx/>
              <a:buChar char="•"/>
            </a:pPr>
            <a:r>
              <a:rPr lang="en-US" sz="1000">
                <a:solidFill>
                  <a:srgbClr val="3E3E3E"/>
                </a:solidFill>
                <a:latin typeface="Arial Nova Light" panose="020B0304020202020204" pitchFamily="34" charset="0"/>
              </a:rPr>
              <a:t>Prior authorization copilot for a large US health system to enable intelligent automation of the prior authorization</a:t>
            </a:r>
          </a:p>
          <a:p>
            <a:pPr marL="365760" marR="95885" lvl="2" indent="-182880">
              <a:spcBef>
                <a:spcPts val="300"/>
              </a:spcBef>
              <a:buClr>
                <a:srgbClr val="3E3E3E"/>
              </a:buClr>
              <a:buSzPts val="1000"/>
              <a:buFontTx/>
              <a:buChar char="•"/>
            </a:pPr>
            <a:r>
              <a:rPr lang="en-US" sz="1000">
                <a:solidFill>
                  <a:srgbClr val="3E3E3E"/>
                </a:solidFill>
                <a:latin typeface="Arial Nova Light" panose="020B0304020202020204" pitchFamily="34" charset="0"/>
              </a:rPr>
              <a:t>Automated provider operations workflow using AI and gen AI to enable provider onboarding and terminations</a:t>
            </a:r>
          </a:p>
          <a:p>
            <a:pPr marL="365760" marR="95885" lvl="2" indent="-182880">
              <a:spcBef>
                <a:spcPts val="300"/>
              </a:spcBef>
              <a:buClr>
                <a:srgbClr val="3E3E3E"/>
              </a:buClr>
              <a:buSzPts val="1000"/>
              <a:buFontTx/>
              <a:buChar char="•"/>
            </a:pPr>
            <a:r>
              <a:rPr lang="en-US" sz="1000">
                <a:solidFill>
                  <a:srgbClr val="3E3E3E"/>
                </a:solidFill>
                <a:latin typeface="Arial Nova Light" panose="020B0304020202020204" pitchFamily="34" charset="0"/>
              </a:rPr>
              <a:t>Agent assist copilot for Medicare Sales agents to answer member questions instantly by retrieving the right information for many unstructured and structured docs</a:t>
            </a:r>
          </a:p>
        </p:txBody>
      </p:sp>
      <p:sp>
        <p:nvSpPr>
          <p:cNvPr id="52" name="Google Shape;1065;g26aa96f6693_0_28">
            <a:extLst>
              <a:ext uri="{FF2B5EF4-FFF2-40B4-BE49-F238E27FC236}">
                <a16:creationId xmlns:a16="http://schemas.microsoft.com/office/drawing/2014/main" id="{5116D18E-5E42-44CC-0176-0081FEF2DDCB}"/>
              </a:ext>
            </a:extLst>
          </p:cNvPr>
          <p:cNvSpPr txBox="1"/>
          <p:nvPr/>
        </p:nvSpPr>
        <p:spPr>
          <a:xfrm>
            <a:off x="6411688" y="2784708"/>
            <a:ext cx="5029200" cy="3306033"/>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IN" sz="1400" b="1" kern="0">
                <a:solidFill>
                  <a:srgbClr val="00BEC3"/>
                </a:solidFill>
                <a:latin typeface="Bierstadt" panose="020B0004020202020204" pitchFamily="34" charset="0"/>
                <a:ea typeface="Arial"/>
                <a:cs typeface="Arial"/>
                <a:sym typeface="Arial"/>
              </a:rPr>
              <a:t>GAYATRI JOHAR</a:t>
            </a:r>
            <a:endParaRPr sz="1400" b="1" kern="0">
              <a:solidFill>
                <a:srgbClr val="00BEC3"/>
              </a:solidFill>
              <a:latin typeface="Bierstadt" panose="020B0004020202020204" pitchFamily="34" charset="0"/>
              <a:ea typeface="Arial"/>
              <a:cs typeface="Arial"/>
              <a:sym typeface="Arial"/>
            </a:endParaRPr>
          </a:p>
          <a:p>
            <a:pPr marL="183515" marR="95885" indent="-171450">
              <a:spcBef>
                <a:spcPts val="600"/>
              </a:spcBef>
              <a:buClr>
                <a:srgbClr val="3E3E3E"/>
              </a:buClr>
              <a:buSzPts val="1000"/>
              <a:buChar char="•"/>
            </a:pPr>
            <a:r>
              <a:rPr lang="en-US" sz="1000">
                <a:solidFill>
                  <a:srgbClr val="3E3E3E"/>
                </a:solidFill>
                <a:latin typeface="Arial Nova Light" panose="020B0304020202020204" pitchFamily="34" charset="0"/>
              </a:rPr>
              <a:t>11+ years in Healthcare analytics consulting (EY and PWC)</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Led large analytics deliver projects focusing on - medical cost trend analytics, quality analytics, claims anomaly detection, member segmentation, market access analytics, patient behavior analytics and marketing analytics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Developed a comprehensive analytical framework to measure medical cost trends (MCT). Leveraged the framework to deliver targeted analytics use cases that can help the client uncover medical and pharmacy cost savings opportunities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Helped clients measure provider performance to enable transition to value-based care (VBC) contracts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Led a claim anomaly detection model development enhancing  current process of identification of fraud and recovery</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Developed claim prompt pay prediction model to identify claims that could have a late payment penalty savings millions of dollars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Designed effective marketing programs and allocation for a major pharma company for their animal drug business. </a:t>
            </a:r>
          </a:p>
        </p:txBody>
      </p:sp>
      <p:pic>
        <p:nvPicPr>
          <p:cNvPr id="69" name="Picture 68">
            <a:extLst>
              <a:ext uri="{FF2B5EF4-FFF2-40B4-BE49-F238E27FC236}">
                <a16:creationId xmlns:a16="http://schemas.microsoft.com/office/drawing/2014/main" id="{1BD02579-6750-BBA0-63EE-76EED437B41F}"/>
              </a:ext>
            </a:extLst>
          </p:cNvPr>
          <p:cNvPicPr>
            <a:picLocks noChangeAspect="1"/>
          </p:cNvPicPr>
          <p:nvPr/>
        </p:nvPicPr>
        <p:blipFill>
          <a:blip r:embed="rId2" cstate="hqprint">
            <a:grayscl/>
            <a:extLst>
              <a:ext uri="{28A0092B-C50C-407E-A947-70E740481C1C}">
                <a14:useLocalDpi xmlns:a14="http://schemas.microsoft.com/office/drawing/2010/main"/>
              </a:ext>
            </a:extLst>
          </a:blip>
          <a:stretch>
            <a:fillRect/>
          </a:stretch>
        </p:blipFill>
        <p:spPr>
          <a:xfrm>
            <a:off x="6411688" y="1221814"/>
            <a:ext cx="1197312" cy="1497330"/>
          </a:xfrm>
          <a:prstGeom prst="rect">
            <a:avLst/>
          </a:prstGeom>
        </p:spPr>
      </p:pic>
      <p:pic>
        <p:nvPicPr>
          <p:cNvPr id="70" name="Picture 69">
            <a:extLst>
              <a:ext uri="{FF2B5EF4-FFF2-40B4-BE49-F238E27FC236}">
                <a16:creationId xmlns:a16="http://schemas.microsoft.com/office/drawing/2014/main" id="{40641786-502E-7472-3276-BB1ED591DE45}"/>
              </a:ext>
            </a:extLst>
          </p:cNvPr>
          <p:cNvPicPr>
            <a:picLocks noChangeAspect="1"/>
          </p:cNvPicPr>
          <p:nvPr/>
        </p:nvPicPr>
        <p:blipFill>
          <a:blip r:embed="rId3" cstate="hqprint">
            <a:grayscl/>
            <a:extLst>
              <a:ext uri="{28A0092B-C50C-407E-A947-70E740481C1C}">
                <a14:useLocalDpi xmlns:a14="http://schemas.microsoft.com/office/drawing/2010/main"/>
              </a:ext>
            </a:extLst>
          </a:blip>
          <a:stretch>
            <a:fillRect/>
          </a:stretch>
        </p:blipFill>
        <p:spPr>
          <a:xfrm>
            <a:off x="1015303" y="1221814"/>
            <a:ext cx="1199570" cy="1499616"/>
          </a:xfrm>
          <a:prstGeom prst="rect">
            <a:avLst/>
          </a:prstGeom>
        </p:spPr>
      </p:pic>
      <p:cxnSp>
        <p:nvCxnSpPr>
          <p:cNvPr id="8" name="Google Shape;1064;g26aa96f6693_0_28">
            <a:extLst>
              <a:ext uri="{FF2B5EF4-FFF2-40B4-BE49-F238E27FC236}">
                <a16:creationId xmlns:a16="http://schemas.microsoft.com/office/drawing/2014/main" id="{43677D12-BD5D-F206-2C76-A30B407914CA}"/>
              </a:ext>
            </a:extLst>
          </p:cNvPr>
          <p:cNvCxnSpPr/>
          <p:nvPr/>
        </p:nvCxnSpPr>
        <p:spPr>
          <a:xfrm>
            <a:off x="6161866" y="3034278"/>
            <a:ext cx="0" cy="3228000"/>
          </a:xfrm>
          <a:prstGeom prst="straightConnector1">
            <a:avLst/>
          </a:prstGeom>
          <a:noFill/>
          <a:ln w="12700" cap="flat" cmpd="sng">
            <a:solidFill>
              <a:srgbClr val="4D4D4D"/>
            </a:solidFill>
            <a:prstDash val="dot"/>
            <a:miter lim="800000"/>
            <a:headEnd type="none" w="sm" len="sm"/>
            <a:tailEnd type="none" w="sm" len="sm"/>
          </a:ln>
        </p:spPr>
      </p:cxnSp>
    </p:spTree>
    <p:extLst>
      <p:ext uri="{BB962C8B-B14F-4D97-AF65-F5344CB8AC3E}">
        <p14:creationId xmlns:p14="http://schemas.microsoft.com/office/powerpoint/2010/main" val="279038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5381BEC8-31BC-405D-B212-99C4FBB2991F}"/>
              </a:ext>
            </a:extLst>
          </p:cNvPr>
          <p:cNvSpPr txBox="1">
            <a:spLocks/>
          </p:cNvSpPr>
          <p:nvPr/>
        </p:nvSpPr>
        <p:spPr>
          <a:xfrm>
            <a:off x="956557" y="270909"/>
            <a:ext cx="10158483"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solidFill>
                  <a:srgbClr val="D3E9AB">
                    <a:lumMod val="50000"/>
                  </a:srgbClr>
                </a:solidFill>
              </a:rPr>
              <a:t>Our Team – Health Care + Data Science / AI Profiles (3/4)</a:t>
            </a:r>
            <a:endParaRPr kumimoji="0" lang="en-US" sz="2800" b="1" i="0" u="none" strike="noStrike" kern="1200" cap="none" spc="0" normalizeH="0" baseline="0" noProof="0">
              <a:ln>
                <a:noFill/>
              </a:ln>
              <a:solidFill>
                <a:srgbClr val="D3E9AB">
                  <a:lumMod val="50000"/>
                </a:srgbClr>
              </a:solidFill>
              <a:effectLst/>
              <a:uLnTx/>
              <a:uFillTx/>
              <a:latin typeface="Bierstadt" panose="020B0004020202020204" pitchFamily="34" charset="0"/>
              <a:ea typeface="+mj-ea"/>
              <a:cs typeface="+mj-cs"/>
            </a:endParaRPr>
          </a:p>
        </p:txBody>
      </p:sp>
      <p:sp>
        <p:nvSpPr>
          <p:cNvPr id="64" name="Google Shape;1066;g26aa96f6693_0_28">
            <a:extLst>
              <a:ext uri="{FF2B5EF4-FFF2-40B4-BE49-F238E27FC236}">
                <a16:creationId xmlns:a16="http://schemas.microsoft.com/office/drawing/2014/main" id="{4609DC7F-D940-CB79-F27F-F43C4DE9E796}"/>
              </a:ext>
            </a:extLst>
          </p:cNvPr>
          <p:cNvSpPr txBox="1"/>
          <p:nvPr/>
        </p:nvSpPr>
        <p:spPr>
          <a:xfrm>
            <a:off x="4428314" y="2950013"/>
            <a:ext cx="3383280" cy="3382977"/>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panose="020B0004020202020204" pitchFamily="34" charset="0"/>
                <a:ea typeface="Arial"/>
                <a:cs typeface="Arial"/>
                <a:sym typeface="Arial"/>
              </a:rPr>
              <a:t>HARSHIT KOTHARI</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6+ years of consulting experience serving payers and providers in the US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Enabled major payers to measure, track, and enhance their facility and professional quality measures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Developed robust solutions for monitoring and optimizing medical and pharmacy utilization, utilizing extensive knowledge of ICD, CPT, HCPCS, NDC and GPI codes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Developed HEDIS and Quality analytics capabilities for multiple payers to analyze, forecast and provide insights on gap closure, measure ratings and contract ratings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Implemented analytical capabilities for a major provider network in the US, significantly improving patient experience, and digital health initiatives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Created a </a:t>
            </a:r>
            <a:r>
              <a:rPr lang="en-US" sz="1000" err="1">
                <a:solidFill>
                  <a:srgbClr val="3E3E3E"/>
                </a:solidFill>
                <a:latin typeface="Arial Nova Light" panose="020B0304020202020204" pitchFamily="34" charset="0"/>
              </a:rPr>
              <a:t>GenAI</a:t>
            </a:r>
            <a:r>
              <a:rPr lang="en-US" sz="1000">
                <a:solidFill>
                  <a:srgbClr val="3E3E3E"/>
                </a:solidFill>
                <a:latin typeface="Arial Nova Light" panose="020B0304020202020204" pitchFamily="34" charset="0"/>
              </a:rPr>
              <a:t> based next-generation provider operations capability for a payer, to automate the current manual, and error-prone terminations workflow</a:t>
            </a:r>
          </a:p>
        </p:txBody>
      </p:sp>
      <p:pic>
        <p:nvPicPr>
          <p:cNvPr id="66" name="Picture 65">
            <a:extLst>
              <a:ext uri="{FF2B5EF4-FFF2-40B4-BE49-F238E27FC236}">
                <a16:creationId xmlns:a16="http://schemas.microsoft.com/office/drawing/2014/main" id="{2D38AC64-D616-FE64-F670-C5356EC37B8A}"/>
              </a:ext>
            </a:extLst>
          </p:cNvPr>
          <p:cNvPicPr>
            <a:picLocks noChangeAspect="1"/>
          </p:cNvPicPr>
          <p:nvPr/>
        </p:nvPicPr>
        <p:blipFill>
          <a:blip r:embed="rId3" cstate="hqprint">
            <a:grayscl/>
            <a:extLst>
              <a:ext uri="{28A0092B-C50C-407E-A947-70E740481C1C}">
                <a14:useLocalDpi xmlns:a14="http://schemas.microsoft.com/office/drawing/2010/main"/>
              </a:ext>
            </a:extLst>
          </a:blip>
          <a:stretch>
            <a:fillRect/>
          </a:stretch>
        </p:blipFill>
        <p:spPr>
          <a:xfrm>
            <a:off x="4412807" y="1365196"/>
            <a:ext cx="1199833" cy="1499616"/>
          </a:xfrm>
          <a:prstGeom prst="rect">
            <a:avLst/>
          </a:prstGeom>
        </p:spPr>
      </p:pic>
      <p:sp>
        <p:nvSpPr>
          <p:cNvPr id="3" name="Google Shape;1065;g26aa96f6693_0_28">
            <a:extLst>
              <a:ext uri="{FF2B5EF4-FFF2-40B4-BE49-F238E27FC236}">
                <a16:creationId xmlns:a16="http://schemas.microsoft.com/office/drawing/2014/main" id="{9B11CF0D-6249-924F-98D5-F7EA381CDCC4}"/>
              </a:ext>
            </a:extLst>
          </p:cNvPr>
          <p:cNvSpPr txBox="1"/>
          <p:nvPr/>
        </p:nvSpPr>
        <p:spPr>
          <a:xfrm>
            <a:off x="735939" y="2950013"/>
            <a:ext cx="3383280" cy="2959785"/>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panose="020B0004020202020204" pitchFamily="34" charset="0"/>
                <a:ea typeface="Arial"/>
                <a:cs typeface="Arial"/>
                <a:sym typeface="Arial"/>
              </a:rPr>
              <a:t>SOWRYA REGANA</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5+ years in Healthcare consulting with focus on payer analytics in building data products and ML systems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Built frameworks to analyze medical cost and utilization across service/sites of care through multi level mapping for CPT, ICD, HCPCS and Revenue codes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Built advanced analytical models to identify high-cost members and opportunities for medical cost and utilization improvements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Developed predictive models to identify the members at cusp of readmission for chronic conditions using advanced ML techniques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Developing Gen AI solutions to expedite prior auth process, generating Letter of Medical Necessity and identifying auth requirements using NLP techniques.</a:t>
            </a:r>
          </a:p>
        </p:txBody>
      </p:sp>
      <p:pic>
        <p:nvPicPr>
          <p:cNvPr id="4" name="Picture 3">
            <a:extLst>
              <a:ext uri="{FF2B5EF4-FFF2-40B4-BE49-F238E27FC236}">
                <a16:creationId xmlns:a16="http://schemas.microsoft.com/office/drawing/2014/main" id="{6CBE81D4-ACC3-D31F-A59E-ED3930DF610B}"/>
              </a:ext>
            </a:extLst>
          </p:cNvPr>
          <p:cNvPicPr>
            <a:picLocks noChangeAspect="1"/>
          </p:cNvPicPr>
          <p:nvPr/>
        </p:nvPicPr>
        <p:blipFill>
          <a:blip r:embed="rId4" cstate="hqprint">
            <a:grayscl/>
            <a:extLst>
              <a:ext uri="{28A0092B-C50C-407E-A947-70E740481C1C}">
                <a14:useLocalDpi xmlns:a14="http://schemas.microsoft.com/office/drawing/2010/main"/>
              </a:ext>
            </a:extLst>
          </a:blip>
          <a:stretch>
            <a:fillRect/>
          </a:stretch>
        </p:blipFill>
        <p:spPr>
          <a:xfrm>
            <a:off x="735939" y="1365196"/>
            <a:ext cx="1199833" cy="1499616"/>
          </a:xfrm>
          <a:prstGeom prst="rect">
            <a:avLst/>
          </a:prstGeom>
        </p:spPr>
      </p:pic>
      <p:cxnSp>
        <p:nvCxnSpPr>
          <p:cNvPr id="5" name="Google Shape;1064;g26aa96f6693_0_28">
            <a:extLst>
              <a:ext uri="{FF2B5EF4-FFF2-40B4-BE49-F238E27FC236}">
                <a16:creationId xmlns:a16="http://schemas.microsoft.com/office/drawing/2014/main" id="{D0F874C4-2B10-541A-F4E8-9693096D9821}"/>
              </a:ext>
            </a:extLst>
          </p:cNvPr>
          <p:cNvCxnSpPr/>
          <p:nvPr/>
        </p:nvCxnSpPr>
        <p:spPr>
          <a:xfrm>
            <a:off x="7936237" y="3034278"/>
            <a:ext cx="0" cy="3228000"/>
          </a:xfrm>
          <a:prstGeom prst="straightConnector1">
            <a:avLst/>
          </a:prstGeom>
          <a:noFill/>
          <a:ln w="12700" cap="flat" cmpd="sng">
            <a:solidFill>
              <a:srgbClr val="4D4D4D"/>
            </a:solidFill>
            <a:prstDash val="dot"/>
            <a:miter lim="800000"/>
            <a:headEnd type="none" w="sm" len="sm"/>
            <a:tailEnd type="none" w="sm" len="sm"/>
          </a:ln>
        </p:spPr>
      </p:cxnSp>
      <p:sp>
        <p:nvSpPr>
          <p:cNvPr id="6" name="Google Shape;1065;g26aa96f6693_0_28">
            <a:extLst>
              <a:ext uri="{FF2B5EF4-FFF2-40B4-BE49-F238E27FC236}">
                <a16:creationId xmlns:a16="http://schemas.microsoft.com/office/drawing/2014/main" id="{C16945B5-C961-5DAD-DFE8-CE6ACDD2AEB6}"/>
              </a:ext>
            </a:extLst>
          </p:cNvPr>
          <p:cNvSpPr txBox="1"/>
          <p:nvPr/>
        </p:nvSpPr>
        <p:spPr>
          <a:xfrm>
            <a:off x="8120689" y="2950013"/>
            <a:ext cx="3383280" cy="3113673"/>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IN" sz="1400" b="1" kern="0">
                <a:solidFill>
                  <a:srgbClr val="00BEC3"/>
                </a:solidFill>
                <a:latin typeface="Bierstadt" panose="020B0004020202020204" pitchFamily="34" charset="0"/>
                <a:ea typeface="Arial"/>
                <a:cs typeface="Arial"/>
                <a:sym typeface="Arial"/>
              </a:rPr>
              <a:t>NIKHIL PATHIYIL</a:t>
            </a:r>
            <a:endParaRPr sz="1400" b="1" kern="0">
              <a:solidFill>
                <a:srgbClr val="00BEC3"/>
              </a:solidFill>
              <a:latin typeface="Bierstadt" panose="020B0004020202020204" pitchFamily="34" charset="0"/>
              <a:ea typeface="Arial"/>
              <a:cs typeface="Arial"/>
              <a:sym typeface="Arial"/>
            </a:endParaRP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4+ years in Healthcare consulting with focus on AI/ML applied to healthcare and pharma.</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Created Hierarchical and Hidden Markov Models for a specialty pharma company to determine optimal promotional channel expenditure and the best sequence of touchpoints to ensure maximum patient enrolments.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Created a Gen AI application for a Life Sciences revenue management company to enable faster and more accurate responses to support requests.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Leveraged ICD-10 and SNOMED ontologies to build out a graph database for liver cancer and used Graph ML techniques to identify potential gene mutations and treatment pathways.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Created ML and biostatistics models and applications to accelerate the RWE analysis lifecycle using EHR data</a:t>
            </a:r>
          </a:p>
        </p:txBody>
      </p:sp>
      <p:pic>
        <p:nvPicPr>
          <p:cNvPr id="7" name="Picture 6">
            <a:extLst>
              <a:ext uri="{FF2B5EF4-FFF2-40B4-BE49-F238E27FC236}">
                <a16:creationId xmlns:a16="http://schemas.microsoft.com/office/drawing/2014/main" id="{614A6272-34A1-A6DD-3A80-94E1BAEB6556}"/>
              </a:ext>
            </a:extLst>
          </p:cNvPr>
          <p:cNvPicPr>
            <a:picLocks noChangeAspect="1"/>
          </p:cNvPicPr>
          <p:nvPr/>
        </p:nvPicPr>
        <p:blipFill>
          <a:blip r:embed="rId5" cstate="hqprint">
            <a:grayscl/>
            <a:extLst>
              <a:ext uri="{28A0092B-C50C-407E-A947-70E740481C1C}">
                <a14:useLocalDpi xmlns:a14="http://schemas.microsoft.com/office/drawing/2010/main"/>
              </a:ext>
            </a:extLst>
          </a:blip>
          <a:stretch>
            <a:fillRect/>
          </a:stretch>
        </p:blipFill>
        <p:spPr>
          <a:xfrm>
            <a:off x="8111242" y="1365196"/>
            <a:ext cx="1198962" cy="1499616"/>
          </a:xfrm>
          <a:prstGeom prst="rect">
            <a:avLst/>
          </a:prstGeom>
        </p:spPr>
      </p:pic>
      <p:cxnSp>
        <p:nvCxnSpPr>
          <p:cNvPr id="8" name="Google Shape;1064;g26aa96f6693_0_28">
            <a:extLst>
              <a:ext uri="{FF2B5EF4-FFF2-40B4-BE49-F238E27FC236}">
                <a16:creationId xmlns:a16="http://schemas.microsoft.com/office/drawing/2014/main" id="{BBC660A0-BE6E-591D-94E6-9AA25ABF76AA}"/>
              </a:ext>
            </a:extLst>
          </p:cNvPr>
          <p:cNvCxnSpPr/>
          <p:nvPr/>
        </p:nvCxnSpPr>
        <p:spPr>
          <a:xfrm>
            <a:off x="4253616" y="2980561"/>
            <a:ext cx="0" cy="3228000"/>
          </a:xfrm>
          <a:prstGeom prst="straightConnector1">
            <a:avLst/>
          </a:prstGeom>
          <a:noFill/>
          <a:ln w="12700" cap="flat" cmpd="sng">
            <a:solidFill>
              <a:srgbClr val="4D4D4D"/>
            </a:solidFill>
            <a:prstDash val="dot"/>
            <a:miter lim="800000"/>
            <a:headEnd type="none" w="sm" len="sm"/>
            <a:tailEnd type="none" w="sm" len="sm"/>
          </a:ln>
        </p:spPr>
      </p:cxnSp>
    </p:spTree>
    <p:extLst>
      <p:ext uri="{BB962C8B-B14F-4D97-AF65-F5344CB8AC3E}">
        <p14:creationId xmlns:p14="http://schemas.microsoft.com/office/powerpoint/2010/main" val="3870935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5381BEC8-31BC-405D-B212-99C4FBB2991F}"/>
              </a:ext>
            </a:extLst>
          </p:cNvPr>
          <p:cNvSpPr txBox="1">
            <a:spLocks/>
          </p:cNvSpPr>
          <p:nvPr/>
        </p:nvSpPr>
        <p:spPr>
          <a:xfrm>
            <a:off x="956557" y="270909"/>
            <a:ext cx="10158483"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solidFill>
                  <a:srgbClr val="D3E9AB">
                    <a:lumMod val="50000"/>
                  </a:srgbClr>
                </a:solidFill>
              </a:rPr>
              <a:t>Our Team – Engineering Focused Profiles (4/4)</a:t>
            </a:r>
            <a:endParaRPr kumimoji="0" lang="en-US" sz="2800" b="1" i="0" u="none" strike="noStrike" kern="1200" cap="none" spc="0" normalizeH="0" baseline="0" noProof="0">
              <a:ln>
                <a:noFill/>
              </a:ln>
              <a:solidFill>
                <a:srgbClr val="D3E9AB">
                  <a:lumMod val="50000"/>
                </a:srgbClr>
              </a:solidFill>
              <a:effectLst/>
              <a:uLnTx/>
              <a:uFillTx/>
              <a:latin typeface="Bierstadt" panose="020B0004020202020204" pitchFamily="34" charset="0"/>
              <a:ea typeface="+mj-ea"/>
              <a:cs typeface="+mj-cs"/>
            </a:endParaRPr>
          </a:p>
        </p:txBody>
      </p:sp>
      <p:sp>
        <p:nvSpPr>
          <p:cNvPr id="45" name="Google Shape;1062;g26aa96f6693_0_28">
            <a:extLst>
              <a:ext uri="{FF2B5EF4-FFF2-40B4-BE49-F238E27FC236}">
                <a16:creationId xmlns:a16="http://schemas.microsoft.com/office/drawing/2014/main" id="{B3790F00-985E-7F75-D115-4AB70C658838}"/>
              </a:ext>
            </a:extLst>
          </p:cNvPr>
          <p:cNvSpPr txBox="1"/>
          <p:nvPr/>
        </p:nvSpPr>
        <p:spPr>
          <a:xfrm>
            <a:off x="583406" y="3021360"/>
            <a:ext cx="3383280" cy="3421449"/>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a:ea typeface="Arial"/>
                <a:cs typeface="Arial"/>
                <a:sym typeface="Arial"/>
              </a:rPr>
              <a:t>ARUN KUMAR RN</a:t>
            </a:r>
          </a:p>
          <a:p>
            <a:pPr marL="183515" indent="-171450">
              <a:spcBef>
                <a:spcPts val="880"/>
              </a:spcBef>
              <a:buClr>
                <a:srgbClr val="3E3E3E"/>
              </a:buClr>
              <a:buSzPts val="1000"/>
              <a:buFont typeface="Arial"/>
              <a:buChar char="•"/>
            </a:pPr>
            <a:r>
              <a:rPr lang="en-US" sz="1000">
                <a:solidFill>
                  <a:srgbClr val="3E3E3E"/>
                </a:solidFill>
                <a:latin typeface="Arial Nova Light"/>
                <a:ea typeface="+mn-lt"/>
                <a:cs typeface="+mn-lt"/>
              </a:rPr>
              <a:t>9+ years of experience in building data-centric products, machine learning systems, and data analytics solutions, specializing in scalable end-to-end ML products across cloud and distributed systems.</a:t>
            </a:r>
            <a:endParaRPr lang="en-US">
              <a:solidFill>
                <a:srgbClr val="91B94C"/>
              </a:solidFill>
              <a:latin typeface="Helvetica Light"/>
              <a:ea typeface="+mn-lt"/>
              <a:cs typeface="+mn-lt"/>
            </a:endParaRPr>
          </a:p>
          <a:p>
            <a:pPr marL="183515" indent="-171450">
              <a:spcBef>
                <a:spcPts val="880"/>
              </a:spcBef>
              <a:buClr>
                <a:srgbClr val="3E3E3E"/>
              </a:buClr>
              <a:buSzPts val="1000"/>
              <a:buFont typeface="Arial"/>
              <a:buChar char="•"/>
            </a:pPr>
            <a:r>
              <a:rPr lang="en-US" sz="1000">
                <a:solidFill>
                  <a:srgbClr val="3E3E3E"/>
                </a:solidFill>
                <a:latin typeface="Arial Nova Light"/>
                <a:ea typeface="+mn-lt"/>
                <a:cs typeface="+mn-lt"/>
              </a:rPr>
              <a:t>Supported clients across various industries, helping them establish robust AI infrastructures and providing actionable insights to meet their business goals.</a:t>
            </a:r>
          </a:p>
          <a:p>
            <a:pPr marL="183515" indent="-171450">
              <a:spcBef>
                <a:spcPts val="880"/>
              </a:spcBef>
              <a:buClr>
                <a:srgbClr val="3E3E3E"/>
              </a:buClr>
              <a:buSzPts val="1000"/>
              <a:buFont typeface="Arial"/>
              <a:buChar char="•"/>
            </a:pPr>
            <a:r>
              <a:rPr lang="en-US" sz="1000">
                <a:solidFill>
                  <a:srgbClr val="3E3E3E"/>
                </a:solidFill>
                <a:latin typeface="Arial Nova Light"/>
                <a:ea typeface="+mn-lt"/>
                <a:cs typeface="+mn-lt"/>
              </a:rPr>
              <a:t>Led the development of an AI foundation for a waste management firm, designing an AWS cloud architecture encompassing </a:t>
            </a:r>
            <a:r>
              <a:rPr lang="en-US" sz="1000" err="1">
                <a:solidFill>
                  <a:srgbClr val="3E3E3E"/>
                </a:solidFill>
                <a:latin typeface="Arial Nova Light"/>
                <a:ea typeface="+mn-lt"/>
                <a:cs typeface="+mn-lt"/>
              </a:rPr>
              <a:t>DataOps</a:t>
            </a:r>
            <a:r>
              <a:rPr lang="en-US" sz="1000">
                <a:solidFill>
                  <a:srgbClr val="3E3E3E"/>
                </a:solidFill>
                <a:latin typeface="Arial Nova Light"/>
                <a:ea typeface="+mn-lt"/>
                <a:cs typeface="+mn-lt"/>
              </a:rPr>
              <a:t>, Data Science, </a:t>
            </a:r>
            <a:r>
              <a:rPr lang="en-US" sz="1000" err="1">
                <a:solidFill>
                  <a:srgbClr val="3E3E3E"/>
                </a:solidFill>
                <a:latin typeface="Arial Nova Light"/>
                <a:ea typeface="+mn-lt"/>
                <a:cs typeface="+mn-lt"/>
              </a:rPr>
              <a:t>MLOps</a:t>
            </a:r>
            <a:r>
              <a:rPr lang="en-US" sz="1000">
                <a:solidFill>
                  <a:srgbClr val="3E3E3E"/>
                </a:solidFill>
                <a:latin typeface="Arial Nova Light"/>
                <a:ea typeface="+mn-lt"/>
                <a:cs typeface="+mn-lt"/>
              </a:rPr>
              <a:t>, and </a:t>
            </a:r>
            <a:r>
              <a:rPr lang="en-US" sz="1000" err="1">
                <a:solidFill>
                  <a:srgbClr val="3E3E3E"/>
                </a:solidFill>
                <a:latin typeface="Arial Nova Light"/>
                <a:ea typeface="+mn-lt"/>
                <a:cs typeface="+mn-lt"/>
              </a:rPr>
              <a:t>GenAI</a:t>
            </a:r>
            <a:r>
              <a:rPr lang="en-US" sz="1000">
                <a:solidFill>
                  <a:srgbClr val="3E3E3E"/>
                </a:solidFill>
                <a:latin typeface="Arial Nova Light"/>
                <a:ea typeface="+mn-lt"/>
                <a:cs typeface="+mn-lt"/>
              </a:rPr>
              <a:t> Ops </a:t>
            </a:r>
          </a:p>
          <a:p>
            <a:pPr marL="183515" indent="-171450">
              <a:spcBef>
                <a:spcPts val="880"/>
              </a:spcBef>
              <a:buClr>
                <a:srgbClr val="3E3E3E"/>
              </a:buClr>
              <a:buSzPts val="1000"/>
              <a:buFont typeface="Arial"/>
              <a:buChar char="•"/>
            </a:pPr>
            <a:r>
              <a:rPr lang="en-US" sz="1000">
                <a:solidFill>
                  <a:srgbClr val="3E3E3E"/>
                </a:solidFill>
                <a:latin typeface="Arial Nova Light"/>
                <a:ea typeface="+mn-lt"/>
                <a:cs typeface="+mn-lt"/>
              </a:rPr>
              <a:t>Developed an </a:t>
            </a:r>
            <a:r>
              <a:rPr lang="en-US" sz="1000" err="1">
                <a:solidFill>
                  <a:srgbClr val="3E3E3E"/>
                </a:solidFill>
                <a:latin typeface="Arial Nova Light"/>
                <a:ea typeface="+mn-lt"/>
                <a:cs typeface="+mn-lt"/>
              </a:rPr>
              <a:t>AutoML</a:t>
            </a:r>
            <a:r>
              <a:rPr lang="en-US" sz="1000">
                <a:solidFill>
                  <a:srgbClr val="3E3E3E"/>
                </a:solidFill>
                <a:latin typeface="Arial Nova Light"/>
                <a:ea typeface="+mn-lt"/>
                <a:cs typeface="+mn-lt"/>
              </a:rPr>
              <a:t> platform for a healthcare client to generate ML models using claims, utilization and patient demographics</a:t>
            </a:r>
          </a:p>
          <a:p>
            <a:pPr marL="183515" indent="-171450">
              <a:spcBef>
                <a:spcPts val="880"/>
              </a:spcBef>
              <a:buClr>
                <a:srgbClr val="3E3E3E"/>
              </a:buClr>
              <a:buSzPts val="1000"/>
              <a:buFont typeface="Arial"/>
              <a:buChar char="•"/>
            </a:pPr>
            <a:r>
              <a:rPr lang="en-US" sz="1000">
                <a:solidFill>
                  <a:srgbClr val="3E3E3E"/>
                </a:solidFill>
                <a:latin typeface="Arial Nova Light"/>
                <a:ea typeface="+mn-lt"/>
                <a:cs typeface="+mn-lt"/>
              </a:rPr>
              <a:t>Developed an ML platform and deployment framework and worked on multiple models like anomaly detection, root cause analysis, recommendation systems</a:t>
            </a:r>
          </a:p>
        </p:txBody>
      </p:sp>
      <p:pic>
        <p:nvPicPr>
          <p:cNvPr id="5" name="Picture 34" descr="Arun Kumar">
            <a:extLst>
              <a:ext uri="{FF2B5EF4-FFF2-40B4-BE49-F238E27FC236}">
                <a16:creationId xmlns:a16="http://schemas.microsoft.com/office/drawing/2014/main" id="{BA98A16E-F28C-0763-B5C5-1EEB4AEB54C8}"/>
              </a:ext>
            </a:extLst>
          </p:cNvPr>
          <p:cNvPicPr>
            <a:picLocks noChangeArrowheads="1"/>
          </p:cNvPicPr>
          <p:nvPr/>
        </p:nvPicPr>
        <p:blipFill rotWithShape="1">
          <a:blip r:embed="rId2" cstate="hqprint">
            <a:alphaModFix amt="80000"/>
            <a:graysc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583406" y="1432946"/>
            <a:ext cx="1197864" cy="149961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Google Shape;1066;g26aa96f6693_0_28">
            <a:extLst>
              <a:ext uri="{FF2B5EF4-FFF2-40B4-BE49-F238E27FC236}">
                <a16:creationId xmlns:a16="http://schemas.microsoft.com/office/drawing/2014/main" id="{7DF863DA-9578-D86C-7D95-F2D92C1944C3}"/>
              </a:ext>
            </a:extLst>
          </p:cNvPr>
          <p:cNvSpPr txBox="1"/>
          <p:nvPr/>
        </p:nvSpPr>
        <p:spPr>
          <a:xfrm>
            <a:off x="4641072" y="3021360"/>
            <a:ext cx="3291840" cy="3049553"/>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a:ea typeface="Arial"/>
                <a:cs typeface="Arial"/>
                <a:sym typeface="Arial"/>
              </a:rPr>
              <a:t>SHARATH DESAI</a:t>
            </a:r>
          </a:p>
          <a:p>
            <a:pPr marL="171450" indent="-171450">
              <a:spcBef>
                <a:spcPts val="1000"/>
              </a:spcBef>
              <a:buClr>
                <a:srgbClr val="3E3E3E"/>
              </a:buClr>
              <a:buSzPts val="1000"/>
              <a:buFont typeface="Arial" panose="020B0604020202020204" pitchFamily="34" charset="0"/>
              <a:buChar char="•"/>
            </a:pPr>
            <a:r>
              <a:rPr lang="en-US" sz="1000">
                <a:solidFill>
                  <a:srgbClr val="3E3E3E"/>
                </a:solidFill>
                <a:latin typeface="Arial Nova Light"/>
                <a:ea typeface="+mn-lt"/>
                <a:cs typeface="+mn-lt"/>
              </a:rPr>
              <a:t>11 years of diverse experience in data engineering and developing enterprise-grade applications and designing robust architectures.</a:t>
            </a:r>
            <a:endParaRPr lang="en-US"/>
          </a:p>
          <a:p>
            <a:pPr marL="171450" indent="-171450">
              <a:spcBef>
                <a:spcPts val="1000"/>
              </a:spcBef>
              <a:buClr>
                <a:srgbClr val="3E3E3E"/>
              </a:buClr>
              <a:buSzPts val="1000"/>
              <a:buFont typeface="Arial" panose="020B0604020202020204" pitchFamily="34" charset="0"/>
              <a:buChar char="•"/>
            </a:pPr>
            <a:r>
              <a:rPr lang="en-US" sz="1000">
                <a:solidFill>
                  <a:srgbClr val="3E3E3E"/>
                </a:solidFill>
                <a:latin typeface="Arial Nova Light"/>
                <a:ea typeface="+mn-lt"/>
                <a:cs typeface="+mn-lt"/>
              </a:rPr>
              <a:t>Led the design and build of flagship products focused on Data Catalog and Data Quality using AI/ML and integrating ML and LLM Ops for enhanced operational efficiency. </a:t>
            </a:r>
          </a:p>
          <a:p>
            <a:pPr marL="171450" indent="-171450">
              <a:spcBef>
                <a:spcPts val="1000"/>
              </a:spcBef>
              <a:buClr>
                <a:srgbClr val="3E3E3E"/>
              </a:buClr>
              <a:buSzPts val="1000"/>
              <a:buFont typeface="Arial" panose="020B0604020202020204" pitchFamily="34" charset="0"/>
              <a:buChar char="•"/>
            </a:pPr>
            <a:r>
              <a:rPr lang="en-US" sz="1000">
                <a:solidFill>
                  <a:srgbClr val="3E3E3E"/>
                </a:solidFill>
                <a:latin typeface="Arial Nova Light"/>
                <a:ea typeface="+mn-lt"/>
                <a:cs typeface="+mn-lt"/>
              </a:rPr>
              <a:t>Proficient  with big data technologies, utilizing AWS and Azure services to deliver scalable, extensible, and performant solutions.</a:t>
            </a:r>
          </a:p>
          <a:p>
            <a:pPr marL="171450" indent="-171450">
              <a:spcBef>
                <a:spcPts val="1000"/>
              </a:spcBef>
              <a:buClr>
                <a:srgbClr val="3E3E3E"/>
              </a:buClr>
              <a:buSzPts val="1000"/>
              <a:buFont typeface="Arial" panose="020B0604020202020204" pitchFamily="34" charset="0"/>
              <a:buChar char="•"/>
            </a:pPr>
            <a:r>
              <a:rPr lang="en-US" sz="1000">
                <a:solidFill>
                  <a:srgbClr val="3E3E3E"/>
                </a:solidFill>
                <a:latin typeface="Arial Nova Light"/>
                <a:ea typeface="+mn-lt"/>
                <a:cs typeface="+mn-lt"/>
              </a:rPr>
              <a:t>Implementing innovative and efficient data engineering practices for various industries like Healthcare, Telecom, Manufacturing and others which involves designing scalable architectures that meet the demands of modern enterprises, ensuring performance and extensibility. </a:t>
            </a:r>
          </a:p>
        </p:txBody>
      </p:sp>
      <p:pic>
        <p:nvPicPr>
          <p:cNvPr id="7" name="Picture 2">
            <a:extLst>
              <a:ext uri="{FF2B5EF4-FFF2-40B4-BE49-F238E27FC236}">
                <a16:creationId xmlns:a16="http://schemas.microsoft.com/office/drawing/2014/main" id="{86E6585E-21F7-86B3-F13A-F2F9E7541356}"/>
              </a:ext>
            </a:extLst>
          </p:cNvPr>
          <p:cNvPicPr>
            <a:picLocks noChangeArrowheads="1"/>
          </p:cNvPicPr>
          <p:nvPr/>
        </p:nvPicPr>
        <p:blipFill>
          <a:blip r:embed="rId4" cstate="hqprint">
            <a:grayscl/>
            <a:extLst>
              <a:ext uri="{28A0092B-C50C-407E-A947-70E740481C1C}">
                <a14:useLocalDpi xmlns:a14="http://schemas.microsoft.com/office/drawing/2010/main"/>
              </a:ext>
            </a:extLst>
          </a:blip>
          <a:srcRect/>
          <a:stretch>
            <a:fillRect/>
          </a:stretch>
        </p:blipFill>
        <p:spPr bwMode="auto">
          <a:xfrm>
            <a:off x="4641072" y="1432946"/>
            <a:ext cx="1197864" cy="149961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erson wearing glasses and a black shirt&#10;&#10;Description automatically generated">
            <a:extLst>
              <a:ext uri="{FF2B5EF4-FFF2-40B4-BE49-F238E27FC236}">
                <a16:creationId xmlns:a16="http://schemas.microsoft.com/office/drawing/2014/main" id="{CC5F4A59-AC00-F679-B98D-0D4B27AEC483}"/>
              </a:ext>
            </a:extLst>
          </p:cNvPr>
          <p:cNvPicPr>
            <a:picLocks noChangeAspect="1"/>
          </p:cNvPicPr>
          <p:nvPr/>
        </p:nvPicPr>
        <p:blipFill>
          <a:blip r:embed="rId5" cstate="hqprint">
            <a:extLst>
              <a:ext uri="{BEBA8EAE-BF5A-486C-A8C5-ECC9F3942E4B}">
                <a14:imgProps xmlns:a14="http://schemas.microsoft.com/office/drawing/2010/main">
                  <a14:imgLayer r:embed="rId6">
                    <a14:imgEffect>
                      <a14:colorTemperature colorTemp="7200"/>
                    </a14:imgEffect>
                    <a14:imgEffect>
                      <a14:saturation sat="0"/>
                    </a14:imgEffect>
                  </a14:imgLayer>
                </a14:imgProps>
              </a:ext>
              <a:ext uri="{28A0092B-C50C-407E-A947-70E740481C1C}">
                <a14:useLocalDpi xmlns:a14="http://schemas.microsoft.com/office/drawing/2010/main"/>
              </a:ext>
            </a:extLst>
          </a:blip>
          <a:stretch>
            <a:fillRect/>
          </a:stretch>
        </p:blipFill>
        <p:spPr>
          <a:xfrm>
            <a:off x="8413186" y="1432946"/>
            <a:ext cx="1199973" cy="1499616"/>
          </a:xfrm>
          <a:prstGeom prst="rect">
            <a:avLst/>
          </a:prstGeom>
        </p:spPr>
      </p:pic>
      <p:sp>
        <p:nvSpPr>
          <p:cNvPr id="2" name="Google Shape;1066;g26aa96f6693_0_28">
            <a:extLst>
              <a:ext uri="{FF2B5EF4-FFF2-40B4-BE49-F238E27FC236}">
                <a16:creationId xmlns:a16="http://schemas.microsoft.com/office/drawing/2014/main" id="{1C13CEFD-30B5-1B8F-C7AF-C54B91A1BFF0}"/>
              </a:ext>
            </a:extLst>
          </p:cNvPr>
          <p:cNvSpPr txBox="1"/>
          <p:nvPr/>
        </p:nvSpPr>
        <p:spPr>
          <a:xfrm>
            <a:off x="8406766" y="3021360"/>
            <a:ext cx="3383280" cy="4498667"/>
          </a:xfrm>
          <a:prstGeom prst="rect">
            <a:avLst/>
          </a:prstGeom>
          <a:noFill/>
          <a:ln>
            <a:noFill/>
          </a:ln>
        </p:spPr>
        <p:txBody>
          <a:bodyPr spcFirstLastPara="1" wrap="square" lIns="0" tIns="12700" rIns="0" bIns="0" anchor="t" anchorCtr="0">
            <a:spAutoFit/>
          </a:bodyPr>
          <a:lstStyle/>
          <a:p>
            <a:pPr marL="5715">
              <a:buClr>
                <a:srgbClr val="000000"/>
              </a:buClr>
            </a:pPr>
            <a:r>
              <a:rPr lang="en-US" sz="1400" b="1" kern="0">
                <a:solidFill>
                  <a:srgbClr val="00BEC3"/>
                </a:solidFill>
                <a:latin typeface="Bierstadt"/>
                <a:ea typeface="Arial"/>
                <a:cs typeface="Arial"/>
                <a:sym typeface="Arial"/>
              </a:rPr>
              <a:t>AYUSH AGRAWAL</a:t>
            </a:r>
          </a:p>
          <a:p>
            <a:pPr marL="171450" indent="-171450">
              <a:buClr>
                <a:srgbClr val="3E3E3E"/>
              </a:buClr>
              <a:buSzPts val="1000"/>
              <a:buFont typeface="Arial"/>
              <a:buChar char="•"/>
            </a:pPr>
            <a:r>
              <a:rPr lang="en-US" sz="1000">
                <a:solidFill>
                  <a:srgbClr val="3E3E3E"/>
                </a:solidFill>
                <a:latin typeface="Arial Nova Light"/>
                <a:ea typeface="+mn-lt"/>
                <a:cs typeface="+mn-lt"/>
              </a:rPr>
              <a:t>5+ years of experience in data engineering and advanced analytics, demonstrating expertise in designing, building, and maintaining scalable data pipelines and architectures.</a:t>
            </a:r>
            <a:endParaRPr lang="en-US">
              <a:solidFill>
                <a:srgbClr val="91B94C"/>
              </a:solidFill>
              <a:latin typeface="Helvetica Light"/>
              <a:ea typeface="+mn-lt"/>
              <a:cs typeface="+mn-lt"/>
            </a:endParaRPr>
          </a:p>
          <a:p>
            <a:pPr marL="171450" indent="-171450">
              <a:buClr>
                <a:srgbClr val="3E3E3E"/>
              </a:buClr>
              <a:buSzPts val="1000"/>
              <a:buFont typeface="Arial"/>
              <a:buChar char="•"/>
            </a:pPr>
            <a:endParaRPr lang="en-US" sz="1000">
              <a:solidFill>
                <a:srgbClr val="3E3E3E"/>
              </a:solidFill>
              <a:latin typeface="Arial Nova Light"/>
              <a:ea typeface="+mn-lt"/>
              <a:cs typeface="+mn-lt"/>
            </a:endParaRPr>
          </a:p>
          <a:p>
            <a:pPr marL="171450" indent="-171450">
              <a:buClr>
                <a:srgbClr val="3E3E3E"/>
              </a:buClr>
              <a:buSzPts val="1000"/>
              <a:buFont typeface="Arial"/>
              <a:buChar char="•"/>
            </a:pPr>
            <a:r>
              <a:rPr lang="en-US" sz="1000">
                <a:solidFill>
                  <a:srgbClr val="3E3E3E"/>
                </a:solidFill>
                <a:latin typeface="Arial Nova Light"/>
                <a:ea typeface="+mn-lt"/>
                <a:cs typeface="+mn-lt"/>
              </a:rPr>
              <a:t>Extensive experience with cloud platforms and data technologies including AWS, Databricks, </a:t>
            </a:r>
            <a:r>
              <a:rPr lang="en-US" sz="1000" err="1">
                <a:solidFill>
                  <a:srgbClr val="3E3E3E"/>
                </a:solidFill>
                <a:latin typeface="Arial Nova Light"/>
                <a:ea typeface="+mn-lt"/>
                <a:cs typeface="+mn-lt"/>
              </a:rPr>
              <a:t>dbt</a:t>
            </a:r>
            <a:r>
              <a:rPr lang="en-US" sz="1000">
                <a:solidFill>
                  <a:srgbClr val="3E3E3E"/>
                </a:solidFill>
                <a:latin typeface="Arial Nova Light"/>
                <a:ea typeface="+mn-lt"/>
                <a:cs typeface="+mn-lt"/>
              </a:rPr>
              <a:t> and Azure Synapse and ETL tools such as Apache </a:t>
            </a:r>
            <a:r>
              <a:rPr lang="en-US" sz="1000" err="1">
                <a:solidFill>
                  <a:srgbClr val="3E3E3E"/>
                </a:solidFill>
                <a:latin typeface="Arial Nova Light"/>
                <a:ea typeface="+mn-lt"/>
                <a:cs typeface="+mn-lt"/>
              </a:rPr>
              <a:t>NiFi</a:t>
            </a:r>
            <a:r>
              <a:rPr lang="en-US" sz="1000">
                <a:solidFill>
                  <a:srgbClr val="3E3E3E"/>
                </a:solidFill>
                <a:latin typeface="Arial Nova Light"/>
                <a:ea typeface="+mn-lt"/>
                <a:cs typeface="+mn-lt"/>
              </a:rPr>
              <a:t> and AWS Glue</a:t>
            </a:r>
          </a:p>
          <a:p>
            <a:pPr marL="171450" indent="-171450">
              <a:buClr>
                <a:srgbClr val="3E3E3E"/>
              </a:buClr>
              <a:buSzPts val="1000"/>
              <a:buFont typeface="Arial"/>
              <a:buChar char="•"/>
            </a:pPr>
            <a:endParaRPr lang="en-US" sz="1000">
              <a:solidFill>
                <a:srgbClr val="3E3E3E"/>
              </a:solidFill>
              <a:latin typeface="Arial Nova Light"/>
              <a:ea typeface="+mn-lt"/>
              <a:cs typeface="+mn-lt"/>
            </a:endParaRPr>
          </a:p>
          <a:p>
            <a:pPr marL="171450" indent="-171450">
              <a:buClr>
                <a:srgbClr val="3E3E3E"/>
              </a:buClr>
              <a:buSzPts val="1000"/>
              <a:buFont typeface="Arial"/>
              <a:buChar char="•"/>
            </a:pPr>
            <a:r>
              <a:rPr lang="en-US" sz="1000">
                <a:solidFill>
                  <a:srgbClr val="3E3E3E"/>
                </a:solidFill>
                <a:latin typeface="Arial Nova Light"/>
                <a:ea typeface="+mn-lt"/>
                <a:cs typeface="+mn-lt"/>
              </a:rPr>
              <a:t>Assisted clients in integrating modern data technology stacks to handle large volumes of data and enhance data processing capabilities, including designing data lakes, data warehouses, and real-time data processing systems to ensure high performance and reliability</a:t>
            </a:r>
            <a:endParaRPr lang="en-US"/>
          </a:p>
          <a:p>
            <a:pPr marL="171450" indent="-171450">
              <a:buClr>
                <a:srgbClr val="3E3E3E"/>
              </a:buClr>
              <a:buSzPts val="1000"/>
              <a:buFont typeface="Arial"/>
              <a:buChar char="•"/>
            </a:pPr>
            <a:endParaRPr lang="en-US" sz="1000">
              <a:solidFill>
                <a:srgbClr val="3E3E3E"/>
              </a:solidFill>
              <a:latin typeface="Arial Nova Light"/>
            </a:endParaRPr>
          </a:p>
          <a:p>
            <a:pPr marL="171450" indent="-171450">
              <a:buClr>
                <a:srgbClr val="3E3E3E"/>
              </a:buClr>
              <a:buSzPts val="1000"/>
              <a:buFont typeface="Arial"/>
              <a:buChar char="•"/>
            </a:pPr>
            <a:r>
              <a:rPr lang="en-US" sz="1000">
                <a:solidFill>
                  <a:srgbClr val="3E3E3E"/>
                </a:solidFill>
                <a:latin typeface="Arial Nova Light"/>
              </a:rPr>
              <a:t>Developed risk stratification model for Diabetes to understand disease progression stages and identify intervention points</a:t>
            </a:r>
          </a:p>
          <a:p>
            <a:pPr marL="171450" indent="-171450">
              <a:buClr>
                <a:srgbClr val="3E3E3E"/>
              </a:buClr>
              <a:buSzPts val="1000"/>
              <a:buFont typeface="Arial"/>
              <a:buChar char="•"/>
            </a:pPr>
            <a:endParaRPr lang="en-US" sz="1000">
              <a:solidFill>
                <a:srgbClr val="3E3E3E"/>
              </a:solidFill>
              <a:latin typeface="Arial Nova Light"/>
            </a:endParaRPr>
          </a:p>
          <a:p>
            <a:pPr marL="171450" indent="-171450">
              <a:buClr>
                <a:srgbClr val="3E3E3E"/>
              </a:buClr>
              <a:buSzPts val="1000"/>
              <a:buFont typeface="Arial"/>
              <a:buChar char="•"/>
            </a:pPr>
            <a:r>
              <a:rPr lang="en-US" sz="1000">
                <a:solidFill>
                  <a:srgbClr val="3E3E3E"/>
                </a:solidFill>
                <a:latin typeface="Arial Nova Light"/>
              </a:rPr>
              <a:t>Created frameworks to automate the monthly report generation for the key utilization metrics for major US payor</a:t>
            </a:r>
          </a:p>
          <a:p>
            <a:pPr marL="171450" indent="-171450">
              <a:buClr>
                <a:srgbClr val="3E3E3E"/>
              </a:buClr>
              <a:buSzPts val="1000"/>
              <a:buFont typeface="Arial"/>
              <a:buChar char="•"/>
            </a:pPr>
            <a:endParaRPr lang="en-US" sz="1000">
              <a:solidFill>
                <a:srgbClr val="3E3E3E"/>
              </a:solidFill>
              <a:latin typeface="Arial Nova Light"/>
            </a:endParaRPr>
          </a:p>
          <a:p>
            <a:pPr marL="171450" indent="-171450">
              <a:buClr>
                <a:srgbClr val="3E3E3E"/>
              </a:buClr>
              <a:buSzPts val="1000"/>
              <a:buFont typeface="Arial"/>
              <a:buChar char="•"/>
            </a:pPr>
            <a:endParaRPr lang="en-US" sz="1000">
              <a:solidFill>
                <a:srgbClr val="3E3E3E"/>
              </a:solidFill>
              <a:latin typeface="Arial Nova Light"/>
            </a:endParaRPr>
          </a:p>
          <a:p>
            <a:pPr marL="171450" indent="-171450">
              <a:buClr>
                <a:srgbClr val="3E3E3E"/>
              </a:buClr>
              <a:buSzPts val="1000"/>
              <a:buFont typeface="Arial"/>
              <a:buChar char="•"/>
            </a:pPr>
            <a:endParaRPr lang="en-US" sz="1000">
              <a:solidFill>
                <a:srgbClr val="3E3E3E"/>
              </a:solidFill>
              <a:latin typeface="Arial Nova Light"/>
            </a:endParaRPr>
          </a:p>
          <a:p>
            <a:pPr marL="171450" indent="-171450">
              <a:buClr>
                <a:srgbClr val="3E3E3E"/>
              </a:buClr>
              <a:buSzPts val="1000"/>
              <a:buFont typeface="Arial"/>
              <a:buChar char="•"/>
            </a:pPr>
            <a:endParaRPr lang="en-US" sz="1000">
              <a:solidFill>
                <a:srgbClr val="3E3E3E"/>
              </a:solidFill>
              <a:latin typeface="Arial Nova Light"/>
            </a:endParaRPr>
          </a:p>
          <a:p>
            <a:pPr>
              <a:buClr>
                <a:srgbClr val="3E3E3E"/>
              </a:buClr>
              <a:buSzPts val="1000"/>
              <a:buFont typeface="Arial"/>
              <a:buChar char="•"/>
            </a:pPr>
            <a:endParaRPr lang="en-US" sz="1000">
              <a:solidFill>
                <a:srgbClr val="3E3E3E"/>
              </a:solidFill>
              <a:latin typeface="Arial Nova Light"/>
            </a:endParaRPr>
          </a:p>
          <a:p>
            <a:pPr marL="183515" marR="95885" indent="-171450">
              <a:spcBef>
                <a:spcPts val="880"/>
              </a:spcBef>
              <a:buClr>
                <a:srgbClr val="3E3E3E"/>
              </a:buClr>
              <a:buSzPts val="1000"/>
              <a:buFont typeface="Arial"/>
              <a:buChar char="•"/>
            </a:pPr>
            <a:endParaRPr lang="en-US" sz="1000">
              <a:solidFill>
                <a:srgbClr val="3E3E3E"/>
              </a:solidFill>
              <a:latin typeface="Arial Nova Light"/>
            </a:endParaRPr>
          </a:p>
        </p:txBody>
      </p:sp>
      <p:cxnSp>
        <p:nvCxnSpPr>
          <p:cNvPr id="10" name="Google Shape;1064;g26aa96f6693_0_28">
            <a:extLst>
              <a:ext uri="{FF2B5EF4-FFF2-40B4-BE49-F238E27FC236}">
                <a16:creationId xmlns:a16="http://schemas.microsoft.com/office/drawing/2014/main" id="{32E82B54-BD58-595C-BDF1-3BB078C8E9D2}"/>
              </a:ext>
            </a:extLst>
          </p:cNvPr>
          <p:cNvCxnSpPr/>
          <p:nvPr/>
        </p:nvCxnSpPr>
        <p:spPr>
          <a:xfrm>
            <a:off x="8099522" y="3021360"/>
            <a:ext cx="0" cy="3228000"/>
          </a:xfrm>
          <a:prstGeom prst="straightConnector1">
            <a:avLst/>
          </a:prstGeom>
          <a:noFill/>
          <a:ln w="12700" cap="flat" cmpd="sng">
            <a:solidFill>
              <a:srgbClr val="4D4D4D"/>
            </a:solidFill>
            <a:prstDash val="dot"/>
            <a:miter lim="800000"/>
            <a:headEnd type="none" w="sm" len="sm"/>
            <a:tailEnd type="none" w="sm" len="sm"/>
          </a:ln>
        </p:spPr>
      </p:cxnSp>
      <p:cxnSp>
        <p:nvCxnSpPr>
          <p:cNvPr id="12" name="Google Shape;1064;g26aa96f6693_0_28">
            <a:extLst>
              <a:ext uri="{FF2B5EF4-FFF2-40B4-BE49-F238E27FC236}">
                <a16:creationId xmlns:a16="http://schemas.microsoft.com/office/drawing/2014/main" id="{84D9925F-8FAB-9AB1-DE84-BED343D5ABD1}"/>
              </a:ext>
            </a:extLst>
          </p:cNvPr>
          <p:cNvCxnSpPr/>
          <p:nvPr/>
        </p:nvCxnSpPr>
        <p:spPr>
          <a:xfrm>
            <a:off x="4253616" y="2980561"/>
            <a:ext cx="0" cy="3228000"/>
          </a:xfrm>
          <a:prstGeom prst="straightConnector1">
            <a:avLst/>
          </a:prstGeom>
          <a:noFill/>
          <a:ln w="12700" cap="flat" cmpd="sng">
            <a:solidFill>
              <a:srgbClr val="4D4D4D"/>
            </a:solidFill>
            <a:prstDash val="dot"/>
            <a:miter lim="800000"/>
            <a:headEnd type="none" w="sm" len="sm"/>
            <a:tailEnd type="none" w="sm" len="sm"/>
          </a:ln>
        </p:spPr>
      </p:cxnSp>
    </p:spTree>
    <p:extLst>
      <p:ext uri="{BB962C8B-B14F-4D97-AF65-F5344CB8AC3E}">
        <p14:creationId xmlns:p14="http://schemas.microsoft.com/office/powerpoint/2010/main" val="3590054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10000"/>
          </a:schemeClr>
        </a:solidFill>
        <a:effectLst/>
      </p:bgPr>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93EECCC-FD35-C525-5840-37381D5FF7A8}"/>
              </a:ext>
            </a:extLst>
          </p:cNvPr>
          <p:cNvSpPr/>
          <p:nvPr/>
        </p:nvSpPr>
        <p:spPr>
          <a:xfrm>
            <a:off x="4296000" y="1629000"/>
            <a:ext cx="3600000" cy="3600000"/>
          </a:xfrm>
          <a:prstGeom prst="ellipse">
            <a:avLst/>
          </a:prstGeom>
          <a:solidFill>
            <a:srgbClr val="004C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sp>
        <p:nvSpPr>
          <p:cNvPr id="2" name="TextBox 1">
            <a:extLst>
              <a:ext uri="{FF2B5EF4-FFF2-40B4-BE49-F238E27FC236}">
                <a16:creationId xmlns:a16="http://schemas.microsoft.com/office/drawing/2014/main" id="{41756E65-6467-C150-D049-852780BBCD21}"/>
              </a:ext>
            </a:extLst>
          </p:cNvPr>
          <p:cNvSpPr txBox="1"/>
          <p:nvPr/>
        </p:nvSpPr>
        <p:spPr>
          <a:xfrm>
            <a:off x="2255520" y="2828835"/>
            <a:ext cx="7680960" cy="110799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6600" b="1" i="0" u="none" strike="noStrike" kern="1200" cap="none" spc="0" normalizeH="0" baseline="0" noProof="0">
                <a:ln>
                  <a:noFill/>
                </a:ln>
                <a:solidFill>
                  <a:srgbClr val="FEFFFF"/>
                </a:solidFill>
                <a:effectLst/>
                <a:uLnTx/>
                <a:uFillTx/>
                <a:latin typeface="Bierstadt"/>
                <a:ea typeface="+mn-ea"/>
                <a:cs typeface="+mn-cs"/>
              </a:rPr>
              <a:t>Thank You!</a:t>
            </a:r>
            <a:endParaRPr kumimoji="0" lang="en-IN" sz="6600" b="1" i="0" u="none" strike="noStrike" kern="1200" cap="none" spc="0" normalizeH="0" baseline="0" noProof="0">
              <a:ln>
                <a:noFill/>
              </a:ln>
              <a:solidFill>
                <a:srgbClr val="FEFFFF"/>
              </a:solidFill>
              <a:effectLst/>
              <a:uLnTx/>
              <a:uFillTx/>
              <a:latin typeface="Bierstadt" panose="020B0004020202020204" pitchFamily="34" charset="0"/>
              <a:ea typeface="+mn-ea"/>
              <a:cs typeface="+mn-cs"/>
            </a:endParaRPr>
          </a:p>
        </p:txBody>
      </p:sp>
      <p:sp>
        <p:nvSpPr>
          <p:cNvPr id="3" name="TextBox 2">
            <a:extLst>
              <a:ext uri="{FF2B5EF4-FFF2-40B4-BE49-F238E27FC236}">
                <a16:creationId xmlns:a16="http://schemas.microsoft.com/office/drawing/2014/main" id="{7AC2596A-7077-807C-77E0-D696D1012C71}"/>
              </a:ext>
            </a:extLst>
          </p:cNvPr>
          <p:cNvSpPr txBox="1"/>
          <p:nvPr/>
        </p:nvSpPr>
        <p:spPr>
          <a:xfrm>
            <a:off x="0" y="6645774"/>
            <a:ext cx="31540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FEFFFF"/>
                </a:solidFill>
                <a:effectLst/>
                <a:uLnTx/>
                <a:uFillTx/>
                <a:latin typeface="Helvertica"/>
                <a:ea typeface="+mn-ea"/>
                <a:cs typeface="+mn-cs"/>
              </a:rPr>
              <a:t>@2023 AuxoAI – Confidential and Proprietary</a:t>
            </a:r>
          </a:p>
        </p:txBody>
      </p:sp>
    </p:spTree>
    <p:extLst>
      <p:ext uri="{BB962C8B-B14F-4D97-AF65-F5344CB8AC3E}">
        <p14:creationId xmlns:p14="http://schemas.microsoft.com/office/powerpoint/2010/main" val="374854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5381BEC8-31BC-405D-B212-99C4FBB2991F}"/>
              </a:ext>
            </a:extLst>
          </p:cNvPr>
          <p:cNvSpPr txBox="1">
            <a:spLocks/>
          </p:cNvSpPr>
          <p:nvPr/>
        </p:nvSpPr>
        <p:spPr>
          <a:xfrm>
            <a:off x="956557" y="270909"/>
            <a:ext cx="10158483" cy="861237"/>
          </a:xfrm>
          <a:prstGeom prst="rect">
            <a:avLst/>
          </a:prstGeom>
        </p:spPr>
        <p:txBody>
          <a:bodyPr anchor="ctr"/>
          <a:lstStyle>
            <a:lvl1pPr algn="l" defTabSz="914400" rtl="0" eaLnBrk="1" latinLnBrk="0" hangingPunct="1">
              <a:lnSpc>
                <a:spcPct val="90000"/>
              </a:lnSpc>
              <a:spcBef>
                <a:spcPct val="0"/>
              </a:spcBef>
              <a:buNone/>
              <a:defRPr sz="2800" b="1" kern="1200">
                <a:solidFill>
                  <a:schemeClr val="accent6">
                    <a:lumMod val="50000"/>
                  </a:schemeClr>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solidFill>
                  <a:srgbClr val="D3E9AB">
                    <a:lumMod val="50000"/>
                  </a:srgbClr>
                </a:solidFill>
              </a:rPr>
              <a:t>Our Team – Pod Lead &amp; Health Care Expert Profiles</a:t>
            </a:r>
            <a:endParaRPr kumimoji="0" lang="en-US" sz="2800" b="1" i="0" u="none" strike="noStrike" kern="1200" cap="none" spc="0" normalizeH="0" baseline="0" noProof="0">
              <a:ln>
                <a:noFill/>
              </a:ln>
              <a:solidFill>
                <a:srgbClr val="D3E9AB">
                  <a:lumMod val="50000"/>
                </a:srgbClr>
              </a:solidFill>
              <a:effectLst/>
              <a:uLnTx/>
              <a:uFillTx/>
              <a:latin typeface="Bierstadt" panose="020B0004020202020204" pitchFamily="34" charset="0"/>
              <a:ea typeface="+mj-ea"/>
              <a:cs typeface="+mj-cs"/>
            </a:endParaRPr>
          </a:p>
        </p:txBody>
      </p:sp>
      <p:cxnSp>
        <p:nvCxnSpPr>
          <p:cNvPr id="42" name="Google Shape;1068;g26aa96f6693_0_28">
            <a:extLst>
              <a:ext uri="{FF2B5EF4-FFF2-40B4-BE49-F238E27FC236}">
                <a16:creationId xmlns:a16="http://schemas.microsoft.com/office/drawing/2014/main" id="{4CFD69B0-256D-9001-7CE8-3079554B387B}"/>
              </a:ext>
            </a:extLst>
          </p:cNvPr>
          <p:cNvCxnSpPr/>
          <p:nvPr/>
        </p:nvCxnSpPr>
        <p:spPr>
          <a:xfrm>
            <a:off x="956557" y="-1274831"/>
            <a:ext cx="0" cy="3228000"/>
          </a:xfrm>
          <a:prstGeom prst="straightConnector1">
            <a:avLst/>
          </a:prstGeom>
          <a:noFill/>
          <a:ln w="9525" cap="flat" cmpd="sng">
            <a:solidFill>
              <a:srgbClr val="BFBFBF"/>
            </a:solidFill>
            <a:prstDash val="dot"/>
            <a:miter lim="800000"/>
            <a:headEnd type="none" w="sm" len="sm"/>
            <a:tailEnd type="none" w="sm" len="sm"/>
          </a:ln>
        </p:spPr>
      </p:cxnSp>
      <p:sp>
        <p:nvSpPr>
          <p:cNvPr id="45" name="Google Shape;1062;g26aa96f6693_0_28">
            <a:extLst>
              <a:ext uri="{FF2B5EF4-FFF2-40B4-BE49-F238E27FC236}">
                <a16:creationId xmlns:a16="http://schemas.microsoft.com/office/drawing/2014/main" id="{B3790F00-985E-7F75-D115-4AB70C658838}"/>
              </a:ext>
            </a:extLst>
          </p:cNvPr>
          <p:cNvSpPr txBox="1"/>
          <p:nvPr/>
        </p:nvSpPr>
        <p:spPr>
          <a:xfrm>
            <a:off x="4148252" y="2845406"/>
            <a:ext cx="4038356" cy="4024179"/>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IN" sz="1400" b="1" kern="0">
                <a:solidFill>
                  <a:srgbClr val="00BEC3"/>
                </a:solidFill>
                <a:latin typeface="Bierstadt" panose="020B0004020202020204" pitchFamily="34" charset="0"/>
                <a:cs typeface="Arial"/>
                <a:sym typeface="Arial"/>
              </a:rPr>
              <a:t>PRERNA SHARMA</a:t>
            </a:r>
            <a:endParaRPr sz="1400" kern="0">
              <a:solidFill>
                <a:srgbClr val="00BEC3"/>
              </a:solidFill>
              <a:latin typeface="Bierstadt" panose="020B0004020202020204" pitchFamily="34" charset="0"/>
              <a:cs typeface="Arial"/>
              <a:sym typeface="Arial"/>
            </a:endParaRPr>
          </a:p>
          <a:p>
            <a:pPr marL="183515" marR="95885" lvl="0" indent="-171450">
              <a:lnSpc>
                <a:spcPct val="100000"/>
              </a:lnSpc>
              <a:spcAft>
                <a:spcPts val="0"/>
              </a:spcAft>
              <a:buClr>
                <a:srgbClr val="3E3E3E"/>
              </a:buClr>
              <a:buSzPts val="1000"/>
              <a:buFontTx/>
              <a:buChar char="•"/>
            </a:pPr>
            <a:r>
              <a:rPr lang="en-US" sz="1000">
                <a:solidFill>
                  <a:srgbClr val="3E3E3E"/>
                </a:solidFill>
                <a:latin typeface="Arial Nova Light" panose="020B0304020202020204" pitchFamily="34" charset="0"/>
              </a:rPr>
              <a:t>11 years of experience helping healthcare clients in Data, Analytics and AI strategy, roadmap and enablement</a:t>
            </a:r>
          </a:p>
          <a:p>
            <a:pPr marL="183515" marR="95885" indent="-171450">
              <a:spcBef>
                <a:spcPts val="700"/>
              </a:spcBef>
              <a:buClr>
                <a:srgbClr val="3E3E3E"/>
              </a:buClr>
              <a:buSzPts val="1000"/>
              <a:buFontTx/>
              <a:buChar char="•"/>
            </a:pPr>
            <a:r>
              <a:rPr lang="en-US" sz="1000">
                <a:solidFill>
                  <a:srgbClr val="3E3E3E"/>
                </a:solidFill>
                <a:latin typeface="Arial Nova Light" panose="020B0304020202020204" pitchFamily="34" charset="0"/>
              </a:rPr>
              <a:t>Led data and analytics consulting projects for payor clients in areas such as claims analytics, care management, medical cost analytics, member profiling, STAR rating and analytics strategy</a:t>
            </a:r>
          </a:p>
          <a:p>
            <a:pPr marL="183515" marR="95885" indent="-171450">
              <a:spcBef>
                <a:spcPts val="700"/>
              </a:spcBef>
              <a:buClr>
                <a:srgbClr val="3E3E3E"/>
              </a:buClr>
              <a:buSzPts val="1000"/>
              <a:buFontTx/>
              <a:buChar char="•"/>
            </a:pPr>
            <a:r>
              <a:rPr lang="en-US" sz="1000">
                <a:solidFill>
                  <a:srgbClr val="3E3E3E"/>
                </a:solidFill>
                <a:latin typeface="Arial Nova Light" panose="020B0304020202020204" pitchFamily="34" charset="0"/>
              </a:rPr>
              <a:t>Helped a payor with a competitive intelligence tool to identify gaps in policy by using NLP to extract codes and coverages in the policy and benchmark with competitor policies</a:t>
            </a:r>
          </a:p>
          <a:p>
            <a:pPr marL="183515" marR="95885" lvl="0" indent="-171450">
              <a:lnSpc>
                <a:spcPct val="100000"/>
              </a:lnSpc>
              <a:spcBef>
                <a:spcPts val="700"/>
              </a:spcBef>
              <a:spcAft>
                <a:spcPts val="0"/>
              </a:spcAft>
              <a:buClr>
                <a:srgbClr val="3E3E3E"/>
              </a:buClr>
              <a:buSzPts val="1000"/>
              <a:buFontTx/>
              <a:buChar char="•"/>
            </a:pPr>
            <a:r>
              <a:rPr lang="en-US" sz="1000">
                <a:solidFill>
                  <a:srgbClr val="3E3E3E"/>
                </a:solidFill>
                <a:latin typeface="Arial Nova Light" panose="020B0304020202020204" pitchFamily="34" charset="0"/>
              </a:rPr>
              <a:t>Led provider consulting engagements in areas of market entry strategies, provider star ratings, patient throughput analytics, procurement and supply chain analytics</a:t>
            </a:r>
          </a:p>
          <a:p>
            <a:pPr marL="183515" marR="95885" lvl="0" indent="-171450">
              <a:lnSpc>
                <a:spcPct val="100000"/>
              </a:lnSpc>
              <a:spcBef>
                <a:spcPts val="700"/>
              </a:spcBef>
              <a:spcAft>
                <a:spcPts val="0"/>
              </a:spcAft>
              <a:buClr>
                <a:srgbClr val="3E3E3E"/>
              </a:buClr>
              <a:buSzPts val="1000"/>
              <a:buFontTx/>
              <a:buChar char="•"/>
            </a:pPr>
            <a:r>
              <a:rPr lang="en-US" sz="1000">
                <a:solidFill>
                  <a:srgbClr val="3E3E3E"/>
                </a:solidFill>
                <a:latin typeface="Arial Nova Light" panose="020B0304020202020204" pitchFamily="34" charset="0"/>
              </a:rPr>
              <a:t>Helped a provider chain identify potential cost savings opportunities of ~$40 M in areas of pharmacy and medical supplies</a:t>
            </a:r>
          </a:p>
          <a:p>
            <a:pPr marL="171450" marR="95885" lvl="1" indent="-160338">
              <a:spcBef>
                <a:spcPts val="700"/>
              </a:spcBef>
              <a:buClr>
                <a:srgbClr val="3E3E3E"/>
              </a:buClr>
              <a:buSzPts val="1000"/>
              <a:buFontTx/>
              <a:buChar char="•"/>
            </a:pPr>
            <a:r>
              <a:rPr lang="en-US" sz="1000">
                <a:solidFill>
                  <a:srgbClr val="3E3E3E"/>
                </a:solidFill>
                <a:latin typeface="Arial Nova Light" panose="020B0304020202020204" pitchFamily="34" charset="0"/>
              </a:rPr>
              <a:t>Leading multiple </a:t>
            </a:r>
            <a:r>
              <a:rPr lang="en-US" sz="1000" err="1">
                <a:solidFill>
                  <a:srgbClr val="3E3E3E"/>
                </a:solidFill>
                <a:latin typeface="Arial Nova Light" panose="020B0304020202020204" pitchFamily="34" charset="0"/>
              </a:rPr>
              <a:t>GenAI</a:t>
            </a:r>
            <a:r>
              <a:rPr lang="en-US" sz="1000">
                <a:solidFill>
                  <a:srgbClr val="3E3E3E"/>
                </a:solidFill>
                <a:latin typeface="Arial Nova Light" panose="020B0304020202020204" pitchFamily="34" charset="0"/>
              </a:rPr>
              <a:t> projects for healthcare clients</a:t>
            </a:r>
          </a:p>
          <a:p>
            <a:pPr marL="365760" marR="95885" lvl="2" indent="-182880">
              <a:spcBef>
                <a:spcPts val="300"/>
              </a:spcBef>
              <a:buClr>
                <a:srgbClr val="3E3E3E"/>
              </a:buClr>
              <a:buSzPts val="1000"/>
              <a:buFontTx/>
              <a:buChar char="•"/>
            </a:pPr>
            <a:r>
              <a:rPr lang="en-US" sz="1000">
                <a:solidFill>
                  <a:srgbClr val="3E3E3E"/>
                </a:solidFill>
                <a:latin typeface="Arial Nova Light" panose="020B0304020202020204" pitchFamily="34" charset="0"/>
              </a:rPr>
              <a:t>Prior authorization copilot for a large US health system to enable intelligent automation of the prior authorization</a:t>
            </a:r>
          </a:p>
          <a:p>
            <a:pPr marL="365760" marR="95885" lvl="2" indent="-182880">
              <a:spcBef>
                <a:spcPts val="300"/>
              </a:spcBef>
              <a:buClr>
                <a:srgbClr val="3E3E3E"/>
              </a:buClr>
              <a:buSzPts val="1000"/>
              <a:buFontTx/>
              <a:buChar char="•"/>
            </a:pPr>
            <a:r>
              <a:rPr lang="en-US" sz="1000">
                <a:solidFill>
                  <a:srgbClr val="3E3E3E"/>
                </a:solidFill>
                <a:latin typeface="Arial Nova Light" panose="020B0304020202020204" pitchFamily="34" charset="0"/>
              </a:rPr>
              <a:t>Automated provider operations workflow using AI and gen AI to enable provider onboarding and terminations</a:t>
            </a:r>
          </a:p>
          <a:p>
            <a:pPr marL="365760" marR="95885" lvl="2" indent="-182880">
              <a:spcBef>
                <a:spcPts val="300"/>
              </a:spcBef>
              <a:buClr>
                <a:srgbClr val="3E3E3E"/>
              </a:buClr>
              <a:buSzPts val="1000"/>
              <a:buFontTx/>
              <a:buChar char="•"/>
            </a:pPr>
            <a:r>
              <a:rPr lang="en-US" sz="1000">
                <a:solidFill>
                  <a:srgbClr val="3E3E3E"/>
                </a:solidFill>
                <a:latin typeface="Arial Nova Light" panose="020B0304020202020204" pitchFamily="34" charset="0"/>
              </a:rPr>
              <a:t>Agent assist copilot for Medicare Sales agents to answer member questions instantly by retrieving the right information for many unstructured and structured docs</a:t>
            </a:r>
          </a:p>
        </p:txBody>
      </p:sp>
      <p:sp>
        <p:nvSpPr>
          <p:cNvPr id="52" name="Google Shape;1065;g26aa96f6693_0_28">
            <a:extLst>
              <a:ext uri="{FF2B5EF4-FFF2-40B4-BE49-F238E27FC236}">
                <a16:creationId xmlns:a16="http://schemas.microsoft.com/office/drawing/2014/main" id="{5116D18E-5E42-44CC-0176-0081FEF2DDCB}"/>
              </a:ext>
            </a:extLst>
          </p:cNvPr>
          <p:cNvSpPr txBox="1"/>
          <p:nvPr/>
        </p:nvSpPr>
        <p:spPr>
          <a:xfrm>
            <a:off x="8305800" y="2774191"/>
            <a:ext cx="3635990" cy="3960058"/>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IN" sz="1400" b="1" kern="0">
                <a:solidFill>
                  <a:srgbClr val="00BEC3"/>
                </a:solidFill>
                <a:latin typeface="Bierstadt" panose="020B0004020202020204" pitchFamily="34" charset="0"/>
                <a:ea typeface="Arial"/>
                <a:cs typeface="Arial"/>
                <a:sym typeface="Arial"/>
              </a:rPr>
              <a:t>GAYATRI JOHAR</a:t>
            </a:r>
            <a:endParaRPr sz="1400" b="1" kern="0">
              <a:solidFill>
                <a:srgbClr val="00BEC3"/>
              </a:solidFill>
              <a:latin typeface="Bierstadt" panose="020B0004020202020204" pitchFamily="34" charset="0"/>
              <a:ea typeface="Arial"/>
              <a:cs typeface="Arial"/>
              <a:sym typeface="Arial"/>
            </a:endParaRPr>
          </a:p>
          <a:p>
            <a:pPr marL="183515" marR="95885" indent="-171450">
              <a:buClr>
                <a:srgbClr val="3E3E3E"/>
              </a:buClr>
              <a:buSzPts val="1000"/>
              <a:buChar char="•"/>
            </a:pPr>
            <a:r>
              <a:rPr lang="en-US" sz="1000">
                <a:solidFill>
                  <a:srgbClr val="3E3E3E"/>
                </a:solidFill>
                <a:latin typeface="Arial Nova Light" panose="020B0304020202020204" pitchFamily="34" charset="0"/>
              </a:rPr>
              <a:t>11+ years in Healthcare analytics consulting (EY and PWC)</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rPr>
              <a:t>Led large analytics deliver projects focusing on - medical cost trend analytics, quality analytics, claims anomaly detection, member segmentation, market access analytics, patient behavior analytics and marketing analytics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Developed a comprehensive analytical framework to measure medical cost trends (MCT). Leveraged the framework to deliver targeted analytics use cases that can help the client uncover medical and pharmacy cost savings opportunities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Helped clients measure provider performance to enable transition to value-based care (VBC) contracts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Led a claim anomaly detection model development enhancing  current process of identification of fraud and recovery</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Developed claim prompt pay prediction model to identify claims that could have a late payment penalty savings millions of dollars</a:t>
            </a:r>
          </a:p>
          <a:p>
            <a:pPr marL="183515" marR="95885" indent="-171450">
              <a:spcBef>
                <a:spcPts val="880"/>
              </a:spcBef>
              <a:buClr>
                <a:srgbClr val="3E3E3E"/>
              </a:buClr>
              <a:buSzPts val="1000"/>
              <a:buChar char="•"/>
            </a:pPr>
            <a:r>
              <a:rPr lang="en-US" sz="1000">
                <a:solidFill>
                  <a:srgbClr val="3E3E3E"/>
                </a:solidFill>
                <a:latin typeface="Arial Nova Light" panose="020B0304020202020204" pitchFamily="34" charset="0"/>
                <a:sym typeface="Helvetica Neue"/>
              </a:rPr>
              <a:t>Designed effective marketing programs and allocation for a major pharma company for their animal drug business. </a:t>
            </a:r>
          </a:p>
        </p:txBody>
      </p:sp>
      <p:pic>
        <p:nvPicPr>
          <p:cNvPr id="69" name="Picture 68">
            <a:extLst>
              <a:ext uri="{FF2B5EF4-FFF2-40B4-BE49-F238E27FC236}">
                <a16:creationId xmlns:a16="http://schemas.microsoft.com/office/drawing/2014/main" id="{1BD02579-6750-BBA0-63EE-76EED437B41F}"/>
              </a:ext>
            </a:extLst>
          </p:cNvPr>
          <p:cNvPicPr>
            <a:picLocks noChangeAspect="1"/>
          </p:cNvPicPr>
          <p:nvPr/>
        </p:nvPicPr>
        <p:blipFill>
          <a:blip r:embed="rId2" cstate="hqprint">
            <a:grayscl/>
            <a:extLst>
              <a:ext uri="{28A0092B-C50C-407E-A947-70E740481C1C}">
                <a14:useLocalDpi xmlns:a14="http://schemas.microsoft.com/office/drawing/2010/main"/>
              </a:ext>
            </a:extLst>
          </a:blip>
          <a:stretch>
            <a:fillRect/>
          </a:stretch>
        </p:blipFill>
        <p:spPr>
          <a:xfrm>
            <a:off x="8327880" y="1231746"/>
            <a:ext cx="1197312" cy="1497330"/>
          </a:xfrm>
          <a:prstGeom prst="rect">
            <a:avLst/>
          </a:prstGeom>
        </p:spPr>
      </p:pic>
      <p:pic>
        <p:nvPicPr>
          <p:cNvPr id="70" name="Picture 69">
            <a:extLst>
              <a:ext uri="{FF2B5EF4-FFF2-40B4-BE49-F238E27FC236}">
                <a16:creationId xmlns:a16="http://schemas.microsoft.com/office/drawing/2014/main" id="{40641786-502E-7472-3276-BB1ED591DE45}"/>
              </a:ext>
            </a:extLst>
          </p:cNvPr>
          <p:cNvPicPr>
            <a:picLocks noChangeAspect="1"/>
          </p:cNvPicPr>
          <p:nvPr/>
        </p:nvPicPr>
        <p:blipFill>
          <a:blip r:embed="rId3" cstate="hqprint">
            <a:grayscl/>
            <a:extLst>
              <a:ext uri="{28A0092B-C50C-407E-A947-70E740481C1C}">
                <a14:useLocalDpi xmlns:a14="http://schemas.microsoft.com/office/drawing/2010/main"/>
              </a:ext>
            </a:extLst>
          </a:blip>
          <a:stretch>
            <a:fillRect/>
          </a:stretch>
        </p:blipFill>
        <p:spPr>
          <a:xfrm>
            <a:off x="4206998" y="1238968"/>
            <a:ext cx="1199570" cy="1499616"/>
          </a:xfrm>
          <a:prstGeom prst="rect">
            <a:avLst/>
          </a:prstGeom>
        </p:spPr>
      </p:pic>
      <p:sp>
        <p:nvSpPr>
          <p:cNvPr id="6" name="Google Shape;1062;g26aa96f6693_0_28">
            <a:extLst>
              <a:ext uri="{FF2B5EF4-FFF2-40B4-BE49-F238E27FC236}">
                <a16:creationId xmlns:a16="http://schemas.microsoft.com/office/drawing/2014/main" id="{026820C9-14BA-E79B-EC1E-E403B62D1299}"/>
              </a:ext>
            </a:extLst>
          </p:cNvPr>
          <p:cNvSpPr txBox="1"/>
          <p:nvPr/>
        </p:nvSpPr>
        <p:spPr>
          <a:xfrm>
            <a:off x="347371" y="2774191"/>
            <a:ext cx="3760599" cy="3883114"/>
          </a:xfrm>
          <a:prstGeom prst="rect">
            <a:avLst/>
          </a:prstGeom>
          <a:noFill/>
          <a:ln>
            <a:noFill/>
          </a:ln>
        </p:spPr>
        <p:txBody>
          <a:bodyPr spcFirstLastPara="1" wrap="square" lIns="0" tIns="12700" rIns="0" bIns="0" anchor="t" anchorCtr="0">
            <a:spAutoFit/>
          </a:bodyPr>
          <a:lstStyle/>
          <a:p>
            <a:pPr marL="5715">
              <a:buClr>
                <a:srgbClr val="000000"/>
              </a:buClr>
              <a:buFont typeface="Arial"/>
              <a:buNone/>
            </a:pPr>
            <a:r>
              <a:rPr lang="en-US" sz="1400" b="1" kern="0">
                <a:solidFill>
                  <a:srgbClr val="00BEC3"/>
                </a:solidFill>
                <a:latin typeface="Bierstadt" panose="020B0004020202020204" pitchFamily="34" charset="0"/>
                <a:cs typeface="Arial"/>
                <a:sym typeface="Arial"/>
              </a:rPr>
              <a:t>SATISH TAMMINENI</a:t>
            </a:r>
            <a:endParaRPr sz="1400" kern="0">
              <a:solidFill>
                <a:srgbClr val="00BEC3"/>
              </a:solidFill>
              <a:latin typeface="Bierstadt" panose="020B0004020202020204" pitchFamily="34" charset="0"/>
              <a:cs typeface="Arial"/>
              <a:sym typeface="Arial"/>
            </a:endParaRPr>
          </a:p>
          <a:p>
            <a:pPr marL="183515" marR="95885" indent="-171450">
              <a:buClr>
                <a:srgbClr val="3E3E3E"/>
              </a:buClr>
              <a:buSzPts val="1000"/>
              <a:buFontTx/>
              <a:buChar char="•"/>
            </a:pPr>
            <a:r>
              <a:rPr lang="en-US" sz="1000">
                <a:solidFill>
                  <a:srgbClr val="3E3E3E"/>
                </a:solidFill>
                <a:latin typeface="Arial Nova Light" panose="020B0304020202020204" pitchFamily="34" charset="0"/>
              </a:rPr>
              <a:t>16+ years of experience in building analytics capabilities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Helped healthcare clients in building analytical capabilities across medical cost, value based care, claims, HEDIS / quality ratings, prior auth, provider supply chain, etc. </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Led project related to analytics transformation, delivery model redesign, cloud migration and analytics command centers</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Led teams to build multiple AI / ML models such as high-cost member prediction, readmission prediction, HEDIS care gap closure prediction, medical policy benchmarking (NLP), Post call satisfaction estimation</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Currently helping a Blue plan enable </a:t>
            </a:r>
            <a:r>
              <a:rPr lang="en-US" sz="1000" err="1">
                <a:solidFill>
                  <a:srgbClr val="3E3E3E"/>
                </a:solidFill>
                <a:latin typeface="Arial Nova Light" panose="020B0304020202020204" pitchFamily="34" charset="0"/>
              </a:rPr>
              <a:t>GenAI</a:t>
            </a:r>
            <a:r>
              <a:rPr lang="en-US" sz="1000">
                <a:solidFill>
                  <a:srgbClr val="3E3E3E"/>
                </a:solidFill>
                <a:latin typeface="Arial Nova Light" panose="020B0304020202020204" pitchFamily="34" charset="0"/>
              </a:rPr>
              <a:t> solutions to help</a:t>
            </a:r>
          </a:p>
          <a:p>
            <a:pPr marL="366395" marR="95885" lvl="1" indent="-182880">
              <a:buClr>
                <a:srgbClr val="3E3E3E"/>
              </a:buClr>
              <a:buSzPts val="1000"/>
              <a:buFontTx/>
              <a:buChar char="•"/>
            </a:pPr>
            <a:r>
              <a:rPr lang="en-US" sz="1000">
                <a:solidFill>
                  <a:srgbClr val="3E3E3E"/>
                </a:solidFill>
                <a:latin typeface="Arial Nova Light" panose="020B0304020202020204" pitchFamily="34" charset="0"/>
              </a:rPr>
              <a:t>a sales agent answer member questions accurately and timely through an agent assist copilot</a:t>
            </a:r>
          </a:p>
          <a:p>
            <a:pPr marL="366395" marR="95885" lvl="1" indent="-182880">
              <a:buClr>
                <a:srgbClr val="3E3E3E"/>
              </a:buClr>
              <a:buSzPts val="1000"/>
              <a:buFontTx/>
              <a:buChar char="•"/>
            </a:pPr>
            <a:r>
              <a:rPr lang="en-US" sz="1000">
                <a:solidFill>
                  <a:srgbClr val="3E3E3E"/>
                </a:solidFill>
                <a:latin typeface="Arial Nova Light" panose="020B0304020202020204" pitchFamily="34" charset="0"/>
              </a:rPr>
              <a:t>a care agent build post call summary (key issues, care path discussed and follow up actions) by analyzing call transcript</a:t>
            </a:r>
          </a:p>
          <a:p>
            <a:pPr marL="183515" marR="95885" indent="-171450">
              <a:spcBef>
                <a:spcPts val="880"/>
              </a:spcBef>
              <a:buClr>
                <a:srgbClr val="3E3E3E"/>
              </a:buClr>
              <a:buSzPts val="1000"/>
              <a:buFontTx/>
              <a:buChar char="•"/>
            </a:pPr>
            <a:r>
              <a:rPr lang="en-US" sz="1000">
                <a:solidFill>
                  <a:srgbClr val="3E3E3E"/>
                </a:solidFill>
                <a:latin typeface="Arial Nova Light" panose="020B0304020202020204" pitchFamily="34" charset="0"/>
              </a:rPr>
              <a:t>Helping a provider build prior auth. (PA) nurse copilot to streamline and automate nurses’ workflow to document all the forms, letter of medical necessity and supporting documents with an objective to increase PA approval rate, timeliness and reduce nurses’ admin work-load</a:t>
            </a:r>
          </a:p>
        </p:txBody>
      </p:sp>
      <p:pic>
        <p:nvPicPr>
          <p:cNvPr id="7" name="Google Shape;769;g26aa96f6693_0_28">
            <a:extLst>
              <a:ext uri="{FF2B5EF4-FFF2-40B4-BE49-F238E27FC236}">
                <a16:creationId xmlns:a16="http://schemas.microsoft.com/office/drawing/2014/main" id="{1F485562-32D4-5DB6-B45F-912CBE7EBF15}"/>
              </a:ext>
            </a:extLst>
          </p:cNvPr>
          <p:cNvPicPr preferRelativeResize="0">
            <a:picLocks noChangeAspect="1"/>
          </p:cNvPicPr>
          <p:nvPr/>
        </p:nvPicPr>
        <p:blipFill rotWithShape="1">
          <a:blip r:embed="rId4" cstate="hqprint">
            <a:alphaModFix/>
            <a:extLst>
              <a:ext uri="{28A0092B-C50C-407E-A947-70E740481C1C}">
                <a14:useLocalDpi xmlns:a14="http://schemas.microsoft.com/office/drawing/2010/main"/>
              </a:ext>
            </a:extLst>
          </a:blip>
          <a:srcRect l="-454" t="1" r="561" b="155"/>
          <a:stretch/>
        </p:blipFill>
        <p:spPr>
          <a:xfrm>
            <a:off x="347371" y="1231746"/>
            <a:ext cx="1207008" cy="1505376"/>
          </a:xfrm>
          <a:prstGeom prst="rect">
            <a:avLst/>
          </a:prstGeom>
          <a:noFill/>
          <a:ln>
            <a:noFill/>
          </a:ln>
        </p:spPr>
      </p:pic>
      <p:cxnSp>
        <p:nvCxnSpPr>
          <p:cNvPr id="8" name="Google Shape;1064;g26aa96f6693_0_28">
            <a:extLst>
              <a:ext uri="{FF2B5EF4-FFF2-40B4-BE49-F238E27FC236}">
                <a16:creationId xmlns:a16="http://schemas.microsoft.com/office/drawing/2014/main" id="{43677D12-BD5D-F206-2C76-A30B407914CA}"/>
              </a:ext>
            </a:extLst>
          </p:cNvPr>
          <p:cNvCxnSpPr/>
          <p:nvPr/>
        </p:nvCxnSpPr>
        <p:spPr>
          <a:xfrm>
            <a:off x="8186608" y="3034278"/>
            <a:ext cx="0" cy="3228000"/>
          </a:xfrm>
          <a:prstGeom prst="straightConnector1">
            <a:avLst/>
          </a:prstGeom>
          <a:noFill/>
          <a:ln w="12700" cap="flat" cmpd="sng">
            <a:solidFill>
              <a:srgbClr val="4D4D4D"/>
            </a:solidFill>
            <a:prstDash val="dot"/>
            <a:miter lim="800000"/>
            <a:headEnd type="none" w="sm" len="sm"/>
            <a:tailEnd type="none" w="sm" len="sm"/>
          </a:ln>
        </p:spPr>
      </p:cxnSp>
      <p:cxnSp>
        <p:nvCxnSpPr>
          <p:cNvPr id="9" name="Google Shape;1064;g26aa96f6693_0_28">
            <a:extLst>
              <a:ext uri="{FF2B5EF4-FFF2-40B4-BE49-F238E27FC236}">
                <a16:creationId xmlns:a16="http://schemas.microsoft.com/office/drawing/2014/main" id="{91FFB5F6-74C5-C81C-6B5B-5A140CB192FE}"/>
              </a:ext>
            </a:extLst>
          </p:cNvPr>
          <p:cNvCxnSpPr/>
          <p:nvPr/>
        </p:nvCxnSpPr>
        <p:spPr>
          <a:xfrm>
            <a:off x="4007956" y="3198473"/>
            <a:ext cx="0" cy="3228000"/>
          </a:xfrm>
          <a:prstGeom prst="straightConnector1">
            <a:avLst/>
          </a:prstGeom>
          <a:noFill/>
          <a:ln w="12700" cap="flat" cmpd="sng">
            <a:solidFill>
              <a:srgbClr val="4D4D4D"/>
            </a:solidFill>
            <a:prstDash val="dot"/>
            <a:miter lim="800000"/>
            <a:headEnd type="none" w="sm" len="sm"/>
            <a:tailEnd type="none" w="sm" len="sm"/>
          </a:ln>
        </p:spPr>
      </p:cxnSp>
    </p:spTree>
    <p:extLst>
      <p:ext uri="{BB962C8B-B14F-4D97-AF65-F5344CB8AC3E}">
        <p14:creationId xmlns:p14="http://schemas.microsoft.com/office/powerpoint/2010/main" val="3711744976"/>
      </p:ext>
    </p:extLst>
  </p:cSld>
  <p:clrMapOvr>
    <a:masterClrMapping/>
  </p:clrMapOvr>
</p:sld>
</file>

<file path=ppt/theme/theme1.xml><?xml version="1.0" encoding="utf-8"?>
<a:theme xmlns:a="http://schemas.openxmlformats.org/drawingml/2006/main" name="3_Custom Design">
  <a:themeElements>
    <a:clrScheme name="Custom 7">
      <a:dk1>
        <a:srgbClr val="91B94C"/>
      </a:dk1>
      <a:lt1>
        <a:srgbClr val="FEFFFF"/>
      </a:lt1>
      <a:dk2>
        <a:srgbClr val="FEFFFF"/>
      </a:dk2>
      <a:lt2>
        <a:srgbClr val="91B94C"/>
      </a:lt2>
      <a:accent1>
        <a:srgbClr val="C5CCFC"/>
      </a:accent1>
      <a:accent2>
        <a:srgbClr val="D3E9AB"/>
      </a:accent2>
      <a:accent3>
        <a:srgbClr val="C6CDFD"/>
      </a:accent3>
      <a:accent4>
        <a:srgbClr val="D3E9AB"/>
      </a:accent4>
      <a:accent5>
        <a:srgbClr val="C5CCFC"/>
      </a:accent5>
      <a:accent6>
        <a:srgbClr val="D3E9AB"/>
      </a:accent6>
      <a:hlink>
        <a:srgbClr val="12207C"/>
      </a:hlink>
      <a:folHlink>
        <a:srgbClr val="000000"/>
      </a:folHlink>
    </a:clrScheme>
    <a:fontScheme name="Helvetica light">
      <a:majorFont>
        <a:latin typeface="Helvetica light"/>
        <a:ea typeface=""/>
        <a:cs typeface=""/>
      </a:majorFont>
      <a:minorFont>
        <a:latin typeface="Helvetic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Custom Design">
  <a:themeElements>
    <a:clrScheme name="Custom 7">
      <a:dk1>
        <a:srgbClr val="91B94C"/>
      </a:dk1>
      <a:lt1>
        <a:srgbClr val="FEFFFF"/>
      </a:lt1>
      <a:dk2>
        <a:srgbClr val="FEFFFF"/>
      </a:dk2>
      <a:lt2>
        <a:srgbClr val="91B94C"/>
      </a:lt2>
      <a:accent1>
        <a:srgbClr val="C5CCFC"/>
      </a:accent1>
      <a:accent2>
        <a:srgbClr val="D3E9AB"/>
      </a:accent2>
      <a:accent3>
        <a:srgbClr val="C6CDFD"/>
      </a:accent3>
      <a:accent4>
        <a:srgbClr val="D3E9AB"/>
      </a:accent4>
      <a:accent5>
        <a:srgbClr val="C5CCFC"/>
      </a:accent5>
      <a:accent6>
        <a:srgbClr val="D3E9AB"/>
      </a:accent6>
      <a:hlink>
        <a:srgbClr val="12207C"/>
      </a:hlink>
      <a:folHlink>
        <a:srgbClr val="000000"/>
      </a:folHlink>
    </a:clrScheme>
    <a:fontScheme name="Helvetica light">
      <a:majorFont>
        <a:latin typeface="Helvetica light"/>
        <a:ea typeface=""/>
        <a:cs typeface=""/>
      </a:majorFont>
      <a:minorFont>
        <a:latin typeface="Helvetic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E9172D96F9FE45AC29174293285FBA" ma:contentTypeVersion="3" ma:contentTypeDescription="Create a new document." ma:contentTypeScope="" ma:versionID="66afa27dec4314cb97ac54924c66f136">
  <xsd:schema xmlns:xsd="http://www.w3.org/2001/XMLSchema" xmlns:xs="http://www.w3.org/2001/XMLSchema" xmlns:p="http://schemas.microsoft.com/office/2006/metadata/properties" xmlns:ns2="146ceb4b-6c95-4a0c-aa6e-ec7aed300d6c" targetNamespace="http://schemas.microsoft.com/office/2006/metadata/properties" ma:root="true" ma:fieldsID="00454e5a9dd9b739a90ee9c01efb9c14" ns2:_="">
    <xsd:import namespace="146ceb4b-6c95-4a0c-aa6e-ec7aed300d6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6ceb4b-6c95-4a0c-aa6e-ec7aed300d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A8F4E0-F462-4052-834A-84CA5247FDF0}"/>
</file>

<file path=customXml/itemProps2.xml><?xml version="1.0" encoding="utf-8"?>
<ds:datastoreItem xmlns:ds="http://schemas.openxmlformats.org/officeDocument/2006/customXml" ds:itemID="{5DF62D73-97EB-4261-8D40-3B8649226DCD}">
  <ds:schemaRefs>
    <ds:schemaRef ds:uri="http://schemas.microsoft.com/sharepoint/v3/contenttype/forms"/>
  </ds:schemaRefs>
</ds:datastoreItem>
</file>

<file path=customXml/itemProps3.xml><?xml version="1.0" encoding="utf-8"?>
<ds:datastoreItem xmlns:ds="http://schemas.openxmlformats.org/officeDocument/2006/customXml" ds:itemID="{9F5CA535-D662-46D1-8110-9664EAF33330}">
  <ds:schemaRefs>
    <ds:schemaRef ds:uri="28908500-976f-4e25-ad31-764d294f3e02"/>
    <ds:schemaRef ds:uri="84eb3cb4-9014-4f44-b2b6-3a1d6137ff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2</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3_Custom Design</vt:lpstr>
      <vt:lpstr>4_Custom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2024-02-05T09:06:45Z</dcterms:created>
  <dcterms:modified xsi:type="dcterms:W3CDTF">2024-06-11T14:57:33Z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0x01010013E9172D96F9FE45AC29174293285FBA</vt:lpwstr>
  </property>
  <property fmtid="{D5CDD505-2E9C-101B-9397-08002B2CF9AE}" pid="3" name="MediaServiceImageTags">
    <vt:lpwstr/>
  </property>
</Properties>
</file>