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  <p:sldMasterId id="2147483825" r:id="rId5"/>
    <p:sldMasterId id="2147483831" r:id="rId6"/>
    <p:sldMasterId id="2147483865" r:id="rId7"/>
    <p:sldMasterId id="2147483875" r:id="rId8"/>
  </p:sldMasterIdLst>
  <p:notesMasterIdLst>
    <p:notesMasterId r:id="rId41"/>
  </p:notesMasterIdLst>
  <p:sldIdLst>
    <p:sldId id="2147474335" r:id="rId9"/>
    <p:sldId id="2147474388" r:id="rId10"/>
    <p:sldId id="264" r:id="rId11"/>
    <p:sldId id="2147481970" r:id="rId12"/>
    <p:sldId id="261" r:id="rId13"/>
    <p:sldId id="258" r:id="rId14"/>
    <p:sldId id="2147483576" r:id="rId15"/>
    <p:sldId id="259" r:id="rId16"/>
    <p:sldId id="260" r:id="rId17"/>
    <p:sldId id="276" r:id="rId18"/>
    <p:sldId id="267" r:id="rId19"/>
    <p:sldId id="272" r:id="rId20"/>
    <p:sldId id="270" r:id="rId21"/>
    <p:sldId id="274" r:id="rId22"/>
    <p:sldId id="268" r:id="rId23"/>
    <p:sldId id="2147482012" r:id="rId24"/>
    <p:sldId id="269" r:id="rId25"/>
    <p:sldId id="2147483639" r:id="rId26"/>
    <p:sldId id="275" r:id="rId27"/>
    <p:sldId id="265" r:id="rId28"/>
    <p:sldId id="2147483647" r:id="rId29"/>
    <p:sldId id="2147483537" r:id="rId30"/>
    <p:sldId id="256" r:id="rId31"/>
    <p:sldId id="2147483538" r:id="rId32"/>
    <p:sldId id="2147483555" r:id="rId33"/>
    <p:sldId id="257" r:id="rId34"/>
    <p:sldId id="273" r:id="rId35"/>
    <p:sldId id="271" r:id="rId36"/>
    <p:sldId id="263" r:id="rId37"/>
    <p:sldId id="262" r:id="rId38"/>
    <p:sldId id="294" r:id="rId39"/>
    <p:sldId id="26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03A342-B7CB-4C15-AB8A-2E161D2239FA}">
          <p14:sldIdLst>
            <p14:sldId id="2147474335"/>
            <p14:sldId id="2147474388"/>
            <p14:sldId id="264"/>
            <p14:sldId id="2147481970"/>
            <p14:sldId id="261"/>
            <p14:sldId id="258"/>
            <p14:sldId id="2147483576"/>
            <p14:sldId id="259"/>
            <p14:sldId id="260"/>
            <p14:sldId id="276"/>
            <p14:sldId id="267"/>
            <p14:sldId id="272"/>
            <p14:sldId id="270"/>
            <p14:sldId id="274"/>
            <p14:sldId id="268"/>
            <p14:sldId id="2147482012"/>
            <p14:sldId id="269"/>
            <p14:sldId id="2147483639"/>
            <p14:sldId id="275"/>
            <p14:sldId id="265"/>
            <p14:sldId id="2147483647"/>
            <p14:sldId id="2147483537"/>
            <p14:sldId id="256"/>
            <p14:sldId id="2147483538"/>
            <p14:sldId id="2147483555"/>
            <p14:sldId id="257"/>
            <p14:sldId id="273"/>
            <p14:sldId id="271"/>
            <p14:sldId id="263"/>
            <p14:sldId id="262"/>
            <p14:sldId id="29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3DDEAB-902F-A6E7-ACBA-ECE979C444B8}" name="Gayatri Johar" initials="GJ" userId="S::Gayatri.Johar@auxoai.com::d90a1b0c-ef15-4f13-ac92-7cd578d6c791" providerId="AD"/>
  <p188:author id="{888D86E9-F432-FF7A-456D-C37993CED30C}" name="Diana Ying Liu" initials="DL" userId="S::diana.liu@auxoai.com::d6d16c10-2959-4415-819d-0eddfd1b666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E3B7"/>
    <a:srgbClr val="00B050"/>
    <a:srgbClr val="02072A"/>
    <a:srgbClr val="C1E4D1"/>
    <a:srgbClr val="E1E4F7"/>
    <a:srgbClr val="E0E3F6"/>
    <a:srgbClr val="609924"/>
    <a:srgbClr val="EDE8FF"/>
    <a:srgbClr val="F4FDEC"/>
    <a:srgbClr val="E5F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66ABC-7EE8-4021-ABEF-1F9A9F003F99}" v="665" dt="2025-07-04T06:22:23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microsoft.com/office/2016/11/relationships/changesInfo" Target="changesInfos/changesInfo1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Ying Liu" userId="S::diana.liu@auxoai.com::d6d16c10-2959-4415-819d-0eddfd1b666f" providerId="AD" clId="Web-{0AFCF8DC-A51A-48A7-336F-9C56029083E0}"/>
    <pc:docChg chg="modSld">
      <pc:chgData name="Diana Ying Liu" userId="S::diana.liu@auxoai.com::d6d16c10-2959-4415-819d-0eddfd1b666f" providerId="AD" clId="Web-{0AFCF8DC-A51A-48A7-336F-9C56029083E0}" dt="2025-02-04T17:00:22.701" v="1" actId="20577"/>
      <pc:docMkLst>
        <pc:docMk/>
      </pc:docMkLst>
      <pc:sldChg chg="modSp">
        <pc:chgData name="Diana Ying Liu" userId="S::diana.liu@auxoai.com::d6d16c10-2959-4415-819d-0eddfd1b666f" providerId="AD" clId="Web-{0AFCF8DC-A51A-48A7-336F-9C56029083E0}" dt="2025-02-04T17:00:22.701" v="1" actId="20577"/>
        <pc:sldMkLst>
          <pc:docMk/>
          <pc:sldMk cId="3450739476" sldId="2147482065"/>
        </pc:sldMkLst>
      </pc:sldChg>
    </pc:docChg>
  </pc:docChgLst>
  <pc:docChgLst>
    <pc:chgData name="Gayatri Johar" userId="d90a1b0c-ef15-4f13-ac92-7cd578d6c791" providerId="ADAL" clId="{DF50E4F9-53F9-4625-92FA-9B5F9520E1D5}"/>
    <pc:docChg chg="undo custSel addSld delSld modSld sldOrd modSection">
      <pc:chgData name="Gayatri Johar" userId="d90a1b0c-ef15-4f13-ac92-7cd578d6c791" providerId="ADAL" clId="{DF50E4F9-53F9-4625-92FA-9B5F9520E1D5}" dt="2025-04-09T16:44:22.942" v="880"/>
      <pc:docMkLst>
        <pc:docMk/>
      </pc:docMkLst>
      <pc:sldChg chg="modSp">
        <pc:chgData name="Gayatri Johar" userId="d90a1b0c-ef15-4f13-ac92-7cd578d6c791" providerId="ADAL" clId="{DF50E4F9-53F9-4625-92FA-9B5F9520E1D5}" dt="2025-04-09T10:17:11.337" v="801" actId="1036"/>
        <pc:sldMkLst>
          <pc:docMk/>
          <pc:sldMk cId="726711079" sldId="258"/>
        </pc:sldMkLst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141" creationId="{460ECB27-B910-5C74-B41B-5BC00DC3340E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153" creationId="{33654D6A-B6EA-C9A2-D54A-B34F17ECB927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154" creationId="{1FB43075-084B-1F3C-8844-ECA307B21796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155" creationId="{07E06B70-F181-0B23-3808-C15F108FAA2A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159" creationId="{A7B3B8DA-12D5-67E6-4DD3-F16B5ECAC97F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4117" creationId="{F7702DD9-0BD2-888B-BDEE-75B7464D4EFD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4119" creationId="{540DC0AB-DC73-49B9-F324-1A8BED530385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4120" creationId="{597449A2-E753-7929-43E4-C54C49859A9C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4122" creationId="{45278241-7ADA-7B1D-6A18-F19A3CD8CABB}"/>
          </ac:spMkLst>
        </pc:spChg>
        <pc:spChg chg="mod">
          <ac:chgData name="Gayatri Johar" userId="d90a1b0c-ef15-4f13-ac92-7cd578d6c791" providerId="ADAL" clId="{DF50E4F9-53F9-4625-92FA-9B5F9520E1D5}" dt="2025-04-09T10:17:11.337" v="801" actId="1036"/>
          <ac:spMkLst>
            <pc:docMk/>
            <pc:sldMk cId="726711079" sldId="258"/>
            <ac:spMk id="4135" creationId="{DB77F5AF-9A3E-E7D2-D055-6C68F8CEFB49}"/>
          </ac:spMkLst>
        </pc:spChg>
      </pc:sldChg>
      <pc:sldChg chg="modSp mod modNotesTx">
        <pc:chgData name="Gayatri Johar" userId="d90a1b0c-ef15-4f13-ac92-7cd578d6c791" providerId="ADAL" clId="{DF50E4F9-53F9-4625-92FA-9B5F9520E1D5}" dt="2025-04-08T16:56:26.708" v="750" actId="20577"/>
        <pc:sldMkLst>
          <pc:docMk/>
          <pc:sldMk cId="4109387466" sldId="260"/>
        </pc:sldMkLst>
        <pc:graphicFrameChg chg="modGraphic">
          <ac:chgData name="Gayatri Johar" userId="d90a1b0c-ef15-4f13-ac92-7cd578d6c791" providerId="ADAL" clId="{DF50E4F9-53F9-4625-92FA-9B5F9520E1D5}" dt="2025-04-08T16:55:07.610" v="632" actId="20577"/>
          <ac:graphicFrameMkLst>
            <pc:docMk/>
            <pc:sldMk cId="4109387466" sldId="260"/>
            <ac:graphicFrameMk id="3" creationId="{B8A22B91-64FD-C5E3-DD4D-986C51AA48A7}"/>
          </ac:graphicFrameMkLst>
        </pc:graphicFrameChg>
      </pc:sldChg>
      <pc:sldChg chg="modSp mod">
        <pc:chgData name="Gayatri Johar" userId="d90a1b0c-ef15-4f13-ac92-7cd578d6c791" providerId="ADAL" clId="{DF50E4F9-53F9-4625-92FA-9B5F9520E1D5}" dt="2025-04-09T10:23:47.674" v="878" actId="207"/>
        <pc:sldMkLst>
          <pc:docMk/>
          <pc:sldMk cId="114130097" sldId="261"/>
        </pc:sldMkLst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20" creationId="{18CFDE5B-CC45-925C-C794-3A47D996E61D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24" creationId="{5E5D7D89-C2D2-8298-AFA4-D36E84EDA415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28" creationId="{9F5EB5E4-3190-E45B-5BC0-F552B68D506B}"/>
          </ac:spMkLst>
        </pc:spChg>
        <pc:spChg chg="mod">
          <ac:chgData name="Gayatri Johar" userId="d90a1b0c-ef15-4f13-ac92-7cd578d6c791" providerId="ADAL" clId="{DF50E4F9-53F9-4625-92FA-9B5F9520E1D5}" dt="2025-04-09T10:23:47.674" v="878" actId="207"/>
          <ac:spMkLst>
            <pc:docMk/>
            <pc:sldMk cId="114130097" sldId="261"/>
            <ac:spMk id="32" creationId="{E06782C0-1EFC-5C74-D9E1-5A29F12250F4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48" creationId="{348832B9-C0D8-AEB6-DD69-4589D56FE4F3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53" creationId="{56A76E7D-9999-6050-21B2-1AE86523E260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136" creationId="{F3D050B1-99A3-8AF1-E2E6-7D1F2B9AFE2B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155" creationId="{6ECFB86F-226F-59B5-277A-445B79D9DFC9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163" creationId="{11F99768-E925-B187-F6FA-48A20CEAA72D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165" creationId="{0F5AF867-5F6A-BA81-DF94-B6599AEE5CFF}"/>
          </ac:spMkLst>
        </pc:spChg>
        <pc:spChg chg="mod">
          <ac:chgData name="Gayatri Johar" userId="d90a1b0c-ef15-4f13-ac92-7cd578d6c791" providerId="ADAL" clId="{DF50E4F9-53F9-4625-92FA-9B5F9520E1D5}" dt="2025-04-09T10:15:50.073" v="773" actId="1038"/>
          <ac:spMkLst>
            <pc:docMk/>
            <pc:sldMk cId="114130097" sldId="261"/>
            <ac:spMk id="169" creationId="{DEF0941A-15ED-6EC7-DC5F-BEB9EB26F780}"/>
          </ac:spMkLst>
        </pc:spChg>
      </pc:sldChg>
      <pc:sldChg chg="modSp mod">
        <pc:chgData name="Gayatri Johar" userId="d90a1b0c-ef15-4f13-ac92-7cd578d6c791" providerId="ADAL" clId="{DF50E4F9-53F9-4625-92FA-9B5F9520E1D5}" dt="2025-04-09T10:19:16.543" v="830" actId="2710"/>
        <pc:sldMkLst>
          <pc:docMk/>
          <pc:sldMk cId="2694322752" sldId="268"/>
        </pc:sldMkLst>
        <pc:spChg chg="mod">
          <ac:chgData name="Gayatri Johar" userId="d90a1b0c-ef15-4f13-ac92-7cd578d6c791" providerId="ADAL" clId="{DF50E4F9-53F9-4625-92FA-9B5F9520E1D5}" dt="2025-04-09T10:19:16.543" v="830" actId="2710"/>
          <ac:spMkLst>
            <pc:docMk/>
            <pc:sldMk cId="2694322752" sldId="268"/>
            <ac:spMk id="2" creationId="{F588C5BC-EC70-33BF-A3AF-732E1D4CE88E}"/>
          </ac:spMkLst>
        </pc:spChg>
      </pc:sldChg>
      <pc:sldChg chg="modSp mod">
        <pc:chgData name="Gayatri Johar" userId="d90a1b0c-ef15-4f13-ac92-7cd578d6c791" providerId="ADAL" clId="{DF50E4F9-53F9-4625-92FA-9B5F9520E1D5}" dt="2025-04-09T10:19:33.229" v="837" actId="5793"/>
        <pc:sldMkLst>
          <pc:docMk/>
          <pc:sldMk cId="4151967721" sldId="270"/>
        </pc:sldMkLst>
        <pc:spChg chg="mod">
          <ac:chgData name="Gayatri Johar" userId="d90a1b0c-ef15-4f13-ac92-7cd578d6c791" providerId="ADAL" clId="{DF50E4F9-53F9-4625-92FA-9B5F9520E1D5}" dt="2025-04-09T10:19:33.229" v="837" actId="5793"/>
          <ac:spMkLst>
            <pc:docMk/>
            <pc:sldMk cId="4151967721" sldId="270"/>
            <ac:spMk id="2" creationId="{5BA59BBE-B7EF-E23F-0D9F-642C3288E337}"/>
          </ac:spMkLst>
        </pc:spChg>
      </pc:sldChg>
      <pc:sldChg chg="add ord">
        <pc:chgData name="Gayatri Johar" userId="d90a1b0c-ef15-4f13-ac92-7cd578d6c791" providerId="ADAL" clId="{DF50E4F9-53F9-4625-92FA-9B5F9520E1D5}" dt="2025-04-08T16:49:21.263" v="325"/>
        <pc:sldMkLst>
          <pc:docMk/>
          <pc:sldMk cId="4030373043" sldId="271"/>
        </pc:sldMkLst>
      </pc:sldChg>
      <pc:sldChg chg="add">
        <pc:chgData name="Gayatri Johar" userId="d90a1b0c-ef15-4f13-ac92-7cd578d6c791" providerId="ADAL" clId="{DF50E4F9-53F9-4625-92FA-9B5F9520E1D5}" dt="2025-04-08T16:54:07.651" v="617"/>
        <pc:sldMkLst>
          <pc:docMk/>
          <pc:sldMk cId="99855966" sldId="273"/>
        </pc:sldMkLst>
      </pc:sldChg>
      <pc:sldChg chg="del">
        <pc:chgData name="Gayatri Johar" userId="d90a1b0c-ef15-4f13-ac92-7cd578d6c791" providerId="ADAL" clId="{DF50E4F9-53F9-4625-92FA-9B5F9520E1D5}" dt="2025-04-08T16:53:49.161" v="614" actId="2696"/>
        <pc:sldMkLst>
          <pc:docMk/>
          <pc:sldMk cId="267990218" sldId="273"/>
        </pc:sldMkLst>
      </pc:sldChg>
      <pc:sldChg chg="add del">
        <pc:chgData name="Gayatri Johar" userId="d90a1b0c-ef15-4f13-ac92-7cd578d6c791" providerId="ADAL" clId="{DF50E4F9-53F9-4625-92FA-9B5F9520E1D5}" dt="2025-04-08T16:54:07.629" v="616"/>
        <pc:sldMkLst>
          <pc:docMk/>
          <pc:sldMk cId="3920544473" sldId="273"/>
        </pc:sldMkLst>
      </pc:sldChg>
      <pc:sldChg chg="modSp add mod">
        <pc:chgData name="Gayatri Johar" userId="d90a1b0c-ef15-4f13-ac92-7cd578d6c791" providerId="ADAL" clId="{DF50E4F9-53F9-4625-92FA-9B5F9520E1D5}" dt="2025-04-09T10:19:50.970" v="844" actId="20577"/>
        <pc:sldMkLst>
          <pc:docMk/>
          <pc:sldMk cId="3224398473" sldId="274"/>
        </pc:sldMkLst>
        <pc:spChg chg="mod">
          <ac:chgData name="Gayatri Johar" userId="d90a1b0c-ef15-4f13-ac92-7cd578d6c791" providerId="ADAL" clId="{DF50E4F9-53F9-4625-92FA-9B5F9520E1D5}" dt="2025-04-09T10:19:50.970" v="844" actId="20577"/>
          <ac:spMkLst>
            <pc:docMk/>
            <pc:sldMk cId="3224398473" sldId="274"/>
            <ac:spMk id="2" creationId="{9D196086-DCBA-3B0F-E4DF-DFDA27F0A18D}"/>
          </ac:spMkLst>
        </pc:spChg>
      </pc:sldChg>
      <pc:sldChg chg="modSp mod">
        <pc:chgData name="Gayatri Johar" userId="d90a1b0c-ef15-4f13-ac92-7cd578d6c791" providerId="ADAL" clId="{DF50E4F9-53F9-4625-92FA-9B5F9520E1D5}" dt="2025-04-09T10:22:42.374" v="876" actId="3064"/>
        <pc:sldMkLst>
          <pc:docMk/>
          <pc:sldMk cId="4010838494" sldId="275"/>
        </pc:sldMkLst>
        <pc:graphicFrameChg chg="modGraphic">
          <ac:chgData name="Gayatri Johar" userId="d90a1b0c-ef15-4f13-ac92-7cd578d6c791" providerId="ADAL" clId="{DF50E4F9-53F9-4625-92FA-9B5F9520E1D5}" dt="2025-04-09T10:22:42.374" v="876" actId="3064"/>
          <ac:graphicFrameMkLst>
            <pc:docMk/>
            <pc:sldMk cId="4010838494" sldId="275"/>
            <ac:graphicFrameMk id="4" creationId="{70E51539-5FF9-DDDB-2228-AA4C6C0349A0}"/>
          </ac:graphicFrameMkLst>
        </pc:graphicFrameChg>
      </pc:sldChg>
      <pc:sldChg chg="add">
        <pc:chgData name="Gayatri Johar" userId="d90a1b0c-ef15-4f13-ac92-7cd578d6c791" providerId="ADAL" clId="{DF50E4F9-53F9-4625-92FA-9B5F9520E1D5}" dt="2025-04-09T16:44:22.942" v="880"/>
        <pc:sldMkLst>
          <pc:docMk/>
          <pc:sldMk cId="662173333" sldId="2147483639"/>
        </pc:sldMkLst>
      </pc:sldChg>
      <pc:sldChg chg="modSp del mod">
        <pc:chgData name="Gayatri Johar" userId="d90a1b0c-ef15-4f13-ac92-7cd578d6c791" providerId="ADAL" clId="{DF50E4F9-53F9-4625-92FA-9B5F9520E1D5}" dt="2025-04-09T16:44:18.108" v="879" actId="2696"/>
        <pc:sldMkLst>
          <pc:docMk/>
          <pc:sldMk cId="3870061371" sldId="2147483639"/>
        </pc:sldMkLst>
      </pc:sldChg>
    </pc:docChg>
  </pc:docChgLst>
  <pc:docChgLst>
    <pc:chgData name="Nitesh Goyal" userId="6d3d0ce7-b850-4749-80a4-f61a92fc5606" providerId="ADAL" clId="{FB666ABC-7EE8-4021-ABEF-1F9A9F003F99}"/>
    <pc:docChg chg="undo redo custSel addSld delSld modSld sldOrd delMainMaster modMainMaster delSection modSection">
      <pc:chgData name="Nitesh Goyal" userId="6d3d0ce7-b850-4749-80a4-f61a92fc5606" providerId="ADAL" clId="{FB666ABC-7EE8-4021-ABEF-1F9A9F003F99}" dt="2025-07-04T10:03:25.872" v="2057" actId="47"/>
      <pc:docMkLst>
        <pc:docMk/>
      </pc:docMkLst>
      <pc:sldChg chg="del mod modShow">
        <pc:chgData name="Nitesh Goyal" userId="6d3d0ce7-b850-4749-80a4-f61a92fc5606" providerId="ADAL" clId="{FB666ABC-7EE8-4021-ABEF-1F9A9F003F99}" dt="2025-04-07T11:17:23.701" v="416" actId="2696"/>
        <pc:sldMkLst>
          <pc:docMk/>
          <pc:sldMk cId="505447010" sldId="256"/>
        </pc:sldMkLst>
      </pc:sldChg>
      <pc:sldChg chg="add setBg">
        <pc:chgData name="Nitesh Goyal" userId="6d3d0ce7-b850-4749-80a4-f61a92fc5606" providerId="ADAL" clId="{FB666ABC-7EE8-4021-ABEF-1F9A9F003F99}" dt="2025-04-07T11:17:26.037" v="417"/>
        <pc:sldMkLst>
          <pc:docMk/>
          <pc:sldMk cId="527816601" sldId="256"/>
        </pc:sldMkLst>
      </pc:sldChg>
      <pc:sldChg chg="del">
        <pc:chgData name="Nitesh Goyal" userId="6d3d0ce7-b850-4749-80a4-f61a92fc5606" providerId="ADAL" clId="{FB666ABC-7EE8-4021-ABEF-1F9A9F003F99}" dt="2025-04-04T12:00:57.373" v="1" actId="47"/>
        <pc:sldMkLst>
          <pc:docMk/>
          <pc:sldMk cId="2958151319" sldId="256"/>
        </pc:sldMkLst>
      </pc:sldChg>
      <pc:sldChg chg="add">
        <pc:chgData name="Nitesh Goyal" userId="6d3d0ce7-b850-4749-80a4-f61a92fc5606" providerId="ADAL" clId="{FB666ABC-7EE8-4021-ABEF-1F9A9F003F99}" dt="2025-04-07T12:35:14.902" v="496"/>
        <pc:sldMkLst>
          <pc:docMk/>
          <pc:sldMk cId="232622746" sldId="257"/>
        </pc:sldMkLst>
      </pc:sldChg>
      <pc:sldChg chg="add del">
        <pc:chgData name="Nitesh Goyal" userId="6d3d0ce7-b850-4749-80a4-f61a92fc5606" providerId="ADAL" clId="{FB666ABC-7EE8-4021-ABEF-1F9A9F003F99}" dt="2025-04-07T12:35:13.057" v="495" actId="2696"/>
        <pc:sldMkLst>
          <pc:docMk/>
          <pc:sldMk cId="744812061" sldId="257"/>
        </pc:sldMkLst>
      </pc:sldChg>
      <pc:sldChg chg="delSp del mod">
        <pc:chgData name="Nitesh Goyal" userId="6d3d0ce7-b850-4749-80a4-f61a92fc5606" providerId="ADAL" clId="{FB666ABC-7EE8-4021-ABEF-1F9A9F003F99}" dt="2025-04-07T12:34:08.221" v="473" actId="47"/>
        <pc:sldMkLst>
          <pc:docMk/>
          <pc:sldMk cId="3920808885" sldId="257"/>
        </pc:sldMkLst>
      </pc:sldChg>
      <pc:sldChg chg="del mod modShow">
        <pc:chgData name="Nitesh Goyal" userId="6d3d0ce7-b850-4749-80a4-f61a92fc5606" providerId="ADAL" clId="{FB666ABC-7EE8-4021-ABEF-1F9A9F003F99}" dt="2025-04-04T14:20:40.380" v="32" actId="47"/>
        <pc:sldMkLst>
          <pc:docMk/>
          <pc:sldMk cId="97389234" sldId="258"/>
        </pc:sldMkLst>
      </pc:sldChg>
      <pc:sldChg chg="delSp mod ord setBg">
        <pc:chgData name="Nitesh Goyal" userId="6d3d0ce7-b850-4749-80a4-f61a92fc5606" providerId="ADAL" clId="{FB666ABC-7EE8-4021-ABEF-1F9A9F003F99}" dt="2025-04-07T12:34:34.816" v="474"/>
        <pc:sldMkLst>
          <pc:docMk/>
          <pc:sldMk cId="726711079" sldId="258"/>
        </pc:sldMkLst>
      </pc:sldChg>
      <pc:sldChg chg="addSp delSp modSp mod setBg">
        <pc:chgData name="Nitesh Goyal" userId="6d3d0ce7-b850-4749-80a4-f61a92fc5606" providerId="ADAL" clId="{FB666ABC-7EE8-4021-ABEF-1F9A9F003F99}" dt="2025-04-08T10:44:44.652" v="1277" actId="20577"/>
        <pc:sldMkLst>
          <pc:docMk/>
          <pc:sldMk cId="3012544152" sldId="259"/>
        </pc:sldMkLst>
        <pc:spChg chg="add mod">
          <ac:chgData name="Nitesh Goyal" userId="6d3d0ce7-b850-4749-80a4-f61a92fc5606" providerId="ADAL" clId="{FB666ABC-7EE8-4021-ABEF-1F9A9F003F99}" dt="2025-04-08T08:06:42.607" v="945" actId="14861"/>
          <ac:spMkLst>
            <pc:docMk/>
            <pc:sldMk cId="3012544152" sldId="259"/>
            <ac:spMk id="16" creationId="{8FE336EE-0BA1-B171-60CC-E0BC4F185F4D}"/>
          </ac:spMkLst>
        </pc:spChg>
        <pc:spChg chg="add mod">
          <ac:chgData name="Nitesh Goyal" userId="6d3d0ce7-b850-4749-80a4-f61a92fc5606" providerId="ADAL" clId="{FB666ABC-7EE8-4021-ABEF-1F9A9F003F99}" dt="2025-04-08T08:06:42.607" v="945" actId="14861"/>
          <ac:spMkLst>
            <pc:docMk/>
            <pc:sldMk cId="3012544152" sldId="259"/>
            <ac:spMk id="17" creationId="{29604489-7841-472E-99D7-62BAEBDB3552}"/>
          </ac:spMkLst>
        </pc:spChg>
        <pc:spChg chg="add mod">
          <ac:chgData name="Nitesh Goyal" userId="6d3d0ce7-b850-4749-80a4-f61a92fc5606" providerId="ADAL" clId="{FB666ABC-7EE8-4021-ABEF-1F9A9F003F99}" dt="2025-04-08T08:06:42.607" v="945" actId="14861"/>
          <ac:spMkLst>
            <pc:docMk/>
            <pc:sldMk cId="3012544152" sldId="259"/>
            <ac:spMk id="18" creationId="{A180662D-345E-4D1D-169F-9771F9279B17}"/>
          </ac:spMkLst>
        </pc:spChg>
        <pc:spChg chg="add mod">
          <ac:chgData name="Nitesh Goyal" userId="6d3d0ce7-b850-4749-80a4-f61a92fc5606" providerId="ADAL" clId="{FB666ABC-7EE8-4021-ABEF-1F9A9F003F99}" dt="2025-04-08T08:06:42.607" v="945" actId="14861"/>
          <ac:spMkLst>
            <pc:docMk/>
            <pc:sldMk cId="3012544152" sldId="259"/>
            <ac:spMk id="22" creationId="{5E75EA04-2212-2DBA-29CA-980D4745E84D}"/>
          </ac:spMkLst>
        </pc:spChg>
        <pc:spChg chg="add mod">
          <ac:chgData name="Nitesh Goyal" userId="6d3d0ce7-b850-4749-80a4-f61a92fc5606" providerId="ADAL" clId="{FB666ABC-7EE8-4021-ABEF-1F9A9F003F99}" dt="2025-04-08T10:43:41.865" v="1252" actId="1076"/>
          <ac:spMkLst>
            <pc:docMk/>
            <pc:sldMk cId="3012544152" sldId="259"/>
            <ac:spMk id="24" creationId="{146FE01A-FA79-AF8F-4462-231133BF6A5F}"/>
          </ac:spMkLst>
        </pc:spChg>
        <pc:spChg chg="add mod">
          <ac:chgData name="Nitesh Goyal" userId="6d3d0ce7-b850-4749-80a4-f61a92fc5606" providerId="ADAL" clId="{FB666ABC-7EE8-4021-ABEF-1F9A9F003F99}" dt="2025-04-08T10:43:50.401" v="1254" actId="1076"/>
          <ac:spMkLst>
            <pc:docMk/>
            <pc:sldMk cId="3012544152" sldId="259"/>
            <ac:spMk id="25" creationId="{B87BC893-31C1-A161-E5DE-C2FC03AC9D37}"/>
          </ac:spMkLst>
        </pc:spChg>
        <pc:spChg chg="add mod">
          <ac:chgData name="Nitesh Goyal" userId="6d3d0ce7-b850-4749-80a4-f61a92fc5606" providerId="ADAL" clId="{FB666ABC-7EE8-4021-ABEF-1F9A9F003F99}" dt="2025-04-08T10:44:02.376" v="1255" actId="1076"/>
          <ac:spMkLst>
            <pc:docMk/>
            <pc:sldMk cId="3012544152" sldId="259"/>
            <ac:spMk id="26" creationId="{BC0E48E6-B28A-C61A-FFC7-9FE25EEC07FD}"/>
          </ac:spMkLst>
        </pc:spChg>
        <pc:spChg chg="add mod">
          <ac:chgData name="Nitesh Goyal" userId="6d3d0ce7-b850-4749-80a4-f61a92fc5606" providerId="ADAL" clId="{FB666ABC-7EE8-4021-ABEF-1F9A9F003F99}" dt="2025-04-08T10:44:11.119" v="1256" actId="1076"/>
          <ac:spMkLst>
            <pc:docMk/>
            <pc:sldMk cId="3012544152" sldId="259"/>
            <ac:spMk id="30" creationId="{70A912EB-4FC5-25CC-58CF-9AC5D413C106}"/>
          </ac:spMkLst>
        </pc:spChg>
        <pc:spChg chg="add mod">
          <ac:chgData name="Nitesh Goyal" userId="6d3d0ce7-b850-4749-80a4-f61a92fc5606" providerId="ADAL" clId="{FB666ABC-7EE8-4021-ABEF-1F9A9F003F99}" dt="2025-04-08T09:46:57.380" v="1246" actId="3064"/>
          <ac:spMkLst>
            <pc:docMk/>
            <pc:sldMk cId="3012544152" sldId="259"/>
            <ac:spMk id="79" creationId="{F7C20A04-52A3-7BD6-1408-8BF5DBB41C11}"/>
          </ac:spMkLst>
        </pc:spChg>
        <pc:spChg chg="add mod">
          <ac:chgData name="Nitesh Goyal" userId="6d3d0ce7-b850-4749-80a4-f61a92fc5606" providerId="ADAL" clId="{FB666ABC-7EE8-4021-ABEF-1F9A9F003F99}" dt="2025-04-08T09:46:57.380" v="1246" actId="3064"/>
          <ac:spMkLst>
            <pc:docMk/>
            <pc:sldMk cId="3012544152" sldId="259"/>
            <ac:spMk id="82" creationId="{871E3A5F-BDC3-3001-D330-5684ED282323}"/>
          </ac:spMkLst>
        </pc:spChg>
        <pc:spChg chg="add mod">
          <ac:chgData name="Nitesh Goyal" userId="6d3d0ce7-b850-4749-80a4-f61a92fc5606" providerId="ADAL" clId="{FB666ABC-7EE8-4021-ABEF-1F9A9F003F99}" dt="2025-04-08T09:46:57.380" v="1246" actId="3064"/>
          <ac:spMkLst>
            <pc:docMk/>
            <pc:sldMk cId="3012544152" sldId="259"/>
            <ac:spMk id="83" creationId="{B5C2AA9A-01CB-F1C0-0DAA-7468BABE821A}"/>
          </ac:spMkLst>
        </pc:spChg>
        <pc:spChg chg="add del mod">
          <ac:chgData name="Nitesh Goyal" userId="6d3d0ce7-b850-4749-80a4-f61a92fc5606" providerId="ADAL" clId="{FB666ABC-7EE8-4021-ABEF-1F9A9F003F99}" dt="2025-04-08T09:46:57.380" v="1246" actId="3064"/>
          <ac:spMkLst>
            <pc:docMk/>
            <pc:sldMk cId="3012544152" sldId="259"/>
            <ac:spMk id="84" creationId="{307FE001-78F4-6948-4C33-955EEB1D3C84}"/>
          </ac:spMkLst>
        </pc:spChg>
        <pc:spChg chg="add mod">
          <ac:chgData name="Nitesh Goyal" userId="6d3d0ce7-b850-4749-80a4-f61a92fc5606" providerId="ADAL" clId="{FB666ABC-7EE8-4021-ABEF-1F9A9F003F99}" dt="2025-04-08T10:44:44.652" v="1277" actId="20577"/>
          <ac:spMkLst>
            <pc:docMk/>
            <pc:sldMk cId="3012544152" sldId="259"/>
            <ac:spMk id="85" creationId="{BCB3B736-3EE7-50C0-51E4-35BEBD11A2F8}"/>
          </ac:spMkLst>
        </pc:spChg>
        <pc:spChg chg="add mod">
          <ac:chgData name="Nitesh Goyal" userId="6d3d0ce7-b850-4749-80a4-f61a92fc5606" providerId="ADAL" clId="{FB666ABC-7EE8-4021-ABEF-1F9A9F003F99}" dt="2025-04-08T10:44:42.344" v="1276" actId="20577"/>
          <ac:spMkLst>
            <pc:docMk/>
            <pc:sldMk cId="3012544152" sldId="259"/>
            <ac:spMk id="89" creationId="{473B77BA-9A05-F161-EFE4-942DF2544FDE}"/>
          </ac:spMkLst>
        </pc:spChg>
        <pc:spChg chg="add mod">
          <ac:chgData name="Nitesh Goyal" userId="6d3d0ce7-b850-4749-80a4-f61a92fc5606" providerId="ADAL" clId="{FB666ABC-7EE8-4021-ABEF-1F9A9F003F99}" dt="2025-04-08T10:44:39.307" v="1272" actId="20577"/>
          <ac:spMkLst>
            <pc:docMk/>
            <pc:sldMk cId="3012544152" sldId="259"/>
            <ac:spMk id="90" creationId="{4E9B390D-0716-8028-C5D6-1C7C64A05D1A}"/>
          </ac:spMkLst>
        </pc:spChg>
        <pc:spChg chg="add mod">
          <ac:chgData name="Nitesh Goyal" userId="6d3d0ce7-b850-4749-80a4-f61a92fc5606" providerId="ADAL" clId="{FB666ABC-7EE8-4021-ABEF-1F9A9F003F99}" dt="2025-04-08T10:44:37.265" v="1271" actId="20577"/>
          <ac:spMkLst>
            <pc:docMk/>
            <pc:sldMk cId="3012544152" sldId="259"/>
            <ac:spMk id="91" creationId="{71205A43-E1D7-215C-618A-B79B4868ACD7}"/>
          </ac:spMkLst>
        </pc:spChg>
        <pc:cxnChg chg="add mod">
          <ac:chgData name="Nitesh Goyal" userId="6d3d0ce7-b850-4749-80a4-f61a92fc5606" providerId="ADAL" clId="{FB666ABC-7EE8-4021-ABEF-1F9A9F003F99}" dt="2025-04-08T08:05:24.799" v="919" actId="14100"/>
          <ac:cxnSpMkLst>
            <pc:docMk/>
            <pc:sldMk cId="3012544152" sldId="259"/>
            <ac:cxnSpMk id="31" creationId="{49D41310-5185-F23A-974F-7262CE69B48D}"/>
          </ac:cxnSpMkLst>
        </pc:cxnChg>
        <pc:cxnChg chg="add mod">
          <ac:chgData name="Nitesh Goyal" userId="6d3d0ce7-b850-4749-80a4-f61a92fc5606" providerId="ADAL" clId="{FB666ABC-7EE8-4021-ABEF-1F9A9F003F99}" dt="2025-04-08T08:05:30.798" v="923" actId="14100"/>
          <ac:cxnSpMkLst>
            <pc:docMk/>
            <pc:sldMk cId="3012544152" sldId="259"/>
            <ac:cxnSpMk id="37" creationId="{72CD8ED7-5F6E-A026-D544-6E5D5C04236A}"/>
          </ac:cxnSpMkLst>
        </pc:cxnChg>
        <pc:cxnChg chg="add mod">
          <ac:chgData name="Nitesh Goyal" userId="6d3d0ce7-b850-4749-80a4-f61a92fc5606" providerId="ADAL" clId="{FB666ABC-7EE8-4021-ABEF-1F9A9F003F99}" dt="2025-04-08T08:05:34.890" v="926" actId="14100"/>
          <ac:cxnSpMkLst>
            <pc:docMk/>
            <pc:sldMk cId="3012544152" sldId="259"/>
            <ac:cxnSpMk id="41" creationId="{6EC3D84F-1C3E-6D79-A333-ABF3CB6A0517}"/>
          </ac:cxnSpMkLst>
        </pc:cxnChg>
        <pc:cxnChg chg="add mod">
          <ac:chgData name="Nitesh Goyal" userId="6d3d0ce7-b850-4749-80a4-f61a92fc5606" providerId="ADAL" clId="{FB666ABC-7EE8-4021-ABEF-1F9A9F003F99}" dt="2025-04-08T10:44:19.076" v="1259" actId="14100"/>
          <ac:cxnSpMkLst>
            <pc:docMk/>
            <pc:sldMk cId="3012544152" sldId="259"/>
            <ac:cxnSpMk id="94" creationId="{B8697312-8367-B46E-6E2E-6806EF52697A}"/>
          </ac:cxnSpMkLst>
        </pc:cxnChg>
        <pc:cxnChg chg="add mod">
          <ac:chgData name="Nitesh Goyal" userId="6d3d0ce7-b850-4749-80a4-f61a92fc5606" providerId="ADAL" clId="{FB666ABC-7EE8-4021-ABEF-1F9A9F003F99}" dt="2025-04-08T10:44:23.871" v="1262" actId="14100"/>
          <ac:cxnSpMkLst>
            <pc:docMk/>
            <pc:sldMk cId="3012544152" sldId="259"/>
            <ac:cxnSpMk id="98" creationId="{6772792B-1602-3C8A-AD01-0974F1FBA775}"/>
          </ac:cxnSpMkLst>
        </pc:cxnChg>
        <pc:cxnChg chg="add mod">
          <ac:chgData name="Nitesh Goyal" userId="6d3d0ce7-b850-4749-80a4-f61a92fc5606" providerId="ADAL" clId="{FB666ABC-7EE8-4021-ABEF-1F9A9F003F99}" dt="2025-04-08T10:44:27.770" v="1265" actId="14100"/>
          <ac:cxnSpMkLst>
            <pc:docMk/>
            <pc:sldMk cId="3012544152" sldId="259"/>
            <ac:cxnSpMk id="102" creationId="{237F408C-93BA-8987-908A-EF0D34662E80}"/>
          </ac:cxnSpMkLst>
        </pc:cxnChg>
        <pc:cxnChg chg="add mod">
          <ac:chgData name="Nitesh Goyal" userId="6d3d0ce7-b850-4749-80a4-f61a92fc5606" providerId="ADAL" clId="{FB666ABC-7EE8-4021-ABEF-1F9A9F003F99}" dt="2025-04-08T10:44:35.026" v="1268" actId="14100"/>
          <ac:cxnSpMkLst>
            <pc:docMk/>
            <pc:sldMk cId="3012544152" sldId="259"/>
            <ac:cxnSpMk id="109" creationId="{B90C25CA-8774-26DF-62BC-EBD8F894D6A4}"/>
          </ac:cxnSpMkLst>
        </pc:cxnChg>
      </pc:sldChg>
      <pc:sldChg chg="addSp delSp modSp mod modShow">
        <pc:chgData name="Nitesh Goyal" userId="6d3d0ce7-b850-4749-80a4-f61a92fc5606" providerId="ADAL" clId="{FB666ABC-7EE8-4021-ABEF-1F9A9F003F99}" dt="2025-04-15T11:05:41.108" v="1998" actId="20577"/>
        <pc:sldMkLst>
          <pc:docMk/>
          <pc:sldMk cId="4109387466" sldId="260"/>
        </pc:sldMkLst>
        <pc:spChg chg="mod">
          <ac:chgData name="Nitesh Goyal" userId="6d3d0ce7-b850-4749-80a4-f61a92fc5606" providerId="ADAL" clId="{FB666ABC-7EE8-4021-ABEF-1F9A9F003F99}" dt="2025-04-08T08:16:18.595" v="1088" actId="20577"/>
          <ac:spMkLst>
            <pc:docMk/>
            <pc:sldMk cId="4109387466" sldId="260"/>
            <ac:spMk id="5" creationId="{CB7D0450-EE4E-B894-7384-BC6DA4049B4B}"/>
          </ac:spMkLst>
        </pc:spChg>
        <pc:graphicFrameChg chg="add mod modGraphic">
          <ac:chgData name="Nitesh Goyal" userId="6d3d0ce7-b850-4749-80a4-f61a92fc5606" providerId="ADAL" clId="{FB666ABC-7EE8-4021-ABEF-1F9A9F003F99}" dt="2025-04-15T11:05:41.108" v="1998" actId="20577"/>
          <ac:graphicFrameMkLst>
            <pc:docMk/>
            <pc:sldMk cId="4109387466" sldId="260"/>
            <ac:graphicFrameMk id="3" creationId="{B8A22B91-64FD-C5E3-DD4D-986C51AA48A7}"/>
          </ac:graphicFrameMkLst>
        </pc:graphicFrameChg>
      </pc:sldChg>
      <pc:sldChg chg="modSp add mod">
        <pc:chgData name="Nitesh Goyal" userId="6d3d0ce7-b850-4749-80a4-f61a92fc5606" providerId="ADAL" clId="{FB666ABC-7EE8-4021-ABEF-1F9A9F003F99}" dt="2025-04-08T08:10:40.144" v="1007" actId="20577"/>
        <pc:sldMkLst>
          <pc:docMk/>
          <pc:sldMk cId="114130097" sldId="261"/>
        </pc:sldMkLst>
        <pc:spChg chg="mod">
          <ac:chgData name="Nitesh Goyal" userId="6d3d0ce7-b850-4749-80a4-f61a92fc5606" providerId="ADAL" clId="{FB666ABC-7EE8-4021-ABEF-1F9A9F003F99}" dt="2025-04-08T08:10:40.144" v="1007" actId="20577"/>
          <ac:spMkLst>
            <pc:docMk/>
            <pc:sldMk cId="114130097" sldId="261"/>
            <ac:spMk id="4" creationId="{50C27A1C-DC54-AF99-0C6B-C2D814915453}"/>
          </ac:spMkLst>
        </pc:spChg>
      </pc:sldChg>
      <pc:sldChg chg="addSp delSp modSp add del mod">
        <pc:chgData name="Nitesh Goyal" userId="6d3d0ce7-b850-4749-80a4-f61a92fc5606" providerId="ADAL" clId="{FB666ABC-7EE8-4021-ABEF-1F9A9F003F99}" dt="2025-04-07T12:32:30.342" v="448" actId="2696"/>
        <pc:sldMkLst>
          <pc:docMk/>
          <pc:sldMk cId="273488867" sldId="261"/>
        </pc:sldMkLst>
      </pc:sldChg>
      <pc:sldChg chg="modSp add del mod setBg">
        <pc:chgData name="Nitesh Goyal" userId="6d3d0ce7-b850-4749-80a4-f61a92fc5606" providerId="ADAL" clId="{FB666ABC-7EE8-4021-ABEF-1F9A9F003F99}" dt="2025-04-07T12:34:03.380" v="471" actId="2696"/>
        <pc:sldMkLst>
          <pc:docMk/>
          <pc:sldMk cId="2569574171" sldId="261"/>
        </pc:sldMkLst>
      </pc:sldChg>
      <pc:sldChg chg="add">
        <pc:chgData name="Nitesh Goyal" userId="6d3d0ce7-b850-4749-80a4-f61a92fc5606" providerId="ADAL" clId="{FB666ABC-7EE8-4021-ABEF-1F9A9F003F99}" dt="2025-04-07T12:35:14.902" v="496"/>
        <pc:sldMkLst>
          <pc:docMk/>
          <pc:sldMk cId="3064377869" sldId="262"/>
        </pc:sldMkLst>
      </pc:sldChg>
      <pc:sldChg chg="del mod modShow">
        <pc:chgData name="Nitesh Goyal" userId="6d3d0ce7-b850-4749-80a4-f61a92fc5606" providerId="ADAL" clId="{FB666ABC-7EE8-4021-ABEF-1F9A9F003F99}" dt="2025-04-07T12:35:13.057" v="495" actId="2696"/>
        <pc:sldMkLst>
          <pc:docMk/>
          <pc:sldMk cId="3614508015" sldId="262"/>
        </pc:sldMkLst>
      </pc:sldChg>
      <pc:sldChg chg="add">
        <pc:chgData name="Nitesh Goyal" userId="6d3d0ce7-b850-4749-80a4-f61a92fc5606" providerId="ADAL" clId="{FB666ABC-7EE8-4021-ABEF-1F9A9F003F99}" dt="2025-04-07T12:35:14.902" v="496"/>
        <pc:sldMkLst>
          <pc:docMk/>
          <pc:sldMk cId="3717932564" sldId="263"/>
        </pc:sldMkLst>
      </pc:sldChg>
      <pc:sldChg chg="del mod modShow">
        <pc:chgData name="Nitesh Goyal" userId="6d3d0ce7-b850-4749-80a4-f61a92fc5606" providerId="ADAL" clId="{FB666ABC-7EE8-4021-ABEF-1F9A9F003F99}" dt="2025-04-07T12:35:13.057" v="495" actId="2696"/>
        <pc:sldMkLst>
          <pc:docMk/>
          <pc:sldMk cId="4157948562" sldId="263"/>
        </pc:sldMkLst>
      </pc:sldChg>
      <pc:sldChg chg="addSp delSp modSp mod">
        <pc:chgData name="Nitesh Goyal" userId="6d3d0ce7-b850-4749-80a4-f61a92fc5606" providerId="ADAL" clId="{FB666ABC-7EE8-4021-ABEF-1F9A9F003F99}" dt="2025-04-04T14:52:23.865" v="289" actId="14100"/>
        <pc:sldMkLst>
          <pc:docMk/>
          <pc:sldMk cId="4102449113" sldId="264"/>
        </pc:sldMkLst>
      </pc:sldChg>
      <pc:sldChg chg="addSp delSp modSp add mod ord setBg">
        <pc:chgData name="Nitesh Goyal" userId="6d3d0ce7-b850-4749-80a4-f61a92fc5606" providerId="ADAL" clId="{FB666ABC-7EE8-4021-ABEF-1F9A9F003F99}" dt="2025-04-08T11:09:57.169" v="1298"/>
        <pc:sldMkLst>
          <pc:docMk/>
          <pc:sldMk cId="2840660513" sldId="265"/>
        </pc:sldMkLst>
        <pc:spChg chg="mod">
          <ac:chgData name="Nitesh Goyal" userId="6d3d0ce7-b850-4749-80a4-f61a92fc5606" providerId="ADAL" clId="{FB666ABC-7EE8-4021-ABEF-1F9A9F003F99}" dt="2025-04-07T14:47:46.767" v="610" actId="207"/>
          <ac:spMkLst>
            <pc:docMk/>
            <pc:sldMk cId="2840660513" sldId="265"/>
            <ac:spMk id="3" creationId="{31911CCA-2380-8014-CB46-A2A3A6AA39C4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4" creationId="{A9D1C2B6-3590-A8D0-2559-C31F439D04D2}"/>
          </ac:spMkLst>
        </pc:spChg>
        <pc:spChg chg="mod">
          <ac:chgData name="Nitesh Goyal" userId="6d3d0ce7-b850-4749-80a4-f61a92fc5606" providerId="ADAL" clId="{FB666ABC-7EE8-4021-ABEF-1F9A9F003F99}" dt="2025-04-07T14:47:43.221" v="609" actId="207"/>
          <ac:spMkLst>
            <pc:docMk/>
            <pc:sldMk cId="2840660513" sldId="265"/>
            <ac:spMk id="5" creationId="{15EE274E-4C8F-964B-ED65-A7BFF29D1801}"/>
          </ac:spMkLst>
        </pc:spChg>
        <pc:spChg chg="mod">
          <ac:chgData name="Nitesh Goyal" userId="6d3d0ce7-b850-4749-80a4-f61a92fc5606" providerId="ADAL" clId="{FB666ABC-7EE8-4021-ABEF-1F9A9F003F99}" dt="2025-04-07T14:47:43.221" v="609" actId="207"/>
          <ac:spMkLst>
            <pc:docMk/>
            <pc:sldMk cId="2840660513" sldId="265"/>
            <ac:spMk id="6" creationId="{67D6E88E-D9A2-499E-9AA1-B4CA6791D853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7" creationId="{A30C21F4-6DF3-C98A-C7DD-13BD8ED6DFF1}"/>
          </ac:spMkLst>
        </pc:spChg>
        <pc:spChg chg="mod">
          <ac:chgData name="Nitesh Goyal" userId="6d3d0ce7-b850-4749-80a4-f61a92fc5606" providerId="ADAL" clId="{FB666ABC-7EE8-4021-ABEF-1F9A9F003F99}" dt="2025-04-07T14:47:43.221" v="609" actId="207"/>
          <ac:spMkLst>
            <pc:docMk/>
            <pc:sldMk cId="2840660513" sldId="265"/>
            <ac:spMk id="8" creationId="{B7A228A4-D54D-69C7-4FF1-402115AA06F6}"/>
          </ac:spMkLst>
        </pc:spChg>
        <pc:spChg chg="mod">
          <ac:chgData name="Nitesh Goyal" userId="6d3d0ce7-b850-4749-80a4-f61a92fc5606" providerId="ADAL" clId="{FB666ABC-7EE8-4021-ABEF-1F9A9F003F99}" dt="2025-04-07T14:43:46.311" v="565" actId="108"/>
          <ac:spMkLst>
            <pc:docMk/>
            <pc:sldMk cId="2840660513" sldId="265"/>
            <ac:spMk id="14" creationId="{D483E168-FAE4-7C05-A2F2-C069E090746D}"/>
          </ac:spMkLst>
        </pc:spChg>
        <pc:spChg chg="mod">
          <ac:chgData name="Nitesh Goyal" userId="6d3d0ce7-b850-4749-80a4-f61a92fc5606" providerId="ADAL" clId="{FB666ABC-7EE8-4021-ABEF-1F9A9F003F99}" dt="2025-04-07T14:43:52.880" v="570" actId="108"/>
          <ac:spMkLst>
            <pc:docMk/>
            <pc:sldMk cId="2840660513" sldId="265"/>
            <ac:spMk id="15" creationId="{87D6118A-45A4-282B-D16B-1C575834F558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17" creationId="{10014B35-25B6-EAF1-7B75-0D49EFFB64C0}"/>
          </ac:spMkLst>
        </pc:spChg>
        <pc:spChg chg="mod">
          <ac:chgData name="Nitesh Goyal" userId="6d3d0ce7-b850-4749-80a4-f61a92fc5606" providerId="ADAL" clId="{FB666ABC-7EE8-4021-ABEF-1F9A9F003F99}" dt="2025-04-07T14:44:14.125" v="586" actId="404"/>
          <ac:spMkLst>
            <pc:docMk/>
            <pc:sldMk cId="2840660513" sldId="265"/>
            <ac:spMk id="18" creationId="{1064A230-A3F5-1ACC-BD7A-C9223195B091}"/>
          </ac:spMkLst>
        </pc:spChg>
        <pc:spChg chg="add del mod">
          <ac:chgData name="Nitesh Goyal" userId="6d3d0ce7-b850-4749-80a4-f61a92fc5606" providerId="ADAL" clId="{FB666ABC-7EE8-4021-ABEF-1F9A9F003F99}" dt="2025-04-07T14:34:49.204" v="505" actId="1076"/>
          <ac:spMkLst>
            <pc:docMk/>
            <pc:sldMk cId="2840660513" sldId="265"/>
            <ac:spMk id="19" creationId="{75E1E8A6-2E83-DEC5-5CDE-80C9394E1703}"/>
          </ac:spMkLst>
        </pc:spChg>
        <pc:spChg chg="mod">
          <ac:chgData name="Nitesh Goyal" userId="6d3d0ce7-b850-4749-80a4-f61a92fc5606" providerId="ADAL" clId="{FB666ABC-7EE8-4021-ABEF-1F9A9F003F99}" dt="2025-04-07T14:41:42.408" v="523" actId="108"/>
          <ac:spMkLst>
            <pc:docMk/>
            <pc:sldMk cId="2840660513" sldId="265"/>
            <ac:spMk id="20" creationId="{CFEA59AE-CBFE-0841-1736-02CE168AF7F0}"/>
          </ac:spMkLst>
        </pc:spChg>
        <pc:spChg chg="mod">
          <ac:chgData name="Nitesh Goyal" userId="6d3d0ce7-b850-4749-80a4-f61a92fc5606" providerId="ADAL" clId="{FB666ABC-7EE8-4021-ABEF-1F9A9F003F99}" dt="2025-04-07T14:42:55.055" v="542" actId="108"/>
          <ac:spMkLst>
            <pc:docMk/>
            <pc:sldMk cId="2840660513" sldId="265"/>
            <ac:spMk id="21" creationId="{8CA43FFB-E0F5-2806-ED79-FCD209E0F510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22" creationId="{78C3AD2F-D825-1D77-2052-3282C4A932E5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23" creationId="{3DD5BDDE-6B79-8727-FF73-4A14175EAD25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24" creationId="{CB2E770B-E1B8-EDFD-99BE-4F77DAA08AC1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26" creationId="{46907D1A-BC12-9A9D-A50A-71E1C86FBDB4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28" creationId="{8745084C-4969-96EE-7092-609E4E3B0F89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30" creationId="{D1071F29-683C-CD2F-D945-FD3C6D39B86E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31" creationId="{FB78F3E6-8C97-702E-8A8A-98DD1D94C4CF}"/>
          </ac:spMkLst>
        </pc:spChg>
        <pc:spChg chg="mod">
          <ac:chgData name="Nitesh Goyal" userId="6d3d0ce7-b850-4749-80a4-f61a92fc5606" providerId="ADAL" clId="{FB666ABC-7EE8-4021-ABEF-1F9A9F003F99}" dt="2025-04-07T14:41:43.274" v="524" actId="108"/>
          <ac:spMkLst>
            <pc:docMk/>
            <pc:sldMk cId="2840660513" sldId="265"/>
            <ac:spMk id="32" creationId="{C3646579-CC37-23A9-0D49-C30FC0B280A4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33" creationId="{FAA0C419-3BEE-0D2B-5AA4-A9DEB6637E12}"/>
          </ac:spMkLst>
        </pc:spChg>
        <pc:spChg chg="mod">
          <ac:chgData name="Nitesh Goyal" userId="6d3d0ce7-b850-4749-80a4-f61a92fc5606" providerId="ADAL" clId="{FB666ABC-7EE8-4021-ABEF-1F9A9F003F99}" dt="2025-04-07T14:43:01.547" v="547" actId="108"/>
          <ac:spMkLst>
            <pc:docMk/>
            <pc:sldMk cId="2840660513" sldId="265"/>
            <ac:spMk id="34" creationId="{1641A143-124F-8419-BE17-1BF91090E20E}"/>
          </ac:spMkLst>
        </pc:spChg>
        <pc:spChg chg="mod">
          <ac:chgData name="Nitesh Goyal" userId="6d3d0ce7-b850-4749-80a4-f61a92fc5606" providerId="ADAL" clId="{FB666ABC-7EE8-4021-ABEF-1F9A9F003F99}" dt="2025-04-07T14:43:02.136" v="548" actId="108"/>
          <ac:spMkLst>
            <pc:docMk/>
            <pc:sldMk cId="2840660513" sldId="265"/>
            <ac:spMk id="35" creationId="{112C8E73-99C4-FF20-BE31-2E1A42192EA5}"/>
          </ac:spMkLst>
        </pc:spChg>
        <pc:spChg chg="mod">
          <ac:chgData name="Nitesh Goyal" userId="6d3d0ce7-b850-4749-80a4-f61a92fc5606" providerId="ADAL" clId="{FB666ABC-7EE8-4021-ABEF-1F9A9F003F99}" dt="2025-04-07T14:43:02.694" v="549" actId="108"/>
          <ac:spMkLst>
            <pc:docMk/>
            <pc:sldMk cId="2840660513" sldId="265"/>
            <ac:spMk id="36" creationId="{E25E9788-04AA-E52A-C7CD-438305D9CEDA}"/>
          </ac:spMkLst>
        </pc:spChg>
        <pc:spChg chg="mod">
          <ac:chgData name="Nitesh Goyal" userId="6d3d0ce7-b850-4749-80a4-f61a92fc5606" providerId="ADAL" clId="{FB666ABC-7EE8-4021-ABEF-1F9A9F003F99}" dt="2025-04-07T14:43:47.833" v="567" actId="108"/>
          <ac:spMkLst>
            <pc:docMk/>
            <pc:sldMk cId="2840660513" sldId="265"/>
            <ac:spMk id="38" creationId="{AB7EC1ED-420C-FD5B-B34B-0D8DE4850A24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39" creationId="{7FA887F7-14F3-B7F7-854C-6E7C687DA2C7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41" creationId="{98C60231-968D-08F8-6466-9AD2ADFB1C37}"/>
          </ac:spMkLst>
        </pc:spChg>
        <pc:spChg chg="mod">
          <ac:chgData name="Nitesh Goyal" userId="6d3d0ce7-b850-4749-80a4-f61a92fc5606" providerId="ADAL" clId="{FB666ABC-7EE8-4021-ABEF-1F9A9F003F99}" dt="2025-04-07T14:43:58.153" v="578" actId="108"/>
          <ac:spMkLst>
            <pc:docMk/>
            <pc:sldMk cId="2840660513" sldId="265"/>
            <ac:spMk id="42" creationId="{15F0F74F-BBFD-7E08-E6CE-72A43B3A5F1F}"/>
          </ac:spMkLst>
        </pc:spChg>
        <pc:spChg chg="mod">
          <ac:chgData name="Nitesh Goyal" userId="6d3d0ce7-b850-4749-80a4-f61a92fc5606" providerId="ADAL" clId="{FB666ABC-7EE8-4021-ABEF-1F9A9F003F99}" dt="2025-04-07T14:41:44.130" v="525" actId="108"/>
          <ac:spMkLst>
            <pc:docMk/>
            <pc:sldMk cId="2840660513" sldId="265"/>
            <ac:spMk id="43" creationId="{3E672ECD-BD02-7B0D-4DBE-E2CD7020B197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45" creationId="{1BAF2D34-111B-B6F5-A119-CD4465A4526C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46" creationId="{1E2FCCEB-0113-E387-24AC-98A872C5CBC0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47" creationId="{F471D1BB-F0D0-809C-B1D2-D5FFF31A013E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48" creationId="{09769102-6B69-5207-8D49-9E7AD9260C36}"/>
          </ac:spMkLst>
        </pc:spChg>
        <pc:spChg chg="mod">
          <ac:chgData name="Nitesh Goyal" userId="6d3d0ce7-b850-4749-80a4-f61a92fc5606" providerId="ADAL" clId="{FB666ABC-7EE8-4021-ABEF-1F9A9F003F99}" dt="2025-04-07T14:43:48.655" v="568" actId="108"/>
          <ac:spMkLst>
            <pc:docMk/>
            <pc:sldMk cId="2840660513" sldId="265"/>
            <ac:spMk id="49" creationId="{6E0AE4A6-79F6-FD82-2DAB-4F8526BC128D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50" creationId="{7F45A54C-4345-A01A-001F-C6023087A55F}"/>
          </ac:spMkLst>
        </pc:spChg>
        <pc:spChg chg="mod">
          <ac:chgData name="Nitesh Goyal" userId="6d3d0ce7-b850-4749-80a4-f61a92fc5606" providerId="ADAL" clId="{FB666ABC-7EE8-4021-ABEF-1F9A9F003F99}" dt="2025-04-07T14:43:59.788" v="580" actId="108"/>
          <ac:spMkLst>
            <pc:docMk/>
            <pc:sldMk cId="2840660513" sldId="265"/>
            <ac:spMk id="52" creationId="{139CAC79-968F-3A7D-1145-3F2B612D4A72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53" creationId="{A0EE66F1-45DE-2123-346F-BCDF01F601E3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54" creationId="{63EE6A18-4FE4-07A0-EBA0-769EA06DC5DA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56" creationId="{C10A471D-8751-A4A8-EE9C-9B2B4FE5D500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57" creationId="{9DB86528-9B87-77EC-49E2-912CEABDBFB9}"/>
          </ac:spMkLst>
        </pc:spChg>
        <pc:spChg chg="mod">
          <ac:chgData name="Nitesh Goyal" userId="6d3d0ce7-b850-4749-80a4-f61a92fc5606" providerId="ADAL" clId="{FB666ABC-7EE8-4021-ABEF-1F9A9F003F99}" dt="2025-04-07T14:48:29.470" v="626" actId="1037"/>
          <ac:spMkLst>
            <pc:docMk/>
            <pc:sldMk cId="2840660513" sldId="265"/>
            <ac:spMk id="58" creationId="{CFCFBBC5-9090-6BD8-943D-64EC2ABC5505}"/>
          </ac:spMkLst>
        </pc:spChg>
        <pc:spChg chg="mod">
          <ac:chgData name="Nitesh Goyal" userId="6d3d0ce7-b850-4749-80a4-f61a92fc5606" providerId="ADAL" clId="{FB666ABC-7EE8-4021-ABEF-1F9A9F003F99}" dt="2025-04-07T14:43:07.719" v="557" actId="108"/>
          <ac:spMkLst>
            <pc:docMk/>
            <pc:sldMk cId="2840660513" sldId="265"/>
            <ac:spMk id="59" creationId="{CEFF6D59-DAC2-C994-E42A-007202971068}"/>
          </ac:spMkLst>
        </pc:spChg>
        <pc:spChg chg="mod">
          <ac:chgData name="Nitesh Goyal" userId="6d3d0ce7-b850-4749-80a4-f61a92fc5606" providerId="ADAL" clId="{FB666ABC-7EE8-4021-ABEF-1F9A9F003F99}" dt="2025-04-07T14:43:49.380" v="569" actId="108"/>
          <ac:spMkLst>
            <pc:docMk/>
            <pc:sldMk cId="2840660513" sldId="265"/>
            <ac:spMk id="60" creationId="{C03C2028-0CC2-15EB-253C-8BABE14931A3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61" creationId="{3322392C-08D6-7055-C199-CDDB695751EF}"/>
          </ac:spMkLst>
        </pc:spChg>
        <pc:spChg chg="mod">
          <ac:chgData name="Nitesh Goyal" userId="6d3d0ce7-b850-4749-80a4-f61a92fc5606" providerId="ADAL" clId="{FB666ABC-7EE8-4021-ABEF-1F9A9F003F99}" dt="2025-04-07T14:44:01.937" v="583" actId="108"/>
          <ac:spMkLst>
            <pc:docMk/>
            <pc:sldMk cId="2840660513" sldId="265"/>
            <ac:spMk id="63" creationId="{33DC6383-7060-7874-3037-1097C11A178C}"/>
          </ac:spMkLst>
        </pc:spChg>
        <pc:spChg chg="add mod">
          <ac:chgData name="Nitesh Goyal" userId="6d3d0ce7-b850-4749-80a4-f61a92fc5606" providerId="ADAL" clId="{FB666ABC-7EE8-4021-ABEF-1F9A9F003F99}" dt="2025-04-08T08:10:18.039" v="1005"/>
          <ac:spMkLst>
            <pc:docMk/>
            <pc:sldMk cId="2840660513" sldId="265"/>
            <ac:spMk id="466" creationId="{C4E0F265-A2BC-2B3F-42CE-E810E03DC977}"/>
          </ac:spMkLst>
        </pc:spChg>
        <pc:spChg chg="mod">
          <ac:chgData name="Nitesh Goyal" userId="6d3d0ce7-b850-4749-80a4-f61a92fc5606" providerId="ADAL" clId="{FB666ABC-7EE8-4021-ABEF-1F9A9F003F99}" dt="2025-04-07T14:46:22.201" v="606" actId="11530"/>
          <ac:spMkLst>
            <pc:docMk/>
            <pc:sldMk cId="2840660513" sldId="265"/>
            <ac:spMk id="483" creationId="{21B29998-C6DE-D52A-300F-4C90F9827EFD}"/>
          </ac:spMkLst>
        </pc:spChg>
        <pc:spChg chg="mod">
          <ac:chgData name="Nitesh Goyal" userId="6d3d0ce7-b850-4749-80a4-f61a92fc5606" providerId="ADAL" clId="{FB666ABC-7EE8-4021-ABEF-1F9A9F003F99}" dt="2025-04-07T14:41:46.022" v="527" actId="108"/>
          <ac:spMkLst>
            <pc:docMk/>
            <pc:sldMk cId="2840660513" sldId="265"/>
            <ac:spMk id="484" creationId="{5A5CE4B0-EBD1-1C3A-35B9-C9B85EBE485B}"/>
          </ac:spMkLst>
        </pc:spChg>
        <pc:spChg chg="mod">
          <ac:chgData name="Nitesh Goyal" userId="6d3d0ce7-b850-4749-80a4-f61a92fc5606" providerId="ADAL" clId="{FB666ABC-7EE8-4021-ABEF-1F9A9F003F99}" dt="2025-04-07T14:43:23.016" v="564" actId="113"/>
          <ac:spMkLst>
            <pc:docMk/>
            <pc:sldMk cId="2840660513" sldId="265"/>
            <ac:spMk id="486" creationId="{B0AA5B29-F76F-D4FF-D29D-620990BF21DB}"/>
          </ac:spMkLst>
        </pc:spChg>
        <pc:spChg chg="mod">
          <ac:chgData name="Nitesh Goyal" userId="6d3d0ce7-b850-4749-80a4-f61a92fc5606" providerId="ADAL" clId="{FB666ABC-7EE8-4021-ABEF-1F9A9F003F99}" dt="2025-04-07T14:43:09.181" v="559" actId="108"/>
          <ac:spMkLst>
            <pc:docMk/>
            <pc:sldMk cId="2840660513" sldId="265"/>
            <ac:spMk id="487" creationId="{25E200B9-65C2-B20A-C072-52B6323A1EB5}"/>
          </ac:spMkLst>
        </pc:spChg>
        <pc:spChg chg="mod">
          <ac:chgData name="Nitesh Goyal" userId="6d3d0ce7-b850-4749-80a4-f61a92fc5606" providerId="ADAL" clId="{FB666ABC-7EE8-4021-ABEF-1F9A9F003F99}" dt="2025-04-07T14:43:09.810" v="560" actId="108"/>
          <ac:spMkLst>
            <pc:docMk/>
            <pc:sldMk cId="2840660513" sldId="265"/>
            <ac:spMk id="488" creationId="{68FB64ED-96E8-963A-606F-3D2FD69CF5C0}"/>
          </ac:spMkLst>
        </pc:spChg>
        <pc:spChg chg="mod">
          <ac:chgData name="Nitesh Goyal" userId="6d3d0ce7-b850-4749-80a4-f61a92fc5606" providerId="ADAL" clId="{FB666ABC-7EE8-4021-ABEF-1F9A9F003F99}" dt="2025-04-07T14:43:10.441" v="561" actId="108"/>
          <ac:spMkLst>
            <pc:docMk/>
            <pc:sldMk cId="2840660513" sldId="265"/>
            <ac:spMk id="489" creationId="{E920DA7D-347D-D2E2-FFB9-5FF713FE8054}"/>
          </ac:spMkLst>
        </pc:spChg>
        <pc:cxnChg chg="mod">
          <ac:chgData name="Nitesh Goyal" userId="6d3d0ce7-b850-4749-80a4-f61a92fc5606" providerId="ADAL" clId="{FB666ABC-7EE8-4021-ABEF-1F9A9F003F99}" dt="2025-04-07T14:45:31.480" v="600" actId="1582"/>
          <ac:cxnSpMkLst>
            <pc:docMk/>
            <pc:sldMk cId="2840660513" sldId="265"/>
            <ac:cxnSpMk id="9" creationId="{C3C50546-EC6E-8616-74BA-1C715C0B9AEF}"/>
          </ac:cxnSpMkLst>
        </pc:cxnChg>
        <pc:cxnChg chg="mod">
          <ac:chgData name="Nitesh Goyal" userId="6d3d0ce7-b850-4749-80a4-f61a92fc5606" providerId="ADAL" clId="{FB666ABC-7EE8-4021-ABEF-1F9A9F003F99}" dt="2025-04-07T14:45:31.480" v="600" actId="1582"/>
          <ac:cxnSpMkLst>
            <pc:docMk/>
            <pc:sldMk cId="2840660513" sldId="265"/>
            <ac:cxnSpMk id="10" creationId="{4F8A506B-4C24-EB64-F8D8-7B8FC1298DB9}"/>
          </ac:cxnSpMkLst>
        </pc:cxnChg>
        <pc:cxnChg chg="mod">
          <ac:chgData name="Nitesh Goyal" userId="6d3d0ce7-b850-4749-80a4-f61a92fc5606" providerId="ADAL" clId="{FB666ABC-7EE8-4021-ABEF-1F9A9F003F99}" dt="2025-04-07T14:45:31.480" v="600" actId="1582"/>
          <ac:cxnSpMkLst>
            <pc:docMk/>
            <pc:sldMk cId="2840660513" sldId="265"/>
            <ac:cxnSpMk id="12" creationId="{623BA214-A107-68B9-1D8E-96A07D58F8CC}"/>
          </ac:cxnSpMkLst>
        </pc:cxnChg>
        <pc:cxnChg chg="mod">
          <ac:chgData name="Nitesh Goyal" userId="6d3d0ce7-b850-4749-80a4-f61a92fc5606" providerId="ADAL" clId="{FB666ABC-7EE8-4021-ABEF-1F9A9F003F99}" dt="2025-04-07T14:45:31.480" v="600" actId="1582"/>
          <ac:cxnSpMkLst>
            <pc:docMk/>
            <pc:sldMk cId="2840660513" sldId="265"/>
            <ac:cxnSpMk id="13" creationId="{BD73DCB5-BC29-54CA-C4B0-6EC69484B3E5}"/>
          </ac:cxnSpMkLst>
        </pc:cxnChg>
        <pc:cxnChg chg="mod">
          <ac:chgData name="Nitesh Goyal" userId="6d3d0ce7-b850-4749-80a4-f61a92fc5606" providerId="ADAL" clId="{FB666ABC-7EE8-4021-ABEF-1F9A9F003F99}" dt="2025-04-07T14:48:23.363" v="618" actId="1582"/>
          <ac:cxnSpMkLst>
            <pc:docMk/>
            <pc:sldMk cId="2840660513" sldId="265"/>
            <ac:cxnSpMk id="16" creationId="{4C5D747E-8B73-D774-32EC-DFE126B2B2D6}"/>
          </ac:cxnSpMkLst>
        </pc:cxnChg>
        <pc:cxnChg chg="mod">
          <ac:chgData name="Nitesh Goyal" userId="6d3d0ce7-b850-4749-80a4-f61a92fc5606" providerId="ADAL" clId="{FB666ABC-7EE8-4021-ABEF-1F9A9F003F99}" dt="2025-04-07T14:48:14.236" v="616" actId="1582"/>
          <ac:cxnSpMkLst>
            <pc:docMk/>
            <pc:sldMk cId="2840660513" sldId="265"/>
            <ac:cxnSpMk id="25" creationId="{D95AF51B-0658-1E81-6813-0AB68A0C9B64}"/>
          </ac:cxnSpMkLst>
        </pc:cxnChg>
        <pc:cxnChg chg="mod">
          <ac:chgData name="Nitesh Goyal" userId="6d3d0ce7-b850-4749-80a4-f61a92fc5606" providerId="ADAL" clId="{FB666ABC-7EE8-4021-ABEF-1F9A9F003F99}" dt="2025-04-07T14:48:23.363" v="618" actId="1582"/>
          <ac:cxnSpMkLst>
            <pc:docMk/>
            <pc:sldMk cId="2840660513" sldId="265"/>
            <ac:cxnSpMk id="29" creationId="{8D299390-FF0E-1810-A9F6-0742AECB666C}"/>
          </ac:cxnSpMkLst>
        </pc:cxnChg>
        <pc:cxnChg chg="mod">
          <ac:chgData name="Nitesh Goyal" userId="6d3d0ce7-b850-4749-80a4-f61a92fc5606" providerId="ADAL" clId="{FB666ABC-7EE8-4021-ABEF-1F9A9F003F99}" dt="2025-04-07T14:48:14.236" v="616" actId="1582"/>
          <ac:cxnSpMkLst>
            <pc:docMk/>
            <pc:sldMk cId="2840660513" sldId="265"/>
            <ac:cxnSpMk id="37" creationId="{CD2489A3-82D4-63C2-AFC1-DD1A84628ABF}"/>
          </ac:cxnSpMkLst>
        </pc:cxnChg>
        <pc:cxnChg chg="mod">
          <ac:chgData name="Nitesh Goyal" userId="6d3d0ce7-b850-4749-80a4-f61a92fc5606" providerId="ADAL" clId="{FB666ABC-7EE8-4021-ABEF-1F9A9F003F99}" dt="2025-04-07T14:48:23.363" v="618" actId="1582"/>
          <ac:cxnSpMkLst>
            <pc:docMk/>
            <pc:sldMk cId="2840660513" sldId="265"/>
            <ac:cxnSpMk id="40" creationId="{0C9C65BD-0C27-1C2D-9AA0-FA6776FF8E29}"/>
          </ac:cxnSpMkLst>
        </pc:cxnChg>
        <pc:cxnChg chg="mod">
          <ac:chgData name="Nitesh Goyal" userId="6d3d0ce7-b850-4749-80a4-f61a92fc5606" providerId="ADAL" clId="{FB666ABC-7EE8-4021-ABEF-1F9A9F003F99}" dt="2025-04-07T14:48:14.236" v="616" actId="1582"/>
          <ac:cxnSpMkLst>
            <pc:docMk/>
            <pc:sldMk cId="2840660513" sldId="265"/>
            <ac:cxnSpMk id="44" creationId="{4002509E-613D-640A-2113-149D4697449D}"/>
          </ac:cxnSpMkLst>
        </pc:cxnChg>
        <pc:cxnChg chg="mod">
          <ac:chgData name="Nitesh Goyal" userId="6d3d0ce7-b850-4749-80a4-f61a92fc5606" providerId="ADAL" clId="{FB666ABC-7EE8-4021-ABEF-1F9A9F003F99}" dt="2025-04-07T14:48:23.363" v="618" actId="1582"/>
          <ac:cxnSpMkLst>
            <pc:docMk/>
            <pc:sldMk cId="2840660513" sldId="265"/>
            <ac:cxnSpMk id="51" creationId="{A1BE0F07-9FF7-3024-8917-AE96FA2C0820}"/>
          </ac:cxnSpMkLst>
        </pc:cxnChg>
        <pc:cxnChg chg="mod">
          <ac:chgData name="Nitesh Goyal" userId="6d3d0ce7-b850-4749-80a4-f61a92fc5606" providerId="ADAL" clId="{FB666ABC-7EE8-4021-ABEF-1F9A9F003F99}" dt="2025-04-07T14:48:14.236" v="616" actId="1582"/>
          <ac:cxnSpMkLst>
            <pc:docMk/>
            <pc:sldMk cId="2840660513" sldId="265"/>
            <ac:cxnSpMk id="55" creationId="{60C85EB8-671E-F537-0ED7-CA2B04E8103F}"/>
          </ac:cxnSpMkLst>
        </pc:cxnChg>
        <pc:cxnChg chg="mod">
          <ac:chgData name="Nitesh Goyal" userId="6d3d0ce7-b850-4749-80a4-f61a92fc5606" providerId="ADAL" clId="{FB666ABC-7EE8-4021-ABEF-1F9A9F003F99}" dt="2025-04-07T14:48:23.363" v="618" actId="1582"/>
          <ac:cxnSpMkLst>
            <pc:docMk/>
            <pc:sldMk cId="2840660513" sldId="265"/>
            <ac:cxnSpMk id="62" creationId="{8AFED6BA-EAF2-A6F2-E7CF-64FC1C38B4DB}"/>
          </ac:cxnSpMkLst>
        </pc:cxnChg>
        <pc:cxnChg chg="add mod">
          <ac:chgData name="Nitesh Goyal" userId="6d3d0ce7-b850-4749-80a4-f61a92fc5606" providerId="ADAL" clId="{FB666ABC-7EE8-4021-ABEF-1F9A9F003F99}" dt="2025-04-07T14:45:55.430" v="605" actId="108"/>
          <ac:cxnSpMkLst>
            <pc:docMk/>
            <pc:sldMk cId="2840660513" sldId="265"/>
            <ac:cxnSpMk id="464" creationId="{F96E9CE6-7297-3FA7-381A-2566B18C9B87}"/>
          </ac:cxnSpMkLst>
        </pc:cxnChg>
        <pc:cxnChg chg="mod">
          <ac:chgData name="Nitesh Goyal" userId="6d3d0ce7-b850-4749-80a4-f61a92fc5606" providerId="ADAL" clId="{FB666ABC-7EE8-4021-ABEF-1F9A9F003F99}" dt="2025-04-07T14:48:14.236" v="616" actId="1582"/>
          <ac:cxnSpMkLst>
            <pc:docMk/>
            <pc:sldMk cId="2840660513" sldId="265"/>
            <ac:cxnSpMk id="485" creationId="{AFDD347C-6481-848C-6D07-F4610407311A}"/>
          </ac:cxnSpMkLst>
        </pc:cxnChg>
      </pc:sldChg>
      <pc:sldChg chg="add setBg">
        <pc:chgData name="Nitesh Goyal" userId="6d3d0ce7-b850-4749-80a4-f61a92fc5606" providerId="ADAL" clId="{FB666ABC-7EE8-4021-ABEF-1F9A9F003F99}" dt="2025-04-08T08:09:49.818" v="998"/>
        <pc:sldMkLst>
          <pc:docMk/>
          <pc:sldMk cId="389769384" sldId="266"/>
        </pc:sldMkLst>
      </pc:sldChg>
      <pc:sldChg chg="modSp add del mod modShow">
        <pc:chgData name="Nitesh Goyal" userId="6d3d0ce7-b850-4749-80a4-f61a92fc5606" providerId="ADAL" clId="{FB666ABC-7EE8-4021-ABEF-1F9A9F003F99}" dt="2025-04-08T08:09:47.112" v="997" actId="2696"/>
        <pc:sldMkLst>
          <pc:docMk/>
          <pc:sldMk cId="4139641886" sldId="266"/>
        </pc:sldMkLst>
      </pc:sldChg>
      <pc:sldChg chg="modSp add mod">
        <pc:chgData name="Nitesh Goyal" userId="6d3d0ce7-b850-4749-80a4-f61a92fc5606" providerId="ADAL" clId="{FB666ABC-7EE8-4021-ABEF-1F9A9F003F99}" dt="2025-04-08T16:31:25.939" v="1705" actId="403"/>
        <pc:sldMkLst>
          <pc:docMk/>
          <pc:sldMk cId="1746088178" sldId="267"/>
        </pc:sldMkLst>
        <pc:spChg chg="mod">
          <ac:chgData name="Nitesh Goyal" userId="6d3d0ce7-b850-4749-80a4-f61a92fc5606" providerId="ADAL" clId="{FB666ABC-7EE8-4021-ABEF-1F9A9F003F99}" dt="2025-04-08T08:16:25.166" v="1091" actId="20577"/>
          <ac:spMkLst>
            <pc:docMk/>
            <pc:sldMk cId="1746088178" sldId="267"/>
            <ac:spMk id="5" creationId="{B4403380-FEA8-5451-4FF5-B26310583074}"/>
          </ac:spMkLst>
        </pc:spChg>
        <pc:graphicFrameChg chg="mod modGraphic">
          <ac:chgData name="Nitesh Goyal" userId="6d3d0ce7-b850-4749-80a4-f61a92fc5606" providerId="ADAL" clId="{FB666ABC-7EE8-4021-ABEF-1F9A9F003F99}" dt="2025-04-08T16:31:25.939" v="1705" actId="403"/>
          <ac:graphicFrameMkLst>
            <pc:docMk/>
            <pc:sldMk cId="1746088178" sldId="267"/>
            <ac:graphicFrameMk id="3" creationId="{1A230BF7-9D6D-C16D-E624-5E311BDFB256}"/>
          </ac:graphicFrameMkLst>
        </pc:graphicFrameChg>
      </pc:sldChg>
      <pc:sldChg chg="addSp delSp modSp add mod ord">
        <pc:chgData name="Nitesh Goyal" userId="6d3d0ce7-b850-4749-80a4-f61a92fc5606" providerId="ADAL" clId="{FB666ABC-7EE8-4021-ABEF-1F9A9F003F99}" dt="2025-04-09T16:30:43.671" v="1917"/>
        <pc:sldMkLst>
          <pc:docMk/>
          <pc:sldMk cId="2694322752" sldId="268"/>
        </pc:sldMkLst>
        <pc:spChg chg="add mod">
          <ac:chgData name="Nitesh Goyal" userId="6d3d0ce7-b850-4749-80a4-f61a92fc5606" providerId="ADAL" clId="{FB666ABC-7EE8-4021-ABEF-1F9A9F003F99}" dt="2025-04-08T16:31:45.361" v="1708" actId="404"/>
          <ac:spMkLst>
            <pc:docMk/>
            <pc:sldMk cId="2694322752" sldId="268"/>
            <ac:spMk id="2" creationId="{F588C5BC-EC70-33BF-A3AF-732E1D4CE88E}"/>
          </ac:spMkLst>
        </pc:spChg>
        <pc:spChg chg="mod">
          <ac:chgData name="Nitesh Goyal" userId="6d3d0ce7-b850-4749-80a4-f61a92fc5606" providerId="ADAL" clId="{FB666ABC-7EE8-4021-ABEF-1F9A9F003F99}" dt="2025-04-08T14:17:36.009" v="1521" actId="20577"/>
          <ac:spMkLst>
            <pc:docMk/>
            <pc:sldMk cId="2694322752" sldId="268"/>
            <ac:spMk id="5" creationId="{776657C9-8F1F-F500-4FB9-17D65201C32A}"/>
          </ac:spMkLst>
        </pc:spChg>
      </pc:sldChg>
      <pc:sldChg chg="modSp add mod">
        <pc:chgData name="Nitesh Goyal" userId="6d3d0ce7-b850-4749-80a4-f61a92fc5606" providerId="ADAL" clId="{FB666ABC-7EE8-4021-ABEF-1F9A9F003F99}" dt="2025-04-08T11:09:49.692" v="1296" actId="122"/>
        <pc:sldMkLst>
          <pc:docMk/>
          <pc:sldMk cId="116873276" sldId="269"/>
        </pc:sldMkLst>
        <pc:spChg chg="mod">
          <ac:chgData name="Nitesh Goyal" userId="6d3d0ce7-b850-4749-80a4-f61a92fc5606" providerId="ADAL" clId="{FB666ABC-7EE8-4021-ABEF-1F9A9F003F99}" dt="2025-04-08T11:09:49.692" v="1296" actId="122"/>
          <ac:spMkLst>
            <pc:docMk/>
            <pc:sldMk cId="116873276" sldId="269"/>
            <ac:spMk id="2" creationId="{5091A3AD-AD11-3D2B-DB53-C1F914D558A7}"/>
          </ac:spMkLst>
        </pc:spChg>
      </pc:sldChg>
      <pc:sldChg chg="addSp modSp add mod modShow">
        <pc:chgData name="Nitesh Goyal" userId="6d3d0ce7-b850-4749-80a4-f61a92fc5606" providerId="ADAL" clId="{FB666ABC-7EE8-4021-ABEF-1F9A9F003F99}" dt="2025-04-15T11:03:27.436" v="1938" actId="13926"/>
        <pc:sldMkLst>
          <pc:docMk/>
          <pc:sldMk cId="4151967721" sldId="270"/>
        </pc:sldMkLst>
        <pc:spChg chg="mod">
          <ac:chgData name="Nitesh Goyal" userId="6d3d0ce7-b850-4749-80a4-f61a92fc5606" providerId="ADAL" clId="{FB666ABC-7EE8-4021-ABEF-1F9A9F003F99}" dt="2025-04-15T11:03:27.436" v="1938" actId="13926"/>
          <ac:spMkLst>
            <pc:docMk/>
            <pc:sldMk cId="4151967721" sldId="270"/>
            <ac:spMk id="2" creationId="{5BA59BBE-B7EF-E23F-0D9F-642C3288E337}"/>
          </ac:spMkLst>
        </pc:spChg>
        <pc:spChg chg="mod">
          <ac:chgData name="Nitesh Goyal" userId="6d3d0ce7-b850-4749-80a4-f61a92fc5606" providerId="ADAL" clId="{FB666ABC-7EE8-4021-ABEF-1F9A9F003F99}" dt="2025-04-08T14:30:33.700" v="1550" actId="20577"/>
          <ac:spMkLst>
            <pc:docMk/>
            <pc:sldMk cId="4151967721" sldId="270"/>
            <ac:spMk id="5" creationId="{D6513C1A-F9EC-AD7C-67F4-3EE4CE663BE4}"/>
          </ac:spMkLst>
        </pc:spChg>
      </pc:sldChg>
      <pc:sldChg chg="add del">
        <pc:chgData name="Nitesh Goyal" userId="6d3d0ce7-b850-4749-80a4-f61a92fc5606" providerId="ADAL" clId="{FB666ABC-7EE8-4021-ABEF-1F9A9F003F99}" dt="2025-04-08T16:26:43.410" v="1694" actId="47"/>
        <pc:sldMkLst>
          <pc:docMk/>
          <pc:sldMk cId="1502885950" sldId="271"/>
        </pc:sldMkLst>
      </pc:sldChg>
      <pc:sldChg chg="addSp delSp modSp mod">
        <pc:chgData name="Nitesh Goyal" userId="6d3d0ce7-b850-4749-80a4-f61a92fc5606" providerId="ADAL" clId="{FB666ABC-7EE8-4021-ABEF-1F9A9F003F99}" dt="2025-04-07T10:31:40.038" v="413" actId="1076"/>
        <pc:sldMkLst>
          <pc:docMk/>
          <pc:sldMk cId="2820042946" sldId="272"/>
        </pc:sldMkLst>
        <pc:spChg chg="mod">
          <ac:chgData name="Nitesh Goyal" userId="6d3d0ce7-b850-4749-80a4-f61a92fc5606" providerId="ADAL" clId="{FB666ABC-7EE8-4021-ABEF-1F9A9F003F99}" dt="2025-04-07T10:29:46.663" v="384" actId="1076"/>
          <ac:spMkLst>
            <pc:docMk/>
            <pc:sldMk cId="2820042946" sldId="272"/>
            <ac:spMk id="24" creationId="{2D46D2BE-002E-134C-DB95-2C72311A3A9C}"/>
          </ac:spMkLst>
        </pc:spChg>
        <pc:spChg chg="mod">
          <ac:chgData name="Nitesh Goyal" userId="6d3d0ce7-b850-4749-80a4-f61a92fc5606" providerId="ADAL" clId="{FB666ABC-7EE8-4021-ABEF-1F9A9F003F99}" dt="2025-04-07T10:29:46.663" v="384" actId="1076"/>
          <ac:spMkLst>
            <pc:docMk/>
            <pc:sldMk cId="2820042946" sldId="272"/>
            <ac:spMk id="29" creationId="{91BE1D49-E579-CC9C-7387-67950B324648}"/>
          </ac:spMkLst>
        </pc:spChg>
        <pc:spChg chg="mod">
          <ac:chgData name="Nitesh Goyal" userId="6d3d0ce7-b850-4749-80a4-f61a92fc5606" providerId="ADAL" clId="{FB666ABC-7EE8-4021-ABEF-1F9A9F003F99}" dt="2025-04-07T10:29:06.381" v="380" actId="1076"/>
          <ac:spMkLst>
            <pc:docMk/>
            <pc:sldMk cId="2820042946" sldId="272"/>
            <ac:spMk id="67" creationId="{27B3FB13-4221-BDDF-68C4-63C9D10290E1}"/>
          </ac:spMkLst>
        </pc:spChg>
        <pc:spChg chg="mod">
          <ac:chgData name="Nitesh Goyal" userId="6d3d0ce7-b850-4749-80a4-f61a92fc5606" providerId="ADAL" clId="{FB666ABC-7EE8-4021-ABEF-1F9A9F003F99}" dt="2025-04-07T10:29:10.821" v="381" actId="1076"/>
          <ac:spMkLst>
            <pc:docMk/>
            <pc:sldMk cId="2820042946" sldId="272"/>
            <ac:spMk id="71" creationId="{01B272C2-19C6-5819-11EC-2EAF7E751C77}"/>
          </ac:spMkLst>
        </pc:spChg>
        <pc:spChg chg="mod">
          <ac:chgData name="Nitesh Goyal" userId="6d3d0ce7-b850-4749-80a4-f61a92fc5606" providerId="ADAL" clId="{FB666ABC-7EE8-4021-ABEF-1F9A9F003F99}" dt="2025-04-07T10:29:18.195" v="382" actId="1076"/>
          <ac:spMkLst>
            <pc:docMk/>
            <pc:sldMk cId="2820042946" sldId="272"/>
            <ac:spMk id="75" creationId="{400B3DCB-71BD-2BC7-1BEC-E24AC10931BE}"/>
          </ac:spMkLst>
        </pc:spChg>
        <pc:spChg chg="mod">
          <ac:chgData name="Nitesh Goyal" userId="6d3d0ce7-b850-4749-80a4-f61a92fc5606" providerId="ADAL" clId="{FB666ABC-7EE8-4021-ABEF-1F9A9F003F99}" dt="2025-04-07T10:29:33.487" v="383" actId="1076"/>
          <ac:spMkLst>
            <pc:docMk/>
            <pc:sldMk cId="2820042946" sldId="272"/>
            <ac:spMk id="76" creationId="{42B97D07-8A92-7140-F910-CD0EB4738D57}"/>
          </ac:spMkLst>
        </pc:spChg>
        <pc:spChg chg="mod">
          <ac:chgData name="Nitesh Goyal" userId="6d3d0ce7-b850-4749-80a4-f61a92fc5606" providerId="ADAL" clId="{FB666ABC-7EE8-4021-ABEF-1F9A9F003F99}" dt="2025-04-07T10:29:10.821" v="381" actId="1076"/>
          <ac:spMkLst>
            <pc:docMk/>
            <pc:sldMk cId="2820042946" sldId="272"/>
            <ac:spMk id="78" creationId="{98121F67-9DB9-05BD-E278-9E8D6404D05A}"/>
          </ac:spMkLst>
        </pc:spChg>
        <pc:spChg chg="mod">
          <ac:chgData name="Nitesh Goyal" userId="6d3d0ce7-b850-4749-80a4-f61a92fc5606" providerId="ADAL" clId="{FB666ABC-7EE8-4021-ABEF-1F9A9F003F99}" dt="2025-04-07T10:29:18.195" v="382" actId="1076"/>
          <ac:spMkLst>
            <pc:docMk/>
            <pc:sldMk cId="2820042946" sldId="272"/>
            <ac:spMk id="81" creationId="{84FEA7DC-3E37-BF6E-A8AF-F64E97D8B7A2}"/>
          </ac:spMkLst>
        </pc:spChg>
        <pc:spChg chg="mod">
          <ac:chgData name="Nitesh Goyal" userId="6d3d0ce7-b850-4749-80a4-f61a92fc5606" providerId="ADAL" clId="{FB666ABC-7EE8-4021-ABEF-1F9A9F003F99}" dt="2025-04-07T10:28:44.023" v="378" actId="1076"/>
          <ac:spMkLst>
            <pc:docMk/>
            <pc:sldMk cId="2820042946" sldId="272"/>
            <ac:spMk id="82" creationId="{B10F2003-BD07-8A87-7618-7EB892A18B43}"/>
          </ac:spMkLst>
        </pc:spChg>
        <pc:spChg chg="mod">
          <ac:chgData name="Nitesh Goyal" userId="6d3d0ce7-b850-4749-80a4-f61a92fc5606" providerId="ADAL" clId="{FB666ABC-7EE8-4021-ABEF-1F9A9F003F99}" dt="2025-04-07T10:28:57.456" v="379" actId="1076"/>
          <ac:spMkLst>
            <pc:docMk/>
            <pc:sldMk cId="2820042946" sldId="272"/>
            <ac:spMk id="83" creationId="{A428C749-FEE8-B447-E9F4-6730FCEE4193}"/>
          </ac:spMkLst>
        </pc:spChg>
        <pc:spChg chg="mod">
          <ac:chgData name="Nitesh Goyal" userId="6d3d0ce7-b850-4749-80a4-f61a92fc5606" providerId="ADAL" clId="{FB666ABC-7EE8-4021-ABEF-1F9A9F003F99}" dt="2025-04-07T10:29:33.487" v="383" actId="1076"/>
          <ac:spMkLst>
            <pc:docMk/>
            <pc:sldMk cId="2820042946" sldId="272"/>
            <ac:spMk id="84" creationId="{F1ACFFF8-CB9D-9E95-9C05-14109B8922E3}"/>
          </ac:spMkLst>
        </pc:spChg>
        <pc:spChg chg="mod">
          <ac:chgData name="Nitesh Goyal" userId="6d3d0ce7-b850-4749-80a4-f61a92fc5606" providerId="ADAL" clId="{FB666ABC-7EE8-4021-ABEF-1F9A9F003F99}" dt="2025-04-07T10:28:44.023" v="378" actId="1076"/>
          <ac:spMkLst>
            <pc:docMk/>
            <pc:sldMk cId="2820042946" sldId="272"/>
            <ac:spMk id="124" creationId="{A4F30722-0414-8241-02CB-C712EC3132D2}"/>
          </ac:spMkLst>
        </pc:spChg>
        <pc:spChg chg="mod">
          <ac:chgData name="Nitesh Goyal" userId="6d3d0ce7-b850-4749-80a4-f61a92fc5606" providerId="ADAL" clId="{FB666ABC-7EE8-4021-ABEF-1F9A9F003F99}" dt="2025-04-07T10:29:06.381" v="380" actId="1076"/>
          <ac:spMkLst>
            <pc:docMk/>
            <pc:sldMk cId="2820042946" sldId="272"/>
            <ac:spMk id="136" creationId="{7FF72D87-8F4F-A7A3-E2EF-890FFAA0EAE8}"/>
          </ac:spMkLst>
        </pc:spChg>
        <pc:spChg chg="mod">
          <ac:chgData name="Nitesh Goyal" userId="6d3d0ce7-b850-4749-80a4-f61a92fc5606" providerId="ADAL" clId="{FB666ABC-7EE8-4021-ABEF-1F9A9F003F99}" dt="2025-04-07T10:28:57.456" v="379" actId="1076"/>
          <ac:spMkLst>
            <pc:docMk/>
            <pc:sldMk cId="2820042946" sldId="272"/>
            <ac:spMk id="137" creationId="{0DAB330C-AFAB-0A5C-5BBA-5FF9CF7EE398}"/>
          </ac:spMkLst>
        </pc:spChg>
        <pc:picChg chg="mod">
          <ac:chgData name="Nitesh Goyal" userId="6d3d0ce7-b850-4749-80a4-f61a92fc5606" providerId="ADAL" clId="{FB666ABC-7EE8-4021-ABEF-1F9A9F003F99}" dt="2025-04-07T10:29:06.381" v="380" actId="1076"/>
          <ac:picMkLst>
            <pc:docMk/>
            <pc:sldMk cId="2820042946" sldId="272"/>
            <ac:picMk id="11" creationId="{0F3B2DAA-74DC-E6DE-18AB-56F66B40C79F}"/>
          </ac:picMkLst>
        </pc:picChg>
        <pc:picChg chg="mod">
          <ac:chgData name="Nitesh Goyal" userId="6d3d0ce7-b850-4749-80a4-f61a92fc5606" providerId="ADAL" clId="{FB666ABC-7EE8-4021-ABEF-1F9A9F003F99}" dt="2025-04-07T10:28:57.456" v="379" actId="1076"/>
          <ac:picMkLst>
            <pc:docMk/>
            <pc:sldMk cId="2820042946" sldId="272"/>
            <ac:picMk id="12" creationId="{A2E44D79-4E28-66A1-CE16-ACC530860082}"/>
          </ac:picMkLst>
        </pc:picChg>
        <pc:picChg chg="mod">
          <ac:chgData name="Nitesh Goyal" userId="6d3d0ce7-b850-4749-80a4-f61a92fc5606" providerId="ADAL" clId="{FB666ABC-7EE8-4021-ABEF-1F9A9F003F99}" dt="2025-04-07T10:29:46.663" v="384" actId="1076"/>
          <ac:picMkLst>
            <pc:docMk/>
            <pc:sldMk cId="2820042946" sldId="272"/>
            <ac:picMk id="69" creationId="{0B93B8FB-2800-4B7B-49E5-E7B755296E9E}"/>
          </ac:picMkLst>
        </pc:picChg>
        <pc:picChg chg="mod">
          <ac:chgData name="Nitesh Goyal" userId="6d3d0ce7-b850-4749-80a4-f61a92fc5606" providerId="ADAL" clId="{FB666ABC-7EE8-4021-ABEF-1F9A9F003F99}" dt="2025-04-07T10:29:18.195" v="382" actId="1076"/>
          <ac:picMkLst>
            <pc:docMk/>
            <pc:sldMk cId="2820042946" sldId="272"/>
            <ac:picMk id="72" creationId="{0F5EED40-056D-1C9D-9230-4C5F9B22B837}"/>
          </ac:picMkLst>
        </pc:picChg>
        <pc:picChg chg="mod">
          <ac:chgData name="Nitesh Goyal" userId="6d3d0ce7-b850-4749-80a4-f61a92fc5606" providerId="ADAL" clId="{FB666ABC-7EE8-4021-ABEF-1F9A9F003F99}" dt="2025-04-07T10:29:33.487" v="383" actId="1076"/>
          <ac:picMkLst>
            <pc:docMk/>
            <pc:sldMk cId="2820042946" sldId="272"/>
            <ac:picMk id="73" creationId="{E2CECE71-7C78-628D-E731-935A6DF560CA}"/>
          </ac:picMkLst>
        </pc:picChg>
        <pc:picChg chg="mod">
          <ac:chgData name="Nitesh Goyal" userId="6d3d0ce7-b850-4749-80a4-f61a92fc5606" providerId="ADAL" clId="{FB666ABC-7EE8-4021-ABEF-1F9A9F003F99}" dt="2025-04-07T10:29:10.821" v="381" actId="1076"/>
          <ac:picMkLst>
            <pc:docMk/>
            <pc:sldMk cId="2820042946" sldId="272"/>
            <ac:picMk id="74" creationId="{4E5E36A4-0653-B693-62EB-064E6DC45DE1}"/>
          </ac:picMkLst>
        </pc:picChg>
        <pc:picChg chg="mod">
          <ac:chgData name="Nitesh Goyal" userId="6d3d0ce7-b850-4749-80a4-f61a92fc5606" providerId="ADAL" clId="{FB666ABC-7EE8-4021-ABEF-1F9A9F003F99}" dt="2025-04-07T10:28:44.023" v="378" actId="1076"/>
          <ac:picMkLst>
            <pc:docMk/>
            <pc:sldMk cId="2820042946" sldId="272"/>
            <ac:picMk id="123" creationId="{EE59670B-556A-672E-CEE8-89C9E7CA2BCE}"/>
          </ac:picMkLst>
        </pc:picChg>
        <pc:cxnChg chg="mod">
          <ac:chgData name="Nitesh Goyal" userId="6d3d0ce7-b850-4749-80a4-f61a92fc5606" providerId="ADAL" clId="{FB666ABC-7EE8-4021-ABEF-1F9A9F003F99}" dt="2025-04-07T10:31:34.305" v="412" actId="1076"/>
          <ac:cxnSpMkLst>
            <pc:docMk/>
            <pc:sldMk cId="2820042946" sldId="272"/>
            <ac:cxnSpMk id="4" creationId="{C715438F-E215-4C8E-FE98-3FF2389E0005}"/>
          </ac:cxnSpMkLst>
        </pc:cxnChg>
        <pc:cxnChg chg="add mod ord">
          <ac:chgData name="Nitesh Goyal" userId="6d3d0ce7-b850-4749-80a4-f61a92fc5606" providerId="ADAL" clId="{FB666ABC-7EE8-4021-ABEF-1F9A9F003F99}" dt="2025-04-07T10:31:25.114" v="410" actId="167"/>
          <ac:cxnSpMkLst>
            <pc:docMk/>
            <pc:sldMk cId="2820042946" sldId="272"/>
            <ac:cxnSpMk id="8" creationId="{B8FC0001-7E48-80F5-481D-D28DD2281D07}"/>
          </ac:cxnSpMkLst>
        </pc:cxnChg>
        <pc:cxnChg chg="mod">
          <ac:chgData name="Nitesh Goyal" userId="6d3d0ce7-b850-4749-80a4-f61a92fc5606" providerId="ADAL" clId="{FB666ABC-7EE8-4021-ABEF-1F9A9F003F99}" dt="2025-04-07T10:30:37.688" v="397" actId="14100"/>
          <ac:cxnSpMkLst>
            <pc:docMk/>
            <pc:sldMk cId="2820042946" sldId="272"/>
            <ac:cxnSpMk id="22" creationId="{96BEAB1F-781E-EF7F-879F-4689B28FA204}"/>
          </ac:cxnSpMkLst>
        </pc:cxnChg>
        <pc:cxnChg chg="add mod ord">
          <ac:chgData name="Nitesh Goyal" userId="6d3d0ce7-b850-4749-80a4-f61a92fc5606" providerId="ADAL" clId="{FB666ABC-7EE8-4021-ABEF-1F9A9F003F99}" dt="2025-04-07T10:31:25.114" v="410" actId="167"/>
          <ac:cxnSpMkLst>
            <pc:docMk/>
            <pc:sldMk cId="2820042946" sldId="272"/>
            <ac:cxnSpMk id="25" creationId="{537FE3D1-DBEB-89EE-0EB4-F4978325AD8F}"/>
          </ac:cxnSpMkLst>
        </pc:cxnChg>
        <pc:cxnChg chg="add mod ord">
          <ac:chgData name="Nitesh Goyal" userId="6d3d0ce7-b850-4749-80a4-f61a92fc5606" providerId="ADAL" clId="{FB666ABC-7EE8-4021-ABEF-1F9A9F003F99}" dt="2025-04-07T10:31:25.114" v="410" actId="167"/>
          <ac:cxnSpMkLst>
            <pc:docMk/>
            <pc:sldMk cId="2820042946" sldId="272"/>
            <ac:cxnSpMk id="32" creationId="{7CA9A5A0-F970-18B3-E710-822FB6A322A6}"/>
          </ac:cxnSpMkLst>
        </pc:cxnChg>
        <pc:cxnChg chg="add mod ord">
          <ac:chgData name="Nitesh Goyal" userId="6d3d0ce7-b850-4749-80a4-f61a92fc5606" providerId="ADAL" clId="{FB666ABC-7EE8-4021-ABEF-1F9A9F003F99}" dt="2025-04-07T10:31:30.560" v="411" actId="1076"/>
          <ac:cxnSpMkLst>
            <pc:docMk/>
            <pc:sldMk cId="2820042946" sldId="272"/>
            <ac:cxnSpMk id="42" creationId="{936892AD-01FA-47F6-4F6C-4E2A8D9B226A}"/>
          </ac:cxnSpMkLst>
        </pc:cxnChg>
        <pc:cxnChg chg="add mod ord">
          <ac:chgData name="Nitesh Goyal" userId="6d3d0ce7-b850-4749-80a4-f61a92fc5606" providerId="ADAL" clId="{FB666ABC-7EE8-4021-ABEF-1F9A9F003F99}" dt="2025-04-07T10:31:40.038" v="413" actId="1076"/>
          <ac:cxnSpMkLst>
            <pc:docMk/>
            <pc:sldMk cId="2820042946" sldId="272"/>
            <ac:cxnSpMk id="44" creationId="{FF571D04-C665-8633-0E5D-AB1530E8C01B}"/>
          </ac:cxnSpMkLst>
        </pc:cxnChg>
      </pc:sldChg>
      <pc:sldChg chg="modSp mod modShow">
        <pc:chgData name="Nitesh Goyal" userId="6d3d0ce7-b850-4749-80a4-f61a92fc5606" providerId="ADAL" clId="{FB666ABC-7EE8-4021-ABEF-1F9A9F003F99}" dt="2025-04-08T16:32:50.100" v="1717" actId="1076"/>
        <pc:sldMkLst>
          <pc:docMk/>
          <pc:sldMk cId="267990218" sldId="273"/>
        </pc:sldMkLst>
      </pc:sldChg>
      <pc:sldChg chg="modSp mod">
        <pc:chgData name="Nitesh Goyal" userId="6d3d0ce7-b850-4749-80a4-f61a92fc5606" providerId="ADAL" clId="{FB666ABC-7EE8-4021-ABEF-1F9A9F003F99}" dt="2025-04-09T16:00:27.665" v="1872" actId="20577"/>
        <pc:sldMkLst>
          <pc:docMk/>
          <pc:sldMk cId="3224398473" sldId="274"/>
        </pc:sldMkLst>
        <pc:spChg chg="mod">
          <ac:chgData name="Nitesh Goyal" userId="6d3d0ce7-b850-4749-80a4-f61a92fc5606" providerId="ADAL" clId="{FB666ABC-7EE8-4021-ABEF-1F9A9F003F99}" dt="2025-04-09T16:00:27.665" v="1872" actId="20577"/>
          <ac:spMkLst>
            <pc:docMk/>
            <pc:sldMk cId="3224398473" sldId="274"/>
            <ac:spMk id="5" creationId="{67379844-890C-5A2F-5D9B-0BDC96C7EE85}"/>
          </ac:spMkLst>
        </pc:spChg>
      </pc:sldChg>
      <pc:sldChg chg="modSp add mod ord">
        <pc:chgData name="Nitesh Goyal" userId="6d3d0ce7-b850-4749-80a4-f61a92fc5606" providerId="ADAL" clId="{FB666ABC-7EE8-4021-ABEF-1F9A9F003F99}" dt="2025-04-08T17:00:14.862" v="1870" actId="20577"/>
        <pc:sldMkLst>
          <pc:docMk/>
          <pc:sldMk cId="4010838494" sldId="275"/>
        </pc:sldMkLst>
        <pc:spChg chg="mod">
          <ac:chgData name="Nitesh Goyal" userId="6d3d0ce7-b850-4749-80a4-f61a92fc5606" providerId="ADAL" clId="{FB666ABC-7EE8-4021-ABEF-1F9A9F003F99}" dt="2025-04-08T17:00:08.870" v="1866" actId="20577"/>
          <ac:spMkLst>
            <pc:docMk/>
            <pc:sldMk cId="4010838494" sldId="275"/>
            <ac:spMk id="2" creationId="{72D4A0D4-A772-147C-F4C9-EE87E33B72CA}"/>
          </ac:spMkLst>
        </pc:spChg>
        <pc:graphicFrameChg chg="mod modGraphic">
          <ac:chgData name="Nitesh Goyal" userId="6d3d0ce7-b850-4749-80a4-f61a92fc5606" providerId="ADAL" clId="{FB666ABC-7EE8-4021-ABEF-1F9A9F003F99}" dt="2025-04-08T17:00:14.862" v="1870" actId="20577"/>
          <ac:graphicFrameMkLst>
            <pc:docMk/>
            <pc:sldMk cId="4010838494" sldId="275"/>
            <ac:graphicFrameMk id="4" creationId="{70E51539-5FF9-DDDB-2228-AA4C6C0349A0}"/>
          </ac:graphicFrameMkLst>
        </pc:graphicFrameChg>
      </pc:sldChg>
      <pc:sldChg chg="add">
        <pc:chgData name="Nitesh Goyal" userId="6d3d0ce7-b850-4749-80a4-f61a92fc5606" providerId="ADAL" clId="{FB666ABC-7EE8-4021-ABEF-1F9A9F003F99}" dt="2025-04-15T11:03:35.333" v="1939" actId="2890"/>
        <pc:sldMkLst>
          <pc:docMk/>
          <pc:sldMk cId="2529038991" sldId="276"/>
        </pc:sldMkLst>
      </pc:sldChg>
      <pc:sldChg chg="modSp add del mod modShow">
        <pc:chgData name="Nitesh Goyal" userId="6d3d0ce7-b850-4749-80a4-f61a92fc5606" providerId="ADAL" clId="{FB666ABC-7EE8-4021-ABEF-1F9A9F003F99}" dt="2025-07-04T10:03:25.872" v="2057" actId="47"/>
        <pc:sldMkLst>
          <pc:docMk/>
          <pc:sldMk cId="100553461" sldId="277"/>
        </pc:sldMkLst>
        <pc:spChg chg="mod">
          <ac:chgData name="Nitesh Goyal" userId="6d3d0ce7-b850-4749-80a4-f61a92fc5606" providerId="ADAL" clId="{FB666ABC-7EE8-4021-ABEF-1F9A9F003F99}" dt="2025-07-04T06:48:31.365" v="2056" actId="20577"/>
          <ac:spMkLst>
            <pc:docMk/>
            <pc:sldMk cId="100553461" sldId="277"/>
            <ac:spMk id="4" creationId="{AF10874E-AE64-6C90-385E-6BD5FC67462D}"/>
          </ac:spMkLst>
        </pc:spChg>
      </pc:sldChg>
      <pc:sldChg chg="add del mod modShow">
        <pc:chgData name="Nitesh Goyal" userId="6d3d0ce7-b850-4749-80a4-f61a92fc5606" providerId="ADAL" clId="{FB666ABC-7EE8-4021-ABEF-1F9A9F003F99}" dt="2025-04-07T11:18:52.829" v="420" actId="2696"/>
        <pc:sldMkLst>
          <pc:docMk/>
          <pc:sldMk cId="2373400080" sldId="277"/>
        </pc:sldMkLst>
      </pc:sldChg>
      <pc:sldChg chg="add del">
        <pc:chgData name="Nitesh Goyal" userId="6d3d0ce7-b850-4749-80a4-f61a92fc5606" providerId="ADAL" clId="{FB666ABC-7EE8-4021-ABEF-1F9A9F003F99}" dt="2025-04-07T14:36:34.760" v="519" actId="2696"/>
        <pc:sldMkLst>
          <pc:docMk/>
          <pc:sldMk cId="2539933066" sldId="277"/>
        </pc:sldMkLst>
      </pc:sldChg>
      <pc:sldChg chg="add del">
        <pc:chgData name="Nitesh Goyal" userId="6d3d0ce7-b850-4749-80a4-f61a92fc5606" providerId="ADAL" clId="{FB666ABC-7EE8-4021-ABEF-1F9A9F003F99}" dt="2025-04-07T14:48:33.216" v="627" actId="47"/>
        <pc:sldMkLst>
          <pc:docMk/>
          <pc:sldMk cId="2862733508" sldId="277"/>
        </pc:sldMkLst>
      </pc:sldChg>
      <pc:sldChg chg="add setBg">
        <pc:chgData name="Nitesh Goyal" userId="6d3d0ce7-b850-4749-80a4-f61a92fc5606" providerId="ADAL" clId="{FB666ABC-7EE8-4021-ABEF-1F9A9F003F99}" dt="2025-04-07T14:48:41.344" v="630"/>
        <pc:sldMkLst>
          <pc:docMk/>
          <pc:sldMk cId="553830052" sldId="294"/>
        </pc:sldMkLst>
      </pc:sldChg>
      <pc:sldChg chg="modSp del mod setBg modShow">
        <pc:chgData name="Nitesh Goyal" userId="6d3d0ce7-b850-4749-80a4-f61a92fc5606" providerId="ADAL" clId="{FB666ABC-7EE8-4021-ABEF-1F9A9F003F99}" dt="2025-04-07T14:48:39.609" v="629" actId="2696"/>
        <pc:sldMkLst>
          <pc:docMk/>
          <pc:sldMk cId="797411866" sldId="294"/>
        </pc:sldMkLst>
      </pc:sldChg>
      <pc:sldChg chg="modSp mod">
        <pc:chgData name="Nitesh Goyal" userId="6d3d0ce7-b850-4749-80a4-f61a92fc5606" providerId="ADAL" clId="{FB666ABC-7EE8-4021-ABEF-1F9A9F003F99}" dt="2025-04-08T08:25:01.635" v="1234" actId="20577"/>
        <pc:sldMkLst>
          <pc:docMk/>
          <pc:sldMk cId="10332398" sldId="2147474335"/>
        </pc:sldMkLst>
        <pc:spChg chg="mod">
          <ac:chgData name="Nitesh Goyal" userId="6d3d0ce7-b850-4749-80a4-f61a92fc5606" providerId="ADAL" clId="{FB666ABC-7EE8-4021-ABEF-1F9A9F003F99}" dt="2025-04-08T08:25:01.635" v="1234" actId="20577"/>
          <ac:spMkLst>
            <pc:docMk/>
            <pc:sldMk cId="10332398" sldId="2147474335"/>
            <ac:spMk id="6" creationId="{006DC811-7AA6-67FF-EB50-F1293A4624C1}"/>
          </ac:spMkLst>
        </pc:spChg>
      </pc:sldChg>
      <pc:sldChg chg="modSp mod">
        <pc:chgData name="Nitesh Goyal" userId="6d3d0ce7-b850-4749-80a4-f61a92fc5606" providerId="ADAL" clId="{FB666ABC-7EE8-4021-ABEF-1F9A9F003F99}" dt="2025-04-09T16:01:19.139" v="1915" actId="20577"/>
        <pc:sldMkLst>
          <pc:docMk/>
          <pc:sldMk cId="1031607525" sldId="2147474388"/>
        </pc:sldMkLst>
        <pc:spChg chg="mod">
          <ac:chgData name="Nitesh Goyal" userId="6d3d0ce7-b850-4749-80a4-f61a92fc5606" providerId="ADAL" clId="{FB666ABC-7EE8-4021-ABEF-1F9A9F003F99}" dt="2025-04-09T16:01:19.139" v="1915" actId="20577"/>
          <ac:spMkLst>
            <pc:docMk/>
            <pc:sldMk cId="1031607525" sldId="2147474388"/>
            <ac:spMk id="4" creationId="{5CB8DAB3-65DC-C004-03D3-C683115B6D07}"/>
          </ac:spMkLst>
        </pc:spChg>
      </pc:sldChg>
      <pc:sldChg chg="add del">
        <pc:chgData name="Nitesh Goyal" userId="6d3d0ce7-b850-4749-80a4-f61a92fc5606" providerId="ADAL" clId="{FB666ABC-7EE8-4021-ABEF-1F9A9F003F99}" dt="2025-04-04T14:19:25.956" v="24"/>
        <pc:sldMkLst>
          <pc:docMk/>
          <pc:sldMk cId="2379524894" sldId="2147481970"/>
        </pc:sldMkLst>
      </pc:sldChg>
      <pc:sldChg chg="addSp delSp modSp add mod setBg">
        <pc:chgData name="Nitesh Goyal" userId="6d3d0ce7-b850-4749-80a4-f61a92fc5606" providerId="ADAL" clId="{FB666ABC-7EE8-4021-ABEF-1F9A9F003F99}" dt="2025-04-07T11:19:23.010" v="424" actId="478"/>
        <pc:sldMkLst>
          <pc:docMk/>
          <pc:sldMk cId="2974278259" sldId="2147481970"/>
        </pc:sldMkLst>
        <pc:spChg chg="mod">
          <ac:chgData name="Nitesh Goyal" userId="6d3d0ce7-b850-4749-80a4-f61a92fc5606" providerId="ADAL" clId="{FB666ABC-7EE8-4021-ABEF-1F9A9F003F99}" dt="2025-04-07T05:41:39.964" v="368" actId="1076"/>
          <ac:spMkLst>
            <pc:docMk/>
            <pc:sldMk cId="2974278259" sldId="2147481970"/>
            <ac:spMk id="25" creationId="{365F770A-A499-3CF7-8630-A6D92AD2603E}"/>
          </ac:spMkLst>
        </pc:spChg>
        <pc:picChg chg="add mod">
          <ac:chgData name="Nitesh Goyal" userId="6d3d0ce7-b850-4749-80a4-f61a92fc5606" providerId="ADAL" clId="{FB666ABC-7EE8-4021-ABEF-1F9A9F003F99}" dt="2025-04-07T05:41:54.110" v="371" actId="207"/>
          <ac:picMkLst>
            <pc:docMk/>
            <pc:sldMk cId="2974278259" sldId="2147481970"/>
            <ac:picMk id="8" creationId="{B131F094-6BA8-1C04-82DB-8B1348EBA454}"/>
          </ac:picMkLst>
        </pc:picChg>
      </pc:sldChg>
      <pc:sldChg chg="add del">
        <pc:chgData name="Nitesh Goyal" userId="6d3d0ce7-b850-4749-80a4-f61a92fc5606" providerId="ADAL" clId="{FB666ABC-7EE8-4021-ABEF-1F9A9F003F99}" dt="2025-04-04T14:19:21.020" v="22" actId="2696"/>
        <pc:sldMkLst>
          <pc:docMk/>
          <pc:sldMk cId="3847046171" sldId="2147481970"/>
        </pc:sldMkLst>
      </pc:sldChg>
      <pc:sldChg chg="mod modClrScheme chgLayout">
        <pc:chgData name="Nitesh Goyal" userId="6d3d0ce7-b850-4749-80a4-f61a92fc5606" providerId="ADAL" clId="{FB666ABC-7EE8-4021-ABEF-1F9A9F003F99}" dt="2025-04-04T14:19:02.896" v="21"/>
        <pc:sldMkLst>
          <pc:docMk/>
          <pc:sldMk cId="2805248488" sldId="2147483537"/>
        </pc:sldMkLst>
      </pc:sldChg>
      <pc:sldChg chg="add del setBg">
        <pc:chgData name="Nitesh Goyal" userId="6d3d0ce7-b850-4749-80a4-f61a92fc5606" providerId="ADAL" clId="{FB666ABC-7EE8-4021-ABEF-1F9A9F003F99}" dt="2025-04-04T14:19:01.743" v="16"/>
        <pc:sldMkLst>
          <pc:docMk/>
          <pc:sldMk cId="183875031" sldId="2147483538"/>
        </pc:sldMkLst>
      </pc:sldChg>
      <pc:sldChg chg="delSp modSp add del mod ord">
        <pc:chgData name="Nitesh Goyal" userId="6d3d0ce7-b850-4749-80a4-f61a92fc5606" providerId="ADAL" clId="{FB666ABC-7EE8-4021-ABEF-1F9A9F003F99}" dt="2025-04-07T11:18:52.829" v="420" actId="2696"/>
        <pc:sldMkLst>
          <pc:docMk/>
          <pc:sldMk cId="263723263" sldId="2147483538"/>
        </pc:sldMkLst>
      </pc:sldChg>
      <pc:sldChg chg="del">
        <pc:chgData name="Nitesh Goyal" userId="6d3d0ce7-b850-4749-80a4-f61a92fc5606" providerId="ADAL" clId="{FB666ABC-7EE8-4021-ABEF-1F9A9F003F99}" dt="2025-04-04T14:18:57.073" v="14" actId="2696"/>
        <pc:sldMkLst>
          <pc:docMk/>
          <pc:sldMk cId="998228584" sldId="2147483538"/>
        </pc:sldMkLst>
      </pc:sldChg>
      <pc:sldChg chg="add setBg">
        <pc:chgData name="Nitesh Goyal" userId="6d3d0ce7-b850-4749-80a4-f61a92fc5606" providerId="ADAL" clId="{FB666ABC-7EE8-4021-ABEF-1F9A9F003F99}" dt="2025-04-07T11:18:54.634" v="421"/>
        <pc:sldMkLst>
          <pc:docMk/>
          <pc:sldMk cId="3636741457" sldId="2147483538"/>
        </pc:sldMkLst>
      </pc:sldChg>
      <pc:sldChg chg="add del ord">
        <pc:chgData name="Nitesh Goyal" userId="6d3d0ce7-b850-4749-80a4-f61a92fc5606" providerId="ADAL" clId="{FB666ABC-7EE8-4021-ABEF-1F9A9F003F99}" dt="2025-04-07T11:18:52.829" v="420" actId="2696"/>
        <pc:sldMkLst>
          <pc:docMk/>
          <pc:sldMk cId="76120002" sldId="2147483555"/>
        </pc:sldMkLst>
      </pc:sldChg>
      <pc:sldChg chg="add setBg">
        <pc:chgData name="Nitesh Goyal" userId="6d3d0ce7-b850-4749-80a4-f61a92fc5606" providerId="ADAL" clId="{FB666ABC-7EE8-4021-ABEF-1F9A9F003F99}" dt="2025-04-07T11:18:54.634" v="421"/>
        <pc:sldMkLst>
          <pc:docMk/>
          <pc:sldMk cId="203005897" sldId="2147483555"/>
        </pc:sldMkLst>
      </pc:sldChg>
      <pc:sldChg chg="add del setBg">
        <pc:chgData name="Nitesh Goyal" userId="6d3d0ce7-b850-4749-80a4-f61a92fc5606" providerId="ADAL" clId="{FB666ABC-7EE8-4021-ABEF-1F9A9F003F99}" dt="2025-04-04T14:19:01.743" v="16"/>
        <pc:sldMkLst>
          <pc:docMk/>
          <pc:sldMk cId="861738909" sldId="2147483555"/>
        </pc:sldMkLst>
      </pc:sldChg>
      <pc:sldChg chg="del">
        <pc:chgData name="Nitesh Goyal" userId="6d3d0ce7-b850-4749-80a4-f61a92fc5606" providerId="ADAL" clId="{FB666ABC-7EE8-4021-ABEF-1F9A9F003F99}" dt="2025-04-04T14:18:57.073" v="14" actId="2696"/>
        <pc:sldMkLst>
          <pc:docMk/>
          <pc:sldMk cId="3159965949" sldId="2147483555"/>
        </pc:sldMkLst>
      </pc:sldChg>
      <pc:sldChg chg="add del setBg">
        <pc:chgData name="Nitesh Goyal" userId="6d3d0ce7-b850-4749-80a4-f61a92fc5606" providerId="ADAL" clId="{FB666ABC-7EE8-4021-ABEF-1F9A9F003F99}" dt="2025-04-04T14:19:01.743" v="16"/>
        <pc:sldMkLst>
          <pc:docMk/>
          <pc:sldMk cId="1002149182" sldId="2147483576"/>
        </pc:sldMkLst>
      </pc:sldChg>
      <pc:sldChg chg="add setBg">
        <pc:chgData name="Nitesh Goyal" userId="6d3d0ce7-b850-4749-80a4-f61a92fc5606" providerId="ADAL" clId="{FB666ABC-7EE8-4021-ABEF-1F9A9F003F99}" dt="2025-04-07T12:34:40.975" v="475"/>
        <pc:sldMkLst>
          <pc:docMk/>
          <pc:sldMk cId="1728829952" sldId="2147483576"/>
        </pc:sldMkLst>
      </pc:sldChg>
      <pc:sldChg chg="add del setBg">
        <pc:chgData name="Nitesh Goyal" userId="6d3d0ce7-b850-4749-80a4-f61a92fc5606" providerId="ADAL" clId="{FB666ABC-7EE8-4021-ABEF-1F9A9F003F99}" dt="2025-04-04T14:18:57.073" v="14" actId="2696"/>
        <pc:sldMkLst>
          <pc:docMk/>
          <pc:sldMk cId="2851060282" sldId="2147483576"/>
        </pc:sldMkLst>
      </pc:sldChg>
      <pc:sldChg chg="modSp add mod ord">
        <pc:chgData name="Nitesh Goyal" userId="6d3d0ce7-b850-4749-80a4-f61a92fc5606" providerId="ADAL" clId="{FB666ABC-7EE8-4021-ABEF-1F9A9F003F99}" dt="2025-04-09T16:30:47.663" v="1919"/>
        <pc:sldMkLst>
          <pc:docMk/>
          <pc:sldMk cId="3870061371" sldId="2147483639"/>
        </pc:sldMkLst>
      </pc:sldChg>
      <pc:sldChg chg="modSp del mod modClrScheme modShow chgLayout">
        <pc:chgData name="Nitesh Goyal" userId="6d3d0ce7-b850-4749-80a4-f61a92fc5606" providerId="ADAL" clId="{FB666ABC-7EE8-4021-ABEF-1F9A9F003F99}" dt="2025-04-04T14:20:38.903" v="31" actId="47"/>
        <pc:sldMkLst>
          <pc:docMk/>
          <pc:sldMk cId="2759864443" sldId="2147483641"/>
        </pc:sldMkLst>
      </pc:sldChg>
      <pc:sldChg chg="modSp add mod modShow">
        <pc:chgData name="Nitesh Goyal" userId="6d3d0ce7-b850-4749-80a4-f61a92fc5606" providerId="ADAL" clId="{FB666ABC-7EE8-4021-ABEF-1F9A9F003F99}" dt="2025-04-04T14:54:48.942" v="353" actId="729"/>
        <pc:sldMkLst>
          <pc:docMk/>
          <pc:sldMk cId="533828228" sldId="2147483647"/>
        </pc:sldMkLst>
      </pc:sldChg>
      <pc:sldChg chg="del">
        <pc:chgData name="Nitesh Goyal" userId="6d3d0ce7-b850-4749-80a4-f61a92fc5606" providerId="ADAL" clId="{FB666ABC-7EE8-4021-ABEF-1F9A9F003F99}" dt="2025-04-04T14:20:52" v="33" actId="2696"/>
        <pc:sldMkLst>
          <pc:docMk/>
          <pc:sldMk cId="3521046177" sldId="2147483647"/>
        </pc:sldMkLst>
      </pc:sldChg>
      <pc:sldMasterChg chg="del sldLayoutOrd">
        <pc:chgData name="Nitesh Goyal" userId="6d3d0ce7-b850-4749-80a4-f61a92fc5606" providerId="ADAL" clId="{FB666ABC-7EE8-4021-ABEF-1F9A9F003F99}" dt="2025-04-04T14:19:02.731" v="20"/>
        <pc:sldMasterMkLst>
          <pc:docMk/>
          <pc:sldMasterMk cId="3438786387" sldId="2147483674"/>
        </pc:sldMasterMkLst>
      </pc:sldMasterChg>
      <pc:sldMasterChg chg="del delSldLayout">
        <pc:chgData name="Nitesh Goyal" userId="6d3d0ce7-b850-4749-80a4-f61a92fc5606" providerId="ADAL" clId="{FB666ABC-7EE8-4021-ABEF-1F9A9F003F99}" dt="2025-04-04T14:19:02.588" v="18"/>
        <pc:sldMasterMkLst>
          <pc:docMk/>
          <pc:sldMasterMk cId="743405865" sldId="2147483702"/>
        </pc:sldMasterMkLst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35152368" sldId="214748370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211631113" sldId="214748370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150110216" sldId="214748370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284791670" sldId="214748370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179379876" sldId="214748370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783717649" sldId="214748370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647457806" sldId="214748370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523527097" sldId="214748371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4082552130" sldId="214748371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999323344" sldId="214748371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819892918" sldId="214748371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792259828" sldId="214748371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48826045" sldId="214748371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885597950" sldId="214748371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1671880622" sldId="214748371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3493437511" sldId="214748371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562568460" sldId="214748371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743405865" sldId="2147483702"/>
            <pc:sldLayoutMk cId="2840448233" sldId="2147483720"/>
          </pc:sldLayoutMkLst>
        </pc:sldLayoutChg>
      </pc:sldMasterChg>
      <pc:sldMasterChg chg="del delSldLayout">
        <pc:chgData name="Nitesh Goyal" userId="6d3d0ce7-b850-4749-80a4-f61a92fc5606" providerId="ADAL" clId="{FB666ABC-7EE8-4021-ABEF-1F9A9F003F99}" dt="2025-04-04T14:19:02.588" v="18"/>
        <pc:sldMasterMkLst>
          <pc:docMk/>
          <pc:sldMasterMk cId="4109316929" sldId="2147483721"/>
        </pc:sldMasterMkLst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494206685" sldId="214748372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166308413" sldId="214748372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767917344" sldId="214748372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618209604" sldId="214748372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1323682822" sldId="214748372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346339066" sldId="214748372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208385593" sldId="214748372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91160661" sldId="214748372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890985610" sldId="214748373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1296025504" sldId="214748373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464269099" sldId="214748373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3552499404" sldId="214748373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1924449927" sldId="214748373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3194053250" sldId="214748373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3151631908" sldId="214748373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822732541" sldId="214748373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043938500" sldId="214748373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3515607085" sldId="214748373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559565363" sldId="214748374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4110740388" sldId="214748374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933692456" sldId="214748374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3509179301" sldId="214748374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291722924" sldId="214748374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4109316929" sldId="2147483721"/>
            <pc:sldLayoutMk cId="2338745206" sldId="2147483747"/>
          </pc:sldLayoutMkLst>
        </pc:sldLayoutChg>
      </pc:sldMasterChg>
      <pc:sldMasterChg chg="del delSldLayout">
        <pc:chgData name="Nitesh Goyal" userId="6d3d0ce7-b850-4749-80a4-f61a92fc5606" providerId="ADAL" clId="{FB666ABC-7EE8-4021-ABEF-1F9A9F003F99}" dt="2025-04-04T14:19:02.588" v="18"/>
        <pc:sldMasterMkLst>
          <pc:docMk/>
          <pc:sldMasterMk cId="650911684" sldId="2147483755"/>
        </pc:sldMasterMkLst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452277547" sldId="214748375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843639929" sldId="214748375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083012686" sldId="214748375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004301918" sldId="214748375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802467855" sldId="214748376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456905226" sldId="214748376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784178322" sldId="214748376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772804789" sldId="214748376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721872046" sldId="214748376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507553056" sldId="214748376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837082808" sldId="214748376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277736253" sldId="214748376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446756935" sldId="214748376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90031517" sldId="214748376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433403980" sldId="214748377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026808183" sldId="214748377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805808638" sldId="214748377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077161377" sldId="214748377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617854060" sldId="214748377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536272934" sldId="214748377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707637710" sldId="214748377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799283882" sldId="214748377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882380591" sldId="214748377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605953726" sldId="214748377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547564695" sldId="214748378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09340924" sldId="214748378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579532668" sldId="214748378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061594862" sldId="214748378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848238981" sldId="214748378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815771991" sldId="214748378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86143369" sldId="214748378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689002851" sldId="214748378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568587324" sldId="214748378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458982059" sldId="214748378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825517723" sldId="214748379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821886247" sldId="214748379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064390721" sldId="214748379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37173347" sldId="214748379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843784301" sldId="2147483794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518418120" sldId="2147483795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4127433793" sldId="2147483796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3097855480" sldId="2147483797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120568854" sldId="2147483798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770001846" sldId="2147483799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1661017465" sldId="2147483800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831163381" sldId="2147483801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2122894617" sldId="2147483802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982800495" sldId="2147483803"/>
          </pc:sldLayoutMkLst>
        </pc:sldLayoutChg>
        <pc:sldLayoutChg chg="del">
          <pc:chgData name="Nitesh Goyal" userId="6d3d0ce7-b850-4749-80a4-f61a92fc5606" providerId="ADAL" clId="{FB666ABC-7EE8-4021-ABEF-1F9A9F003F99}" dt="2025-04-04T14:19:02.588" v="18"/>
          <pc:sldLayoutMkLst>
            <pc:docMk/>
            <pc:sldMasterMk cId="650911684" sldId="2147483755"/>
            <pc:sldLayoutMk cId="566944027" sldId="2147483805"/>
          </pc:sldLayoutMkLst>
        </pc:sldLayoutChg>
      </pc:sldMasterChg>
      <pc:sldMasterChg chg="delSldLayout modSldLayout sldLayoutOrd">
        <pc:chgData name="Nitesh Goyal" userId="6d3d0ce7-b850-4749-80a4-f61a92fc5606" providerId="ADAL" clId="{FB666ABC-7EE8-4021-ABEF-1F9A9F003F99}" dt="2025-04-04T14:20:40.380" v="32" actId="47"/>
        <pc:sldMasterMkLst>
          <pc:docMk/>
          <pc:sldMasterMk cId="1418755924" sldId="2147483825"/>
        </pc:sldMasterMkLst>
        <pc:sldLayoutChg chg="del">
          <pc:chgData name="Nitesh Goyal" userId="6d3d0ce7-b850-4749-80a4-f61a92fc5606" providerId="ADAL" clId="{FB666ABC-7EE8-4021-ABEF-1F9A9F003F99}" dt="2025-04-04T14:20:40.380" v="32" actId="47"/>
          <pc:sldLayoutMkLst>
            <pc:docMk/>
            <pc:sldMasterMk cId="1418755924" sldId="2147483825"/>
            <pc:sldLayoutMk cId="3483801863" sldId="2147483840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2173119018" sldId="2147483843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60500250" sldId="2147483844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3132637204" sldId="2147483845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895474702" sldId="2147483846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472389861" sldId="2147483847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811647119" sldId="2147483849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206236958" sldId="2147483850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2204875818" sldId="2147483851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421107134" sldId="2147483852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109053717" sldId="2147483853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3779310402" sldId="2147483854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3784633338" sldId="2147483855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2883342940" sldId="2147483856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3656032988" sldId="2147483857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3954460734" sldId="2147483858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2114593934" sldId="2147483859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575734526" sldId="2147483860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2205456303" sldId="2147483861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535978961" sldId="2147483862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1418755924" sldId="2147483825"/>
            <pc:sldLayoutMk cId="1276510283" sldId="2147483863"/>
          </pc:sldLayoutMkLst>
        </pc:sldLayoutChg>
      </pc:sldMasterChg>
      <pc:sldMasterChg chg="modSldLayout sldLayoutOrd">
        <pc:chgData name="Nitesh Goyal" userId="6d3d0ce7-b850-4749-80a4-f61a92fc5606" providerId="ADAL" clId="{FB666ABC-7EE8-4021-ABEF-1F9A9F003F99}" dt="2025-04-04T14:44:26.184" v="59"/>
        <pc:sldMasterMkLst>
          <pc:docMk/>
          <pc:sldMasterMk cId="4220007083" sldId="2147483831"/>
        </pc:sldMasterMkLst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2487741667" sldId="2147483675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3509889690" sldId="2147483676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1829708574" sldId="2147483677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1459675889" sldId="2147483678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3610090519" sldId="2147483679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1785353184" sldId="2147483681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3142870522" sldId="2147483682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4220007083" sldId="2147483831"/>
            <pc:sldLayoutMk cId="2659741786" sldId="2147483864"/>
          </pc:sldLayoutMkLst>
        </pc:sldLayoutChg>
        <pc:sldLayoutChg chg="delSp">
          <pc:chgData name="Nitesh Goyal" userId="6d3d0ce7-b850-4749-80a4-f61a92fc5606" providerId="ADAL" clId="{FB666ABC-7EE8-4021-ABEF-1F9A9F003F99}" dt="2025-04-04T14:44:26.184" v="59"/>
          <pc:sldLayoutMkLst>
            <pc:docMk/>
            <pc:sldMasterMk cId="4220007083" sldId="2147483831"/>
            <pc:sldLayoutMk cId="3866683712" sldId="2147483914"/>
          </pc:sldLayoutMkLst>
        </pc:sldLayoutChg>
      </pc:sldMasterChg>
      <pc:sldMasterChg chg="del sldLayoutOrd">
        <pc:chgData name="Nitesh Goyal" userId="6d3d0ce7-b850-4749-80a4-f61a92fc5606" providerId="ADAL" clId="{FB666ABC-7EE8-4021-ABEF-1F9A9F003F99}" dt="2025-04-04T14:19:02.731" v="20"/>
        <pc:sldMasterMkLst>
          <pc:docMk/>
          <pc:sldMasterMk cId="1418755924" sldId="2147483842"/>
        </pc:sldMasterMkLst>
      </pc:sldMasterChg>
      <pc:sldMasterChg chg="delSldLayout modSldLayout sldLayoutOrd">
        <pc:chgData name="Nitesh Goyal" userId="6d3d0ce7-b850-4749-80a4-f61a92fc5606" providerId="ADAL" clId="{FB666ABC-7EE8-4021-ABEF-1F9A9F003F99}" dt="2025-04-04T14:19:02.675" v="19"/>
        <pc:sldMasterMkLst>
          <pc:docMk/>
          <pc:sldMasterMk cId="3106309377" sldId="2147483865"/>
        </pc:sldMasterMkLst>
        <pc:sldLayoutChg chg="del">
          <pc:chgData name="Nitesh Goyal" userId="6d3d0ce7-b850-4749-80a4-f61a92fc5606" providerId="ADAL" clId="{FB666ABC-7EE8-4021-ABEF-1F9A9F003F99}" dt="2025-04-04T14:18:57.073" v="14" actId="2696"/>
          <pc:sldLayoutMkLst>
            <pc:docMk/>
            <pc:sldMasterMk cId="3106309377" sldId="2147483865"/>
            <pc:sldLayoutMk cId="755260212" sldId="2147483871"/>
          </pc:sldLayoutMkLst>
        </pc:sldLayoutChg>
        <pc:sldLayoutChg chg="del">
          <pc:chgData name="Nitesh Goyal" userId="6d3d0ce7-b850-4749-80a4-f61a92fc5606" providerId="ADAL" clId="{FB666ABC-7EE8-4021-ABEF-1F9A9F003F99}" dt="2025-04-04T14:18:57.073" v="14" actId="2696"/>
          <pc:sldLayoutMkLst>
            <pc:docMk/>
            <pc:sldMasterMk cId="3106309377" sldId="2147483865"/>
            <pc:sldLayoutMk cId="196936781" sldId="2147483874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3684711150" sldId="2147483905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1735440626" sldId="2147483906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2799835347" sldId="2147483907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2917865566" sldId="2147483908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2126495085" sldId="2147483909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2873330896" sldId="2147483910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478134631" sldId="2147483911"/>
          </pc:sldLayoutMkLst>
        </pc:sldLayoutChg>
        <pc:sldLayoutChg chg="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4104797348" sldId="2147483912"/>
          </pc:sldLayoutMkLst>
        </pc:sldLayoutChg>
        <pc:sldLayoutChg chg="modSp mod ord">
          <pc:chgData name="Nitesh Goyal" userId="6d3d0ce7-b850-4749-80a4-f61a92fc5606" providerId="ADAL" clId="{FB666ABC-7EE8-4021-ABEF-1F9A9F003F99}" dt="2025-04-04T14:19:02.675" v="19"/>
          <pc:sldLayoutMkLst>
            <pc:docMk/>
            <pc:sldMasterMk cId="3106309377" sldId="2147483865"/>
            <pc:sldLayoutMk cId="2826883627" sldId="2147483913"/>
          </pc:sldLayoutMkLst>
        </pc:sldLayoutChg>
      </pc:sldMasterChg>
      <pc:sldMasterChg chg="del sldLayoutOrd">
        <pc:chgData name="Nitesh Goyal" userId="6d3d0ce7-b850-4749-80a4-f61a92fc5606" providerId="ADAL" clId="{FB666ABC-7EE8-4021-ABEF-1F9A9F003F99}" dt="2025-04-04T14:19:02.731" v="20"/>
        <pc:sldMasterMkLst>
          <pc:docMk/>
          <pc:sldMasterMk cId="3389708050" sldId="2147483904"/>
        </pc:sldMasterMkLst>
      </pc:sldMasterChg>
    </pc:docChg>
  </pc:docChgLst>
  <pc:docChgLst>
    <pc:chgData name="Navya Korupolu" userId="81b43cf7-9d1d-42f4-9338-5cd5f42e2000" providerId="ADAL" clId="{2EDA6390-9375-461E-8D7B-32D783F9C6B5}"/>
    <pc:docChg chg="undo redo custSel addSld modSld modSection">
      <pc:chgData name="Navya Korupolu" userId="81b43cf7-9d1d-42f4-9338-5cd5f42e2000" providerId="ADAL" clId="{2EDA6390-9375-461E-8D7B-32D783F9C6B5}" dt="2025-04-07T07:27:19.248" v="1318" actId="14100"/>
      <pc:docMkLst>
        <pc:docMk/>
      </pc:docMkLst>
      <pc:sldChg chg="addSp delSp modSp add mod">
        <pc:chgData name="Navya Korupolu" userId="81b43cf7-9d1d-42f4-9338-5cd5f42e2000" providerId="ADAL" clId="{2EDA6390-9375-461E-8D7B-32D783F9C6B5}" dt="2025-04-07T06:57:00.638" v="694" actId="207"/>
        <pc:sldMkLst>
          <pc:docMk/>
          <pc:sldMk cId="505447010" sldId="256"/>
        </pc:sldMkLst>
      </pc:sldChg>
      <pc:sldChg chg="addSp modSp add mod">
        <pc:chgData name="Navya Korupolu" userId="81b43cf7-9d1d-42f4-9338-5cd5f42e2000" providerId="ADAL" clId="{2EDA6390-9375-461E-8D7B-32D783F9C6B5}" dt="2025-04-07T07:26:34.441" v="1309" actId="1036"/>
        <pc:sldMkLst>
          <pc:docMk/>
          <pc:sldMk cId="3920808885" sldId="257"/>
        </pc:sldMkLst>
      </pc:sldChg>
      <pc:sldChg chg="addSp delSp modSp add mod">
        <pc:chgData name="Navya Korupolu" userId="81b43cf7-9d1d-42f4-9338-5cd5f42e2000" providerId="ADAL" clId="{2EDA6390-9375-461E-8D7B-32D783F9C6B5}" dt="2025-04-07T07:27:19.248" v="1318" actId="14100"/>
        <pc:sldMkLst>
          <pc:docMk/>
          <pc:sldMk cId="726711079" sldId="258"/>
        </pc:sldMkLst>
        <pc:spChg chg="mod ord">
          <ac:chgData name="Navya Korupolu" userId="81b43cf7-9d1d-42f4-9338-5cd5f42e2000" providerId="ADAL" clId="{2EDA6390-9375-461E-8D7B-32D783F9C6B5}" dt="2025-04-07T07:26:54.875" v="1310" actId="207"/>
          <ac:spMkLst>
            <pc:docMk/>
            <pc:sldMk cId="726711079" sldId="258"/>
            <ac:spMk id="7" creationId="{25D321FC-BD72-BEFF-3C12-4170D817990D}"/>
          </ac:spMkLst>
        </pc:spChg>
        <pc:spChg chg="add mod ord">
          <ac:chgData name="Navya Korupolu" userId="81b43cf7-9d1d-42f4-9338-5cd5f42e2000" providerId="ADAL" clId="{2EDA6390-9375-461E-8D7B-32D783F9C6B5}" dt="2025-04-07T07:26:54.875" v="1310" actId="207"/>
          <ac:spMkLst>
            <pc:docMk/>
            <pc:sldMk cId="726711079" sldId="258"/>
            <ac:spMk id="48" creationId="{3634465A-76CD-AD8C-9070-D5E00C974FBF}"/>
          </ac:spMkLst>
        </pc:spChg>
        <pc:spChg chg="mod">
          <ac:chgData name="Navya Korupolu" userId="81b43cf7-9d1d-42f4-9338-5cd5f42e2000" providerId="ADAL" clId="{2EDA6390-9375-461E-8D7B-32D783F9C6B5}" dt="2025-04-07T07:06:50.420" v="932" actId="404"/>
          <ac:spMkLst>
            <pc:docMk/>
            <pc:sldMk cId="726711079" sldId="258"/>
            <ac:spMk id="51" creationId="{7869DAE8-5F63-80E7-6E45-7F0691E4C0CC}"/>
          </ac:spMkLst>
        </pc:spChg>
        <pc:spChg chg="mod">
          <ac:chgData name="Navya Korupolu" userId="81b43cf7-9d1d-42f4-9338-5cd5f42e2000" providerId="ADAL" clId="{2EDA6390-9375-461E-8D7B-32D783F9C6B5}" dt="2025-04-07T07:06:50.420" v="932" actId="404"/>
          <ac:spMkLst>
            <pc:docMk/>
            <pc:sldMk cId="726711079" sldId="258"/>
            <ac:spMk id="52" creationId="{E1FB7F3E-0DA5-2704-6E7F-B507FD928805}"/>
          </ac:spMkLst>
        </pc:spChg>
        <pc:spChg chg="mod">
          <ac:chgData name="Navya Korupolu" userId="81b43cf7-9d1d-42f4-9338-5cd5f42e2000" providerId="ADAL" clId="{2EDA6390-9375-461E-8D7B-32D783F9C6B5}" dt="2025-04-07T07:06:50.420" v="932" actId="404"/>
          <ac:spMkLst>
            <pc:docMk/>
            <pc:sldMk cId="726711079" sldId="258"/>
            <ac:spMk id="55" creationId="{0437E8A7-62B0-D128-58FE-295E8E5D9EF5}"/>
          </ac:spMkLst>
        </pc:spChg>
        <pc:spChg chg="mod ord">
          <ac:chgData name="Navya Korupolu" userId="81b43cf7-9d1d-42f4-9338-5cd5f42e2000" providerId="ADAL" clId="{2EDA6390-9375-461E-8D7B-32D783F9C6B5}" dt="2025-04-07T07:26:54.875" v="1310" actId="207"/>
          <ac:spMkLst>
            <pc:docMk/>
            <pc:sldMk cId="726711079" sldId="258"/>
            <ac:spMk id="57" creationId="{6E8E066D-FEA0-A921-C4E8-10CA948E2AC0}"/>
          </ac:spMkLst>
        </pc:spChg>
        <pc:spChg chg="mod">
          <ac:chgData name="Navya Korupolu" userId="81b43cf7-9d1d-42f4-9338-5cd5f42e2000" providerId="ADAL" clId="{2EDA6390-9375-461E-8D7B-32D783F9C6B5}" dt="2025-04-07T07:09:20.257" v="1033" actId="207"/>
          <ac:spMkLst>
            <pc:docMk/>
            <pc:sldMk cId="726711079" sldId="258"/>
            <ac:spMk id="140" creationId="{5D3CA8BB-B679-BBAA-45D2-2896A284230D}"/>
          </ac:spMkLst>
        </pc:spChg>
        <pc:spChg chg="mod">
          <ac:chgData name="Navya Korupolu" userId="81b43cf7-9d1d-42f4-9338-5cd5f42e2000" providerId="ADAL" clId="{2EDA6390-9375-461E-8D7B-32D783F9C6B5}" dt="2025-04-07T07:09:20.257" v="1033" actId="207"/>
          <ac:spMkLst>
            <pc:docMk/>
            <pc:sldMk cId="726711079" sldId="258"/>
            <ac:spMk id="141" creationId="{460ECB27-B910-5C74-B41B-5BC00DC3340E}"/>
          </ac:spMkLst>
        </pc:spChg>
        <pc:spChg chg="mod">
          <ac:chgData name="Navya Korupolu" userId="81b43cf7-9d1d-42f4-9338-5cd5f42e2000" providerId="ADAL" clId="{2EDA6390-9375-461E-8D7B-32D783F9C6B5}" dt="2025-04-07T07:09:20.257" v="1033" actId="207"/>
          <ac:spMkLst>
            <pc:docMk/>
            <pc:sldMk cId="726711079" sldId="258"/>
            <ac:spMk id="144" creationId="{DE9456BE-2DA9-CC04-24B0-D8D7110B3C03}"/>
          </ac:spMkLst>
        </pc:spChg>
        <pc:spChg chg="mod">
          <ac:chgData name="Navya Korupolu" userId="81b43cf7-9d1d-42f4-9338-5cd5f42e2000" providerId="ADAL" clId="{2EDA6390-9375-461E-8D7B-32D783F9C6B5}" dt="2025-04-07T07:12:41.066" v="1202" actId="1037"/>
          <ac:spMkLst>
            <pc:docMk/>
            <pc:sldMk cId="726711079" sldId="258"/>
            <ac:spMk id="146" creationId="{C2338B73-B175-037F-55BD-056A4201778C}"/>
          </ac:spMkLst>
        </pc:spChg>
        <pc:spChg chg="mod">
          <ac:chgData name="Navya Korupolu" userId="81b43cf7-9d1d-42f4-9338-5cd5f42e2000" providerId="ADAL" clId="{2EDA6390-9375-461E-8D7B-32D783F9C6B5}" dt="2025-04-07T07:09:56.284" v="1041"/>
          <ac:spMkLst>
            <pc:docMk/>
            <pc:sldMk cId="726711079" sldId="258"/>
            <ac:spMk id="148" creationId="{7E19EB33-F721-93B6-EBF1-46BFDE9FD606}"/>
          </ac:spMkLst>
        </pc:spChg>
        <pc:spChg chg="mod">
          <ac:chgData name="Navya Korupolu" userId="81b43cf7-9d1d-42f4-9338-5cd5f42e2000" providerId="ADAL" clId="{2EDA6390-9375-461E-8D7B-32D783F9C6B5}" dt="2025-04-07T07:09:56.284" v="1041"/>
          <ac:spMkLst>
            <pc:docMk/>
            <pc:sldMk cId="726711079" sldId="258"/>
            <ac:spMk id="149" creationId="{F0156CFC-7E7E-8B24-43E3-C72B70B24726}"/>
          </ac:spMkLst>
        </pc:spChg>
        <pc:spChg chg="mod">
          <ac:chgData name="Navya Korupolu" userId="81b43cf7-9d1d-42f4-9338-5cd5f42e2000" providerId="ADAL" clId="{2EDA6390-9375-461E-8D7B-32D783F9C6B5}" dt="2025-04-07T07:09:56.284" v="1041"/>
          <ac:spMkLst>
            <pc:docMk/>
            <pc:sldMk cId="726711079" sldId="258"/>
            <ac:spMk id="150" creationId="{F10CDD53-0677-ACAC-635D-18397E83DA8A}"/>
          </ac:spMkLst>
        </pc:spChg>
        <pc:spChg chg="mod">
          <ac:chgData name="Navya Korupolu" userId="81b43cf7-9d1d-42f4-9338-5cd5f42e2000" providerId="ADAL" clId="{2EDA6390-9375-461E-8D7B-32D783F9C6B5}" dt="2025-04-07T07:12:46.304" v="1221" actId="1037"/>
          <ac:spMkLst>
            <pc:docMk/>
            <pc:sldMk cId="726711079" sldId="258"/>
            <ac:spMk id="151" creationId="{A3A8C686-40F1-97AA-A0ED-8F05F4198368}"/>
          </ac:spMkLst>
        </pc:spChg>
        <pc:spChg chg="add mod ord">
          <ac:chgData name="Navya Korupolu" userId="81b43cf7-9d1d-42f4-9338-5cd5f42e2000" providerId="ADAL" clId="{2EDA6390-9375-461E-8D7B-32D783F9C6B5}" dt="2025-04-07T07:11:27.142" v="1067" actId="20577"/>
          <ac:spMkLst>
            <pc:docMk/>
            <pc:sldMk cId="726711079" sldId="258"/>
            <ac:spMk id="153" creationId="{33654D6A-B6EA-C9A2-D54A-B34F17ECB927}"/>
          </ac:spMkLst>
        </pc:spChg>
        <pc:spChg chg="add mod ord">
          <ac:chgData name="Navya Korupolu" userId="81b43cf7-9d1d-42f4-9338-5cd5f42e2000" providerId="ADAL" clId="{2EDA6390-9375-461E-8D7B-32D783F9C6B5}" dt="2025-04-07T07:11:15.449" v="1064" actId="167"/>
          <ac:spMkLst>
            <pc:docMk/>
            <pc:sldMk cId="726711079" sldId="258"/>
            <ac:spMk id="154" creationId="{1FB43075-084B-1F3C-8844-ECA307B21796}"/>
          </ac:spMkLst>
        </pc:spChg>
        <pc:spChg chg="add mod ord">
          <ac:chgData name="Navya Korupolu" userId="81b43cf7-9d1d-42f4-9338-5cd5f42e2000" providerId="ADAL" clId="{2EDA6390-9375-461E-8D7B-32D783F9C6B5}" dt="2025-04-07T07:26:58.406" v="1312" actId="167"/>
          <ac:spMkLst>
            <pc:docMk/>
            <pc:sldMk cId="726711079" sldId="258"/>
            <ac:spMk id="155" creationId="{07E06B70-F181-0B23-3808-C15F108FAA2A}"/>
          </ac:spMkLst>
        </pc:spChg>
        <pc:spChg chg="add mod ord">
          <ac:chgData name="Navya Korupolu" userId="81b43cf7-9d1d-42f4-9338-5cd5f42e2000" providerId="ADAL" clId="{2EDA6390-9375-461E-8D7B-32D783F9C6B5}" dt="2025-04-07T07:26:58.406" v="1312" actId="167"/>
          <ac:spMkLst>
            <pc:docMk/>
            <pc:sldMk cId="726711079" sldId="258"/>
            <ac:spMk id="156" creationId="{5C105924-9A01-C718-07AA-78BC00D9BEEF}"/>
          </ac:spMkLst>
        </pc:spChg>
        <pc:spChg chg="add mod ord">
          <ac:chgData name="Navya Korupolu" userId="81b43cf7-9d1d-42f4-9338-5cd5f42e2000" providerId="ADAL" clId="{2EDA6390-9375-461E-8D7B-32D783F9C6B5}" dt="2025-04-07T07:26:58.406" v="1312" actId="167"/>
          <ac:spMkLst>
            <pc:docMk/>
            <pc:sldMk cId="726711079" sldId="258"/>
            <ac:spMk id="157" creationId="{820B6584-15C5-EE31-EEAB-2971493D399E}"/>
          </ac:spMkLst>
        </pc:spChg>
        <pc:spChg chg="add mod ord">
          <ac:chgData name="Navya Korupolu" userId="81b43cf7-9d1d-42f4-9338-5cd5f42e2000" providerId="ADAL" clId="{2EDA6390-9375-461E-8D7B-32D783F9C6B5}" dt="2025-04-07T07:27:19.248" v="1318" actId="14100"/>
          <ac:spMkLst>
            <pc:docMk/>
            <pc:sldMk cId="726711079" sldId="258"/>
            <ac:spMk id="158" creationId="{29BE0430-0508-2BD8-817A-86D474B300A3}"/>
          </ac:spMkLst>
        </pc:spChg>
        <pc:spChg chg="add mod ord">
          <ac:chgData name="Navya Korupolu" userId="81b43cf7-9d1d-42f4-9338-5cd5f42e2000" providerId="ADAL" clId="{2EDA6390-9375-461E-8D7B-32D783F9C6B5}" dt="2025-04-07T07:27:12.136" v="1316" actId="14100"/>
          <ac:spMkLst>
            <pc:docMk/>
            <pc:sldMk cId="726711079" sldId="258"/>
            <ac:spMk id="159" creationId="{A7B3B8DA-12D5-67E6-4DD3-F16B5ECAC97F}"/>
          </ac:spMkLst>
        </pc:spChg>
        <pc:spChg chg="mod">
          <ac:chgData name="Navya Korupolu" userId="81b43cf7-9d1d-42f4-9338-5cd5f42e2000" providerId="ADAL" clId="{2EDA6390-9375-461E-8D7B-32D783F9C6B5}" dt="2025-04-07T07:26:54.875" v="1310" actId="207"/>
          <ac:spMkLst>
            <pc:docMk/>
            <pc:sldMk cId="726711079" sldId="258"/>
            <ac:spMk id="4101" creationId="{2535D538-8CBE-D043-99F0-4217AB93BAB0}"/>
          </ac:spMkLst>
        </pc:spChg>
        <pc:spChg chg="mod">
          <ac:chgData name="Navya Korupolu" userId="81b43cf7-9d1d-42f4-9338-5cd5f42e2000" providerId="ADAL" clId="{2EDA6390-9375-461E-8D7B-32D783F9C6B5}" dt="2025-04-07T07:07:18.812" v="938" actId="207"/>
          <ac:spMkLst>
            <pc:docMk/>
            <pc:sldMk cId="726711079" sldId="258"/>
            <ac:spMk id="4103" creationId="{139BD6F3-EE0D-CA86-A010-8E20B52A3D65}"/>
          </ac:spMkLst>
        </pc:spChg>
        <pc:spChg chg="mod">
          <ac:chgData name="Navya Korupolu" userId="81b43cf7-9d1d-42f4-9338-5cd5f42e2000" providerId="ADAL" clId="{2EDA6390-9375-461E-8D7B-32D783F9C6B5}" dt="2025-04-07T07:07:18.812" v="938" actId="207"/>
          <ac:spMkLst>
            <pc:docMk/>
            <pc:sldMk cId="726711079" sldId="258"/>
            <ac:spMk id="4104" creationId="{072C38F1-6203-2F7F-D971-7ACBD28A8A97}"/>
          </ac:spMkLst>
        </pc:spChg>
        <pc:spChg chg="mod">
          <ac:chgData name="Navya Korupolu" userId="81b43cf7-9d1d-42f4-9338-5cd5f42e2000" providerId="ADAL" clId="{2EDA6390-9375-461E-8D7B-32D783F9C6B5}" dt="2025-04-07T07:07:18.812" v="938" actId="207"/>
          <ac:spMkLst>
            <pc:docMk/>
            <pc:sldMk cId="726711079" sldId="258"/>
            <ac:spMk id="4105" creationId="{CEE23B6F-B7FA-495C-820C-7CF16E5A613D}"/>
          </ac:spMkLst>
        </pc:spChg>
        <pc:spChg chg="mod">
          <ac:chgData name="Navya Korupolu" userId="81b43cf7-9d1d-42f4-9338-5cd5f42e2000" providerId="ADAL" clId="{2EDA6390-9375-461E-8D7B-32D783F9C6B5}" dt="2025-04-07T07:07:18.812" v="938" actId="207"/>
          <ac:spMkLst>
            <pc:docMk/>
            <pc:sldMk cId="726711079" sldId="258"/>
            <ac:spMk id="4106" creationId="{9EF01874-8345-C1ED-7B9E-A7AE21C7B86F}"/>
          </ac:spMkLst>
        </pc:spChg>
        <pc:spChg chg="mod">
          <ac:chgData name="Navya Korupolu" userId="81b43cf7-9d1d-42f4-9338-5cd5f42e2000" providerId="ADAL" clId="{2EDA6390-9375-461E-8D7B-32D783F9C6B5}" dt="2025-04-07T07:07:18.812" v="938" actId="207"/>
          <ac:spMkLst>
            <pc:docMk/>
            <pc:sldMk cId="726711079" sldId="258"/>
            <ac:spMk id="4107" creationId="{D3C023AE-7C32-2481-33BE-118719EA2C22}"/>
          </ac:spMkLst>
        </pc:spChg>
        <pc:spChg chg="mod">
          <ac:chgData name="Navya Korupolu" userId="81b43cf7-9d1d-42f4-9338-5cd5f42e2000" providerId="ADAL" clId="{2EDA6390-9375-461E-8D7B-32D783F9C6B5}" dt="2025-04-07T07:27:15.167" v="1317" actId="14100"/>
          <ac:spMkLst>
            <pc:docMk/>
            <pc:sldMk cId="726711079" sldId="258"/>
            <ac:spMk id="4108" creationId="{9739CBD9-65D3-17A2-1D05-37F56DB8800A}"/>
          </ac:spMkLst>
        </pc:spChg>
        <pc:spChg chg="mod">
          <ac:chgData name="Navya Korupolu" userId="81b43cf7-9d1d-42f4-9338-5cd5f42e2000" providerId="ADAL" clId="{2EDA6390-9375-461E-8D7B-32D783F9C6B5}" dt="2025-04-07T06:57:42.161" v="697"/>
          <ac:spMkLst>
            <pc:docMk/>
            <pc:sldMk cId="726711079" sldId="258"/>
            <ac:spMk id="4114" creationId="{4CEAF3E4-D164-8995-4FCE-129688933243}"/>
          </ac:spMkLst>
        </pc:spChg>
        <pc:spChg chg="add mod">
          <ac:chgData name="Navya Korupolu" userId="81b43cf7-9d1d-42f4-9338-5cd5f42e2000" providerId="ADAL" clId="{2EDA6390-9375-461E-8D7B-32D783F9C6B5}" dt="2025-04-07T06:57:47.674" v="699" actId="164"/>
          <ac:spMkLst>
            <pc:docMk/>
            <pc:sldMk cId="726711079" sldId="258"/>
            <ac:spMk id="4117" creationId="{F7702DD9-0BD2-888B-BDEE-75B7464D4EFD}"/>
          </ac:spMkLst>
        </pc:spChg>
        <pc:spChg chg="add mo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19" creationId="{540DC0AB-DC73-49B9-F324-1A8BED530385}"/>
          </ac:spMkLst>
        </pc:spChg>
        <pc:spChg chg="add mod">
          <ac:chgData name="Navya Korupolu" userId="81b43cf7-9d1d-42f4-9338-5cd5f42e2000" providerId="ADAL" clId="{2EDA6390-9375-461E-8D7B-32D783F9C6B5}" dt="2025-04-07T07:02:44.038" v="773" actId="1036"/>
          <ac:spMkLst>
            <pc:docMk/>
            <pc:sldMk cId="726711079" sldId="258"/>
            <ac:spMk id="4120" creationId="{597449A2-E753-7929-43E4-C54C49859A9C}"/>
          </ac:spMkLst>
        </pc:spChg>
        <pc:spChg chg="add mod">
          <ac:chgData name="Navya Korupolu" userId="81b43cf7-9d1d-42f4-9338-5cd5f42e2000" providerId="ADAL" clId="{2EDA6390-9375-461E-8D7B-32D783F9C6B5}" dt="2025-04-07T07:01:47.118" v="756" actId="1076"/>
          <ac:spMkLst>
            <pc:docMk/>
            <pc:sldMk cId="726711079" sldId="258"/>
            <ac:spMk id="4122" creationId="{45278241-7ADA-7B1D-6A18-F19A3CD8CABB}"/>
          </ac:spMkLst>
        </pc:spChg>
        <pc:spChg chg="add mo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26" creationId="{1372E7BF-F96F-7676-90AA-68B5EA5DCACC}"/>
          </ac:spMkLst>
        </pc:spChg>
        <pc:spChg chg="add mo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31" creationId="{0D07E24C-EC2F-78BB-12A7-790E433787A5}"/>
          </ac:spMkLst>
        </pc:spChg>
        <pc:spChg chg="add mo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33" creationId="{CEF73FF9-AAA0-A86B-1645-9DE309C6BCD9}"/>
          </ac:spMkLst>
        </pc:spChg>
        <pc:spChg chg="add mo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34" creationId="{EA30E7A6-E64E-6B46-144D-E5F59B2D8514}"/>
          </ac:spMkLst>
        </pc:spChg>
        <pc:spChg chg="add mod ord">
          <ac:chgData name="Navya Korupolu" userId="81b43cf7-9d1d-42f4-9338-5cd5f42e2000" providerId="ADAL" clId="{2EDA6390-9375-461E-8D7B-32D783F9C6B5}" dt="2025-04-07T07:06:05.087" v="822" actId="14100"/>
          <ac:spMkLst>
            <pc:docMk/>
            <pc:sldMk cId="726711079" sldId="258"/>
            <ac:spMk id="4135" creationId="{DB77F5AF-9A3E-E7D2-D055-6C68F8CEFB49}"/>
          </ac:spMkLst>
        </pc:spChg>
        <pc:spChg chg="add mod">
          <ac:chgData name="Navya Korupolu" userId="81b43cf7-9d1d-42f4-9338-5cd5f42e2000" providerId="ADAL" clId="{2EDA6390-9375-461E-8D7B-32D783F9C6B5}" dt="2025-04-07T07:06:50.420" v="932" actId="404"/>
          <ac:spMkLst>
            <pc:docMk/>
            <pc:sldMk cId="726711079" sldId="258"/>
            <ac:spMk id="4139" creationId="{BFB2DA72-A0D0-BB61-DFE5-8919A52399CC}"/>
          </ac:spMkLst>
        </pc:spChg>
        <pc:grpChg chg="mod">
          <ac:chgData name="Navya Korupolu" userId="81b43cf7-9d1d-42f4-9338-5cd5f42e2000" providerId="ADAL" clId="{2EDA6390-9375-461E-8D7B-32D783F9C6B5}" dt="2025-04-07T07:05:35.938" v="809" actId="164"/>
          <ac:grpSpMkLst>
            <pc:docMk/>
            <pc:sldMk cId="726711079" sldId="258"/>
            <ac:grpSpMk id="50" creationId="{3DE11259-F473-41D3-CD99-F3D160C9F691}"/>
          </ac:grpSpMkLst>
        </pc:grpChg>
        <pc:grpChg chg="add mod ord">
          <ac:chgData name="Navya Korupolu" userId="81b43cf7-9d1d-42f4-9338-5cd5f42e2000" providerId="ADAL" clId="{2EDA6390-9375-461E-8D7B-32D783F9C6B5}" dt="2025-04-07T07:09:34.143" v="1036" actId="14100"/>
          <ac:grpSpMkLst>
            <pc:docMk/>
            <pc:sldMk cId="726711079" sldId="258"/>
            <ac:grpSpMk id="139" creationId="{F12AD801-8A6B-578B-0EAB-3A32E838F0D9}"/>
          </ac:grpSpMkLst>
        </pc:grpChg>
        <pc:grpChg chg="add mod ord">
          <ac:chgData name="Navya Korupolu" userId="81b43cf7-9d1d-42f4-9338-5cd5f42e2000" providerId="ADAL" clId="{2EDA6390-9375-461E-8D7B-32D783F9C6B5}" dt="2025-04-07T07:10:03.144" v="1043" actId="167"/>
          <ac:grpSpMkLst>
            <pc:docMk/>
            <pc:sldMk cId="726711079" sldId="258"/>
            <ac:grpSpMk id="147" creationId="{5AEBF475-1293-A08C-3F41-81A36F6CAE82}"/>
          </ac:grpSpMkLst>
        </pc:grpChg>
        <pc:grpChg chg="mod">
          <ac:chgData name="Navya Korupolu" userId="81b43cf7-9d1d-42f4-9338-5cd5f42e2000" providerId="ADAL" clId="{2EDA6390-9375-461E-8D7B-32D783F9C6B5}" dt="2025-04-07T07:09:11.070" v="1030" actId="1076"/>
          <ac:grpSpMkLst>
            <pc:docMk/>
            <pc:sldMk cId="726711079" sldId="258"/>
            <ac:grpSpMk id="4102" creationId="{3B13410C-9C32-7E14-D0F9-E2E77F2F88DA}"/>
          </ac:grpSpMkLst>
        </pc:grpChg>
        <pc:grpChg chg="add mod">
          <ac:chgData name="Navya Korupolu" userId="81b43cf7-9d1d-42f4-9338-5cd5f42e2000" providerId="ADAL" clId="{2EDA6390-9375-461E-8D7B-32D783F9C6B5}" dt="2025-04-07T06:57:47.674" v="699" actId="164"/>
          <ac:grpSpMkLst>
            <pc:docMk/>
            <pc:sldMk cId="726711079" sldId="258"/>
            <ac:grpSpMk id="4113" creationId="{E8698546-F890-E76D-A5E8-EA9A20C211B3}"/>
          </ac:grpSpMkLst>
        </pc:grpChg>
        <pc:grpChg chg="add mod">
          <ac:chgData name="Navya Korupolu" userId="81b43cf7-9d1d-42f4-9338-5cd5f42e2000" providerId="ADAL" clId="{2EDA6390-9375-461E-8D7B-32D783F9C6B5}" dt="2025-04-07T06:57:56.457" v="702" actId="14100"/>
          <ac:grpSpMkLst>
            <pc:docMk/>
            <pc:sldMk cId="726711079" sldId="258"/>
            <ac:grpSpMk id="4118" creationId="{03C968D1-7F2B-9995-18FD-4725D2DCEEBB}"/>
          </ac:grpSpMkLst>
        </pc:grpChg>
        <pc:grpChg chg="add mod">
          <ac:chgData name="Navya Korupolu" userId="81b43cf7-9d1d-42f4-9338-5cd5f42e2000" providerId="ADAL" clId="{2EDA6390-9375-461E-8D7B-32D783F9C6B5}" dt="2025-04-07T07:06:05.087" v="822" actId="14100"/>
          <ac:grpSpMkLst>
            <pc:docMk/>
            <pc:sldMk cId="726711079" sldId="258"/>
            <ac:grpSpMk id="4127" creationId="{D6401752-F303-9862-BF99-A82EC721A10D}"/>
          </ac:grpSpMkLst>
        </pc:grpChg>
        <pc:grpChg chg="add mod">
          <ac:chgData name="Navya Korupolu" userId="81b43cf7-9d1d-42f4-9338-5cd5f42e2000" providerId="ADAL" clId="{2EDA6390-9375-461E-8D7B-32D783F9C6B5}" dt="2025-04-07T07:02:38.080" v="767" actId="1076"/>
          <ac:grpSpMkLst>
            <pc:docMk/>
            <pc:sldMk cId="726711079" sldId="258"/>
            <ac:grpSpMk id="4128" creationId="{CD0CB4D3-7450-FAA3-7601-1433685BB41E}"/>
          </ac:grpSpMkLst>
        </pc:grpChg>
        <pc:grpChg chg="add mod ord">
          <ac:chgData name="Navya Korupolu" userId="81b43cf7-9d1d-42f4-9338-5cd5f42e2000" providerId="ADAL" clId="{2EDA6390-9375-461E-8D7B-32D783F9C6B5}" dt="2025-04-07T07:01:08.530" v="745" actId="1076"/>
          <ac:grpSpMkLst>
            <pc:docMk/>
            <pc:sldMk cId="726711079" sldId="258"/>
            <ac:grpSpMk id="4129" creationId="{EDF146AC-2AA2-692D-B1ED-A2D58D4BDF52}"/>
          </ac:grpSpMkLst>
        </pc:grpChg>
        <pc:grpChg chg="add mod">
          <ac:chgData name="Navya Korupolu" userId="81b43cf7-9d1d-42f4-9338-5cd5f42e2000" providerId="ADAL" clId="{2EDA6390-9375-461E-8D7B-32D783F9C6B5}" dt="2025-04-07T07:06:05.087" v="822" actId="14100"/>
          <ac:grpSpMkLst>
            <pc:docMk/>
            <pc:sldMk cId="726711079" sldId="258"/>
            <ac:grpSpMk id="4130" creationId="{1469D399-468F-6036-38E3-D5A10D2E240C}"/>
          </ac:grpSpMkLst>
        </pc:grpChg>
        <pc:grpChg chg="add mod">
          <ac:chgData name="Navya Korupolu" userId="81b43cf7-9d1d-42f4-9338-5cd5f42e2000" providerId="ADAL" clId="{2EDA6390-9375-461E-8D7B-32D783F9C6B5}" dt="2025-04-07T07:01:29.409" v="752" actId="1076"/>
          <ac:grpSpMkLst>
            <pc:docMk/>
            <pc:sldMk cId="726711079" sldId="258"/>
            <ac:grpSpMk id="4132" creationId="{AF8E0CD9-557B-25FB-FEE7-A6821CFFC5BC}"/>
          </ac:grpSpMkLst>
        </pc:grpChg>
        <pc:grpChg chg="add mod ord">
          <ac:chgData name="Navya Korupolu" userId="81b43cf7-9d1d-42f4-9338-5cd5f42e2000" providerId="ADAL" clId="{2EDA6390-9375-461E-8D7B-32D783F9C6B5}" dt="2025-04-07T07:06:15.925" v="823" actId="167"/>
          <ac:grpSpMkLst>
            <pc:docMk/>
            <pc:sldMk cId="726711079" sldId="258"/>
            <ac:grpSpMk id="4140" creationId="{948D04BB-9691-9DEE-54E9-0B7E07CC7087}"/>
          </ac:grpSpMkLst>
        </pc:grpChg>
        <pc:picChg chg="add mod">
          <ac:chgData name="Navya Korupolu" userId="81b43cf7-9d1d-42f4-9338-5cd5f42e2000" providerId="ADAL" clId="{2EDA6390-9375-461E-8D7B-32D783F9C6B5}" dt="2025-04-07T07:11:33.263" v="1068" actId="1076"/>
          <ac:picMkLst>
            <pc:docMk/>
            <pc:sldMk cId="726711079" sldId="258"/>
            <ac:picMk id="129" creationId="{9381E899-3BA6-3DFA-5985-3C005EA19C46}"/>
          </ac:picMkLst>
        </pc:picChg>
        <pc:picChg chg="add mod">
          <ac:chgData name="Navya Korupolu" userId="81b43cf7-9d1d-42f4-9338-5cd5f42e2000" providerId="ADAL" clId="{2EDA6390-9375-461E-8D7B-32D783F9C6B5}" dt="2025-04-07T07:09:38.096" v="1037" actId="1076"/>
          <ac:picMkLst>
            <pc:docMk/>
            <pc:sldMk cId="726711079" sldId="258"/>
            <ac:picMk id="130" creationId="{CCFC4D50-05AD-4000-D875-E66FB76388B7}"/>
          </ac:picMkLst>
        </pc:picChg>
        <pc:picChg chg="add mod">
          <ac:chgData name="Navya Korupolu" userId="81b43cf7-9d1d-42f4-9338-5cd5f42e2000" providerId="ADAL" clId="{2EDA6390-9375-461E-8D7B-32D783F9C6B5}" dt="2025-04-07T07:11:19.843" v="1066" actId="1076"/>
          <ac:picMkLst>
            <pc:docMk/>
            <pc:sldMk cId="726711079" sldId="258"/>
            <ac:picMk id="131" creationId="{22D4F0B1-B8DA-D435-C005-47995D935035}"/>
          </ac:picMkLst>
        </pc:picChg>
        <pc:picChg chg="add mod">
          <ac:chgData name="Navya Korupolu" userId="81b43cf7-9d1d-42f4-9338-5cd5f42e2000" providerId="ADAL" clId="{2EDA6390-9375-461E-8D7B-32D783F9C6B5}" dt="2025-04-07T07:12:35.916" v="1186" actId="1037"/>
          <ac:picMkLst>
            <pc:docMk/>
            <pc:sldMk cId="726711079" sldId="258"/>
            <ac:picMk id="152" creationId="{DA844251-32EE-B6EF-C5E3-53EF7B124FD5}"/>
          </ac:picMkLst>
        </pc:picChg>
        <pc:picChg chg="mod">
          <ac:chgData name="Navya Korupolu" userId="81b43cf7-9d1d-42f4-9338-5cd5f42e2000" providerId="ADAL" clId="{2EDA6390-9375-461E-8D7B-32D783F9C6B5}" dt="2025-04-07T06:57:42.161" v="697"/>
          <ac:picMkLst>
            <pc:docMk/>
            <pc:sldMk cId="726711079" sldId="258"/>
            <ac:picMk id="4115" creationId="{1D1F0871-81D2-1CE6-6E05-8D8ADFC5AC44}"/>
          </ac:picMkLst>
        </pc:picChg>
        <pc:picChg chg="add mod">
          <ac:chgData name="Navya Korupolu" userId="81b43cf7-9d1d-42f4-9338-5cd5f42e2000" providerId="ADAL" clId="{2EDA6390-9375-461E-8D7B-32D783F9C6B5}" dt="2025-04-07T06:57:47.674" v="699" actId="164"/>
          <ac:picMkLst>
            <pc:docMk/>
            <pc:sldMk cId="726711079" sldId="258"/>
            <ac:picMk id="4116" creationId="{E88B9234-61C6-81C3-52D3-AF256B676131}"/>
          </ac:picMkLst>
        </pc:picChg>
        <pc:picChg chg="add mod">
          <ac:chgData name="Navya Korupolu" userId="81b43cf7-9d1d-42f4-9338-5cd5f42e2000" providerId="ADAL" clId="{2EDA6390-9375-461E-8D7B-32D783F9C6B5}" dt="2025-04-07T07:02:04.157" v="758" actId="1076"/>
          <ac:picMkLst>
            <pc:docMk/>
            <pc:sldMk cId="726711079" sldId="258"/>
            <ac:picMk id="4121" creationId="{D9C88130-C189-48B4-D055-4167940F5674}"/>
          </ac:picMkLst>
        </pc:picChg>
        <pc:picChg chg="add mod">
          <ac:chgData name="Navya Korupolu" userId="81b43cf7-9d1d-42f4-9338-5cd5f42e2000" providerId="ADAL" clId="{2EDA6390-9375-461E-8D7B-32D783F9C6B5}" dt="2025-04-07T07:06:05.087" v="822" actId="14100"/>
          <ac:picMkLst>
            <pc:docMk/>
            <pc:sldMk cId="726711079" sldId="258"/>
            <ac:picMk id="4123" creationId="{72C92926-81A5-9863-E07B-A8F9C7D16147}"/>
          </ac:picMkLst>
        </pc:picChg>
        <pc:picChg chg="add mod">
          <ac:chgData name="Navya Korupolu" userId="81b43cf7-9d1d-42f4-9338-5cd5f42e2000" providerId="ADAL" clId="{2EDA6390-9375-461E-8D7B-32D783F9C6B5}" dt="2025-04-07T07:02:38.080" v="767" actId="1076"/>
          <ac:picMkLst>
            <pc:docMk/>
            <pc:sldMk cId="726711079" sldId="258"/>
            <ac:picMk id="4124" creationId="{94C267BB-D384-D275-E8C6-4A261D20005C}"/>
          </ac:picMkLst>
        </pc:picChg>
        <pc:picChg chg="add mod">
          <ac:chgData name="Navya Korupolu" userId="81b43cf7-9d1d-42f4-9338-5cd5f42e2000" providerId="ADAL" clId="{2EDA6390-9375-461E-8D7B-32D783F9C6B5}" dt="2025-04-07T07:06:05.087" v="822" actId="14100"/>
          <ac:picMkLst>
            <pc:docMk/>
            <pc:sldMk cId="726711079" sldId="258"/>
            <ac:picMk id="4125" creationId="{ED08CC66-F44A-A731-3DF0-778E469FE69C}"/>
          </ac:picMkLst>
        </pc:picChg>
        <pc:picChg chg="add mod">
          <ac:chgData name="Navya Korupolu" userId="81b43cf7-9d1d-42f4-9338-5cd5f42e2000" providerId="ADAL" clId="{2EDA6390-9375-461E-8D7B-32D783F9C6B5}" dt="2025-04-07T07:06:26.469" v="846" actId="1037"/>
          <ac:picMkLst>
            <pc:docMk/>
            <pc:sldMk cId="726711079" sldId="258"/>
            <ac:picMk id="4136" creationId="{319B41CC-7F2A-09E3-671A-B622D05FA1C6}"/>
          </ac:picMkLst>
        </pc:picChg>
        <pc:picChg chg="add mod">
          <ac:chgData name="Navya Korupolu" userId="81b43cf7-9d1d-42f4-9338-5cd5f42e2000" providerId="ADAL" clId="{2EDA6390-9375-461E-8D7B-32D783F9C6B5}" dt="2025-04-07T07:06:33.860" v="883" actId="1037"/>
          <ac:picMkLst>
            <pc:docMk/>
            <pc:sldMk cId="726711079" sldId="258"/>
            <ac:picMk id="4137" creationId="{2988DD69-D9DF-2AE1-4576-BC9EC0A5E75A}"/>
          </ac:picMkLst>
        </pc:picChg>
        <pc:picChg chg="add mod">
          <ac:chgData name="Navya Korupolu" userId="81b43cf7-9d1d-42f4-9338-5cd5f42e2000" providerId="ADAL" clId="{2EDA6390-9375-461E-8D7B-32D783F9C6B5}" dt="2025-04-07T07:06:39.459" v="929" actId="1037"/>
          <ac:picMkLst>
            <pc:docMk/>
            <pc:sldMk cId="726711079" sldId="258"/>
            <ac:picMk id="4138" creationId="{2128B7B7-E398-6FE7-FD88-AB542D633815}"/>
          </ac:picMkLst>
        </pc:picChg>
        <pc:picChg chg="add mod">
          <ac:chgData name="Navya Korupolu" userId="81b43cf7-9d1d-42f4-9338-5cd5f42e2000" providerId="ADAL" clId="{2EDA6390-9375-461E-8D7B-32D783F9C6B5}" dt="2025-04-07T07:07:09.749" v="936" actId="1076"/>
          <ac:picMkLst>
            <pc:docMk/>
            <pc:sldMk cId="726711079" sldId="258"/>
            <ac:picMk id="4142" creationId="{F1A12668-DCF8-78BD-F006-F29B9C88E077}"/>
          </ac:picMkLst>
        </pc:picChg>
        <pc:picChg chg="add mod">
          <ac:chgData name="Navya Korupolu" userId="81b43cf7-9d1d-42f4-9338-5cd5f42e2000" providerId="ADAL" clId="{2EDA6390-9375-461E-8D7B-32D783F9C6B5}" dt="2025-04-07T07:09:49.611" v="1039" actId="1076"/>
          <ac:picMkLst>
            <pc:docMk/>
            <pc:sldMk cId="726711079" sldId="258"/>
            <ac:picMk id="4153" creationId="{E0CF2348-3031-2B2A-7E75-FD2AE675F9B7}"/>
          </ac:picMkLst>
        </pc:picChg>
        <pc:picChg chg="add mod">
          <ac:chgData name="Navya Korupolu" userId="81b43cf7-9d1d-42f4-9338-5cd5f42e2000" providerId="ADAL" clId="{2EDA6390-9375-461E-8D7B-32D783F9C6B5}" dt="2025-04-07T07:10:15.445" v="1047" actId="1076"/>
          <ac:picMkLst>
            <pc:docMk/>
            <pc:sldMk cId="726711079" sldId="258"/>
            <ac:picMk id="4154" creationId="{A54738AC-333C-D112-F707-D52431E31DDE}"/>
          </ac:picMkLst>
        </pc:picChg>
        <pc:picChg chg="add mod">
          <ac:chgData name="Navya Korupolu" userId="81b43cf7-9d1d-42f4-9338-5cd5f42e2000" providerId="ADAL" clId="{2EDA6390-9375-461E-8D7B-32D783F9C6B5}" dt="2025-04-07T07:10:08.785" v="1045" actId="1076"/>
          <ac:picMkLst>
            <pc:docMk/>
            <pc:sldMk cId="726711079" sldId="258"/>
            <ac:picMk id="4155" creationId="{294DC009-BD53-B085-D6DA-5BEDC2852099}"/>
          </ac:picMkLst>
        </pc:picChg>
        <pc:picChg chg="add mod">
          <ac:chgData name="Navya Korupolu" userId="81b43cf7-9d1d-42f4-9338-5cd5f42e2000" providerId="ADAL" clId="{2EDA6390-9375-461E-8D7B-32D783F9C6B5}" dt="2025-04-07T07:09:43.615" v="1038" actId="1076"/>
          <ac:picMkLst>
            <pc:docMk/>
            <pc:sldMk cId="726711079" sldId="258"/>
            <ac:picMk id="4156" creationId="{F067D2D9-8481-9CDA-1DBB-1735B5DD94D5}"/>
          </ac:picMkLst>
        </pc:picChg>
        <pc:picChg chg="add mod">
          <ac:chgData name="Navya Korupolu" userId="81b43cf7-9d1d-42f4-9338-5cd5f42e2000" providerId="ADAL" clId="{2EDA6390-9375-461E-8D7B-32D783F9C6B5}" dt="2025-04-07T07:10:11.706" v="1046" actId="1076"/>
          <ac:picMkLst>
            <pc:docMk/>
            <pc:sldMk cId="726711079" sldId="258"/>
            <ac:picMk id="4157" creationId="{6CCD8A4A-7021-EBB8-A88D-973FCB9708A8}"/>
          </ac:picMkLst>
        </pc:picChg>
        <pc:picChg chg="add mod">
          <ac:chgData name="Navya Korupolu" userId="81b43cf7-9d1d-42f4-9338-5cd5f42e2000" providerId="ADAL" clId="{2EDA6390-9375-461E-8D7B-32D783F9C6B5}" dt="2025-04-07T07:12:35.916" v="1186" actId="1037"/>
          <ac:picMkLst>
            <pc:docMk/>
            <pc:sldMk cId="726711079" sldId="258"/>
            <ac:picMk id="4158" creationId="{EAA6CC68-EB35-1D4E-F736-AA63E3053B80}"/>
          </ac:picMkLst>
        </pc:picChg>
        <pc:picChg chg="add mod">
          <ac:chgData name="Navya Korupolu" userId="81b43cf7-9d1d-42f4-9338-5cd5f42e2000" providerId="ADAL" clId="{2EDA6390-9375-461E-8D7B-32D783F9C6B5}" dt="2025-04-07T07:12:50.757" v="1233" actId="1037"/>
          <ac:picMkLst>
            <pc:docMk/>
            <pc:sldMk cId="726711079" sldId="258"/>
            <ac:picMk id="4159" creationId="{232C7B3A-5307-9C59-ED9E-49ACD74439C4}"/>
          </ac:picMkLst>
        </pc:picChg>
      </pc:sldChg>
      <pc:sldChg chg="mod modShow">
        <pc:chgData name="Navya Korupolu" userId="81b43cf7-9d1d-42f4-9338-5cd5f42e2000" providerId="ADAL" clId="{2EDA6390-9375-461E-8D7B-32D783F9C6B5}" dt="2025-04-07T06:37:56.793" v="1" actId="729"/>
        <pc:sldMkLst>
          <pc:docMk/>
          <pc:sldMk cId="263723263" sldId="2147483538"/>
        </pc:sldMkLst>
      </pc:sldChg>
      <pc:sldChg chg="mod modShow">
        <pc:chgData name="Navya Korupolu" userId="81b43cf7-9d1d-42f4-9338-5cd5f42e2000" providerId="ADAL" clId="{2EDA6390-9375-461E-8D7B-32D783F9C6B5}" dt="2025-04-07T07:13:04.864" v="1236" actId="729"/>
        <pc:sldMkLst>
          <pc:docMk/>
          <pc:sldMk cId="76120002" sldId="2147483555"/>
        </pc:sldMkLst>
      </pc:sldChg>
    </pc:docChg>
  </pc:docChgLst>
  <pc:docChgLst>
    <pc:chgData name="Diana Ying Liu" userId="S::diana.liu@auxoai.com::d6d16c10-2959-4415-819d-0eddfd1b666f" providerId="AD" clId="Web-{5350BCB8-4A23-53C7-C1EF-E47B381CC8AF}"/>
    <pc:docChg chg="addSld modSld">
      <pc:chgData name="Diana Ying Liu" userId="S::diana.liu@auxoai.com::d6d16c10-2959-4415-819d-0eddfd1b666f" providerId="AD" clId="Web-{5350BCB8-4A23-53C7-C1EF-E47B381CC8AF}" dt="2025-01-30T22:02:31.622" v="5" actId="14100"/>
      <pc:docMkLst>
        <pc:docMk/>
      </pc:docMkLst>
      <pc:sldChg chg="addSp modSp new">
        <pc:chgData name="Diana Ying Liu" userId="S::diana.liu@auxoai.com::d6d16c10-2959-4415-819d-0eddfd1b666f" providerId="AD" clId="Web-{5350BCB8-4A23-53C7-C1EF-E47B381CC8AF}" dt="2025-01-30T22:02:31.622" v="5" actId="14100"/>
        <pc:sldMkLst>
          <pc:docMk/>
          <pc:sldMk cId="942521381" sldId="2147482069"/>
        </pc:sldMkLst>
      </pc:sldChg>
    </pc:docChg>
  </pc:docChgLst>
  <pc:docChgLst>
    <pc:chgData name="Gayatri Johar" userId="S::gayatri.johar@auxoai.com::d90a1b0c-ef15-4f13-ac92-7cd578d6c791" providerId="AD" clId="Web-{4E8103A3-0140-48A0-D7D9-1A45BE18322E}"/>
    <pc:docChg chg="addSld delSld modSld sldOrd addMainMaster">
      <pc:chgData name="Gayatri Johar" userId="S::gayatri.johar@auxoai.com::d90a1b0c-ef15-4f13-ac92-7cd578d6c791" providerId="AD" clId="Web-{4E8103A3-0140-48A0-D7D9-1A45BE18322E}" dt="2025-03-28T11:33:11.525" v="215"/>
      <pc:docMkLst>
        <pc:docMk/>
      </pc:docMkLst>
      <pc:sldChg chg="modSp">
        <pc:chgData name="Gayatri Johar" userId="S::gayatri.johar@auxoai.com::d90a1b0c-ef15-4f13-ac92-7cd578d6c791" providerId="AD" clId="Web-{4E8103A3-0140-48A0-D7D9-1A45BE18322E}" dt="2025-03-28T11:31:06.755" v="205" actId="20577"/>
        <pc:sldMkLst>
          <pc:docMk/>
          <pc:sldMk cId="2820042946" sldId="272"/>
        </pc:sldMkLst>
      </pc:sldChg>
      <pc:sldChg chg="add del">
        <pc:chgData name="Gayatri Johar" userId="S::gayatri.johar@auxoai.com::d90a1b0c-ef15-4f13-ac92-7cd578d6c791" providerId="AD" clId="Web-{4E8103A3-0140-48A0-D7D9-1A45BE18322E}" dt="2025-03-28T11:22:10.926" v="26"/>
        <pc:sldMkLst>
          <pc:docMk/>
          <pc:sldMk cId="2655226998" sldId="2147483504"/>
        </pc:sldMkLst>
      </pc:sldChg>
      <pc:sldChg chg="modSp add del ord">
        <pc:chgData name="Gayatri Johar" userId="S::gayatri.johar@auxoai.com::d90a1b0c-ef15-4f13-ac92-7cd578d6c791" providerId="AD" clId="Web-{4E8103A3-0140-48A0-D7D9-1A45BE18322E}" dt="2025-03-28T11:33:11.525" v="215"/>
        <pc:sldMkLst>
          <pc:docMk/>
          <pc:sldMk cId="2759864443" sldId="2147483641"/>
        </pc:sldMkLst>
      </pc:sldChg>
      <pc:sldChg chg="modSp add del">
        <pc:chgData name="Gayatri Johar" userId="S::gayatri.johar@auxoai.com::d90a1b0c-ef15-4f13-ac92-7cd578d6c791" providerId="AD" clId="Web-{4E8103A3-0140-48A0-D7D9-1A45BE18322E}" dt="2025-03-28T11:25:02.963" v="191" actId="20577"/>
        <pc:sldMkLst>
          <pc:docMk/>
          <pc:sldMk cId="1752701881" sldId="2147483642"/>
        </pc:sldMkLst>
      </pc:sldChg>
      <pc:sldChg chg="add del ord">
        <pc:chgData name="Gayatri Johar" userId="S::gayatri.johar@auxoai.com::d90a1b0c-ef15-4f13-ac92-7cd578d6c791" providerId="AD" clId="Web-{4E8103A3-0140-48A0-D7D9-1A45BE18322E}" dt="2025-03-28T11:31:13.568" v="206"/>
        <pc:sldMkLst>
          <pc:docMk/>
          <pc:sldMk cId="1077656764" sldId="2147483643"/>
        </pc:sldMkLst>
      </pc:sldChg>
      <pc:sldChg chg="modSp add del">
        <pc:chgData name="Gayatri Johar" userId="S::gayatri.johar@auxoai.com::d90a1b0c-ef15-4f13-ac92-7cd578d6c791" providerId="AD" clId="Web-{4E8103A3-0140-48A0-D7D9-1A45BE18322E}" dt="2025-03-28T11:23:16.272" v="87" actId="20577"/>
        <pc:sldMkLst>
          <pc:docMk/>
          <pc:sldMk cId="3605381591" sldId="2147483644"/>
        </pc:sldMkLst>
      </pc:sldChg>
      <pc:sldChg chg="modSp add replId">
        <pc:chgData name="Gayatri Johar" userId="S::gayatri.johar@auxoai.com::d90a1b0c-ef15-4f13-ac92-7cd578d6c791" providerId="AD" clId="Web-{4E8103A3-0140-48A0-D7D9-1A45BE18322E}" dt="2025-03-28T11:21:56.332" v="22" actId="20577"/>
        <pc:sldMkLst>
          <pc:docMk/>
          <pc:sldMk cId="2009677228" sldId="2147483645"/>
        </pc:sldMkLst>
      </pc:sldChg>
      <pc:sldChg chg="add replId">
        <pc:chgData name="Gayatri Johar" userId="S::gayatri.johar@auxoai.com::d90a1b0c-ef15-4f13-ac92-7cd578d6c791" providerId="AD" clId="Web-{4E8103A3-0140-48A0-D7D9-1A45BE18322E}" dt="2025-03-28T11:21:50.629" v="13"/>
        <pc:sldMkLst>
          <pc:docMk/>
          <pc:sldMk cId="793205759" sldId="2147483646"/>
        </pc:sldMkLst>
      </pc:sldChg>
      <pc:sldMasterChg chg="add addSldLayout">
        <pc:chgData name="Gayatri Johar" userId="S::gayatri.johar@auxoai.com::d90a1b0c-ef15-4f13-ac92-7cd578d6c791" providerId="AD" clId="Web-{4E8103A3-0140-48A0-D7D9-1A45BE18322E}" dt="2025-03-28T11:23:27.804" v="90"/>
        <pc:sldMasterMkLst>
          <pc:docMk/>
          <pc:sldMasterMk cId="3438786387" sldId="2147483674"/>
        </pc:sldMasterMkLst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2487741667" sldId="2147483675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3509889690" sldId="2147483676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1829708574" sldId="2147483677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1459675889" sldId="2147483678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3610090519" sldId="2147483679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1785353184" sldId="2147483681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3:27.804" v="90"/>
          <pc:sldLayoutMkLst>
            <pc:docMk/>
            <pc:sldMasterMk cId="4220007083" sldId="2147483831"/>
            <pc:sldLayoutMk cId="3142870522" sldId="2147483682"/>
          </pc:sldLayoutMkLst>
        </pc:sldLayoutChg>
      </pc:sldMasterChg>
      <pc:sldMasterChg chg="addSldLayout delSldLayout">
        <pc:chgData name="Gayatri Johar" userId="S::gayatri.johar@auxoai.com::d90a1b0c-ef15-4f13-ac92-7cd578d6c791" providerId="AD" clId="Web-{4E8103A3-0140-48A0-D7D9-1A45BE18322E}" dt="2025-03-28T11:22:10.739" v="25"/>
        <pc:sldMasterMkLst>
          <pc:docMk/>
          <pc:sldMasterMk cId="1225254397" sldId="2147483699"/>
        </pc:sldMasterMkLst>
        <pc:sldLayoutChg chg="add del replId">
          <pc:chgData name="Gayatri Johar" userId="S::gayatri.johar@auxoai.com::d90a1b0c-ef15-4f13-ac92-7cd578d6c791" providerId="AD" clId="Web-{4E8103A3-0140-48A0-D7D9-1A45BE18322E}" dt="2025-03-28T11:22:10.739" v="25"/>
          <pc:sldLayoutMkLst>
            <pc:docMk/>
            <pc:sldMasterMk cId="1225254397" sldId="2147483699"/>
            <pc:sldLayoutMk cId="1282802060" sldId="2147483842"/>
          </pc:sldLayoutMkLst>
        </pc:sldLayoutChg>
      </pc:sldMasterChg>
      <pc:sldMasterChg chg="add addSldLayout">
        <pc:chgData name="Gayatri Johar" userId="S::gayatri.johar@auxoai.com::d90a1b0c-ef15-4f13-ac92-7cd578d6c791" providerId="AD" clId="Web-{4E8103A3-0140-48A0-D7D9-1A45BE18322E}" dt="2025-03-28T11:22:10.926" v="26"/>
        <pc:sldMasterMkLst>
          <pc:docMk/>
          <pc:sldMasterMk cId="1418755924" sldId="2147483842"/>
        </pc:sldMasterMkLst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2173119018" sldId="2147483843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60500250" sldId="2147483844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3132637204" sldId="2147483845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895474702" sldId="2147483846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472389861" sldId="2147483847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42"/>
            <pc:sldLayoutMk cId="3483801863" sldId="2147483848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811647119" sldId="2147483849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206236958" sldId="2147483850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2204875818" sldId="2147483851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421107134" sldId="2147483852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109053717" sldId="2147483853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3779310402" sldId="2147483854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3784633338" sldId="2147483855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2883342940" sldId="2147483856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3656032988" sldId="2147483857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3954460734" sldId="2147483858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2114593934" sldId="2147483859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575734526" sldId="2147483860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2205456303" sldId="2147483861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535978961" sldId="2147483862"/>
          </pc:sldLayoutMkLst>
        </pc:sldLayoutChg>
        <pc:sldLayoutChg chg="add">
          <pc:chgData name="Gayatri Johar" userId="S::gayatri.johar@auxoai.com::d90a1b0c-ef15-4f13-ac92-7cd578d6c791" providerId="AD" clId="Web-{4E8103A3-0140-48A0-D7D9-1A45BE18322E}" dt="2025-03-28T11:22:10.926" v="26"/>
          <pc:sldLayoutMkLst>
            <pc:docMk/>
            <pc:sldMasterMk cId="1418755924" sldId="2147483825"/>
            <pc:sldLayoutMk cId="1276510283" sldId="2147483863"/>
          </pc:sldLayoutMkLst>
        </pc:sldLayoutChg>
      </pc:sldMasterChg>
    </pc:docChg>
  </pc:docChgLst>
  <pc:docChgLst>
    <pc:chgData name="Sharath Desai" userId="fce790d7-fbe9-4b29-bd1c-8247f50838b9" providerId="ADAL" clId="{50400A57-CA78-4870-A4EE-BE9C182C0556}"/>
    <pc:docChg chg="undo custSel addSld delSld modSld sldOrd">
      <pc:chgData name="Sharath Desai" userId="fce790d7-fbe9-4b29-bd1c-8247f50838b9" providerId="ADAL" clId="{50400A57-CA78-4870-A4EE-BE9C182C0556}" dt="2025-04-09T10:36:20.789" v="1608" actId="478"/>
      <pc:docMkLst>
        <pc:docMk/>
      </pc:docMkLst>
      <pc:sldChg chg="addSp modSp mod">
        <pc:chgData name="Sharath Desai" userId="fce790d7-fbe9-4b29-bd1c-8247f50838b9" providerId="ADAL" clId="{50400A57-CA78-4870-A4EE-BE9C182C0556}" dt="2025-04-07T12:17:30.674" v="752" actId="208"/>
        <pc:sldMkLst>
          <pc:docMk/>
          <pc:sldMk cId="3920808885" sldId="257"/>
        </pc:sldMkLst>
      </pc:sldChg>
      <pc:sldChg chg="modSp mod">
        <pc:chgData name="Sharath Desai" userId="fce790d7-fbe9-4b29-bd1c-8247f50838b9" providerId="ADAL" clId="{50400A57-CA78-4870-A4EE-BE9C182C0556}" dt="2025-04-07T10:53:57.427" v="677" actId="20577"/>
        <pc:sldMkLst>
          <pc:docMk/>
          <pc:sldMk cId="726711079" sldId="258"/>
        </pc:sldMkLst>
        <pc:spChg chg="mod">
          <ac:chgData name="Sharath Desai" userId="fce790d7-fbe9-4b29-bd1c-8247f50838b9" providerId="ADAL" clId="{50400A57-CA78-4870-A4EE-BE9C182C0556}" dt="2025-04-07T10:53:57.427" v="677" actId="20577"/>
          <ac:spMkLst>
            <pc:docMk/>
            <pc:sldMk cId="726711079" sldId="258"/>
            <ac:spMk id="55" creationId="{0437E8A7-62B0-D128-58FE-295E8E5D9EF5}"/>
          </ac:spMkLst>
        </pc:spChg>
        <pc:spChg chg="mod">
          <ac:chgData name="Sharath Desai" userId="fce790d7-fbe9-4b29-bd1c-8247f50838b9" providerId="ADAL" clId="{50400A57-CA78-4870-A4EE-BE9C182C0556}" dt="2025-04-07T10:53:53.884" v="676" actId="20577"/>
          <ac:spMkLst>
            <pc:docMk/>
            <pc:sldMk cId="726711079" sldId="258"/>
            <ac:spMk id="4139" creationId="{BFB2DA72-A0D0-BB61-DFE5-8919A52399CC}"/>
          </ac:spMkLst>
        </pc:spChg>
      </pc:sldChg>
      <pc:sldChg chg="add del setBg">
        <pc:chgData name="Sharath Desai" userId="fce790d7-fbe9-4b29-bd1c-8247f50838b9" providerId="ADAL" clId="{50400A57-CA78-4870-A4EE-BE9C182C0556}" dt="2025-04-07T12:17:53.090" v="754"/>
        <pc:sldMkLst>
          <pc:docMk/>
          <pc:sldMk cId="2390664802" sldId="259"/>
        </pc:sldMkLst>
      </pc:sldChg>
      <pc:sldChg chg="addSp delSp modSp add mod">
        <pc:chgData name="Sharath Desai" userId="fce790d7-fbe9-4b29-bd1c-8247f50838b9" providerId="ADAL" clId="{50400A57-CA78-4870-A4EE-BE9C182C0556}" dt="2025-04-07T12:27:07.064" v="1110" actId="20577"/>
        <pc:sldMkLst>
          <pc:docMk/>
          <pc:sldMk cId="3012544152" sldId="259"/>
        </pc:sldMkLst>
        <pc:spChg chg="mod">
          <ac:chgData name="Sharath Desai" userId="fce790d7-fbe9-4b29-bd1c-8247f50838b9" providerId="ADAL" clId="{50400A57-CA78-4870-A4EE-BE9C182C0556}" dt="2025-04-07T12:27:07.064" v="1110" actId="20577"/>
          <ac:spMkLst>
            <pc:docMk/>
            <pc:sldMk cId="3012544152" sldId="259"/>
            <ac:spMk id="36" creationId="{39051E7E-42A8-6D8D-9798-268EB41121F2}"/>
          </ac:spMkLst>
        </pc:spChg>
      </pc:sldChg>
      <pc:sldChg chg="addSp delSp modSp mod">
        <pc:chgData name="Sharath Desai" userId="fce790d7-fbe9-4b29-bd1c-8247f50838b9" providerId="ADAL" clId="{50400A57-CA78-4870-A4EE-BE9C182C0556}" dt="2025-04-08T11:22:50.226" v="1158" actId="207"/>
        <pc:sldMkLst>
          <pc:docMk/>
          <pc:sldMk cId="4109387466" sldId="260"/>
        </pc:sldMkLst>
        <pc:graphicFrameChg chg="mod modGraphic">
          <ac:chgData name="Sharath Desai" userId="fce790d7-fbe9-4b29-bd1c-8247f50838b9" providerId="ADAL" clId="{50400A57-CA78-4870-A4EE-BE9C182C0556}" dt="2025-04-08T11:22:50.226" v="1158" actId="207"/>
          <ac:graphicFrameMkLst>
            <pc:docMk/>
            <pc:sldMk cId="4109387466" sldId="260"/>
            <ac:graphicFrameMk id="3" creationId="{B8A22B91-64FD-C5E3-DD4D-986C51AA48A7}"/>
          </ac:graphicFrameMkLst>
        </pc:graphicFrameChg>
      </pc:sldChg>
      <pc:sldChg chg="addSp delSp modSp mod">
        <pc:chgData name="Sharath Desai" userId="fce790d7-fbe9-4b29-bd1c-8247f50838b9" providerId="ADAL" clId="{50400A57-CA78-4870-A4EE-BE9C182C0556}" dt="2025-04-08T16:13:00.791" v="1586" actId="20577"/>
        <pc:sldMkLst>
          <pc:docMk/>
          <pc:sldMk cId="4151967721" sldId="270"/>
        </pc:sldMkLst>
        <pc:spChg chg="add mod">
          <ac:chgData name="Sharath Desai" userId="fce790d7-fbe9-4b29-bd1c-8247f50838b9" providerId="ADAL" clId="{50400A57-CA78-4870-A4EE-BE9C182C0556}" dt="2025-04-08T16:13:00.791" v="1586" actId="20577"/>
          <ac:spMkLst>
            <pc:docMk/>
            <pc:sldMk cId="4151967721" sldId="270"/>
            <ac:spMk id="2" creationId="{5BA59BBE-B7EF-E23F-0D9F-642C3288E337}"/>
          </ac:spMkLst>
        </pc:spChg>
        <pc:spChg chg="mod">
          <ac:chgData name="Sharath Desai" userId="fce790d7-fbe9-4b29-bd1c-8247f50838b9" providerId="ADAL" clId="{50400A57-CA78-4870-A4EE-BE9C182C0556}" dt="2025-04-08T16:11:25.917" v="1560" actId="20577"/>
          <ac:spMkLst>
            <pc:docMk/>
            <pc:sldMk cId="4151967721" sldId="270"/>
            <ac:spMk id="5" creationId="{D6513C1A-F9EC-AD7C-67F4-3EE4CE663BE4}"/>
          </ac:spMkLst>
        </pc:spChg>
        <pc:spChg chg="add mod">
          <ac:chgData name="Sharath Desai" userId="fce790d7-fbe9-4b29-bd1c-8247f50838b9" providerId="ADAL" clId="{50400A57-CA78-4870-A4EE-BE9C182C0556}" dt="2025-04-08T16:11:06.398" v="1555" actId="1076"/>
          <ac:spMkLst>
            <pc:docMk/>
            <pc:sldMk cId="4151967721" sldId="270"/>
            <ac:spMk id="6" creationId="{BFA314A7-745A-096B-C5F9-248DA324F02F}"/>
          </ac:spMkLst>
        </pc:spChg>
      </pc:sldChg>
      <pc:sldChg chg="add">
        <pc:chgData name="Sharath Desai" userId="fce790d7-fbe9-4b29-bd1c-8247f50838b9" providerId="ADAL" clId="{50400A57-CA78-4870-A4EE-BE9C182C0556}" dt="2025-04-08T16:11:20.962" v="1558"/>
        <pc:sldMkLst>
          <pc:docMk/>
          <pc:sldMk cId="267990218" sldId="273"/>
        </pc:sldMkLst>
      </pc:sldChg>
      <pc:sldChg chg="add del">
        <pc:chgData name="Sharath Desai" userId="fce790d7-fbe9-4b29-bd1c-8247f50838b9" providerId="ADAL" clId="{50400A57-CA78-4870-A4EE-BE9C182C0556}" dt="2025-04-08T16:11:13.005" v="1557"/>
        <pc:sldMkLst>
          <pc:docMk/>
          <pc:sldMk cId="3306472443" sldId="273"/>
        </pc:sldMkLst>
      </pc:sldChg>
      <pc:sldChg chg="modSp add mod">
        <pc:chgData name="Sharath Desai" userId="fce790d7-fbe9-4b29-bd1c-8247f50838b9" providerId="ADAL" clId="{50400A57-CA78-4870-A4EE-BE9C182C0556}" dt="2025-04-07T11:11:41.473" v="742" actId="1076"/>
        <pc:sldMkLst>
          <pc:docMk/>
          <pc:sldMk cId="797411866" sldId="294"/>
        </pc:sldMkLst>
      </pc:sldChg>
      <pc:sldChg chg="mod modShow">
        <pc:chgData name="Sharath Desai" userId="fce790d7-fbe9-4b29-bd1c-8247f50838b9" providerId="ADAL" clId="{50400A57-CA78-4870-A4EE-BE9C182C0556}" dt="2025-04-04T12:36:47.523" v="97" actId="729"/>
        <pc:sldMkLst>
          <pc:docMk/>
          <pc:sldMk cId="2805248488" sldId="2147483537"/>
        </pc:sldMkLst>
      </pc:sldChg>
      <pc:sldChg chg="addSp delSp modSp mod ord">
        <pc:chgData name="Sharath Desai" userId="fce790d7-fbe9-4b29-bd1c-8247f50838b9" providerId="ADAL" clId="{50400A57-CA78-4870-A4EE-BE9C182C0556}" dt="2025-04-04T13:24:02.547" v="281" actId="20577"/>
        <pc:sldMkLst>
          <pc:docMk/>
          <pc:sldMk cId="998228584" sldId="2147483538"/>
        </pc:sldMkLst>
      </pc:sldChg>
      <pc:sldChg chg="addSp delSp modSp mod">
        <pc:chgData name="Sharath Desai" userId="fce790d7-fbe9-4b29-bd1c-8247f50838b9" providerId="ADAL" clId="{50400A57-CA78-4870-A4EE-BE9C182C0556}" dt="2025-04-04T16:21:06.797" v="645" actId="478"/>
        <pc:sldMkLst>
          <pc:docMk/>
          <pc:sldMk cId="76120002" sldId="2147483555"/>
        </pc:sldMkLst>
      </pc:sldChg>
      <pc:sldChg chg="addSp delSp modSp mod ord">
        <pc:chgData name="Sharath Desai" userId="fce790d7-fbe9-4b29-bd1c-8247f50838b9" providerId="ADAL" clId="{50400A57-CA78-4870-A4EE-BE9C182C0556}" dt="2025-04-04T13:50:22.364" v="303"/>
        <pc:sldMkLst>
          <pc:docMk/>
          <pc:sldMk cId="3159965949" sldId="2147483555"/>
        </pc:sldMkLst>
      </pc:sldChg>
      <pc:sldChg chg="addSp delSp modSp mod modNotesTx">
        <pc:chgData name="Sharath Desai" userId="fce790d7-fbe9-4b29-bd1c-8247f50838b9" providerId="ADAL" clId="{50400A57-CA78-4870-A4EE-BE9C182C0556}" dt="2025-04-09T10:36:20.789" v="1608" actId="478"/>
        <pc:sldMkLst>
          <pc:docMk/>
          <pc:sldMk cId="1728829952" sldId="2147483576"/>
        </pc:sldMkLst>
        <pc:spChg chg="mod">
          <ac:chgData name="Sharath Desai" userId="fce790d7-fbe9-4b29-bd1c-8247f50838b9" providerId="ADAL" clId="{50400A57-CA78-4870-A4EE-BE9C182C0556}" dt="2025-04-09T10:35:53.868" v="1605" actId="208"/>
          <ac:spMkLst>
            <pc:docMk/>
            <pc:sldMk cId="1728829952" sldId="2147483576"/>
            <ac:spMk id="3" creationId="{A6EB926A-C834-7231-20C4-D0C59CB7F65B}"/>
          </ac:spMkLst>
        </pc:spChg>
        <pc:spChg chg="mod">
          <ac:chgData name="Sharath Desai" userId="fce790d7-fbe9-4b29-bd1c-8247f50838b9" providerId="ADAL" clId="{50400A57-CA78-4870-A4EE-BE9C182C0556}" dt="2025-04-08T11:02:08.156" v="1129" actId="20577"/>
          <ac:spMkLst>
            <pc:docMk/>
            <pc:sldMk cId="1728829952" sldId="2147483576"/>
            <ac:spMk id="23" creationId="{DB40F70D-3594-DADB-24A6-69A1A1758755}"/>
          </ac:spMkLst>
        </pc:spChg>
        <pc:spChg chg="mod">
          <ac:chgData name="Sharath Desai" userId="fce790d7-fbe9-4b29-bd1c-8247f50838b9" providerId="ADAL" clId="{50400A57-CA78-4870-A4EE-BE9C182C0556}" dt="2025-04-09T10:36:04.559" v="1606" actId="208"/>
          <ac:spMkLst>
            <pc:docMk/>
            <pc:sldMk cId="1728829952" sldId="2147483576"/>
            <ac:spMk id="29" creationId="{603E6619-12BB-4D89-A694-EAF724C75B95}"/>
          </ac:spMkLst>
        </pc:spChg>
        <pc:spChg chg="mod">
          <ac:chgData name="Sharath Desai" userId="fce790d7-fbe9-4b29-bd1c-8247f50838b9" providerId="ADAL" clId="{50400A57-CA78-4870-A4EE-BE9C182C0556}" dt="2025-04-09T10:35:25.564" v="1602" actId="20577"/>
          <ac:spMkLst>
            <pc:docMk/>
            <pc:sldMk cId="1728829952" sldId="2147483576"/>
            <ac:spMk id="36" creationId="{C71F0B43-0B33-5BA5-1DEE-B00E02BB9858}"/>
          </ac:spMkLst>
        </pc:spChg>
        <pc:spChg chg="mod">
          <ac:chgData name="Sharath Desai" userId="fce790d7-fbe9-4b29-bd1c-8247f50838b9" providerId="ADAL" clId="{50400A57-CA78-4870-A4EE-BE9C182C0556}" dt="2025-04-09T10:35:44.168" v="1604" actId="208"/>
          <ac:spMkLst>
            <pc:docMk/>
            <pc:sldMk cId="1728829952" sldId="2147483576"/>
            <ac:spMk id="105" creationId="{ED81DD74-3CF4-FBB3-CE42-CF59CF66E0FE}"/>
          </ac:spMkLst>
        </pc:spChg>
        <pc:spChg chg="mod">
          <ac:chgData name="Sharath Desai" userId="fce790d7-fbe9-4b29-bd1c-8247f50838b9" providerId="ADAL" clId="{50400A57-CA78-4870-A4EE-BE9C182C0556}" dt="2025-04-09T10:35:44.168" v="1604" actId="208"/>
          <ac:spMkLst>
            <pc:docMk/>
            <pc:sldMk cId="1728829952" sldId="2147483576"/>
            <ac:spMk id="136" creationId="{9F497544-41B4-1EB4-CA65-D785894004E8}"/>
          </ac:spMkLst>
        </pc:spChg>
        <pc:spChg chg="mod">
          <ac:chgData name="Sharath Desai" userId="fce790d7-fbe9-4b29-bd1c-8247f50838b9" providerId="ADAL" clId="{50400A57-CA78-4870-A4EE-BE9C182C0556}" dt="2025-04-09T10:35:44.168" v="1604" actId="208"/>
          <ac:spMkLst>
            <pc:docMk/>
            <pc:sldMk cId="1728829952" sldId="2147483576"/>
            <ac:spMk id="150" creationId="{208902F0-30C8-49D7-DC02-5F39646C87BD}"/>
          </ac:spMkLst>
        </pc:spChg>
        <pc:spChg chg="mod">
          <ac:chgData name="Sharath Desai" userId="fce790d7-fbe9-4b29-bd1c-8247f50838b9" providerId="ADAL" clId="{50400A57-CA78-4870-A4EE-BE9C182C0556}" dt="2025-04-09T10:35:44.168" v="1604" actId="208"/>
          <ac:spMkLst>
            <pc:docMk/>
            <pc:sldMk cId="1728829952" sldId="2147483576"/>
            <ac:spMk id="151" creationId="{F5A35FD8-06AE-2952-03AB-5F44AE62F032}"/>
          </ac:spMkLst>
        </pc:spChg>
        <pc:spChg chg="mod">
          <ac:chgData name="Sharath Desai" userId="fce790d7-fbe9-4b29-bd1c-8247f50838b9" providerId="ADAL" clId="{50400A57-CA78-4870-A4EE-BE9C182C0556}" dt="2025-04-09T10:36:13.195" v="1607" actId="208"/>
          <ac:spMkLst>
            <pc:docMk/>
            <pc:sldMk cId="1728829952" sldId="2147483576"/>
            <ac:spMk id="175" creationId="{6D02AC0F-1925-9CBD-AA3A-4F4ADC767F2D}"/>
          </ac:spMkLst>
        </pc:spChg>
        <pc:spChg chg="mod ord">
          <ac:chgData name="Sharath Desai" userId="fce790d7-fbe9-4b29-bd1c-8247f50838b9" providerId="ADAL" clId="{50400A57-CA78-4870-A4EE-BE9C182C0556}" dt="2025-04-08T11:00:18.870" v="1111" actId="167"/>
          <ac:spMkLst>
            <pc:docMk/>
            <pc:sldMk cId="1728829952" sldId="2147483576"/>
            <ac:spMk id="236" creationId="{874023CD-C6BB-5A1C-8EF0-5EA5802F6D41}"/>
          </ac:spMkLst>
        </pc:spChg>
        <pc:picChg chg="add del mod">
          <ac:chgData name="Sharath Desai" userId="fce790d7-fbe9-4b29-bd1c-8247f50838b9" providerId="ADAL" clId="{50400A57-CA78-4870-A4EE-BE9C182C0556}" dt="2025-04-07T11:09:45.091" v="740" actId="1076"/>
          <ac:picMkLst>
            <pc:docMk/>
            <pc:sldMk cId="1728829952" sldId="2147483576"/>
            <ac:picMk id="20" creationId="{ADD0C175-5555-3FCA-0F2B-AD3361C01A68}"/>
          </ac:picMkLst>
        </pc:picChg>
        <pc:picChg chg="mod">
          <ac:chgData name="Sharath Desai" userId="fce790d7-fbe9-4b29-bd1c-8247f50838b9" providerId="ADAL" clId="{50400A57-CA78-4870-A4EE-BE9C182C0556}" dt="2025-04-08T11:00:55.988" v="1113" actId="208"/>
          <ac:picMkLst>
            <pc:docMk/>
            <pc:sldMk cId="1728829952" sldId="2147483576"/>
            <ac:picMk id="223" creationId="{C599C964-3D58-B136-DA5D-C8B66994D266}"/>
          </ac:picMkLst>
        </pc:picChg>
      </pc:sldChg>
      <pc:sldChg chg="addSp delSp modSp mod">
        <pc:chgData name="Sharath Desai" userId="fce790d7-fbe9-4b29-bd1c-8247f50838b9" providerId="ADAL" clId="{50400A57-CA78-4870-A4EE-BE9C182C0556}" dt="2025-04-04T13:49:50.418" v="301" actId="20577"/>
        <pc:sldMkLst>
          <pc:docMk/>
          <pc:sldMk cId="2851060282" sldId="2147483576"/>
        </pc:sldMkLst>
      </pc:sldChg>
    </pc:docChg>
  </pc:docChgLst>
  <pc:docChgLst>
    <pc:chgData name="Sharath Desai" userId="S::sharath.desai@auxoai.com::fce790d7-fbe9-4b29-bd1c-8247f50838b9" providerId="AD" clId="Web-{158BC3EB-E5A5-14CA-E16C-644AD126CEAD}"/>
    <pc:docChg chg="modSld">
      <pc:chgData name="Sharath Desai" userId="S::sharath.desai@auxoai.com::fce790d7-fbe9-4b29-bd1c-8247f50838b9" providerId="AD" clId="Web-{158BC3EB-E5A5-14CA-E16C-644AD126CEAD}" dt="2025-04-08T10:51:47.780" v="27"/>
      <pc:docMkLst>
        <pc:docMk/>
      </pc:docMkLst>
      <pc:sldChg chg="addSp">
        <pc:chgData name="Sharath Desai" userId="S::sharath.desai@auxoai.com::fce790d7-fbe9-4b29-bd1c-8247f50838b9" providerId="AD" clId="Web-{158BC3EB-E5A5-14CA-E16C-644AD126CEAD}" dt="2025-04-08T10:30:58.729" v="0"/>
        <pc:sldMkLst>
          <pc:docMk/>
          <pc:sldMk cId="726711079" sldId="258"/>
        </pc:sldMkLst>
        <pc:spChg chg="add">
          <ac:chgData name="Sharath Desai" userId="S::sharath.desai@auxoai.com::fce790d7-fbe9-4b29-bd1c-8247f50838b9" providerId="AD" clId="Web-{158BC3EB-E5A5-14CA-E16C-644AD126CEAD}" dt="2025-04-08T10:30:58.729" v="0"/>
          <ac:spMkLst>
            <pc:docMk/>
            <pc:sldMk cId="726711079" sldId="258"/>
            <ac:spMk id="3" creationId="{5C744DDD-35B1-D2BB-AC07-C686E2C155BD}"/>
          </ac:spMkLst>
        </pc:spChg>
      </pc:sldChg>
      <pc:sldChg chg="delSp modSp">
        <pc:chgData name="Sharath Desai" userId="S::sharath.desai@auxoai.com::fce790d7-fbe9-4b29-bd1c-8247f50838b9" providerId="AD" clId="Web-{158BC3EB-E5A5-14CA-E16C-644AD126CEAD}" dt="2025-04-08T10:31:19.183" v="7"/>
        <pc:sldMkLst>
          <pc:docMk/>
          <pc:sldMk cId="114130097" sldId="261"/>
        </pc:sldMkLst>
        <pc:spChg chg="mod">
          <ac:chgData name="Sharath Desai" userId="S::sharath.desai@auxoai.com::fce790d7-fbe9-4b29-bd1c-8247f50838b9" providerId="AD" clId="Web-{158BC3EB-E5A5-14CA-E16C-644AD126CEAD}" dt="2025-04-08T10:31:11.230" v="2" actId="20577"/>
          <ac:spMkLst>
            <pc:docMk/>
            <pc:sldMk cId="114130097" sldId="261"/>
            <ac:spMk id="45" creationId="{37BF56CB-A067-F359-B808-61863522DFDE}"/>
          </ac:spMkLst>
        </pc:spChg>
        <pc:spChg chg="mod">
          <ac:chgData name="Sharath Desai" userId="S::sharath.desai@auxoai.com::fce790d7-fbe9-4b29-bd1c-8247f50838b9" providerId="AD" clId="Web-{158BC3EB-E5A5-14CA-E16C-644AD126CEAD}" dt="2025-04-08T10:31:13.417" v="4" actId="20577"/>
          <ac:spMkLst>
            <pc:docMk/>
            <pc:sldMk cId="114130097" sldId="261"/>
            <ac:spMk id="47" creationId="{F3CEC03F-4B43-2D45-A840-05A46E2EA8A0}"/>
          </ac:spMkLst>
        </pc:spChg>
        <pc:spChg chg="mod">
          <ac:chgData name="Sharath Desai" userId="S::sharath.desai@auxoai.com::fce790d7-fbe9-4b29-bd1c-8247f50838b9" providerId="AD" clId="Web-{158BC3EB-E5A5-14CA-E16C-644AD126CEAD}" dt="2025-04-08T10:31:16.277" v="6" actId="20577"/>
          <ac:spMkLst>
            <pc:docMk/>
            <pc:sldMk cId="114130097" sldId="261"/>
            <ac:spMk id="48" creationId="{348832B9-C0D8-AEB6-DD69-4589D56FE4F3}"/>
          </ac:spMkLst>
        </pc:spChg>
      </pc:sldChg>
      <pc:sldChg chg="modSp">
        <pc:chgData name="Sharath Desai" userId="S::sharath.desai@auxoai.com::fce790d7-fbe9-4b29-bd1c-8247f50838b9" providerId="AD" clId="Web-{158BC3EB-E5A5-14CA-E16C-644AD126CEAD}" dt="2025-04-08T10:51:47.780" v="27"/>
        <pc:sldMkLst>
          <pc:docMk/>
          <pc:sldMk cId="1746088178" sldId="267"/>
        </pc:sldMkLst>
        <pc:graphicFrameChg chg="mod modGraphic">
          <ac:chgData name="Sharath Desai" userId="S::sharath.desai@auxoai.com::fce790d7-fbe9-4b29-bd1c-8247f50838b9" providerId="AD" clId="Web-{158BC3EB-E5A5-14CA-E16C-644AD126CEAD}" dt="2025-04-08T10:51:47.780" v="27"/>
          <ac:graphicFrameMkLst>
            <pc:docMk/>
            <pc:sldMk cId="1746088178" sldId="267"/>
            <ac:graphicFrameMk id="3" creationId="{1A230BF7-9D6D-C16D-E624-5E311BDFB256}"/>
          </ac:graphicFrameMkLst>
        </pc:graphicFrameChg>
      </pc:sldChg>
    </pc:docChg>
  </pc:docChgLst>
  <pc:docChgLst>
    <pc:chgData name="Sharath Desai" userId="S::sharath.desai@auxoai.com::fce790d7-fbe9-4b29-bd1c-8247f50838b9" providerId="AD" clId="Web-{636FB055-3000-7FB5-397A-35A01217DC7B}"/>
    <pc:docChg chg="modSld">
      <pc:chgData name="Sharath Desai" userId="S::sharath.desai@auxoai.com::fce790d7-fbe9-4b29-bd1c-8247f50838b9" providerId="AD" clId="Web-{636FB055-3000-7FB5-397A-35A01217DC7B}" dt="2025-04-08T15:58:09.804" v="149" actId="20577"/>
      <pc:docMkLst>
        <pc:docMk/>
      </pc:docMkLst>
      <pc:sldChg chg="modSp">
        <pc:chgData name="Sharath Desai" userId="S::sharath.desai@auxoai.com::fce790d7-fbe9-4b29-bd1c-8247f50838b9" providerId="AD" clId="Web-{636FB055-3000-7FB5-397A-35A01217DC7B}" dt="2025-04-08T15:58:09.804" v="149" actId="20577"/>
        <pc:sldMkLst>
          <pc:docMk/>
          <pc:sldMk cId="4151967721" sldId="270"/>
        </pc:sldMkLst>
      </pc:sldChg>
      <pc:sldChg chg="addSp modSp">
        <pc:chgData name="Sharath Desai" userId="S::sharath.desai@auxoai.com::fce790d7-fbe9-4b29-bd1c-8247f50838b9" providerId="AD" clId="Web-{636FB055-3000-7FB5-397A-35A01217DC7B}" dt="2025-04-08T15:57:13.898" v="98" actId="14100"/>
        <pc:sldMkLst>
          <pc:docMk/>
          <pc:sldMk cId="1728829952" sldId="2147483576"/>
        </pc:sldMkLst>
        <pc:spChg chg="add mod">
          <ac:chgData name="Sharath Desai" userId="S::sharath.desai@auxoai.com::fce790d7-fbe9-4b29-bd1c-8247f50838b9" providerId="AD" clId="Web-{636FB055-3000-7FB5-397A-35A01217DC7B}" dt="2025-04-08T15:50:20.241" v="27"/>
          <ac:spMkLst>
            <pc:docMk/>
            <pc:sldMk cId="1728829952" sldId="2147483576"/>
            <ac:spMk id="16" creationId="{490354F4-D579-D040-E973-CC662CDAF2AF}"/>
          </ac:spMkLst>
        </pc:spChg>
        <pc:spChg chg="add mod">
          <ac:chgData name="Sharath Desai" userId="S::sharath.desai@auxoai.com::fce790d7-fbe9-4b29-bd1c-8247f50838b9" providerId="AD" clId="Web-{636FB055-3000-7FB5-397A-35A01217DC7B}" dt="2025-04-08T15:57:13.898" v="98" actId="14100"/>
          <ac:spMkLst>
            <pc:docMk/>
            <pc:sldMk cId="1728829952" sldId="2147483576"/>
            <ac:spMk id="17" creationId="{05F38040-BA7C-8904-C799-A25AA5156F7E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6:02.426" v="0"/>
          <ac:spMkLst>
            <pc:docMk/>
            <pc:sldMk cId="1728829952" sldId="2147483576"/>
            <ac:spMk id="45" creationId="{CE2A88BE-2170-BEFC-791D-5BC43D568A4F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52:19.476" v="30"/>
          <ac:spMkLst>
            <pc:docMk/>
            <pc:sldMk cId="1728829952" sldId="2147483576"/>
            <ac:spMk id="55" creationId="{F31063E4-568D-D69D-BF59-49EC46AE23E3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6:10.379" v="1"/>
          <ac:spMkLst>
            <pc:docMk/>
            <pc:sldMk cId="1728829952" sldId="2147483576"/>
            <ac:spMk id="76" creationId="{A0A6B659-21B2-22F8-3829-9637A824584E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6:28.239" v="3"/>
          <ac:spMkLst>
            <pc:docMk/>
            <pc:sldMk cId="1728829952" sldId="2147483576"/>
            <ac:spMk id="108" creationId="{43E0A8CB-15C5-FF9F-41B2-33D105C10515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6:22.801" v="2"/>
          <ac:spMkLst>
            <pc:docMk/>
            <pc:sldMk cId="1728829952" sldId="2147483576"/>
            <ac:spMk id="118" creationId="{6C2B3308-5BC9-28E1-99A4-A1BBB0116053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7:57.491" v="15"/>
          <ac:spMkLst>
            <pc:docMk/>
            <pc:sldMk cId="1728829952" sldId="2147483576"/>
            <ac:spMk id="168" creationId="{AE66BB08-54EE-4E26-EBBE-C2B44E1ECE85}"/>
          </ac:spMkLst>
        </pc:spChg>
        <pc:spChg chg="mod">
          <ac:chgData name="Sharath Desai" userId="S::sharath.desai@auxoai.com::fce790d7-fbe9-4b29-bd1c-8247f50838b9" providerId="AD" clId="Web-{636FB055-3000-7FB5-397A-35A01217DC7B}" dt="2025-04-08T15:49:35.194" v="24"/>
          <ac:spMkLst>
            <pc:docMk/>
            <pc:sldMk cId="1728829952" sldId="2147483576"/>
            <ac:spMk id="169" creationId="{9CA38957-0FBC-DD1D-7D7A-3B2472F72CBE}"/>
          </ac:spMkLst>
        </pc:spChg>
        <pc:picChg chg="add mod">
          <ac:chgData name="Sharath Desai" userId="S::sharath.desai@auxoai.com::fce790d7-fbe9-4b29-bd1c-8247f50838b9" providerId="AD" clId="Web-{636FB055-3000-7FB5-397A-35A01217DC7B}" dt="2025-04-08T15:48:54.101" v="23" actId="1076"/>
          <ac:picMkLst>
            <pc:docMk/>
            <pc:sldMk cId="1728829952" sldId="2147483576"/>
            <ac:picMk id="11" creationId="{5807F121-0E33-3CC9-C79A-2963FA97767E}"/>
          </ac:picMkLst>
        </pc:picChg>
        <pc:picChg chg="add mod">
          <ac:chgData name="Sharath Desai" userId="S::sharath.desai@auxoai.com::fce790d7-fbe9-4b29-bd1c-8247f50838b9" providerId="AD" clId="Web-{636FB055-3000-7FB5-397A-35A01217DC7B}" dt="2025-04-08T15:56:53.148" v="96" actId="1076"/>
          <ac:picMkLst>
            <pc:docMk/>
            <pc:sldMk cId="1728829952" sldId="2147483576"/>
            <ac:picMk id="24" creationId="{67A5F26E-E0A5-A0D8-6096-0C8BA41D5B45}"/>
          </ac:picMkLst>
        </pc:picChg>
        <pc:cxnChg chg="mod">
          <ac:chgData name="Sharath Desai" userId="S::sharath.desai@auxoai.com::fce790d7-fbe9-4b29-bd1c-8247f50838b9" providerId="AD" clId="Web-{636FB055-3000-7FB5-397A-35A01217DC7B}" dt="2025-04-08T15:54:09.757" v="31"/>
          <ac:cxnSpMkLst>
            <pc:docMk/>
            <pc:sldMk cId="1728829952" sldId="2147483576"/>
            <ac:cxnSpMk id="152" creationId="{0CC2C042-4311-72AF-5C19-E20EF81ADFF8}"/>
          </ac:cxnSpMkLst>
        </pc:cxnChg>
        <pc:cxnChg chg="mod">
          <ac:chgData name="Sharath Desai" userId="S::sharath.desai@auxoai.com::fce790d7-fbe9-4b29-bd1c-8247f50838b9" providerId="AD" clId="Web-{636FB055-3000-7FB5-397A-35A01217DC7B}" dt="2025-04-08T15:47:43.272" v="12"/>
          <ac:cxnSpMkLst>
            <pc:docMk/>
            <pc:sldMk cId="1728829952" sldId="2147483576"/>
            <ac:cxnSpMk id="1055" creationId="{00D1A294-8DB2-FBA9-A9A4-74AA827613F0}"/>
          </ac:cxnSpMkLst>
        </pc:cxnChg>
      </pc:sldChg>
    </pc:docChg>
  </pc:docChgLst>
  <pc:docChgLst>
    <pc:chgData name="Nitesh Goyal" userId="6d3d0ce7-b850-4749-80a4-f61a92fc5606" providerId="ADAL" clId="{AC248465-C28F-4C88-8A49-8AA714858D6C}"/>
    <pc:docChg chg="undo redo custSel addSld delSld modSld sldOrd delMainMaster addSection modSection">
      <pc:chgData name="Nitesh Goyal" userId="6d3d0ce7-b850-4749-80a4-f61a92fc5606" providerId="ADAL" clId="{AC248465-C28F-4C88-8A49-8AA714858D6C}" dt="2025-04-03T18:12:56.178" v="4954" actId="47"/>
      <pc:docMkLst>
        <pc:docMk/>
      </pc:docMkLst>
      <pc:sldChg chg="delSp modSp add mod">
        <pc:chgData name="Nitesh Goyal" userId="6d3d0ce7-b850-4749-80a4-f61a92fc5606" providerId="ADAL" clId="{AC248465-C28F-4C88-8A49-8AA714858D6C}" dt="2025-04-03T17:03:59.814" v="4946" actId="2165"/>
        <pc:sldMkLst>
          <pc:docMk/>
          <pc:sldMk cId="2958151319" sldId="256"/>
        </pc:sldMkLst>
      </pc:sldChg>
      <pc:sldChg chg="add del ord">
        <pc:chgData name="Nitesh Goyal" userId="6d3d0ce7-b850-4749-80a4-f61a92fc5606" providerId="ADAL" clId="{AC248465-C28F-4C88-8A49-8AA714858D6C}" dt="2025-04-03T18:12:54.422" v="4953" actId="47"/>
        <pc:sldMkLst>
          <pc:docMk/>
          <pc:sldMk cId="1650884293" sldId="257"/>
        </pc:sldMkLst>
      </pc:sldChg>
      <pc:sldChg chg="addSp delSp modSp add del mod modShow">
        <pc:chgData name="Nitesh Goyal" userId="6d3d0ce7-b850-4749-80a4-f61a92fc5606" providerId="ADAL" clId="{AC248465-C28F-4C88-8A49-8AA714858D6C}" dt="2025-04-03T14:38:13.961" v="4125" actId="47"/>
        <pc:sldMkLst>
          <pc:docMk/>
          <pc:sldMk cId="2872383856" sldId="257"/>
        </pc:sldMkLst>
      </pc:sldChg>
      <pc:sldChg chg="delSp modSp add mod">
        <pc:chgData name="Nitesh Goyal" userId="6d3d0ce7-b850-4749-80a4-f61a92fc5606" providerId="ADAL" clId="{AC248465-C28F-4C88-8A49-8AA714858D6C}" dt="2025-04-03T10:36:49.009" v="3546" actId="1038"/>
        <pc:sldMkLst>
          <pc:docMk/>
          <pc:sldMk cId="97389234" sldId="258"/>
        </pc:sldMkLst>
      </pc:sldChg>
      <pc:sldChg chg="addSp delSp modSp add del mod">
        <pc:chgData name="Nitesh Goyal" userId="6d3d0ce7-b850-4749-80a4-f61a92fc5606" providerId="ADAL" clId="{AC248465-C28F-4C88-8A49-8AA714858D6C}" dt="2025-04-03T10:14:28.252" v="3153" actId="47"/>
        <pc:sldMkLst>
          <pc:docMk/>
          <pc:sldMk cId="2873948967" sldId="258"/>
        </pc:sldMkLst>
      </pc:sldChg>
      <pc:sldChg chg="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1197788095" sldId="259"/>
        </pc:sldMkLst>
      </pc:sldChg>
      <pc:sldChg chg="modSp add del mod setBg modShow">
        <pc:chgData name="Nitesh Goyal" userId="6d3d0ce7-b850-4749-80a4-f61a92fc5606" providerId="ADAL" clId="{AC248465-C28F-4C88-8A49-8AA714858D6C}" dt="2025-03-27T09:54:41.329" v="352" actId="47"/>
        <pc:sldMkLst>
          <pc:docMk/>
          <pc:sldMk cId="4009996627" sldId="260"/>
        </pc:sldMkLst>
      </pc:sldChg>
      <pc:sldChg chg="addSp delSp modSp add mod">
        <pc:chgData name="Nitesh Goyal" userId="6d3d0ce7-b850-4749-80a4-f61a92fc5606" providerId="ADAL" clId="{AC248465-C28F-4C88-8A49-8AA714858D6C}" dt="2025-04-02T11:20:12.101" v="2941" actId="12"/>
        <pc:sldMkLst>
          <pc:docMk/>
          <pc:sldMk cId="4109387466" sldId="260"/>
        </pc:sldMkLst>
      </pc:sldChg>
      <pc:sldChg chg="add del mod ord setBg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1767000582" sldId="261"/>
        </pc:sldMkLst>
      </pc:sldChg>
      <pc:sldChg chg="addSp delSp modSp add del mod delAnim modShow">
        <pc:chgData name="Nitesh Goyal" userId="6d3d0ce7-b850-4749-80a4-f61a92fc5606" providerId="ADAL" clId="{AC248465-C28F-4C88-8A49-8AA714858D6C}" dt="2025-04-03T16:17:03.521" v="4784" actId="47"/>
        <pc:sldMkLst>
          <pc:docMk/>
          <pc:sldMk cId="2697653144" sldId="262"/>
        </pc:sldMkLst>
      </pc:sldChg>
      <pc:sldChg chg="addSp modSp add mod">
        <pc:chgData name="Nitesh Goyal" userId="6d3d0ce7-b850-4749-80a4-f61a92fc5606" providerId="ADAL" clId="{AC248465-C28F-4C88-8A49-8AA714858D6C}" dt="2025-04-03T16:20:24.804" v="4931" actId="2711"/>
        <pc:sldMkLst>
          <pc:docMk/>
          <pc:sldMk cId="3614508015" sldId="262"/>
        </pc:sldMkLst>
      </pc:sldChg>
      <pc:sldChg chg="modSp add del mod ord">
        <pc:chgData name="Nitesh Goyal" userId="6d3d0ce7-b850-4749-80a4-f61a92fc5606" providerId="ADAL" clId="{AC248465-C28F-4C88-8A49-8AA714858D6C}" dt="2025-04-03T14:37:09.072" v="4083" actId="47"/>
        <pc:sldMkLst>
          <pc:docMk/>
          <pc:sldMk cId="2085536527" sldId="263"/>
        </pc:sldMkLst>
      </pc:sldChg>
      <pc:sldChg chg="addSp delSp modSp add mod modShow">
        <pc:chgData name="Nitesh Goyal" userId="6d3d0ce7-b850-4749-80a4-f61a92fc5606" providerId="ADAL" clId="{AC248465-C28F-4C88-8A49-8AA714858D6C}" dt="2025-04-03T16:41:37.128" v="4936" actId="14734"/>
        <pc:sldMkLst>
          <pc:docMk/>
          <pc:sldMk cId="4157948562" sldId="263"/>
        </pc:sldMkLst>
      </pc:sldChg>
      <pc:sldChg chg="add del">
        <pc:chgData name="Nitesh Goyal" userId="6d3d0ce7-b850-4749-80a4-f61a92fc5606" providerId="ADAL" clId="{AC248465-C28F-4C88-8A49-8AA714858D6C}" dt="2025-04-03T13:56:41.921" v="3618"/>
        <pc:sldMkLst>
          <pc:docMk/>
          <pc:sldMk cId="1333101454" sldId="264"/>
        </pc:sldMkLst>
      </pc:sldChg>
      <pc:sldChg chg="addSp delSp modSp add mod">
        <pc:chgData name="Nitesh Goyal" userId="6d3d0ce7-b850-4749-80a4-f61a92fc5606" providerId="ADAL" clId="{AC248465-C28F-4C88-8A49-8AA714858D6C}" dt="2025-04-03T17:31:38.361" v="4952" actId="13926"/>
        <pc:sldMkLst>
          <pc:docMk/>
          <pc:sldMk cId="4102449113" sldId="264"/>
        </pc:sldMkLst>
      </pc:sldChg>
      <pc:sldChg chg="add del">
        <pc:chgData name="Nitesh Goyal" userId="6d3d0ce7-b850-4749-80a4-f61a92fc5606" providerId="ADAL" clId="{AC248465-C28F-4C88-8A49-8AA714858D6C}" dt="2025-04-03T14:37:05.819" v="4082" actId="47"/>
        <pc:sldMkLst>
          <pc:docMk/>
          <pc:sldMk cId="1757985621" sldId="265"/>
        </pc:sldMkLst>
      </pc:sldChg>
      <pc:sldChg chg="add del mod ord setBg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3239051794" sldId="267"/>
        </pc:sldMkLst>
      </pc:sldChg>
      <pc:sldChg chg="addSp delSp modSp add mod ord">
        <pc:chgData name="Nitesh Goyal" userId="6d3d0ce7-b850-4749-80a4-f61a92fc5606" providerId="ADAL" clId="{AC248465-C28F-4C88-8A49-8AA714858D6C}" dt="2025-04-02T11:11:31.834" v="2640" actId="20577"/>
        <pc:sldMkLst>
          <pc:docMk/>
          <pc:sldMk cId="2820042946" sldId="272"/>
        </pc:sldMkLst>
      </pc:sldChg>
      <pc:sldChg chg="modSp add del">
        <pc:chgData name="Nitesh Goyal" userId="6d3d0ce7-b850-4749-80a4-f61a92fc5606" providerId="ADAL" clId="{AC248465-C28F-4C88-8A49-8AA714858D6C}" dt="2025-04-03T18:12:54.422" v="4953" actId="47"/>
        <pc:sldMkLst>
          <pc:docMk/>
          <pc:sldMk cId="819139901" sldId="282"/>
        </pc:sldMkLst>
      </pc:sldChg>
      <pc:sldChg chg="modSp add del mod modShow">
        <pc:chgData name="Nitesh Goyal" userId="6d3d0ce7-b850-4749-80a4-f61a92fc5606" providerId="ADAL" clId="{AC248465-C28F-4C88-8A49-8AA714858D6C}" dt="2025-03-27T12:02:22.549" v="1076" actId="2696"/>
        <pc:sldMkLst>
          <pc:docMk/>
          <pc:sldMk cId="1445081402" sldId="282"/>
        </pc:sldMkLst>
      </pc:sldChg>
      <pc:sldChg chg="modSp 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2788377604" sldId="287"/>
        </pc:sldMkLst>
      </pc:sldChg>
      <pc:sldChg chg="modSp mod setBg">
        <pc:chgData name="Nitesh Goyal" userId="6d3d0ce7-b850-4749-80a4-f61a92fc5606" providerId="ADAL" clId="{AC248465-C28F-4C88-8A49-8AA714858D6C}" dt="2025-04-02T10:00:18.433" v="2284" actId="20577"/>
        <pc:sldMkLst>
          <pc:docMk/>
          <pc:sldMk cId="10332398" sldId="2147474335"/>
        </pc:sldMkLst>
      </pc:sldChg>
      <pc:sldChg chg="modSp add mod setBg">
        <pc:chgData name="Nitesh Goyal" userId="6d3d0ce7-b850-4749-80a4-f61a92fc5606" providerId="ADAL" clId="{AC248465-C28F-4C88-8A49-8AA714858D6C}" dt="2025-04-03T10:02:47.148" v="3095"/>
        <pc:sldMkLst>
          <pc:docMk/>
          <pc:sldMk cId="1031607525" sldId="2147474388"/>
        </pc:sldMkLst>
      </pc:sldChg>
      <pc:sldChg chg="setBg">
        <pc:chgData name="Nitesh Goyal" userId="6d3d0ce7-b850-4749-80a4-f61a92fc5606" providerId="ADAL" clId="{AC248465-C28F-4C88-8A49-8AA714858D6C}" dt="2025-03-26T11:05:42.566" v="86"/>
        <pc:sldMkLst>
          <pc:docMk/>
          <pc:sldMk cId="2148714988" sldId="2147482012"/>
        </pc:sldMkLst>
      </pc:sldChg>
      <pc:sldChg chg="add del mod ord setBg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1400620883" sldId="2147482058"/>
        </pc:sldMkLst>
      </pc:sldChg>
      <pc:sldChg chg="addSp delSp modSp add del mod ord setBg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392298507" sldId="2147482059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2497312545" sldId="2147482063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328782419" sldId="2147482064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3450739476" sldId="2147482065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2370914524" sldId="2147482066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1966223106" sldId="2147482067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3770976901" sldId="2147482068"/>
        </pc:sldMkLst>
      </pc:sldChg>
      <pc:sldChg chg="del">
        <pc:chgData name="Nitesh Goyal" userId="6d3d0ce7-b850-4749-80a4-f61a92fc5606" providerId="ADAL" clId="{AC248465-C28F-4C88-8A49-8AA714858D6C}" dt="2025-03-26T11:01:29.430" v="62" actId="47"/>
        <pc:sldMkLst>
          <pc:docMk/>
          <pc:sldMk cId="942521381" sldId="2147482069"/>
        </pc:sldMkLst>
      </pc:sldChg>
      <pc:sldChg chg="modSp add del mod ord setBg">
        <pc:chgData name="Nitesh Goyal" userId="6d3d0ce7-b850-4749-80a4-f61a92fc5606" providerId="ADAL" clId="{AC248465-C28F-4C88-8A49-8AA714858D6C}" dt="2025-04-02T11:21:59.640" v="2967" actId="2696"/>
        <pc:sldMkLst>
          <pc:docMk/>
          <pc:sldMk cId="2655226998" sldId="2147483504"/>
        </pc:sldMkLst>
      </pc:sldChg>
      <pc:sldChg chg="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3800875056" sldId="2147483504"/>
        </pc:sldMkLst>
      </pc:sldChg>
      <pc:sldChg chg="addSp delSp modSp 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2386533474" sldId="2147483532"/>
        </pc:sldMkLst>
      </pc:sldChg>
      <pc:sldChg chg="add del mod modShow">
        <pc:chgData name="Nitesh Goyal" userId="6d3d0ce7-b850-4749-80a4-f61a92fc5606" providerId="ADAL" clId="{AC248465-C28F-4C88-8A49-8AA714858D6C}" dt="2025-03-27T12:02:13.710" v="1074" actId="2696"/>
        <pc:sldMkLst>
          <pc:docMk/>
          <pc:sldMk cId="4049608525" sldId="2147483593"/>
        </pc:sldMkLst>
      </pc:sldChg>
      <pc:sldChg chg="modSp add del">
        <pc:chgData name="Nitesh Goyal" userId="6d3d0ce7-b850-4749-80a4-f61a92fc5606" providerId="ADAL" clId="{AC248465-C28F-4C88-8A49-8AA714858D6C}" dt="2025-04-03T18:12:54.422" v="4953" actId="47"/>
        <pc:sldMkLst>
          <pc:docMk/>
          <pc:sldMk cId="4057974515" sldId="2147483593"/>
        </pc:sldMkLst>
      </pc:sldChg>
      <pc:sldChg chg="modSp add del">
        <pc:chgData name="Nitesh Goyal" userId="6d3d0ce7-b850-4749-80a4-f61a92fc5606" providerId="ADAL" clId="{AC248465-C28F-4C88-8A49-8AA714858D6C}" dt="2025-04-03T18:12:54.422" v="4953" actId="47"/>
        <pc:sldMkLst>
          <pc:docMk/>
          <pc:sldMk cId="263774007" sldId="2147483594"/>
        </pc:sldMkLst>
      </pc:sldChg>
      <pc:sldChg chg="add del mod modShow">
        <pc:chgData name="Nitesh Goyal" userId="6d3d0ce7-b850-4749-80a4-f61a92fc5606" providerId="ADAL" clId="{AC248465-C28F-4C88-8A49-8AA714858D6C}" dt="2025-03-27T12:02:13.710" v="1074" actId="2696"/>
        <pc:sldMkLst>
          <pc:docMk/>
          <pc:sldMk cId="1977600775" sldId="2147483594"/>
        </pc:sldMkLst>
      </pc:sldChg>
      <pc:sldChg chg="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3948504342" sldId="2147483597"/>
        </pc:sldMkLst>
      </pc:sldChg>
      <pc:sldChg chg="add del mod modShow">
        <pc:chgData name="Nitesh Goyal" userId="6d3d0ce7-b850-4749-80a4-f61a92fc5606" providerId="ADAL" clId="{AC248465-C28F-4C88-8A49-8AA714858D6C}" dt="2025-03-27T09:54:40.065" v="351" actId="47"/>
        <pc:sldMkLst>
          <pc:docMk/>
          <pc:sldMk cId="2274001413" sldId="2147483632"/>
        </pc:sldMkLst>
      </pc:sldChg>
      <pc:sldChg chg="add del">
        <pc:chgData name="Nitesh Goyal" userId="6d3d0ce7-b850-4749-80a4-f61a92fc5606" providerId="ADAL" clId="{AC248465-C28F-4C88-8A49-8AA714858D6C}" dt="2025-03-27T12:02:29.158" v="1078" actId="47"/>
        <pc:sldMkLst>
          <pc:docMk/>
          <pc:sldMk cId="3402338920" sldId="2147483633"/>
        </pc:sldMkLst>
      </pc:sldChg>
      <pc:sldChg chg="addSp delSp modSp add del mod ord modShow">
        <pc:chgData name="Nitesh Goyal" userId="6d3d0ce7-b850-4749-80a4-f61a92fc5606" providerId="ADAL" clId="{AC248465-C28F-4C88-8A49-8AA714858D6C}" dt="2025-04-03T17:05:10.593" v="4947" actId="47"/>
        <pc:sldMkLst>
          <pc:docMk/>
          <pc:sldMk cId="1505597474" sldId="2147483635"/>
        </pc:sldMkLst>
      </pc:sldChg>
      <pc:sldChg chg="add del mod ord modShow">
        <pc:chgData name="Nitesh Goyal" userId="6d3d0ce7-b850-4749-80a4-f61a92fc5606" providerId="ADAL" clId="{AC248465-C28F-4C88-8A49-8AA714858D6C}" dt="2025-04-03T18:12:54.422" v="4953" actId="47"/>
        <pc:sldMkLst>
          <pc:docMk/>
          <pc:sldMk cId="3870061371" sldId="2147483639"/>
        </pc:sldMkLst>
      </pc:sldChg>
      <pc:sldChg chg="addSp delSp modSp add del mod">
        <pc:chgData name="Nitesh Goyal" userId="6d3d0ce7-b850-4749-80a4-f61a92fc5606" providerId="ADAL" clId="{AC248465-C28F-4C88-8A49-8AA714858D6C}" dt="2025-03-27T11:18:43.309" v="584" actId="47"/>
        <pc:sldMkLst>
          <pc:docMk/>
          <pc:sldMk cId="2299955602" sldId="2147483640"/>
        </pc:sldMkLst>
      </pc:sldChg>
      <pc:sldChg chg="addSp delSp modSp add mod ord modShow">
        <pc:chgData name="Nitesh Goyal" userId="6d3d0ce7-b850-4749-80a4-f61a92fc5606" providerId="ADAL" clId="{AC248465-C28F-4C88-8A49-8AA714858D6C}" dt="2025-04-03T16:45:46.781" v="4941" actId="729"/>
        <pc:sldMkLst>
          <pc:docMk/>
          <pc:sldMk cId="2759864443" sldId="2147483641"/>
        </pc:sldMkLst>
      </pc:sldChg>
      <pc:sldChg chg="addSp modSp del mod">
        <pc:chgData name="Nitesh Goyal" userId="6d3d0ce7-b850-4749-80a4-f61a92fc5606" providerId="ADAL" clId="{AC248465-C28F-4C88-8A49-8AA714858D6C}" dt="2025-04-03T10:01:39.015" v="3019" actId="47"/>
        <pc:sldMkLst>
          <pc:docMk/>
          <pc:sldMk cId="1752701881" sldId="2147483642"/>
        </pc:sldMkLst>
      </pc:sldChg>
      <pc:sldChg chg="delSp modSp add del mod">
        <pc:chgData name="Nitesh Goyal" userId="6d3d0ce7-b850-4749-80a4-f61a92fc5606" providerId="ADAL" clId="{AC248465-C28F-4C88-8A49-8AA714858D6C}" dt="2025-03-28T10:10:52.054" v="1603" actId="47"/>
        <pc:sldMkLst>
          <pc:docMk/>
          <pc:sldMk cId="2636138681" sldId="2147483642"/>
        </pc:sldMkLst>
      </pc:sldChg>
      <pc:sldChg chg="modSp add del mod">
        <pc:chgData name="Nitesh Goyal" userId="6d3d0ce7-b850-4749-80a4-f61a92fc5606" providerId="ADAL" clId="{AC248465-C28F-4C88-8A49-8AA714858D6C}" dt="2025-04-02T09:44:11.347" v="2236" actId="47"/>
        <pc:sldMkLst>
          <pc:docMk/>
          <pc:sldMk cId="1077656764" sldId="2147483643"/>
        </pc:sldMkLst>
      </pc:sldChg>
      <pc:sldChg chg="add del">
        <pc:chgData name="Nitesh Goyal" userId="6d3d0ce7-b850-4749-80a4-f61a92fc5606" providerId="ADAL" clId="{AC248465-C28F-4C88-8A49-8AA714858D6C}" dt="2025-04-03T18:12:54.422" v="4953" actId="47"/>
        <pc:sldMkLst>
          <pc:docMk/>
          <pc:sldMk cId="2264765123" sldId="2147483644"/>
        </pc:sldMkLst>
      </pc:sldChg>
      <pc:sldChg chg="addSp delSp modSp add del mod ord modShow">
        <pc:chgData name="Nitesh Goyal" userId="6d3d0ce7-b850-4749-80a4-f61a92fc5606" providerId="ADAL" clId="{AC248465-C28F-4C88-8A49-8AA714858D6C}" dt="2025-04-02T17:24:16.613" v="3009" actId="2696"/>
        <pc:sldMkLst>
          <pc:docMk/>
          <pc:sldMk cId="3605381591" sldId="2147483644"/>
        </pc:sldMkLst>
      </pc:sldChg>
      <pc:sldChg chg="del">
        <pc:chgData name="Nitesh Goyal" userId="6d3d0ce7-b850-4749-80a4-f61a92fc5606" providerId="ADAL" clId="{AC248465-C28F-4C88-8A49-8AA714858D6C}" dt="2025-04-03T18:12:56.178" v="4954" actId="47"/>
        <pc:sldMkLst>
          <pc:docMk/>
          <pc:sldMk cId="2009677228" sldId="2147483645"/>
        </pc:sldMkLst>
      </pc:sldChg>
      <pc:sldChg chg="del">
        <pc:chgData name="Nitesh Goyal" userId="6d3d0ce7-b850-4749-80a4-f61a92fc5606" providerId="ADAL" clId="{AC248465-C28F-4C88-8A49-8AA714858D6C}" dt="2025-04-03T18:12:54.422" v="4953" actId="47"/>
        <pc:sldMkLst>
          <pc:docMk/>
          <pc:sldMk cId="793205759" sldId="2147483646"/>
        </pc:sldMkLst>
      </pc:sldChg>
      <pc:sldChg chg="addSp delSp modSp mod ord">
        <pc:chgData name="Nitesh Goyal" userId="6d3d0ce7-b850-4749-80a4-f61a92fc5606" providerId="ADAL" clId="{AC248465-C28F-4C88-8A49-8AA714858D6C}" dt="2025-04-03T10:12:17.715" v="3122" actId="20578"/>
        <pc:sldMkLst>
          <pc:docMk/>
          <pc:sldMk cId="3521046177" sldId="2147483647"/>
        </pc:sldMkLst>
      </pc:sldChg>
      <pc:sldMasterChg chg="del delSldLayout">
        <pc:chgData name="Nitesh Goyal" userId="6d3d0ce7-b850-4749-80a4-f61a92fc5606" providerId="ADAL" clId="{AC248465-C28F-4C88-8A49-8AA714858D6C}" dt="2025-03-26T11:01:29.430" v="62" actId="47"/>
        <pc:sldMasterMkLst>
          <pc:docMk/>
          <pc:sldMasterMk cId="1230234370" sldId="2147483663"/>
        </pc:sldMasterMkLst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3536147371" sldId="2147483664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292026832" sldId="2147483665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848631500" sldId="2147483666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212230284" sldId="2147483667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3332289323" sldId="2147483668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300458701" sldId="2147483669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1972277095" sldId="2147483670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2741991547" sldId="2147483671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1718829969" sldId="2147483672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1817548202" sldId="2147483673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3254836269" sldId="2147483674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398303957" sldId="2147483675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2504447731" sldId="2147483676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1544134626" sldId="2147483677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2013424004" sldId="2147483678"/>
          </pc:sldLayoutMkLst>
        </pc:sldLayoutChg>
        <pc:sldLayoutChg chg="del">
          <pc:chgData name="Nitesh Goyal" userId="6d3d0ce7-b850-4749-80a4-f61a92fc5606" providerId="ADAL" clId="{AC248465-C28F-4C88-8A49-8AA714858D6C}" dt="2025-03-26T11:01:29.430" v="62" actId="47"/>
          <pc:sldLayoutMkLst>
            <pc:docMk/>
            <pc:sldMasterMk cId="1230234370" sldId="2147483663"/>
            <pc:sldLayoutMk cId="1545897896" sldId="2147483679"/>
          </pc:sldLayoutMkLst>
        </pc:sldLayoutChg>
      </pc:sldMasterChg>
      <pc:sldMasterChg chg="delSldLayout">
        <pc:chgData name="Nitesh Goyal" userId="6d3d0ce7-b850-4749-80a4-f61a92fc5606" providerId="ADAL" clId="{AC248465-C28F-4C88-8A49-8AA714858D6C}" dt="2025-04-03T18:12:54.422" v="4953" actId="47"/>
        <pc:sldMasterMkLst>
          <pc:docMk/>
          <pc:sldMasterMk cId="1418755924" sldId="2147483825"/>
        </pc:sldMasterMkLst>
        <pc:sldLayoutChg chg="del">
          <pc:chgData name="Nitesh Goyal" userId="6d3d0ce7-b850-4749-80a4-f61a92fc5606" providerId="ADAL" clId="{AC248465-C28F-4C88-8A49-8AA714858D6C}" dt="2025-04-03T18:12:54.422" v="4953" actId="47"/>
          <pc:sldLayoutMkLst>
            <pc:docMk/>
            <pc:sldMasterMk cId="1418755924" sldId="2147483825"/>
            <pc:sldLayoutMk cId="1276510283" sldId="2147483841"/>
          </pc:sldLayoutMkLst>
        </pc:sldLayoutChg>
      </pc:sldMasterChg>
      <pc:sldMasterChg chg="delSldLayout">
        <pc:chgData name="Nitesh Goyal" userId="6d3d0ce7-b850-4749-80a4-f61a92fc5606" providerId="ADAL" clId="{AC248465-C28F-4C88-8A49-8AA714858D6C}" dt="2025-04-02T11:21:59.640" v="2967" actId="2696"/>
        <pc:sldMasterMkLst>
          <pc:docMk/>
          <pc:sldMasterMk cId="1418755924" sldId="2147483842"/>
        </pc:sldMasterMkLst>
        <pc:sldLayoutChg chg="del">
          <pc:chgData name="Nitesh Goyal" userId="6d3d0ce7-b850-4749-80a4-f61a92fc5606" providerId="ADAL" clId="{AC248465-C28F-4C88-8A49-8AA714858D6C}" dt="2025-04-02T11:21:59.640" v="2967" actId="2696"/>
          <pc:sldLayoutMkLst>
            <pc:docMk/>
            <pc:sldMasterMk cId="1418755924" sldId="2147483842"/>
            <pc:sldLayoutMk cId="3483801863" sldId="2147483848"/>
          </pc:sldLayoutMkLst>
        </pc:sldLayoutChg>
      </pc:sldMasterChg>
    </pc:docChg>
  </pc:docChgLst>
  <pc:docChgLst>
    <pc:chgData name="Gayatri Johar" userId="d90a1b0c-ef15-4f13-ac92-7cd578d6c791" providerId="ADAL" clId="{F16E2CF8-E263-49A6-B79C-0F16D3EB315E}"/>
    <pc:docChg chg="custSel addSld modSld">
      <pc:chgData name="Gayatri Johar" userId="d90a1b0c-ef15-4f13-ac92-7cd578d6c791" providerId="ADAL" clId="{F16E2CF8-E263-49A6-B79C-0F16D3EB315E}" dt="2025-03-28T12:19:55.607" v="16" actId="478"/>
      <pc:docMkLst>
        <pc:docMk/>
      </pc:docMkLst>
      <pc:sldChg chg="delSp modSp add mod">
        <pc:chgData name="Gayatri Johar" userId="d90a1b0c-ef15-4f13-ac92-7cd578d6c791" providerId="ADAL" clId="{F16E2CF8-E263-49A6-B79C-0F16D3EB315E}" dt="2025-03-28T12:19:55.607" v="16" actId="478"/>
        <pc:sldMkLst>
          <pc:docMk/>
          <pc:sldMk cId="3521046177" sldId="2147483647"/>
        </pc:sldMkLst>
      </pc:sldChg>
    </pc:docChg>
  </pc:docChgLst>
  <pc:docChgLst>
    <pc:chgData name="Sharath Desai" userId="fce790d7-fbe9-4b29-bd1c-8247f50838b9" providerId="ADAL" clId="{DCE9F4A5-90CD-4D93-B062-C0124FCA52A2}"/>
    <pc:docChg chg="undo custSel modSld">
      <pc:chgData name="Sharath Desai" userId="fce790d7-fbe9-4b29-bd1c-8247f50838b9" providerId="ADAL" clId="{DCE9F4A5-90CD-4D93-B062-C0124FCA52A2}" dt="2025-04-03T16:46:21.094" v="304" actId="403"/>
      <pc:docMkLst>
        <pc:docMk/>
      </pc:docMkLst>
      <pc:sldChg chg="modSp mod">
        <pc:chgData name="Sharath Desai" userId="fce790d7-fbe9-4b29-bd1c-8247f50838b9" providerId="ADAL" clId="{DCE9F4A5-90CD-4D93-B062-C0124FCA52A2}" dt="2025-04-03T16:46:21.094" v="304" actId="403"/>
        <pc:sldMkLst>
          <pc:docMk/>
          <pc:sldMk cId="4102449113" sldId="264"/>
        </pc:sldMkLst>
      </pc:sldChg>
    </pc:docChg>
  </pc:docChgLst>
  <pc:docChgLst>
    <pc:chgData name="Sharath Desai" userId="S::sharath.desai@auxoai.com::fce790d7-fbe9-4b29-bd1c-8247f50838b9" providerId="AD" clId="Web-{330B0C2F-A579-64B9-B052-EA6CCBE856CE}"/>
    <pc:docChg chg="modSld sldOrd">
      <pc:chgData name="Sharath Desai" userId="S::sharath.desai@auxoai.com::fce790d7-fbe9-4b29-bd1c-8247f50838b9" providerId="AD" clId="Web-{330B0C2F-A579-64B9-B052-EA6CCBE856CE}" dt="2025-04-03T13:00:17.790" v="241"/>
      <pc:docMkLst>
        <pc:docMk/>
      </pc:docMkLst>
      <pc:sldChg chg="ord">
        <pc:chgData name="Sharath Desai" userId="S::sharath.desai@auxoai.com::fce790d7-fbe9-4b29-bd1c-8247f50838b9" providerId="AD" clId="Web-{330B0C2F-A579-64B9-B052-EA6CCBE856CE}" dt="2025-04-03T13:00:17.790" v="241"/>
        <pc:sldMkLst>
          <pc:docMk/>
          <pc:sldMk cId="97389234" sldId="258"/>
        </pc:sldMkLst>
      </pc:sldChg>
      <pc:sldChg chg="modSp">
        <pc:chgData name="Sharath Desai" userId="S::sharath.desai@auxoai.com::fce790d7-fbe9-4b29-bd1c-8247f50838b9" providerId="AD" clId="Web-{330B0C2F-A579-64B9-B052-EA6CCBE856CE}" dt="2025-04-03T12:53:14.993" v="240" actId="14100"/>
        <pc:sldMkLst>
          <pc:docMk/>
          <pc:sldMk cId="4109387466" sldId="260"/>
        </pc:sldMkLst>
      </pc:sldChg>
    </pc:docChg>
  </pc:docChgLst>
  <pc:docChgLst>
    <pc:chgData name="Sharath Desai" userId="S::sharath.desai@auxoai.com::fce790d7-fbe9-4b29-bd1c-8247f50838b9" providerId="AD" clId="Web-{AB37ADA8-6269-9D54-1001-E3977E068160}"/>
    <pc:docChg chg="addSld modSld modSection">
      <pc:chgData name="Sharath Desai" userId="S::sharath.desai@auxoai.com::fce790d7-fbe9-4b29-bd1c-8247f50838b9" providerId="AD" clId="Web-{AB37ADA8-6269-9D54-1001-E3977E068160}" dt="2025-04-04T12:30:00.234" v="85" actId="1076"/>
      <pc:docMkLst>
        <pc:docMk/>
      </pc:docMkLst>
      <pc:sldChg chg="modSp add">
        <pc:chgData name="Sharath Desai" userId="S::sharath.desai@auxoai.com::fce790d7-fbe9-4b29-bd1c-8247f50838b9" providerId="AD" clId="Web-{AB37ADA8-6269-9D54-1001-E3977E068160}" dt="2025-04-04T12:27:19.822" v="22" actId="20577"/>
        <pc:sldMkLst>
          <pc:docMk/>
          <pc:sldMk cId="2805248488" sldId="2147483537"/>
        </pc:sldMkLst>
      </pc:sldChg>
      <pc:sldChg chg="modSp add">
        <pc:chgData name="Sharath Desai" userId="S::sharath.desai@auxoai.com::fce790d7-fbe9-4b29-bd1c-8247f50838b9" providerId="AD" clId="Web-{AB37ADA8-6269-9D54-1001-E3977E068160}" dt="2025-04-04T12:29:38.561" v="69" actId="20577"/>
        <pc:sldMkLst>
          <pc:docMk/>
          <pc:sldMk cId="998228584" sldId="2147483538"/>
        </pc:sldMkLst>
      </pc:sldChg>
      <pc:sldChg chg="delSp modSp add">
        <pc:chgData name="Sharath Desai" userId="S::sharath.desai@auxoai.com::fce790d7-fbe9-4b29-bd1c-8247f50838b9" providerId="AD" clId="Web-{AB37ADA8-6269-9D54-1001-E3977E068160}" dt="2025-04-04T12:30:00.234" v="85" actId="1076"/>
        <pc:sldMkLst>
          <pc:docMk/>
          <pc:sldMk cId="3159965949" sldId="2147483555"/>
        </pc:sldMkLst>
      </pc:sldChg>
      <pc:sldChg chg="modSp">
        <pc:chgData name="Sharath Desai" userId="S::sharath.desai@auxoai.com::fce790d7-fbe9-4b29-bd1c-8247f50838b9" providerId="AD" clId="Web-{AB37ADA8-6269-9D54-1001-E3977E068160}" dt="2025-04-04T12:26:40.618" v="4" actId="20577"/>
        <pc:sldMkLst>
          <pc:docMk/>
          <pc:sldMk cId="2851060282" sldId="2147483576"/>
        </pc:sldMkLst>
      </pc:sldChg>
      <pc:sldMasterChg chg="addSldLayout">
        <pc:chgData name="Sharath Desai" userId="S::sharath.desai@auxoai.com::fce790d7-fbe9-4b29-bd1c-8247f50838b9" providerId="AD" clId="Web-{AB37ADA8-6269-9D54-1001-E3977E068160}" dt="2025-04-04T12:26:13.507" v="1"/>
        <pc:sldMasterMkLst>
          <pc:docMk/>
          <pc:sldMasterMk cId="3106309377" sldId="2147483865"/>
        </pc:sldMasterMkLst>
        <pc:sldLayoutChg chg="add">
          <pc:chgData name="Sharath Desai" userId="S::sharath.desai@auxoai.com::fce790d7-fbe9-4b29-bd1c-8247f50838b9" providerId="AD" clId="Web-{AB37ADA8-6269-9D54-1001-E3977E068160}" dt="2025-04-04T12:26:13.492" v="0"/>
          <pc:sldLayoutMkLst>
            <pc:docMk/>
            <pc:sldMasterMk cId="3106309377" sldId="2147483865"/>
            <pc:sldLayoutMk cId="108951656" sldId="2147483873"/>
          </pc:sldLayoutMkLst>
        </pc:sldLayoutChg>
        <pc:sldLayoutChg chg="add">
          <pc:chgData name="Sharath Desai" userId="S::sharath.desai@auxoai.com::fce790d7-fbe9-4b29-bd1c-8247f50838b9" providerId="AD" clId="Web-{AB37ADA8-6269-9D54-1001-E3977E068160}" dt="2025-04-04T12:26:13.507" v="1"/>
          <pc:sldLayoutMkLst>
            <pc:docMk/>
            <pc:sldMasterMk cId="3106309377" sldId="2147483865"/>
            <pc:sldLayoutMk cId="196936781" sldId="21474838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A0161-1EBC-46D1-AA92-1C4D38CFC71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42030-FD50-457D-BD73-5B06C44FF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48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1844B3-EB35-40EE-AE42-628FDAD563A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758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F6C7-31F3-E20E-ED78-268208D7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3521B-E705-DC51-7717-62235F839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14690-AF44-83AE-ADE0-2BCB650C8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D8F8-1F05-AD98-A78A-4F53BDA40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D7001-2DBF-694F-BB60-58746E547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73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3B40-0008-B0EF-1933-C7B192D3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7A15E-4AF8-B8F3-480A-D6048E345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C7DC7-C21F-F0A6-D641-248FFB962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C002E-4BFD-A676-B2E7-07E9F18F0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133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5097-B67F-8298-BADB-EAF2C1B8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A61F2-13B8-A50E-030B-33B7BC81C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954F7-E089-3077-20B1-462890732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2BEF8-3E0F-F48C-571A-4EB2FE4BC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496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4868-6F3B-D949-48A6-4AD4DB19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707D3-37B6-AD90-9216-4229B557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289DE-996C-5AF2-6028-8F7838F9C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2CBED-1EC4-6761-4158-B54C02B9F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556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BD0A-DF7A-AD87-B4BD-C3AA513D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05DC1-C030-EA7A-9D3E-AE44EF336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591B0-135D-B1D9-D1B7-26575689E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77E6C-C948-0893-F7D3-D558CE8A2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42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Set up, data discover and landscaping, architecture, front end development, backend development, testing and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42030-FD50-457D-BD73-5B06C44FF6C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982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AFA9-3C50-21E9-E7D4-077E7067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09DA-F3AE-9E80-8093-E03B906BB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3C1E5-C31B-4FC6-D87A-16FDC0AAB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Set up, data discover and landscaping, architecture, front end development, backend development, testing and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A6FD0-8C42-FBD8-F835-B17ABC6C2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42030-FD50-457D-BD73-5B06C44FF6C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51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6DB0-A7AF-3330-4D01-22796FA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82C7F-5479-0AA5-4652-E0AC4FDF5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D2A31-B4A5-89EE-C8EA-118AF910F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Connected Insights: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Arial" panose="020B0604020202020204"/>
              </a:rPr>
              <a:t>Enhance decision-making agility 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at both functional and enterprise levels by leveraging real-time data and cross-functional insights. </a:t>
            </a:r>
          </a:p>
          <a:p>
            <a:endParaRPr lang="en-IN"/>
          </a:p>
          <a:p>
            <a:pPr algn="l"/>
            <a:r>
              <a:rPr lang="en-IN" sz="1400" b="1"/>
              <a:t>Connected Systems: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enterprise view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foundational systems integrated with functional tools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Seamless process orchestration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establishing a robust Data &amp; AI foundation enabling real-time analytics and predictive AI/ML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Quality, Security and Traceability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Implementing governance (DV, MDM, DQ, RBAC)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Quality, Security and Traceability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Implementing governance (DV, MDM, DQ, RBAC)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Connected Experience: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rgbClr val="0070C0"/>
                </a:solidFill>
                <a:latin typeface="Arial" panose="020B0604020202020204"/>
              </a:rPr>
              <a:t>Deliver personalized customer journeys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, seamless employee experiences, and real-time supply chain visibility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rgbClr val="0070C0"/>
                </a:solidFill>
                <a:latin typeface="Arial" panose="020B0604020202020204"/>
              </a:rPr>
              <a:t>Ensure ease of use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 with integrated, user-friendly interfaces and 24/7 availability through AI-driven tools like SimiliQ for instant support and insights.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endParaRPr lang="en-IN"/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1C623-0CE7-371E-F3C4-1663A593D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D7001-2DBF-694F-BB60-58746E547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59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CD70-FEEF-1686-21B9-BA04BEDC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58777-B509-4FEA-2477-407360174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2E8D9-31CB-1BFC-7F9B-3F2BB5811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Flow </a:t>
            </a:r>
          </a:p>
          <a:p>
            <a:pPr marL="228600" indent="-228600">
              <a:buFontTx/>
              <a:buAutoNum type="arabicParenR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Admin selects the tables for generating metadata information and is authenticated using SSO. </a:t>
            </a:r>
            <a:r>
              <a:rPr lang="en-IN" sz="1200">
                <a:solidFill>
                  <a:srgbClr val="05126A"/>
                </a:solidFill>
                <a:latin typeface="+mj-lt"/>
              </a:rPr>
              <a:t>Metadata generation lambda fetches the table metadata information including user permissions and data dictionary from enterprise data catalog </a:t>
            </a:r>
          </a:p>
          <a:p>
            <a:pPr marL="228600" indent="-228600">
              <a:buFontTx/>
              <a:buAutoNum type="arabicParenR"/>
              <a:defRPr/>
            </a:pPr>
            <a:r>
              <a:rPr lang="en-IN" sz="1200">
                <a:solidFill>
                  <a:srgbClr val="05126A"/>
                </a:solidFill>
                <a:latin typeface="+mj-lt"/>
              </a:rPr>
              <a:t>In case data dictionary is not available or is partially available, Metadata generation lambda will trigger bedrock and generate complete metadata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Admin can also review/correct the LLM generated information </a:t>
            </a:r>
            <a:r>
              <a:rPr lang="en-IN" sz="1200">
                <a:solidFill>
                  <a:srgbClr val="05126A"/>
                </a:solidFill>
                <a:latin typeface="+mj-lt"/>
              </a:rPr>
              <a:t>from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 the UI</a:t>
            </a:r>
          </a:p>
          <a:p>
            <a:pPr marL="228600" indent="-228600">
              <a:buAutoNum type="arabicParenR" startAt="5"/>
              <a:defRPr/>
            </a:pPr>
            <a:r>
              <a:rPr kumimoji="0" lang="en-IN" sz="1200" b="0" i="0" u="none" strike="noStrike" kern="1200" cap="none" spc="0" normalizeH="0" baseline="0" noProof="0" err="1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Metadat</a:t>
            </a:r>
            <a:r>
              <a:rPr lang="en-IN" sz="1200">
                <a:solidFill>
                  <a:srgbClr val="05126A"/>
                </a:solidFill>
                <a:latin typeface="+mj-lt"/>
              </a:rPr>
              <a:t>a Ingestion Lambda ingests information to AWS RDS</a:t>
            </a:r>
          </a:p>
          <a:p>
            <a:pPr marL="228600" indent="-228600">
              <a:buAutoNum type="arabicParenR" startAt="5"/>
              <a:defRPr/>
            </a:pPr>
            <a:r>
              <a:rPr kumimoji="0" lang="en-IN" sz="1200" b="0" i="0" u="non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Application Lambda using the AWS RDS </a:t>
            </a:r>
            <a:r>
              <a:rPr lang="en-IN" sz="1200">
                <a:solidFill>
                  <a:srgbClr val="05126A"/>
                </a:solidFill>
                <a:latin typeface="+mj-lt"/>
              </a:rPr>
              <a:t>as vector database to check if the user has access to data</a:t>
            </a:r>
          </a:p>
          <a:p>
            <a:pPr marL="228600" indent="-228600">
              <a:buAutoNum type="arabicParenR" startAt="5"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Check if the query is available in the cache and can be reused</a:t>
            </a:r>
          </a:p>
          <a:p>
            <a:pPr marL="228600" indent="-228600">
              <a:buAutoNum type="arabicParenR" startAt="5"/>
              <a:defRPr/>
            </a:pPr>
            <a:r>
              <a:rPr lang="en-IN" sz="1200">
                <a:solidFill>
                  <a:srgbClr val="05126A"/>
                </a:solidFill>
                <a:latin typeface="+mj-lt"/>
              </a:rPr>
              <a:t>In case query is not present in cache, Application Lambda connects to LLM from Bedrock for generating SQL query using the table metadata information, using optimizations like index/partitions/etc.</a:t>
            </a:r>
          </a:p>
          <a:p>
            <a:pPr marL="228600" indent="-228600">
              <a:buAutoNum type="arabicParenR" startAt="5"/>
              <a:defRPr/>
            </a:pPr>
            <a:r>
              <a:rPr lang="en-IN" sz="1200">
                <a:solidFill>
                  <a:srgbClr val="05126A"/>
                </a:solidFill>
                <a:latin typeface="+mj-lt"/>
              </a:rPr>
              <a:t>E</a:t>
            </a:r>
            <a:r>
              <a:rPr kumimoji="0" lang="en-IN" sz="1200" b="0" i="0" u="none" strike="noStrike" kern="1200" cap="none" spc="0" normalizeH="0" baseline="0" noProof="0" err="1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xecute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 the generated SQL statement on data virtualization layer integrated with Saviynt</a:t>
            </a:r>
          </a:p>
          <a:p>
            <a:pPr marL="228600" indent="-228600">
              <a:buAutoNum type="arabicParenR" startAt="5"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+mj-lt"/>
              </a:rPr>
              <a:t>Store User history, Feedback, Performance metrics in Aurora Pg DB</a:t>
            </a:r>
          </a:p>
          <a:p>
            <a:pPr marL="228600" indent="-228600">
              <a:buAutoNum type="arabicParenR" startAt="5"/>
              <a:defRPr/>
            </a:pPr>
            <a:r>
              <a:rPr lang="en-IN" sz="1200">
                <a:solidFill>
                  <a:srgbClr val="05126A"/>
                </a:solidFill>
                <a:latin typeface="+mj-lt"/>
              </a:rPr>
              <a:t>Backend sending responses to frontend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+mj-lt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5EA3F-6C43-85D9-E158-C09E24187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06E508-570C-45E7-A7DF-A178C8A8817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378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F6EC-8EA3-98E5-57C4-E836AAF5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A547C-0B93-4305-53B6-210BFFCED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2C0D2-78CF-9C9B-52DA-E75A00594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6060D-47F2-3F31-8B24-24D692C25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239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A3F6-30AF-6310-DC19-18DB6901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92333-83B2-F296-6E55-3FDB676E7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5A316-0928-46D8-BD1F-E0434CCCC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9DF7-FCBD-6972-9C03-522461FB5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322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9EEC-9C47-FB4E-D1BE-C8B7CB45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25E96-8D81-238B-E0D3-28983822F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4F718-BE1F-10E8-8A2D-84C6E2B0A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75E31-E0D0-1213-5431-87313CA41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61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2A06-AF5B-6D44-17FC-735C0DCE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0644E-986D-5D8C-F182-2F6AF8646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ABEA5-DAB1-5B64-54FE-EB52AEE50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3B2B4-8FED-BD6F-06F9-71F358F78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63935-CCDE-495E-A51A-58E6EA57464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729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0D76-3FCF-0F92-E104-32604606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BE32A-0832-F3E3-D888-F10B5CC6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5B7B7-C4F7-1486-A113-7737A94D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74AF0-EC1D-3E9C-C322-5C1AF1E85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63935-CCDE-495E-A51A-58E6EA57464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310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Connected Insights: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Arial" panose="020B0604020202020204"/>
              </a:rPr>
              <a:t>Enhance decision-making agility 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at both functional and enterprise levels by leveraging real-time data and cross-functional insights. </a:t>
            </a:r>
          </a:p>
          <a:p>
            <a:endParaRPr lang="en-IN"/>
          </a:p>
          <a:p>
            <a:pPr algn="l"/>
            <a:r>
              <a:rPr lang="en-IN" sz="1400" b="1"/>
              <a:t>Connected Systems: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enterprise view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foundational systems integrated with functional tools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Seamless process orchestration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establishing a robust Data &amp; AI foundation enabling real-time analytics and predictive AI/ML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Quality, Security and Traceability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Implementing governance (DV, MDM, DQ, RBAC)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Quality, Security and Traceability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Implementing governance (DV, MDM, DQ, RBAC)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Connected Experience: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rgbClr val="0070C0"/>
                </a:solidFill>
                <a:latin typeface="Arial" panose="020B0604020202020204"/>
              </a:rPr>
              <a:t>Deliver personalized customer journeys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, seamless employee experiences, and real-time supply chain visibility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>
                <a:solidFill>
                  <a:srgbClr val="0070C0"/>
                </a:solidFill>
                <a:latin typeface="Arial" panose="020B0604020202020204"/>
              </a:rPr>
              <a:t>Ensure ease of use</a:t>
            </a:r>
            <a:r>
              <a:rPr lang="en-US" sz="1200">
                <a:solidFill>
                  <a:schemeClr val="bg2">
                    <a:lumMod val="50000"/>
                  </a:schemeClr>
                </a:solidFill>
                <a:latin typeface="Arial" panose="020B0604020202020204"/>
              </a:rPr>
              <a:t> with integrated, user-friendly interfaces and 24/7 availability through AI-driven tools like SimiliQ for instant support and insights.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>
              <a:solidFill>
                <a:schemeClr val="bg2">
                  <a:lumMod val="50000"/>
                </a:schemeClr>
              </a:solidFill>
              <a:latin typeface="Arial" panose="020B0604020202020204"/>
            </a:endParaRPr>
          </a:p>
          <a:p>
            <a:endParaRPr lang="en-IN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D7001-2DBF-694F-BB60-58746E547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18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835F-19D9-B80B-6136-A9143C9F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6CBEB-3899-1DAA-FD85-ECADDAED8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C6009-EC74-46F0-210A-2E6113C2E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7B2CA-AAB1-13DC-2BA6-19387883B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CDED31-0C86-40FD-B68C-0CA212C0E41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542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0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8864" y="339483"/>
            <a:ext cx="648335" cy="650875"/>
          </a:xfrm>
          <a:custGeom>
            <a:avLst/>
            <a:gdLst/>
            <a:ahLst/>
            <a:cxnLst/>
            <a:rect l="l" t="t" r="r" b="b"/>
            <a:pathLst>
              <a:path w="648335" h="650875">
                <a:moveTo>
                  <a:pt x="648284" y="650328"/>
                </a:moveTo>
                <a:lnTo>
                  <a:pt x="648246" y="324980"/>
                </a:lnTo>
                <a:lnTo>
                  <a:pt x="644728" y="276948"/>
                </a:lnTo>
                <a:lnTo>
                  <a:pt x="634517" y="231114"/>
                </a:lnTo>
                <a:lnTo>
                  <a:pt x="618121" y="187972"/>
                </a:lnTo>
                <a:lnTo>
                  <a:pt x="596023" y="148018"/>
                </a:lnTo>
                <a:lnTo>
                  <a:pt x="568744" y="111772"/>
                </a:lnTo>
                <a:lnTo>
                  <a:pt x="536765" y="79705"/>
                </a:lnTo>
                <a:lnTo>
                  <a:pt x="500608" y="52349"/>
                </a:lnTo>
                <a:lnTo>
                  <a:pt x="460768" y="30200"/>
                </a:lnTo>
                <a:lnTo>
                  <a:pt x="417741" y="13754"/>
                </a:lnTo>
                <a:lnTo>
                  <a:pt x="372021" y="3517"/>
                </a:lnTo>
                <a:lnTo>
                  <a:pt x="324129" y="0"/>
                </a:lnTo>
                <a:lnTo>
                  <a:pt x="276225" y="3517"/>
                </a:lnTo>
                <a:lnTo>
                  <a:pt x="230517" y="13754"/>
                </a:lnTo>
                <a:lnTo>
                  <a:pt x="187490" y="30200"/>
                </a:lnTo>
                <a:lnTo>
                  <a:pt x="147637" y="52349"/>
                </a:lnTo>
                <a:lnTo>
                  <a:pt x="111480" y="79705"/>
                </a:lnTo>
                <a:lnTo>
                  <a:pt x="79502" y="111760"/>
                </a:lnTo>
                <a:lnTo>
                  <a:pt x="52222" y="148018"/>
                </a:lnTo>
                <a:lnTo>
                  <a:pt x="30124" y="187960"/>
                </a:lnTo>
                <a:lnTo>
                  <a:pt x="13728" y="231114"/>
                </a:lnTo>
                <a:lnTo>
                  <a:pt x="3517" y="276948"/>
                </a:lnTo>
                <a:lnTo>
                  <a:pt x="0" y="324967"/>
                </a:lnTo>
                <a:lnTo>
                  <a:pt x="3517" y="372986"/>
                </a:lnTo>
                <a:lnTo>
                  <a:pt x="13728" y="418820"/>
                </a:lnTo>
                <a:lnTo>
                  <a:pt x="30124" y="461975"/>
                </a:lnTo>
                <a:lnTo>
                  <a:pt x="52222" y="501929"/>
                </a:lnTo>
                <a:lnTo>
                  <a:pt x="79502" y="538175"/>
                </a:lnTo>
                <a:lnTo>
                  <a:pt x="111467" y="570242"/>
                </a:lnTo>
                <a:lnTo>
                  <a:pt x="147624" y="597598"/>
                </a:lnTo>
                <a:lnTo>
                  <a:pt x="187477" y="619747"/>
                </a:lnTo>
                <a:lnTo>
                  <a:pt x="230505" y="636193"/>
                </a:lnTo>
                <a:lnTo>
                  <a:pt x="276212" y="646430"/>
                </a:lnTo>
                <a:lnTo>
                  <a:pt x="322021" y="649808"/>
                </a:lnTo>
                <a:lnTo>
                  <a:pt x="323659" y="649935"/>
                </a:lnTo>
                <a:lnTo>
                  <a:pt x="324116" y="649960"/>
                </a:lnTo>
                <a:lnTo>
                  <a:pt x="467169" y="650328"/>
                </a:lnTo>
                <a:lnTo>
                  <a:pt x="467169" y="522300"/>
                </a:lnTo>
                <a:lnTo>
                  <a:pt x="321233" y="522300"/>
                </a:lnTo>
                <a:lnTo>
                  <a:pt x="278879" y="517398"/>
                </a:lnTo>
                <a:lnTo>
                  <a:pt x="237375" y="502513"/>
                </a:lnTo>
                <a:lnTo>
                  <a:pt x="200774" y="479171"/>
                </a:lnTo>
                <a:lnTo>
                  <a:pt x="170243" y="448551"/>
                </a:lnTo>
                <a:lnTo>
                  <a:pt x="146964" y="411835"/>
                </a:lnTo>
                <a:lnTo>
                  <a:pt x="132143" y="370217"/>
                </a:lnTo>
                <a:lnTo>
                  <a:pt x="126936" y="324891"/>
                </a:lnTo>
                <a:lnTo>
                  <a:pt x="132156" y="279552"/>
                </a:lnTo>
                <a:lnTo>
                  <a:pt x="147002" y="237947"/>
                </a:lnTo>
                <a:lnTo>
                  <a:pt x="170281" y="201244"/>
                </a:lnTo>
                <a:lnTo>
                  <a:pt x="200825" y="170637"/>
                </a:lnTo>
                <a:lnTo>
                  <a:pt x="237439" y="147307"/>
                </a:lnTo>
                <a:lnTo>
                  <a:pt x="278955" y="132448"/>
                </a:lnTo>
                <a:lnTo>
                  <a:pt x="324167" y="127228"/>
                </a:lnTo>
                <a:lnTo>
                  <a:pt x="369366" y="132461"/>
                </a:lnTo>
                <a:lnTo>
                  <a:pt x="410870" y="147332"/>
                </a:lnTo>
                <a:lnTo>
                  <a:pt x="447471" y="170688"/>
                </a:lnTo>
                <a:lnTo>
                  <a:pt x="478002" y="201307"/>
                </a:lnTo>
                <a:lnTo>
                  <a:pt x="501269" y="238023"/>
                </a:lnTo>
                <a:lnTo>
                  <a:pt x="516102" y="279628"/>
                </a:lnTo>
                <a:lnTo>
                  <a:pt x="521296" y="324967"/>
                </a:lnTo>
                <a:lnTo>
                  <a:pt x="521296" y="650328"/>
                </a:lnTo>
                <a:lnTo>
                  <a:pt x="648284" y="650328"/>
                </a:lnTo>
                <a:close/>
              </a:path>
            </a:pathLst>
          </a:custGeom>
          <a:solidFill>
            <a:srgbClr val="91B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95775" y="1628775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1800225" y="0"/>
                </a:moveTo>
                <a:lnTo>
                  <a:pt x="1752264" y="626"/>
                </a:lnTo>
                <a:lnTo>
                  <a:pt x="1704612" y="2495"/>
                </a:lnTo>
                <a:lnTo>
                  <a:pt x="1657286" y="5590"/>
                </a:lnTo>
                <a:lnTo>
                  <a:pt x="1610300" y="9897"/>
                </a:lnTo>
                <a:lnTo>
                  <a:pt x="1563671" y="15400"/>
                </a:lnTo>
                <a:lnTo>
                  <a:pt x="1517413" y="22083"/>
                </a:lnTo>
                <a:lnTo>
                  <a:pt x="1471542" y="29931"/>
                </a:lnTo>
                <a:lnTo>
                  <a:pt x="1426075" y="38928"/>
                </a:lnTo>
                <a:lnTo>
                  <a:pt x="1381025" y="49058"/>
                </a:lnTo>
                <a:lnTo>
                  <a:pt x="1336410" y="60307"/>
                </a:lnTo>
                <a:lnTo>
                  <a:pt x="1292244" y="72658"/>
                </a:lnTo>
                <a:lnTo>
                  <a:pt x="1248543" y="86096"/>
                </a:lnTo>
                <a:lnTo>
                  <a:pt x="1205323" y="100605"/>
                </a:lnTo>
                <a:lnTo>
                  <a:pt x="1162598" y="116170"/>
                </a:lnTo>
                <a:lnTo>
                  <a:pt x="1120386" y="132776"/>
                </a:lnTo>
                <a:lnTo>
                  <a:pt x="1078700" y="150406"/>
                </a:lnTo>
                <a:lnTo>
                  <a:pt x="1037558" y="169045"/>
                </a:lnTo>
                <a:lnTo>
                  <a:pt x="996973" y="188678"/>
                </a:lnTo>
                <a:lnTo>
                  <a:pt x="956963" y="209289"/>
                </a:lnTo>
                <a:lnTo>
                  <a:pt x="917542" y="230863"/>
                </a:lnTo>
                <a:lnTo>
                  <a:pt x="878725" y="253384"/>
                </a:lnTo>
                <a:lnTo>
                  <a:pt x="840530" y="276836"/>
                </a:lnTo>
                <a:lnTo>
                  <a:pt x="802970" y="301204"/>
                </a:lnTo>
                <a:lnTo>
                  <a:pt x="766062" y="326473"/>
                </a:lnTo>
                <a:lnTo>
                  <a:pt x="729821" y="352626"/>
                </a:lnTo>
                <a:lnTo>
                  <a:pt x="694263" y="379648"/>
                </a:lnTo>
                <a:lnTo>
                  <a:pt x="659403" y="407525"/>
                </a:lnTo>
                <a:lnTo>
                  <a:pt x="625256" y="436239"/>
                </a:lnTo>
                <a:lnTo>
                  <a:pt x="591840" y="465776"/>
                </a:lnTo>
                <a:lnTo>
                  <a:pt x="559167" y="496120"/>
                </a:lnTo>
                <a:lnTo>
                  <a:pt x="527256" y="527256"/>
                </a:lnTo>
                <a:lnTo>
                  <a:pt x="496120" y="559167"/>
                </a:lnTo>
                <a:lnTo>
                  <a:pt x="465776" y="591840"/>
                </a:lnTo>
                <a:lnTo>
                  <a:pt x="436239" y="625256"/>
                </a:lnTo>
                <a:lnTo>
                  <a:pt x="407525" y="659403"/>
                </a:lnTo>
                <a:lnTo>
                  <a:pt x="379648" y="694263"/>
                </a:lnTo>
                <a:lnTo>
                  <a:pt x="352626" y="729821"/>
                </a:lnTo>
                <a:lnTo>
                  <a:pt x="326473" y="766062"/>
                </a:lnTo>
                <a:lnTo>
                  <a:pt x="301204" y="802970"/>
                </a:lnTo>
                <a:lnTo>
                  <a:pt x="276836" y="840530"/>
                </a:lnTo>
                <a:lnTo>
                  <a:pt x="253384" y="878725"/>
                </a:lnTo>
                <a:lnTo>
                  <a:pt x="230863" y="917542"/>
                </a:lnTo>
                <a:lnTo>
                  <a:pt x="209289" y="956963"/>
                </a:lnTo>
                <a:lnTo>
                  <a:pt x="188678" y="996973"/>
                </a:lnTo>
                <a:lnTo>
                  <a:pt x="169045" y="1037558"/>
                </a:lnTo>
                <a:lnTo>
                  <a:pt x="150406" y="1078700"/>
                </a:lnTo>
                <a:lnTo>
                  <a:pt x="132776" y="1120386"/>
                </a:lnTo>
                <a:lnTo>
                  <a:pt x="116170" y="1162598"/>
                </a:lnTo>
                <a:lnTo>
                  <a:pt x="100605" y="1205323"/>
                </a:lnTo>
                <a:lnTo>
                  <a:pt x="86096" y="1248543"/>
                </a:lnTo>
                <a:lnTo>
                  <a:pt x="72658" y="1292244"/>
                </a:lnTo>
                <a:lnTo>
                  <a:pt x="60307" y="1336410"/>
                </a:lnTo>
                <a:lnTo>
                  <a:pt x="49058" y="1381025"/>
                </a:lnTo>
                <a:lnTo>
                  <a:pt x="38928" y="1426075"/>
                </a:lnTo>
                <a:lnTo>
                  <a:pt x="29931" y="1471542"/>
                </a:lnTo>
                <a:lnTo>
                  <a:pt x="22083" y="1517413"/>
                </a:lnTo>
                <a:lnTo>
                  <a:pt x="15400" y="1563671"/>
                </a:lnTo>
                <a:lnTo>
                  <a:pt x="9897" y="1610300"/>
                </a:lnTo>
                <a:lnTo>
                  <a:pt x="5590" y="1657286"/>
                </a:lnTo>
                <a:lnTo>
                  <a:pt x="2495" y="1704612"/>
                </a:lnTo>
                <a:lnTo>
                  <a:pt x="626" y="1752264"/>
                </a:lnTo>
                <a:lnTo>
                  <a:pt x="0" y="1800225"/>
                </a:lnTo>
                <a:lnTo>
                  <a:pt x="626" y="1848185"/>
                </a:lnTo>
                <a:lnTo>
                  <a:pt x="2495" y="1895837"/>
                </a:lnTo>
                <a:lnTo>
                  <a:pt x="5590" y="1943163"/>
                </a:lnTo>
                <a:lnTo>
                  <a:pt x="9897" y="1990149"/>
                </a:lnTo>
                <a:lnTo>
                  <a:pt x="15400" y="2036778"/>
                </a:lnTo>
                <a:lnTo>
                  <a:pt x="22083" y="2083036"/>
                </a:lnTo>
                <a:lnTo>
                  <a:pt x="29931" y="2128907"/>
                </a:lnTo>
                <a:lnTo>
                  <a:pt x="38928" y="2174374"/>
                </a:lnTo>
                <a:lnTo>
                  <a:pt x="49058" y="2219424"/>
                </a:lnTo>
                <a:lnTo>
                  <a:pt x="60307" y="2264039"/>
                </a:lnTo>
                <a:lnTo>
                  <a:pt x="72658" y="2308205"/>
                </a:lnTo>
                <a:lnTo>
                  <a:pt x="86096" y="2351906"/>
                </a:lnTo>
                <a:lnTo>
                  <a:pt x="100605" y="2395126"/>
                </a:lnTo>
                <a:lnTo>
                  <a:pt x="116170" y="2437851"/>
                </a:lnTo>
                <a:lnTo>
                  <a:pt x="132776" y="2480063"/>
                </a:lnTo>
                <a:lnTo>
                  <a:pt x="150406" y="2521749"/>
                </a:lnTo>
                <a:lnTo>
                  <a:pt x="169045" y="2562891"/>
                </a:lnTo>
                <a:lnTo>
                  <a:pt x="188678" y="2603476"/>
                </a:lnTo>
                <a:lnTo>
                  <a:pt x="209289" y="2643486"/>
                </a:lnTo>
                <a:lnTo>
                  <a:pt x="230863" y="2682907"/>
                </a:lnTo>
                <a:lnTo>
                  <a:pt x="253384" y="2721724"/>
                </a:lnTo>
                <a:lnTo>
                  <a:pt x="276836" y="2759919"/>
                </a:lnTo>
                <a:lnTo>
                  <a:pt x="301204" y="2797479"/>
                </a:lnTo>
                <a:lnTo>
                  <a:pt x="326473" y="2834387"/>
                </a:lnTo>
                <a:lnTo>
                  <a:pt x="352626" y="2870628"/>
                </a:lnTo>
                <a:lnTo>
                  <a:pt x="379648" y="2906186"/>
                </a:lnTo>
                <a:lnTo>
                  <a:pt x="407525" y="2941046"/>
                </a:lnTo>
                <a:lnTo>
                  <a:pt x="436239" y="2975193"/>
                </a:lnTo>
                <a:lnTo>
                  <a:pt x="465776" y="3008609"/>
                </a:lnTo>
                <a:lnTo>
                  <a:pt x="496120" y="3041282"/>
                </a:lnTo>
                <a:lnTo>
                  <a:pt x="527256" y="3073193"/>
                </a:lnTo>
                <a:lnTo>
                  <a:pt x="559167" y="3104329"/>
                </a:lnTo>
                <a:lnTo>
                  <a:pt x="591840" y="3134673"/>
                </a:lnTo>
                <a:lnTo>
                  <a:pt x="625256" y="3164210"/>
                </a:lnTo>
                <a:lnTo>
                  <a:pt x="659403" y="3192924"/>
                </a:lnTo>
                <a:lnTo>
                  <a:pt x="694263" y="3220801"/>
                </a:lnTo>
                <a:lnTo>
                  <a:pt x="729821" y="3247823"/>
                </a:lnTo>
                <a:lnTo>
                  <a:pt x="766062" y="3273976"/>
                </a:lnTo>
                <a:lnTo>
                  <a:pt x="802970" y="3299245"/>
                </a:lnTo>
                <a:lnTo>
                  <a:pt x="840530" y="3323613"/>
                </a:lnTo>
                <a:lnTo>
                  <a:pt x="878725" y="3347065"/>
                </a:lnTo>
                <a:lnTo>
                  <a:pt x="917542" y="3369586"/>
                </a:lnTo>
                <a:lnTo>
                  <a:pt x="956963" y="3391160"/>
                </a:lnTo>
                <a:lnTo>
                  <a:pt x="996973" y="3411771"/>
                </a:lnTo>
                <a:lnTo>
                  <a:pt x="1037558" y="3431404"/>
                </a:lnTo>
                <a:lnTo>
                  <a:pt x="1078700" y="3450043"/>
                </a:lnTo>
                <a:lnTo>
                  <a:pt x="1120386" y="3467673"/>
                </a:lnTo>
                <a:lnTo>
                  <a:pt x="1162598" y="3484279"/>
                </a:lnTo>
                <a:lnTo>
                  <a:pt x="1205323" y="3499844"/>
                </a:lnTo>
                <a:lnTo>
                  <a:pt x="1248543" y="3514353"/>
                </a:lnTo>
                <a:lnTo>
                  <a:pt x="1292244" y="3527791"/>
                </a:lnTo>
                <a:lnTo>
                  <a:pt x="1336410" y="3540142"/>
                </a:lnTo>
                <a:lnTo>
                  <a:pt x="1381025" y="3551391"/>
                </a:lnTo>
                <a:lnTo>
                  <a:pt x="1426075" y="3561521"/>
                </a:lnTo>
                <a:lnTo>
                  <a:pt x="1471542" y="3570518"/>
                </a:lnTo>
                <a:lnTo>
                  <a:pt x="1517413" y="3578366"/>
                </a:lnTo>
                <a:lnTo>
                  <a:pt x="1563671" y="3585049"/>
                </a:lnTo>
                <a:lnTo>
                  <a:pt x="1610300" y="3590552"/>
                </a:lnTo>
                <a:lnTo>
                  <a:pt x="1657286" y="3594859"/>
                </a:lnTo>
                <a:lnTo>
                  <a:pt x="1704612" y="3597954"/>
                </a:lnTo>
                <a:lnTo>
                  <a:pt x="1752264" y="3599823"/>
                </a:lnTo>
                <a:lnTo>
                  <a:pt x="1800225" y="3600450"/>
                </a:lnTo>
                <a:lnTo>
                  <a:pt x="1848185" y="3599823"/>
                </a:lnTo>
                <a:lnTo>
                  <a:pt x="1895837" y="3597954"/>
                </a:lnTo>
                <a:lnTo>
                  <a:pt x="1943163" y="3594859"/>
                </a:lnTo>
                <a:lnTo>
                  <a:pt x="1990149" y="3590552"/>
                </a:lnTo>
                <a:lnTo>
                  <a:pt x="2036778" y="3585049"/>
                </a:lnTo>
                <a:lnTo>
                  <a:pt x="2083036" y="3578366"/>
                </a:lnTo>
                <a:lnTo>
                  <a:pt x="2128907" y="3570518"/>
                </a:lnTo>
                <a:lnTo>
                  <a:pt x="2174374" y="3561521"/>
                </a:lnTo>
                <a:lnTo>
                  <a:pt x="2219424" y="3551391"/>
                </a:lnTo>
                <a:lnTo>
                  <a:pt x="2264039" y="3540142"/>
                </a:lnTo>
                <a:lnTo>
                  <a:pt x="2308205" y="3527791"/>
                </a:lnTo>
                <a:lnTo>
                  <a:pt x="2351906" y="3514353"/>
                </a:lnTo>
                <a:lnTo>
                  <a:pt x="2395126" y="3499844"/>
                </a:lnTo>
                <a:lnTo>
                  <a:pt x="2437851" y="3484279"/>
                </a:lnTo>
                <a:lnTo>
                  <a:pt x="2480063" y="3467673"/>
                </a:lnTo>
                <a:lnTo>
                  <a:pt x="2521749" y="3450043"/>
                </a:lnTo>
                <a:lnTo>
                  <a:pt x="2562891" y="3431404"/>
                </a:lnTo>
                <a:lnTo>
                  <a:pt x="2603476" y="3411771"/>
                </a:lnTo>
                <a:lnTo>
                  <a:pt x="2643486" y="3391160"/>
                </a:lnTo>
                <a:lnTo>
                  <a:pt x="2682907" y="3369586"/>
                </a:lnTo>
                <a:lnTo>
                  <a:pt x="2721724" y="3347065"/>
                </a:lnTo>
                <a:lnTo>
                  <a:pt x="2759919" y="3323613"/>
                </a:lnTo>
                <a:lnTo>
                  <a:pt x="2797479" y="3299245"/>
                </a:lnTo>
                <a:lnTo>
                  <a:pt x="2834387" y="3273976"/>
                </a:lnTo>
                <a:lnTo>
                  <a:pt x="2870628" y="3247823"/>
                </a:lnTo>
                <a:lnTo>
                  <a:pt x="2906186" y="3220801"/>
                </a:lnTo>
                <a:lnTo>
                  <a:pt x="2941046" y="3192924"/>
                </a:lnTo>
                <a:lnTo>
                  <a:pt x="2975193" y="3164210"/>
                </a:lnTo>
                <a:lnTo>
                  <a:pt x="3008609" y="3134673"/>
                </a:lnTo>
                <a:lnTo>
                  <a:pt x="3041282" y="3104329"/>
                </a:lnTo>
                <a:lnTo>
                  <a:pt x="3073193" y="3073193"/>
                </a:lnTo>
                <a:lnTo>
                  <a:pt x="3104329" y="3041282"/>
                </a:lnTo>
                <a:lnTo>
                  <a:pt x="3134673" y="3008609"/>
                </a:lnTo>
                <a:lnTo>
                  <a:pt x="3164210" y="2975193"/>
                </a:lnTo>
                <a:lnTo>
                  <a:pt x="3192924" y="2941046"/>
                </a:lnTo>
                <a:lnTo>
                  <a:pt x="3220801" y="2906186"/>
                </a:lnTo>
                <a:lnTo>
                  <a:pt x="3247823" y="2870628"/>
                </a:lnTo>
                <a:lnTo>
                  <a:pt x="3273976" y="2834387"/>
                </a:lnTo>
                <a:lnTo>
                  <a:pt x="3299245" y="2797479"/>
                </a:lnTo>
                <a:lnTo>
                  <a:pt x="3323613" y="2759919"/>
                </a:lnTo>
                <a:lnTo>
                  <a:pt x="3347065" y="2721724"/>
                </a:lnTo>
                <a:lnTo>
                  <a:pt x="3369586" y="2682907"/>
                </a:lnTo>
                <a:lnTo>
                  <a:pt x="3391160" y="2643486"/>
                </a:lnTo>
                <a:lnTo>
                  <a:pt x="3411771" y="2603476"/>
                </a:lnTo>
                <a:lnTo>
                  <a:pt x="3431404" y="2562891"/>
                </a:lnTo>
                <a:lnTo>
                  <a:pt x="3450043" y="2521749"/>
                </a:lnTo>
                <a:lnTo>
                  <a:pt x="3467673" y="2480063"/>
                </a:lnTo>
                <a:lnTo>
                  <a:pt x="3484279" y="2437851"/>
                </a:lnTo>
                <a:lnTo>
                  <a:pt x="3499844" y="2395126"/>
                </a:lnTo>
                <a:lnTo>
                  <a:pt x="3514353" y="2351906"/>
                </a:lnTo>
                <a:lnTo>
                  <a:pt x="3527791" y="2308205"/>
                </a:lnTo>
                <a:lnTo>
                  <a:pt x="3540142" y="2264039"/>
                </a:lnTo>
                <a:lnTo>
                  <a:pt x="3551391" y="2219424"/>
                </a:lnTo>
                <a:lnTo>
                  <a:pt x="3561521" y="2174374"/>
                </a:lnTo>
                <a:lnTo>
                  <a:pt x="3570518" y="2128907"/>
                </a:lnTo>
                <a:lnTo>
                  <a:pt x="3578366" y="2083036"/>
                </a:lnTo>
                <a:lnTo>
                  <a:pt x="3585049" y="2036778"/>
                </a:lnTo>
                <a:lnTo>
                  <a:pt x="3590552" y="1990149"/>
                </a:lnTo>
                <a:lnTo>
                  <a:pt x="3594859" y="1943163"/>
                </a:lnTo>
                <a:lnTo>
                  <a:pt x="3597954" y="1895837"/>
                </a:lnTo>
                <a:lnTo>
                  <a:pt x="3599823" y="1848185"/>
                </a:lnTo>
                <a:lnTo>
                  <a:pt x="3600450" y="1800225"/>
                </a:lnTo>
                <a:lnTo>
                  <a:pt x="3599823" y="1752264"/>
                </a:lnTo>
                <a:lnTo>
                  <a:pt x="3597954" y="1704612"/>
                </a:lnTo>
                <a:lnTo>
                  <a:pt x="3594859" y="1657286"/>
                </a:lnTo>
                <a:lnTo>
                  <a:pt x="3590552" y="1610300"/>
                </a:lnTo>
                <a:lnTo>
                  <a:pt x="3585049" y="1563671"/>
                </a:lnTo>
                <a:lnTo>
                  <a:pt x="3578366" y="1517413"/>
                </a:lnTo>
                <a:lnTo>
                  <a:pt x="3570518" y="1471542"/>
                </a:lnTo>
                <a:lnTo>
                  <a:pt x="3561521" y="1426075"/>
                </a:lnTo>
                <a:lnTo>
                  <a:pt x="3551391" y="1381025"/>
                </a:lnTo>
                <a:lnTo>
                  <a:pt x="3540142" y="1336410"/>
                </a:lnTo>
                <a:lnTo>
                  <a:pt x="3527791" y="1292244"/>
                </a:lnTo>
                <a:lnTo>
                  <a:pt x="3514353" y="1248543"/>
                </a:lnTo>
                <a:lnTo>
                  <a:pt x="3499844" y="1205323"/>
                </a:lnTo>
                <a:lnTo>
                  <a:pt x="3484279" y="1162598"/>
                </a:lnTo>
                <a:lnTo>
                  <a:pt x="3467673" y="1120386"/>
                </a:lnTo>
                <a:lnTo>
                  <a:pt x="3450043" y="1078700"/>
                </a:lnTo>
                <a:lnTo>
                  <a:pt x="3431404" y="1037558"/>
                </a:lnTo>
                <a:lnTo>
                  <a:pt x="3411771" y="996973"/>
                </a:lnTo>
                <a:lnTo>
                  <a:pt x="3391160" y="956963"/>
                </a:lnTo>
                <a:lnTo>
                  <a:pt x="3369586" y="917542"/>
                </a:lnTo>
                <a:lnTo>
                  <a:pt x="3347065" y="878725"/>
                </a:lnTo>
                <a:lnTo>
                  <a:pt x="3323613" y="840530"/>
                </a:lnTo>
                <a:lnTo>
                  <a:pt x="3299245" y="802970"/>
                </a:lnTo>
                <a:lnTo>
                  <a:pt x="3273976" y="766062"/>
                </a:lnTo>
                <a:lnTo>
                  <a:pt x="3247823" y="729821"/>
                </a:lnTo>
                <a:lnTo>
                  <a:pt x="3220801" y="694263"/>
                </a:lnTo>
                <a:lnTo>
                  <a:pt x="3192924" y="659403"/>
                </a:lnTo>
                <a:lnTo>
                  <a:pt x="3164210" y="625256"/>
                </a:lnTo>
                <a:lnTo>
                  <a:pt x="3134673" y="591840"/>
                </a:lnTo>
                <a:lnTo>
                  <a:pt x="3104329" y="559167"/>
                </a:lnTo>
                <a:lnTo>
                  <a:pt x="3073193" y="527256"/>
                </a:lnTo>
                <a:lnTo>
                  <a:pt x="3041282" y="496120"/>
                </a:lnTo>
                <a:lnTo>
                  <a:pt x="3008609" y="465776"/>
                </a:lnTo>
                <a:lnTo>
                  <a:pt x="2975193" y="436239"/>
                </a:lnTo>
                <a:lnTo>
                  <a:pt x="2941046" y="407525"/>
                </a:lnTo>
                <a:lnTo>
                  <a:pt x="2906186" y="379648"/>
                </a:lnTo>
                <a:lnTo>
                  <a:pt x="2870628" y="352626"/>
                </a:lnTo>
                <a:lnTo>
                  <a:pt x="2834387" y="326473"/>
                </a:lnTo>
                <a:lnTo>
                  <a:pt x="2797479" y="301204"/>
                </a:lnTo>
                <a:lnTo>
                  <a:pt x="2759919" y="276836"/>
                </a:lnTo>
                <a:lnTo>
                  <a:pt x="2721724" y="253384"/>
                </a:lnTo>
                <a:lnTo>
                  <a:pt x="2682907" y="230863"/>
                </a:lnTo>
                <a:lnTo>
                  <a:pt x="2643486" y="209289"/>
                </a:lnTo>
                <a:lnTo>
                  <a:pt x="2603476" y="188678"/>
                </a:lnTo>
                <a:lnTo>
                  <a:pt x="2562891" y="169045"/>
                </a:lnTo>
                <a:lnTo>
                  <a:pt x="2521749" y="150406"/>
                </a:lnTo>
                <a:lnTo>
                  <a:pt x="2480063" y="132776"/>
                </a:lnTo>
                <a:lnTo>
                  <a:pt x="2437851" y="116170"/>
                </a:lnTo>
                <a:lnTo>
                  <a:pt x="2395126" y="100605"/>
                </a:lnTo>
                <a:lnTo>
                  <a:pt x="2351906" y="86096"/>
                </a:lnTo>
                <a:lnTo>
                  <a:pt x="2308205" y="72658"/>
                </a:lnTo>
                <a:lnTo>
                  <a:pt x="2264039" y="60307"/>
                </a:lnTo>
                <a:lnTo>
                  <a:pt x="2219424" y="49058"/>
                </a:lnTo>
                <a:lnTo>
                  <a:pt x="2174374" y="38928"/>
                </a:lnTo>
                <a:lnTo>
                  <a:pt x="2128907" y="29931"/>
                </a:lnTo>
                <a:lnTo>
                  <a:pt x="2083036" y="22083"/>
                </a:lnTo>
                <a:lnTo>
                  <a:pt x="2036778" y="15400"/>
                </a:lnTo>
                <a:lnTo>
                  <a:pt x="1990149" y="9897"/>
                </a:lnTo>
                <a:lnTo>
                  <a:pt x="1943163" y="5590"/>
                </a:lnTo>
                <a:lnTo>
                  <a:pt x="1895837" y="2495"/>
                </a:lnTo>
                <a:lnTo>
                  <a:pt x="1848185" y="626"/>
                </a:lnTo>
                <a:lnTo>
                  <a:pt x="1800225" y="0"/>
                </a:lnTo>
                <a:close/>
              </a:path>
            </a:pathLst>
          </a:custGeom>
          <a:solidFill>
            <a:srgbClr val="004B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DFF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91303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DFF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57626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119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12EF5B-8A46-5474-AD88-C6FE8103F9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490378-C40B-F1C3-6BFC-ED9F7580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433398-584C-8DA2-18E0-3F0E41CED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Title Font &amp; Size: Bierstadt + bold; 28 – short title; 24 – long title</a:t>
            </a:r>
          </a:p>
        </p:txBody>
      </p:sp>
    </p:spTree>
    <p:extLst>
      <p:ext uri="{BB962C8B-B14F-4D97-AF65-F5344CB8AC3E}">
        <p14:creationId xmlns:p14="http://schemas.microsoft.com/office/powerpoint/2010/main" val="6050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63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6618882-F951-759F-EEAA-997C20AB5F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7FFFFF"/>
                </a:solidFill>
              </a:defRPr>
            </a:lvl1pPr>
          </a:lstStyle>
          <a:p>
            <a:r>
              <a:rPr lang="en-US"/>
              <a:t>Section Separator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F4D5E94-70AE-F46D-CC52-D25E96EF8C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Bierstad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Separator Subtitle</a:t>
            </a:r>
          </a:p>
        </p:txBody>
      </p:sp>
    </p:spTree>
    <p:extLst>
      <p:ext uri="{BB962C8B-B14F-4D97-AF65-F5344CB8AC3E}">
        <p14:creationId xmlns:p14="http://schemas.microsoft.com/office/powerpoint/2010/main" val="189547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44426-C329-3382-A4BB-BE6B60D1C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001271-1D44-1644-BE87-E504199562CA}"/>
              </a:ext>
            </a:extLst>
          </p:cNvPr>
          <p:cNvSpPr/>
          <p:nvPr userDrawn="1"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00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0AEE8-4F6C-949B-4ED4-9E499821F43C}"/>
              </a:ext>
            </a:extLst>
          </p:cNvPr>
          <p:cNvSpPr txBox="1"/>
          <p:nvPr userDrawn="1"/>
        </p:nvSpPr>
        <p:spPr>
          <a:xfrm>
            <a:off x="2255520" y="2828835"/>
            <a:ext cx="768096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6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Thank You!</a:t>
            </a:r>
            <a:endParaRPr kumimoji="0" lang="en-IN" sz="66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38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6BD5360-495A-5351-276D-0292BE2A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64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D1C980-34F9-A41F-F715-01AFB8C1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23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85C4F31-B4A3-A48D-0C51-C4F636B0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87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60EA36-C49B-17B1-2109-1DD483C9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107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712501A-8F56-1FB5-D5FB-A9C8F11E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053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C56F0E-DEA4-3E16-654D-4229F6BC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31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C75A09-B7F5-E30F-27B9-3BD26C11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33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6E0289-0E66-A8EF-1E7C-F868A562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42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748DE22-116F-8C40-983A-B6271E54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032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1CEEA4-FB52-FE69-E6BF-47863EDD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460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907283-A45E-93B3-117A-4C95675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593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1">
            <a:extLst>
              <a:ext uri="{FF2B5EF4-FFF2-40B4-BE49-F238E27FC236}">
                <a16:creationId xmlns:a16="http://schemas.microsoft.com/office/drawing/2014/main" id="{BEAAADED-93A2-4F88-7463-419BCEE40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877" y="6429773"/>
            <a:ext cx="588169" cy="365125"/>
          </a:xfrm>
          <a:prstGeom prst="rect">
            <a:avLst/>
          </a:prstGeom>
        </p:spPr>
        <p:txBody>
          <a:bodyPr/>
          <a:lstStyle>
            <a:lvl1pPr algn="r">
              <a:defRPr sz="1300"/>
            </a:lvl1pPr>
          </a:lstStyle>
          <a:p>
            <a:fld id="{2FD38B3D-DDB3-4B49-8445-FCFD9226D8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FA9ADB-4B7F-3A7C-BF99-5CFC75B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34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6">
            <a:extLst>
              <a:ext uri="{FF2B5EF4-FFF2-40B4-BE49-F238E27FC236}">
                <a16:creationId xmlns:a16="http://schemas.microsoft.com/office/drawing/2014/main" id="{113E6345-9EC7-CA28-E013-1BC283A48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032" y="223284"/>
            <a:ext cx="11014595" cy="8612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5456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978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9B2AD11-2BB3-34EE-5764-9C5E4F65B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5391" y="63781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87751-29EF-46FA-85C5-73E004D27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10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30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12EF5B-8A46-5474-AD88-C6FE8103F9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490378-C40B-F1C3-6BFC-ED9F7580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433398-584C-8DA2-18E0-3F0E41CED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Title Font &amp; Size: Bierstadt + bold; 28 – short title; 24 – long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B4297A3-C0E5-BA66-E4E4-CFA2E9B36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B392E3-C1DA-F150-0B6A-C8223FEC621F}"/>
              </a:ext>
            </a:extLst>
          </p:cNvPr>
          <p:cNvSpPr txBox="1"/>
          <p:nvPr userDrawn="1"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@2025 </a:t>
            </a:r>
            <a:r>
              <a:rPr kumimoji="0" lang="en-IN" sz="8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AuxoAI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 –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41027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185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6618882-F951-759F-EEAA-997C20AB5F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7FFFFF"/>
                </a:solidFill>
              </a:defRPr>
            </a:lvl1pPr>
          </a:lstStyle>
          <a:p>
            <a:r>
              <a:rPr lang="en-US"/>
              <a:t>Section Separator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F4D5E94-70AE-F46D-CC52-D25E96EF8C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Bierstad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Separator Subtitle</a:t>
            </a:r>
          </a:p>
        </p:txBody>
      </p:sp>
    </p:spTree>
    <p:extLst>
      <p:ext uri="{BB962C8B-B14F-4D97-AF65-F5344CB8AC3E}">
        <p14:creationId xmlns:p14="http://schemas.microsoft.com/office/powerpoint/2010/main" val="22492485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44426-C329-3382-A4BB-BE6B60D1C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001271-1D44-1644-BE87-E504199562CA}"/>
              </a:ext>
            </a:extLst>
          </p:cNvPr>
          <p:cNvSpPr/>
          <p:nvPr userDrawn="1"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00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0AEE8-4F6C-949B-4ED4-9E499821F43C}"/>
              </a:ext>
            </a:extLst>
          </p:cNvPr>
          <p:cNvSpPr txBox="1"/>
          <p:nvPr userDrawn="1"/>
        </p:nvSpPr>
        <p:spPr>
          <a:xfrm>
            <a:off x="2255520" y="2828835"/>
            <a:ext cx="768096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6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Thank You!</a:t>
            </a:r>
            <a:endParaRPr kumimoji="0" lang="en-IN" sz="66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4387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1">
            <a:extLst>
              <a:ext uri="{FF2B5EF4-FFF2-40B4-BE49-F238E27FC236}">
                <a16:creationId xmlns:a16="http://schemas.microsoft.com/office/drawing/2014/main" id="{BEAAADED-93A2-4F88-7463-419BCEE40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877" y="6429773"/>
            <a:ext cx="588169" cy="365125"/>
          </a:xfrm>
          <a:prstGeom prst="rect">
            <a:avLst/>
          </a:prstGeom>
        </p:spPr>
        <p:txBody>
          <a:bodyPr/>
          <a:lstStyle>
            <a:lvl1pPr algn="r">
              <a:defRPr sz="1300"/>
            </a:lvl1pPr>
          </a:lstStyle>
          <a:p>
            <a:fld id="{2FD38B3D-DDB3-4B49-8445-FCFD9226D8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FA9ADB-4B7F-3A7C-BF99-5CFC75B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345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91D61D1-B3F3-466C-8545-FA3F0B34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462281"/>
            <a:ext cx="11264900" cy="6985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kern="1200" dirty="0">
                <a:gradFill>
                  <a:gsLst>
                    <a:gs pos="100000">
                      <a:schemeClr val="accent1"/>
                    </a:gs>
                    <a:gs pos="3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A920E56-B3D4-4350-929E-8A4092E3A7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7723" y="1776540"/>
            <a:ext cx="3866350" cy="4005951"/>
          </a:xfrm>
          <a:custGeom>
            <a:avLst/>
            <a:gdLst>
              <a:gd name="connsiteX0" fmla="*/ 0 w 3351005"/>
              <a:gd name="connsiteY0" fmla="*/ 0 h 3471999"/>
              <a:gd name="connsiteX1" fmla="*/ 3351005 w 3351005"/>
              <a:gd name="connsiteY1" fmla="*/ 0 h 3471999"/>
              <a:gd name="connsiteX2" fmla="*/ 3351005 w 3351005"/>
              <a:gd name="connsiteY2" fmla="*/ 3471999 h 3471999"/>
              <a:gd name="connsiteX3" fmla="*/ 0 w 3351005"/>
              <a:gd name="connsiteY3" fmla="*/ 3471999 h 3471999"/>
              <a:gd name="connsiteX0" fmla="*/ 0 w 3351005"/>
              <a:gd name="connsiteY0" fmla="*/ 8699 h 3480698"/>
              <a:gd name="connsiteX1" fmla="*/ 2711495 w 3351005"/>
              <a:gd name="connsiteY1" fmla="*/ 0 h 3480698"/>
              <a:gd name="connsiteX2" fmla="*/ 3351005 w 3351005"/>
              <a:gd name="connsiteY2" fmla="*/ 8699 h 3480698"/>
              <a:gd name="connsiteX3" fmla="*/ 3351005 w 3351005"/>
              <a:gd name="connsiteY3" fmla="*/ 3480698 h 3480698"/>
              <a:gd name="connsiteX4" fmla="*/ 0 w 3351005"/>
              <a:gd name="connsiteY4" fmla="*/ 3480698 h 3480698"/>
              <a:gd name="connsiteX5" fmla="*/ 0 w 3351005"/>
              <a:gd name="connsiteY5" fmla="*/ 8699 h 3480698"/>
              <a:gd name="connsiteX0" fmla="*/ 0 w 3351005"/>
              <a:gd name="connsiteY0" fmla="*/ 8699 h 3480698"/>
              <a:gd name="connsiteX1" fmla="*/ 2711495 w 3351005"/>
              <a:gd name="connsiteY1" fmla="*/ 0 h 3480698"/>
              <a:gd name="connsiteX2" fmla="*/ 3351005 w 3351005"/>
              <a:gd name="connsiteY2" fmla="*/ 8699 h 3480698"/>
              <a:gd name="connsiteX3" fmla="*/ 3347221 w 3351005"/>
              <a:gd name="connsiteY3" fmla="*/ 644434 h 3480698"/>
              <a:gd name="connsiteX4" fmla="*/ 3351005 w 3351005"/>
              <a:gd name="connsiteY4" fmla="*/ 3480698 h 3480698"/>
              <a:gd name="connsiteX5" fmla="*/ 0 w 3351005"/>
              <a:gd name="connsiteY5" fmla="*/ 3480698 h 3480698"/>
              <a:gd name="connsiteX6" fmla="*/ 0 w 3351005"/>
              <a:gd name="connsiteY6" fmla="*/ 8699 h 3480698"/>
              <a:gd name="connsiteX0" fmla="*/ 0 w 3351005"/>
              <a:gd name="connsiteY0" fmla="*/ 0 h 3471999"/>
              <a:gd name="connsiteX1" fmla="*/ 2537324 w 3351005"/>
              <a:gd name="connsiteY1" fmla="*/ 10 h 3471999"/>
              <a:gd name="connsiteX2" fmla="*/ 3351005 w 3351005"/>
              <a:gd name="connsiteY2" fmla="*/ 0 h 3471999"/>
              <a:gd name="connsiteX3" fmla="*/ 3347221 w 3351005"/>
              <a:gd name="connsiteY3" fmla="*/ 635735 h 3471999"/>
              <a:gd name="connsiteX4" fmla="*/ 3351005 w 3351005"/>
              <a:gd name="connsiteY4" fmla="*/ 3471999 h 3471999"/>
              <a:gd name="connsiteX5" fmla="*/ 0 w 3351005"/>
              <a:gd name="connsiteY5" fmla="*/ 3471999 h 3471999"/>
              <a:gd name="connsiteX6" fmla="*/ 0 w 3351005"/>
              <a:gd name="connsiteY6" fmla="*/ 0 h 3471999"/>
              <a:gd name="connsiteX0" fmla="*/ 0 w 3351005"/>
              <a:gd name="connsiteY0" fmla="*/ 0 h 3471999"/>
              <a:gd name="connsiteX1" fmla="*/ 2537324 w 3351005"/>
              <a:gd name="connsiteY1" fmla="*/ 10 h 3471999"/>
              <a:gd name="connsiteX2" fmla="*/ 3351005 w 3351005"/>
              <a:gd name="connsiteY2" fmla="*/ 0 h 3471999"/>
              <a:gd name="connsiteX3" fmla="*/ 3347221 w 3351005"/>
              <a:gd name="connsiteY3" fmla="*/ 940535 h 3471999"/>
              <a:gd name="connsiteX4" fmla="*/ 3351005 w 3351005"/>
              <a:gd name="connsiteY4" fmla="*/ 3471999 h 3471999"/>
              <a:gd name="connsiteX5" fmla="*/ 0 w 3351005"/>
              <a:gd name="connsiteY5" fmla="*/ 3471999 h 3471999"/>
              <a:gd name="connsiteX6" fmla="*/ 0 w 3351005"/>
              <a:gd name="connsiteY6" fmla="*/ 0 h 3471999"/>
              <a:gd name="connsiteX0" fmla="*/ 0 w 3351005"/>
              <a:gd name="connsiteY0" fmla="*/ 0 h 3471999"/>
              <a:gd name="connsiteX1" fmla="*/ 2537324 w 3351005"/>
              <a:gd name="connsiteY1" fmla="*/ 10 h 3471999"/>
              <a:gd name="connsiteX2" fmla="*/ 3347221 w 3351005"/>
              <a:gd name="connsiteY2" fmla="*/ 940535 h 3471999"/>
              <a:gd name="connsiteX3" fmla="*/ 3351005 w 3351005"/>
              <a:gd name="connsiteY3" fmla="*/ 3471999 h 3471999"/>
              <a:gd name="connsiteX4" fmla="*/ 0 w 3351005"/>
              <a:gd name="connsiteY4" fmla="*/ 3471999 h 3471999"/>
              <a:gd name="connsiteX5" fmla="*/ 0 w 3351005"/>
              <a:gd name="connsiteY5" fmla="*/ 0 h 3471999"/>
              <a:gd name="connsiteX0" fmla="*/ 0 w 3351005"/>
              <a:gd name="connsiteY0" fmla="*/ 0 h 3471999"/>
              <a:gd name="connsiteX1" fmla="*/ 2537324 w 3351005"/>
              <a:gd name="connsiteY1" fmla="*/ 10 h 3471999"/>
              <a:gd name="connsiteX2" fmla="*/ 3339674 w 3351005"/>
              <a:gd name="connsiteY2" fmla="*/ 721648 h 3471999"/>
              <a:gd name="connsiteX3" fmla="*/ 3351005 w 3351005"/>
              <a:gd name="connsiteY3" fmla="*/ 3471999 h 3471999"/>
              <a:gd name="connsiteX4" fmla="*/ 0 w 3351005"/>
              <a:gd name="connsiteY4" fmla="*/ 3471999 h 3471999"/>
              <a:gd name="connsiteX5" fmla="*/ 0 w 3351005"/>
              <a:gd name="connsiteY5" fmla="*/ 0 h 347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005" h="3471999">
                <a:moveTo>
                  <a:pt x="0" y="0"/>
                </a:moveTo>
                <a:lnTo>
                  <a:pt x="2537324" y="10"/>
                </a:lnTo>
                <a:lnTo>
                  <a:pt x="3339674" y="721648"/>
                </a:lnTo>
                <a:cubicBezTo>
                  <a:pt x="3340935" y="1667069"/>
                  <a:pt x="3349744" y="2526578"/>
                  <a:pt x="3351005" y="3471999"/>
                </a:cubicBezTo>
                <a:lnTo>
                  <a:pt x="0" y="347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767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0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8864" y="339483"/>
            <a:ext cx="648335" cy="650875"/>
          </a:xfrm>
          <a:custGeom>
            <a:avLst/>
            <a:gdLst/>
            <a:ahLst/>
            <a:cxnLst/>
            <a:rect l="l" t="t" r="r" b="b"/>
            <a:pathLst>
              <a:path w="648335" h="650875">
                <a:moveTo>
                  <a:pt x="648284" y="650328"/>
                </a:moveTo>
                <a:lnTo>
                  <a:pt x="648246" y="324980"/>
                </a:lnTo>
                <a:lnTo>
                  <a:pt x="644728" y="276948"/>
                </a:lnTo>
                <a:lnTo>
                  <a:pt x="634517" y="231114"/>
                </a:lnTo>
                <a:lnTo>
                  <a:pt x="618121" y="187972"/>
                </a:lnTo>
                <a:lnTo>
                  <a:pt x="596023" y="148018"/>
                </a:lnTo>
                <a:lnTo>
                  <a:pt x="568744" y="111772"/>
                </a:lnTo>
                <a:lnTo>
                  <a:pt x="536765" y="79705"/>
                </a:lnTo>
                <a:lnTo>
                  <a:pt x="500608" y="52349"/>
                </a:lnTo>
                <a:lnTo>
                  <a:pt x="460768" y="30200"/>
                </a:lnTo>
                <a:lnTo>
                  <a:pt x="417741" y="13754"/>
                </a:lnTo>
                <a:lnTo>
                  <a:pt x="372021" y="3517"/>
                </a:lnTo>
                <a:lnTo>
                  <a:pt x="324129" y="0"/>
                </a:lnTo>
                <a:lnTo>
                  <a:pt x="276225" y="3517"/>
                </a:lnTo>
                <a:lnTo>
                  <a:pt x="230517" y="13754"/>
                </a:lnTo>
                <a:lnTo>
                  <a:pt x="187490" y="30200"/>
                </a:lnTo>
                <a:lnTo>
                  <a:pt x="147637" y="52349"/>
                </a:lnTo>
                <a:lnTo>
                  <a:pt x="111480" y="79705"/>
                </a:lnTo>
                <a:lnTo>
                  <a:pt x="79502" y="111760"/>
                </a:lnTo>
                <a:lnTo>
                  <a:pt x="52222" y="148018"/>
                </a:lnTo>
                <a:lnTo>
                  <a:pt x="30124" y="187960"/>
                </a:lnTo>
                <a:lnTo>
                  <a:pt x="13728" y="231114"/>
                </a:lnTo>
                <a:lnTo>
                  <a:pt x="3517" y="276948"/>
                </a:lnTo>
                <a:lnTo>
                  <a:pt x="0" y="324967"/>
                </a:lnTo>
                <a:lnTo>
                  <a:pt x="3517" y="372986"/>
                </a:lnTo>
                <a:lnTo>
                  <a:pt x="13728" y="418820"/>
                </a:lnTo>
                <a:lnTo>
                  <a:pt x="30124" y="461975"/>
                </a:lnTo>
                <a:lnTo>
                  <a:pt x="52222" y="501929"/>
                </a:lnTo>
                <a:lnTo>
                  <a:pt x="79502" y="538175"/>
                </a:lnTo>
                <a:lnTo>
                  <a:pt x="111467" y="570242"/>
                </a:lnTo>
                <a:lnTo>
                  <a:pt x="147624" y="597598"/>
                </a:lnTo>
                <a:lnTo>
                  <a:pt x="187477" y="619747"/>
                </a:lnTo>
                <a:lnTo>
                  <a:pt x="230505" y="636193"/>
                </a:lnTo>
                <a:lnTo>
                  <a:pt x="276212" y="646430"/>
                </a:lnTo>
                <a:lnTo>
                  <a:pt x="322021" y="649808"/>
                </a:lnTo>
                <a:lnTo>
                  <a:pt x="323659" y="649935"/>
                </a:lnTo>
                <a:lnTo>
                  <a:pt x="324116" y="649960"/>
                </a:lnTo>
                <a:lnTo>
                  <a:pt x="467169" y="650328"/>
                </a:lnTo>
                <a:lnTo>
                  <a:pt x="467169" y="522300"/>
                </a:lnTo>
                <a:lnTo>
                  <a:pt x="321233" y="522300"/>
                </a:lnTo>
                <a:lnTo>
                  <a:pt x="278879" y="517398"/>
                </a:lnTo>
                <a:lnTo>
                  <a:pt x="237375" y="502513"/>
                </a:lnTo>
                <a:lnTo>
                  <a:pt x="200774" y="479171"/>
                </a:lnTo>
                <a:lnTo>
                  <a:pt x="170243" y="448551"/>
                </a:lnTo>
                <a:lnTo>
                  <a:pt x="146964" y="411835"/>
                </a:lnTo>
                <a:lnTo>
                  <a:pt x="132143" y="370217"/>
                </a:lnTo>
                <a:lnTo>
                  <a:pt x="126936" y="324891"/>
                </a:lnTo>
                <a:lnTo>
                  <a:pt x="132156" y="279552"/>
                </a:lnTo>
                <a:lnTo>
                  <a:pt x="147002" y="237947"/>
                </a:lnTo>
                <a:lnTo>
                  <a:pt x="170281" y="201244"/>
                </a:lnTo>
                <a:lnTo>
                  <a:pt x="200825" y="170637"/>
                </a:lnTo>
                <a:lnTo>
                  <a:pt x="237439" y="147307"/>
                </a:lnTo>
                <a:lnTo>
                  <a:pt x="278955" y="132448"/>
                </a:lnTo>
                <a:lnTo>
                  <a:pt x="324167" y="127228"/>
                </a:lnTo>
                <a:lnTo>
                  <a:pt x="369366" y="132461"/>
                </a:lnTo>
                <a:lnTo>
                  <a:pt x="410870" y="147332"/>
                </a:lnTo>
                <a:lnTo>
                  <a:pt x="447471" y="170688"/>
                </a:lnTo>
                <a:lnTo>
                  <a:pt x="478002" y="201307"/>
                </a:lnTo>
                <a:lnTo>
                  <a:pt x="501269" y="238023"/>
                </a:lnTo>
                <a:lnTo>
                  <a:pt x="516102" y="279628"/>
                </a:lnTo>
                <a:lnTo>
                  <a:pt x="521296" y="324967"/>
                </a:lnTo>
                <a:lnTo>
                  <a:pt x="521296" y="650328"/>
                </a:lnTo>
                <a:lnTo>
                  <a:pt x="648284" y="650328"/>
                </a:lnTo>
                <a:close/>
              </a:path>
            </a:pathLst>
          </a:custGeom>
          <a:solidFill>
            <a:srgbClr val="91B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95775" y="1628775"/>
            <a:ext cx="3600450" cy="3600450"/>
          </a:xfrm>
          <a:custGeom>
            <a:avLst/>
            <a:gdLst/>
            <a:ahLst/>
            <a:cxnLst/>
            <a:rect l="l" t="t" r="r" b="b"/>
            <a:pathLst>
              <a:path w="3600450" h="3600450">
                <a:moveTo>
                  <a:pt x="1800225" y="0"/>
                </a:moveTo>
                <a:lnTo>
                  <a:pt x="1752264" y="626"/>
                </a:lnTo>
                <a:lnTo>
                  <a:pt x="1704612" y="2495"/>
                </a:lnTo>
                <a:lnTo>
                  <a:pt x="1657286" y="5590"/>
                </a:lnTo>
                <a:lnTo>
                  <a:pt x="1610300" y="9897"/>
                </a:lnTo>
                <a:lnTo>
                  <a:pt x="1563671" y="15400"/>
                </a:lnTo>
                <a:lnTo>
                  <a:pt x="1517413" y="22083"/>
                </a:lnTo>
                <a:lnTo>
                  <a:pt x="1471542" y="29931"/>
                </a:lnTo>
                <a:lnTo>
                  <a:pt x="1426075" y="38928"/>
                </a:lnTo>
                <a:lnTo>
                  <a:pt x="1381025" y="49058"/>
                </a:lnTo>
                <a:lnTo>
                  <a:pt x="1336410" y="60307"/>
                </a:lnTo>
                <a:lnTo>
                  <a:pt x="1292244" y="72658"/>
                </a:lnTo>
                <a:lnTo>
                  <a:pt x="1248543" y="86096"/>
                </a:lnTo>
                <a:lnTo>
                  <a:pt x="1205323" y="100605"/>
                </a:lnTo>
                <a:lnTo>
                  <a:pt x="1162598" y="116170"/>
                </a:lnTo>
                <a:lnTo>
                  <a:pt x="1120386" y="132776"/>
                </a:lnTo>
                <a:lnTo>
                  <a:pt x="1078700" y="150406"/>
                </a:lnTo>
                <a:lnTo>
                  <a:pt x="1037558" y="169045"/>
                </a:lnTo>
                <a:lnTo>
                  <a:pt x="996973" y="188678"/>
                </a:lnTo>
                <a:lnTo>
                  <a:pt x="956963" y="209289"/>
                </a:lnTo>
                <a:lnTo>
                  <a:pt x="917542" y="230863"/>
                </a:lnTo>
                <a:lnTo>
                  <a:pt x="878725" y="253384"/>
                </a:lnTo>
                <a:lnTo>
                  <a:pt x="840530" y="276836"/>
                </a:lnTo>
                <a:lnTo>
                  <a:pt x="802970" y="301204"/>
                </a:lnTo>
                <a:lnTo>
                  <a:pt x="766062" y="326473"/>
                </a:lnTo>
                <a:lnTo>
                  <a:pt x="729821" y="352626"/>
                </a:lnTo>
                <a:lnTo>
                  <a:pt x="694263" y="379648"/>
                </a:lnTo>
                <a:lnTo>
                  <a:pt x="659403" y="407525"/>
                </a:lnTo>
                <a:lnTo>
                  <a:pt x="625256" y="436239"/>
                </a:lnTo>
                <a:lnTo>
                  <a:pt x="591840" y="465776"/>
                </a:lnTo>
                <a:lnTo>
                  <a:pt x="559167" y="496120"/>
                </a:lnTo>
                <a:lnTo>
                  <a:pt x="527256" y="527256"/>
                </a:lnTo>
                <a:lnTo>
                  <a:pt x="496120" y="559167"/>
                </a:lnTo>
                <a:lnTo>
                  <a:pt x="465776" y="591840"/>
                </a:lnTo>
                <a:lnTo>
                  <a:pt x="436239" y="625256"/>
                </a:lnTo>
                <a:lnTo>
                  <a:pt x="407525" y="659403"/>
                </a:lnTo>
                <a:lnTo>
                  <a:pt x="379648" y="694263"/>
                </a:lnTo>
                <a:lnTo>
                  <a:pt x="352626" y="729821"/>
                </a:lnTo>
                <a:lnTo>
                  <a:pt x="326473" y="766062"/>
                </a:lnTo>
                <a:lnTo>
                  <a:pt x="301204" y="802970"/>
                </a:lnTo>
                <a:lnTo>
                  <a:pt x="276836" y="840530"/>
                </a:lnTo>
                <a:lnTo>
                  <a:pt x="253384" y="878725"/>
                </a:lnTo>
                <a:lnTo>
                  <a:pt x="230863" y="917542"/>
                </a:lnTo>
                <a:lnTo>
                  <a:pt x="209289" y="956963"/>
                </a:lnTo>
                <a:lnTo>
                  <a:pt x="188678" y="996973"/>
                </a:lnTo>
                <a:lnTo>
                  <a:pt x="169045" y="1037558"/>
                </a:lnTo>
                <a:lnTo>
                  <a:pt x="150406" y="1078700"/>
                </a:lnTo>
                <a:lnTo>
                  <a:pt x="132776" y="1120386"/>
                </a:lnTo>
                <a:lnTo>
                  <a:pt x="116170" y="1162598"/>
                </a:lnTo>
                <a:lnTo>
                  <a:pt x="100605" y="1205323"/>
                </a:lnTo>
                <a:lnTo>
                  <a:pt x="86096" y="1248543"/>
                </a:lnTo>
                <a:lnTo>
                  <a:pt x="72658" y="1292244"/>
                </a:lnTo>
                <a:lnTo>
                  <a:pt x="60307" y="1336410"/>
                </a:lnTo>
                <a:lnTo>
                  <a:pt x="49058" y="1381025"/>
                </a:lnTo>
                <a:lnTo>
                  <a:pt x="38928" y="1426075"/>
                </a:lnTo>
                <a:lnTo>
                  <a:pt x="29931" y="1471542"/>
                </a:lnTo>
                <a:lnTo>
                  <a:pt x="22083" y="1517413"/>
                </a:lnTo>
                <a:lnTo>
                  <a:pt x="15400" y="1563671"/>
                </a:lnTo>
                <a:lnTo>
                  <a:pt x="9897" y="1610300"/>
                </a:lnTo>
                <a:lnTo>
                  <a:pt x="5590" y="1657286"/>
                </a:lnTo>
                <a:lnTo>
                  <a:pt x="2495" y="1704612"/>
                </a:lnTo>
                <a:lnTo>
                  <a:pt x="626" y="1752264"/>
                </a:lnTo>
                <a:lnTo>
                  <a:pt x="0" y="1800225"/>
                </a:lnTo>
                <a:lnTo>
                  <a:pt x="626" y="1848185"/>
                </a:lnTo>
                <a:lnTo>
                  <a:pt x="2495" y="1895837"/>
                </a:lnTo>
                <a:lnTo>
                  <a:pt x="5590" y="1943163"/>
                </a:lnTo>
                <a:lnTo>
                  <a:pt x="9897" y="1990149"/>
                </a:lnTo>
                <a:lnTo>
                  <a:pt x="15400" y="2036778"/>
                </a:lnTo>
                <a:lnTo>
                  <a:pt x="22083" y="2083036"/>
                </a:lnTo>
                <a:lnTo>
                  <a:pt x="29931" y="2128907"/>
                </a:lnTo>
                <a:lnTo>
                  <a:pt x="38928" y="2174374"/>
                </a:lnTo>
                <a:lnTo>
                  <a:pt x="49058" y="2219424"/>
                </a:lnTo>
                <a:lnTo>
                  <a:pt x="60307" y="2264039"/>
                </a:lnTo>
                <a:lnTo>
                  <a:pt x="72658" y="2308205"/>
                </a:lnTo>
                <a:lnTo>
                  <a:pt x="86096" y="2351906"/>
                </a:lnTo>
                <a:lnTo>
                  <a:pt x="100605" y="2395126"/>
                </a:lnTo>
                <a:lnTo>
                  <a:pt x="116170" y="2437851"/>
                </a:lnTo>
                <a:lnTo>
                  <a:pt x="132776" y="2480063"/>
                </a:lnTo>
                <a:lnTo>
                  <a:pt x="150406" y="2521749"/>
                </a:lnTo>
                <a:lnTo>
                  <a:pt x="169045" y="2562891"/>
                </a:lnTo>
                <a:lnTo>
                  <a:pt x="188678" y="2603476"/>
                </a:lnTo>
                <a:lnTo>
                  <a:pt x="209289" y="2643486"/>
                </a:lnTo>
                <a:lnTo>
                  <a:pt x="230863" y="2682907"/>
                </a:lnTo>
                <a:lnTo>
                  <a:pt x="253384" y="2721724"/>
                </a:lnTo>
                <a:lnTo>
                  <a:pt x="276836" y="2759919"/>
                </a:lnTo>
                <a:lnTo>
                  <a:pt x="301204" y="2797479"/>
                </a:lnTo>
                <a:lnTo>
                  <a:pt x="326473" y="2834387"/>
                </a:lnTo>
                <a:lnTo>
                  <a:pt x="352626" y="2870628"/>
                </a:lnTo>
                <a:lnTo>
                  <a:pt x="379648" y="2906186"/>
                </a:lnTo>
                <a:lnTo>
                  <a:pt x="407525" y="2941046"/>
                </a:lnTo>
                <a:lnTo>
                  <a:pt x="436239" y="2975193"/>
                </a:lnTo>
                <a:lnTo>
                  <a:pt x="465776" y="3008609"/>
                </a:lnTo>
                <a:lnTo>
                  <a:pt x="496120" y="3041282"/>
                </a:lnTo>
                <a:lnTo>
                  <a:pt x="527256" y="3073193"/>
                </a:lnTo>
                <a:lnTo>
                  <a:pt x="559167" y="3104329"/>
                </a:lnTo>
                <a:lnTo>
                  <a:pt x="591840" y="3134673"/>
                </a:lnTo>
                <a:lnTo>
                  <a:pt x="625256" y="3164210"/>
                </a:lnTo>
                <a:lnTo>
                  <a:pt x="659403" y="3192924"/>
                </a:lnTo>
                <a:lnTo>
                  <a:pt x="694263" y="3220801"/>
                </a:lnTo>
                <a:lnTo>
                  <a:pt x="729821" y="3247823"/>
                </a:lnTo>
                <a:lnTo>
                  <a:pt x="766062" y="3273976"/>
                </a:lnTo>
                <a:lnTo>
                  <a:pt x="802970" y="3299245"/>
                </a:lnTo>
                <a:lnTo>
                  <a:pt x="840530" y="3323613"/>
                </a:lnTo>
                <a:lnTo>
                  <a:pt x="878725" y="3347065"/>
                </a:lnTo>
                <a:lnTo>
                  <a:pt x="917542" y="3369586"/>
                </a:lnTo>
                <a:lnTo>
                  <a:pt x="956963" y="3391160"/>
                </a:lnTo>
                <a:lnTo>
                  <a:pt x="996973" y="3411771"/>
                </a:lnTo>
                <a:lnTo>
                  <a:pt x="1037558" y="3431404"/>
                </a:lnTo>
                <a:lnTo>
                  <a:pt x="1078700" y="3450043"/>
                </a:lnTo>
                <a:lnTo>
                  <a:pt x="1120386" y="3467673"/>
                </a:lnTo>
                <a:lnTo>
                  <a:pt x="1162598" y="3484279"/>
                </a:lnTo>
                <a:lnTo>
                  <a:pt x="1205323" y="3499844"/>
                </a:lnTo>
                <a:lnTo>
                  <a:pt x="1248543" y="3514353"/>
                </a:lnTo>
                <a:lnTo>
                  <a:pt x="1292244" y="3527791"/>
                </a:lnTo>
                <a:lnTo>
                  <a:pt x="1336410" y="3540142"/>
                </a:lnTo>
                <a:lnTo>
                  <a:pt x="1381025" y="3551391"/>
                </a:lnTo>
                <a:lnTo>
                  <a:pt x="1426075" y="3561521"/>
                </a:lnTo>
                <a:lnTo>
                  <a:pt x="1471542" y="3570518"/>
                </a:lnTo>
                <a:lnTo>
                  <a:pt x="1517413" y="3578366"/>
                </a:lnTo>
                <a:lnTo>
                  <a:pt x="1563671" y="3585049"/>
                </a:lnTo>
                <a:lnTo>
                  <a:pt x="1610300" y="3590552"/>
                </a:lnTo>
                <a:lnTo>
                  <a:pt x="1657286" y="3594859"/>
                </a:lnTo>
                <a:lnTo>
                  <a:pt x="1704612" y="3597954"/>
                </a:lnTo>
                <a:lnTo>
                  <a:pt x="1752264" y="3599823"/>
                </a:lnTo>
                <a:lnTo>
                  <a:pt x="1800225" y="3600450"/>
                </a:lnTo>
                <a:lnTo>
                  <a:pt x="1848185" y="3599823"/>
                </a:lnTo>
                <a:lnTo>
                  <a:pt x="1895837" y="3597954"/>
                </a:lnTo>
                <a:lnTo>
                  <a:pt x="1943163" y="3594859"/>
                </a:lnTo>
                <a:lnTo>
                  <a:pt x="1990149" y="3590552"/>
                </a:lnTo>
                <a:lnTo>
                  <a:pt x="2036778" y="3585049"/>
                </a:lnTo>
                <a:lnTo>
                  <a:pt x="2083036" y="3578366"/>
                </a:lnTo>
                <a:lnTo>
                  <a:pt x="2128907" y="3570518"/>
                </a:lnTo>
                <a:lnTo>
                  <a:pt x="2174374" y="3561521"/>
                </a:lnTo>
                <a:lnTo>
                  <a:pt x="2219424" y="3551391"/>
                </a:lnTo>
                <a:lnTo>
                  <a:pt x="2264039" y="3540142"/>
                </a:lnTo>
                <a:lnTo>
                  <a:pt x="2308205" y="3527791"/>
                </a:lnTo>
                <a:lnTo>
                  <a:pt x="2351906" y="3514353"/>
                </a:lnTo>
                <a:lnTo>
                  <a:pt x="2395126" y="3499844"/>
                </a:lnTo>
                <a:lnTo>
                  <a:pt x="2437851" y="3484279"/>
                </a:lnTo>
                <a:lnTo>
                  <a:pt x="2480063" y="3467673"/>
                </a:lnTo>
                <a:lnTo>
                  <a:pt x="2521749" y="3450043"/>
                </a:lnTo>
                <a:lnTo>
                  <a:pt x="2562891" y="3431404"/>
                </a:lnTo>
                <a:lnTo>
                  <a:pt x="2603476" y="3411771"/>
                </a:lnTo>
                <a:lnTo>
                  <a:pt x="2643486" y="3391160"/>
                </a:lnTo>
                <a:lnTo>
                  <a:pt x="2682907" y="3369586"/>
                </a:lnTo>
                <a:lnTo>
                  <a:pt x="2721724" y="3347065"/>
                </a:lnTo>
                <a:lnTo>
                  <a:pt x="2759919" y="3323613"/>
                </a:lnTo>
                <a:lnTo>
                  <a:pt x="2797479" y="3299245"/>
                </a:lnTo>
                <a:lnTo>
                  <a:pt x="2834387" y="3273976"/>
                </a:lnTo>
                <a:lnTo>
                  <a:pt x="2870628" y="3247823"/>
                </a:lnTo>
                <a:lnTo>
                  <a:pt x="2906186" y="3220801"/>
                </a:lnTo>
                <a:lnTo>
                  <a:pt x="2941046" y="3192924"/>
                </a:lnTo>
                <a:lnTo>
                  <a:pt x="2975193" y="3164210"/>
                </a:lnTo>
                <a:lnTo>
                  <a:pt x="3008609" y="3134673"/>
                </a:lnTo>
                <a:lnTo>
                  <a:pt x="3041282" y="3104329"/>
                </a:lnTo>
                <a:lnTo>
                  <a:pt x="3073193" y="3073193"/>
                </a:lnTo>
                <a:lnTo>
                  <a:pt x="3104329" y="3041282"/>
                </a:lnTo>
                <a:lnTo>
                  <a:pt x="3134673" y="3008609"/>
                </a:lnTo>
                <a:lnTo>
                  <a:pt x="3164210" y="2975193"/>
                </a:lnTo>
                <a:lnTo>
                  <a:pt x="3192924" y="2941046"/>
                </a:lnTo>
                <a:lnTo>
                  <a:pt x="3220801" y="2906186"/>
                </a:lnTo>
                <a:lnTo>
                  <a:pt x="3247823" y="2870628"/>
                </a:lnTo>
                <a:lnTo>
                  <a:pt x="3273976" y="2834387"/>
                </a:lnTo>
                <a:lnTo>
                  <a:pt x="3299245" y="2797479"/>
                </a:lnTo>
                <a:lnTo>
                  <a:pt x="3323613" y="2759919"/>
                </a:lnTo>
                <a:lnTo>
                  <a:pt x="3347065" y="2721724"/>
                </a:lnTo>
                <a:lnTo>
                  <a:pt x="3369586" y="2682907"/>
                </a:lnTo>
                <a:lnTo>
                  <a:pt x="3391160" y="2643486"/>
                </a:lnTo>
                <a:lnTo>
                  <a:pt x="3411771" y="2603476"/>
                </a:lnTo>
                <a:lnTo>
                  <a:pt x="3431404" y="2562891"/>
                </a:lnTo>
                <a:lnTo>
                  <a:pt x="3450043" y="2521749"/>
                </a:lnTo>
                <a:lnTo>
                  <a:pt x="3467673" y="2480063"/>
                </a:lnTo>
                <a:lnTo>
                  <a:pt x="3484279" y="2437851"/>
                </a:lnTo>
                <a:lnTo>
                  <a:pt x="3499844" y="2395126"/>
                </a:lnTo>
                <a:lnTo>
                  <a:pt x="3514353" y="2351906"/>
                </a:lnTo>
                <a:lnTo>
                  <a:pt x="3527791" y="2308205"/>
                </a:lnTo>
                <a:lnTo>
                  <a:pt x="3540142" y="2264039"/>
                </a:lnTo>
                <a:lnTo>
                  <a:pt x="3551391" y="2219424"/>
                </a:lnTo>
                <a:lnTo>
                  <a:pt x="3561521" y="2174374"/>
                </a:lnTo>
                <a:lnTo>
                  <a:pt x="3570518" y="2128907"/>
                </a:lnTo>
                <a:lnTo>
                  <a:pt x="3578366" y="2083036"/>
                </a:lnTo>
                <a:lnTo>
                  <a:pt x="3585049" y="2036778"/>
                </a:lnTo>
                <a:lnTo>
                  <a:pt x="3590552" y="1990149"/>
                </a:lnTo>
                <a:lnTo>
                  <a:pt x="3594859" y="1943163"/>
                </a:lnTo>
                <a:lnTo>
                  <a:pt x="3597954" y="1895837"/>
                </a:lnTo>
                <a:lnTo>
                  <a:pt x="3599823" y="1848185"/>
                </a:lnTo>
                <a:lnTo>
                  <a:pt x="3600450" y="1800225"/>
                </a:lnTo>
                <a:lnTo>
                  <a:pt x="3599823" y="1752264"/>
                </a:lnTo>
                <a:lnTo>
                  <a:pt x="3597954" y="1704612"/>
                </a:lnTo>
                <a:lnTo>
                  <a:pt x="3594859" y="1657286"/>
                </a:lnTo>
                <a:lnTo>
                  <a:pt x="3590552" y="1610300"/>
                </a:lnTo>
                <a:lnTo>
                  <a:pt x="3585049" y="1563671"/>
                </a:lnTo>
                <a:lnTo>
                  <a:pt x="3578366" y="1517413"/>
                </a:lnTo>
                <a:lnTo>
                  <a:pt x="3570518" y="1471542"/>
                </a:lnTo>
                <a:lnTo>
                  <a:pt x="3561521" y="1426075"/>
                </a:lnTo>
                <a:lnTo>
                  <a:pt x="3551391" y="1381025"/>
                </a:lnTo>
                <a:lnTo>
                  <a:pt x="3540142" y="1336410"/>
                </a:lnTo>
                <a:lnTo>
                  <a:pt x="3527791" y="1292244"/>
                </a:lnTo>
                <a:lnTo>
                  <a:pt x="3514353" y="1248543"/>
                </a:lnTo>
                <a:lnTo>
                  <a:pt x="3499844" y="1205323"/>
                </a:lnTo>
                <a:lnTo>
                  <a:pt x="3484279" y="1162598"/>
                </a:lnTo>
                <a:lnTo>
                  <a:pt x="3467673" y="1120386"/>
                </a:lnTo>
                <a:lnTo>
                  <a:pt x="3450043" y="1078700"/>
                </a:lnTo>
                <a:lnTo>
                  <a:pt x="3431404" y="1037558"/>
                </a:lnTo>
                <a:lnTo>
                  <a:pt x="3411771" y="996973"/>
                </a:lnTo>
                <a:lnTo>
                  <a:pt x="3391160" y="956963"/>
                </a:lnTo>
                <a:lnTo>
                  <a:pt x="3369586" y="917542"/>
                </a:lnTo>
                <a:lnTo>
                  <a:pt x="3347065" y="878725"/>
                </a:lnTo>
                <a:lnTo>
                  <a:pt x="3323613" y="840530"/>
                </a:lnTo>
                <a:lnTo>
                  <a:pt x="3299245" y="802970"/>
                </a:lnTo>
                <a:lnTo>
                  <a:pt x="3273976" y="766062"/>
                </a:lnTo>
                <a:lnTo>
                  <a:pt x="3247823" y="729821"/>
                </a:lnTo>
                <a:lnTo>
                  <a:pt x="3220801" y="694263"/>
                </a:lnTo>
                <a:lnTo>
                  <a:pt x="3192924" y="659403"/>
                </a:lnTo>
                <a:lnTo>
                  <a:pt x="3164210" y="625256"/>
                </a:lnTo>
                <a:lnTo>
                  <a:pt x="3134673" y="591840"/>
                </a:lnTo>
                <a:lnTo>
                  <a:pt x="3104329" y="559167"/>
                </a:lnTo>
                <a:lnTo>
                  <a:pt x="3073193" y="527256"/>
                </a:lnTo>
                <a:lnTo>
                  <a:pt x="3041282" y="496120"/>
                </a:lnTo>
                <a:lnTo>
                  <a:pt x="3008609" y="465776"/>
                </a:lnTo>
                <a:lnTo>
                  <a:pt x="2975193" y="436239"/>
                </a:lnTo>
                <a:lnTo>
                  <a:pt x="2941046" y="407525"/>
                </a:lnTo>
                <a:lnTo>
                  <a:pt x="2906186" y="379648"/>
                </a:lnTo>
                <a:lnTo>
                  <a:pt x="2870628" y="352626"/>
                </a:lnTo>
                <a:lnTo>
                  <a:pt x="2834387" y="326473"/>
                </a:lnTo>
                <a:lnTo>
                  <a:pt x="2797479" y="301204"/>
                </a:lnTo>
                <a:lnTo>
                  <a:pt x="2759919" y="276836"/>
                </a:lnTo>
                <a:lnTo>
                  <a:pt x="2721724" y="253384"/>
                </a:lnTo>
                <a:lnTo>
                  <a:pt x="2682907" y="230863"/>
                </a:lnTo>
                <a:lnTo>
                  <a:pt x="2643486" y="209289"/>
                </a:lnTo>
                <a:lnTo>
                  <a:pt x="2603476" y="188678"/>
                </a:lnTo>
                <a:lnTo>
                  <a:pt x="2562891" y="169045"/>
                </a:lnTo>
                <a:lnTo>
                  <a:pt x="2521749" y="150406"/>
                </a:lnTo>
                <a:lnTo>
                  <a:pt x="2480063" y="132776"/>
                </a:lnTo>
                <a:lnTo>
                  <a:pt x="2437851" y="116170"/>
                </a:lnTo>
                <a:lnTo>
                  <a:pt x="2395126" y="100605"/>
                </a:lnTo>
                <a:lnTo>
                  <a:pt x="2351906" y="86096"/>
                </a:lnTo>
                <a:lnTo>
                  <a:pt x="2308205" y="72658"/>
                </a:lnTo>
                <a:lnTo>
                  <a:pt x="2264039" y="60307"/>
                </a:lnTo>
                <a:lnTo>
                  <a:pt x="2219424" y="49058"/>
                </a:lnTo>
                <a:lnTo>
                  <a:pt x="2174374" y="38928"/>
                </a:lnTo>
                <a:lnTo>
                  <a:pt x="2128907" y="29931"/>
                </a:lnTo>
                <a:lnTo>
                  <a:pt x="2083036" y="22083"/>
                </a:lnTo>
                <a:lnTo>
                  <a:pt x="2036778" y="15400"/>
                </a:lnTo>
                <a:lnTo>
                  <a:pt x="1990149" y="9897"/>
                </a:lnTo>
                <a:lnTo>
                  <a:pt x="1943163" y="5590"/>
                </a:lnTo>
                <a:lnTo>
                  <a:pt x="1895837" y="2495"/>
                </a:lnTo>
                <a:lnTo>
                  <a:pt x="1848185" y="626"/>
                </a:lnTo>
                <a:lnTo>
                  <a:pt x="1800225" y="0"/>
                </a:lnTo>
                <a:close/>
              </a:path>
            </a:pathLst>
          </a:custGeom>
          <a:solidFill>
            <a:srgbClr val="004B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DFF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30847738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417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83712"/>
      </p:ext>
    </p:extLst>
  </p:cSld>
  <p:clrMapOvr>
    <a:masterClrMapping/>
  </p:clrMapOvr>
  <p:transition>
    <p:fade/>
  </p:transition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6">
            <a:extLst>
              <a:ext uri="{FF2B5EF4-FFF2-40B4-BE49-F238E27FC236}">
                <a16:creationId xmlns:a16="http://schemas.microsoft.com/office/drawing/2014/main" id="{113E6345-9EC7-CA28-E013-1BC283A48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032" y="223284"/>
            <a:ext cx="11014595" cy="8612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14052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6093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43449"/>
      </p:ext>
    </p:extLst>
  </p:cSld>
  <p:clrMapOvr>
    <a:masterClrMapping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106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Slide">
  <p:cSld name="General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9448800" cy="423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54"/>
          <p:cNvSpPr txBox="1">
            <a:spLocks noGrp="1"/>
          </p:cNvSpPr>
          <p:nvPr>
            <p:ph type="body" idx="2"/>
          </p:nvPr>
        </p:nvSpPr>
        <p:spPr>
          <a:xfrm>
            <a:off x="603504" y="384048"/>
            <a:ext cx="8839200" cy="34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54"/>
          <p:cNvSpPr txBox="1">
            <a:spLocks noGrp="1"/>
          </p:cNvSpPr>
          <p:nvPr>
            <p:ph type="body" idx="3"/>
          </p:nvPr>
        </p:nvSpPr>
        <p:spPr>
          <a:xfrm>
            <a:off x="603504" y="762000"/>
            <a:ext cx="882421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70028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6">
            <a:extLst>
              <a:ext uri="{FF2B5EF4-FFF2-40B4-BE49-F238E27FC236}">
                <a16:creationId xmlns:a16="http://schemas.microsoft.com/office/drawing/2014/main" id="{2386C34C-85D9-7133-7A99-DAACAA26C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032" y="223284"/>
            <a:ext cx="11014595" cy="8612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AFCD7-903E-8E45-0F60-C351DE9E6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D38B3D-DDB3-4B49-8445-FCFD9226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188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49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516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6">
            <a:extLst>
              <a:ext uri="{FF2B5EF4-FFF2-40B4-BE49-F238E27FC236}">
                <a16:creationId xmlns:a16="http://schemas.microsoft.com/office/drawing/2014/main" id="{113E6345-9EC7-CA28-E013-1BC283A48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032" y="223284"/>
            <a:ext cx="11014595" cy="8612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33308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12EF5B-8A46-5474-AD88-C6FE8103F9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490378-C40B-F1C3-6BFC-ED9F7580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433398-584C-8DA2-18E0-3F0E41CED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Title Font &amp; Size: Bierstadt + bold; 28 – short title; 24 – long title</a:t>
            </a:r>
          </a:p>
        </p:txBody>
      </p:sp>
    </p:spTree>
    <p:extLst>
      <p:ext uri="{BB962C8B-B14F-4D97-AF65-F5344CB8AC3E}">
        <p14:creationId xmlns:p14="http://schemas.microsoft.com/office/powerpoint/2010/main" val="28268836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2618E7-E0DC-7A4A-A641-812DA50716A0}"/>
              </a:ext>
            </a:extLst>
          </p:cNvPr>
          <p:cNvCxnSpPr/>
          <p:nvPr/>
        </p:nvCxnSpPr>
        <p:spPr>
          <a:xfrm>
            <a:off x="0" y="36671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88144"/>
      </p:ext>
    </p:extLst>
  </p:cSld>
  <p:clrMapOvr>
    <a:masterClrMapping/>
  </p:clrMapOvr>
  <p:transition>
    <p:fade/>
  </p:transition>
  <p:hf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35B13E-B93A-A24B-AC8A-D1F7A04135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4572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7" y="5669280"/>
            <a:ext cx="11640312" cy="453394"/>
          </a:xfrm>
          <a:prstGeom prst="rect">
            <a:avLst/>
          </a:prstGeom>
          <a:noFill/>
        </p:spPr>
        <p:txBody>
          <a:bodyPr wrap="square" lIns="45720" tIns="0" rIns="0" bIns="0" anchor="t" anchorCtr="0">
            <a:normAutofit/>
          </a:bodyPr>
          <a:lstStyle>
            <a:lvl1pPr marL="0" indent="0">
              <a:lnSpc>
                <a:spcPts val="3500"/>
              </a:lnSpc>
              <a:spcAft>
                <a:spcPts val="0"/>
              </a:spcAft>
              <a:buNone/>
              <a:defRPr sz="4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11636906" cy="4762779"/>
          </a:xfrm>
        </p:spPr>
        <p:txBody>
          <a:bodyPr wrap="square" tIns="0" anchor="b">
            <a:noAutofit/>
          </a:bodyPr>
          <a:lstStyle>
            <a:lvl1pPr>
              <a:lnSpc>
                <a:spcPts val="12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B198D4-9A38-DD46-9C76-69C666BE3EF8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aphic 5">
            <a:extLst>
              <a:ext uri="{FF2B5EF4-FFF2-40B4-BE49-F238E27FC236}">
                <a16:creationId xmlns:a16="http://schemas.microsoft.com/office/drawing/2014/main" id="{F3E2666E-9E12-F64C-8049-85F60DD72475}"/>
              </a:ext>
            </a:extLst>
          </p:cNvPr>
          <p:cNvGrpSpPr/>
          <p:nvPr userDrawn="1"/>
        </p:nvGrpSpPr>
        <p:grpSpPr>
          <a:xfrm>
            <a:off x="10559334" y="266930"/>
            <a:ext cx="1405015" cy="428440"/>
            <a:chOff x="674474" y="1776279"/>
            <a:chExt cx="10843422" cy="3306557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613B3B-716E-0844-B50A-02647D382554}"/>
                </a:ext>
              </a:extLst>
            </p:cNvPr>
            <p:cNvSpPr/>
            <p:nvPr/>
          </p:nvSpPr>
          <p:spPr>
            <a:xfrm>
              <a:off x="10630550" y="1776279"/>
              <a:ext cx="562227" cy="561814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solidFill>
              <a:srgbClr val="5DA7FB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4A9CE27-2907-2844-8D5E-3AD6E5EA7E30}"/>
                </a:ext>
              </a:extLst>
            </p:cNvPr>
            <p:cNvSpPr/>
            <p:nvPr/>
          </p:nvSpPr>
          <p:spPr>
            <a:xfrm>
              <a:off x="9095551" y="1776652"/>
              <a:ext cx="1288528" cy="1287580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FC1859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2A35D25-5200-264C-99AB-194F9778648E}"/>
                </a:ext>
              </a:extLst>
            </p:cNvPr>
            <p:cNvSpPr/>
            <p:nvPr/>
          </p:nvSpPr>
          <p:spPr>
            <a:xfrm>
              <a:off x="9904249" y="1776652"/>
              <a:ext cx="1288528" cy="1287580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995D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4204095-726F-7E4C-A7A0-D328AB3392AA}"/>
                </a:ext>
              </a:extLst>
            </p:cNvPr>
            <p:cNvSpPr/>
            <p:nvPr/>
          </p:nvSpPr>
          <p:spPr>
            <a:xfrm>
              <a:off x="3822024" y="3774371"/>
              <a:ext cx="407145" cy="1018233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8 w 407145"/>
                <a:gd name="connsiteY1" fmla="*/ 0 h 1018233"/>
                <a:gd name="connsiteX2" fmla="*/ 227808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8 w 407145"/>
                <a:gd name="connsiteY5" fmla="*/ 358040 h 1018233"/>
                <a:gd name="connsiteX6" fmla="*/ 227808 w 407145"/>
                <a:gd name="connsiteY6" fmla="*/ 746257 h 1018233"/>
                <a:gd name="connsiteX7" fmla="*/ 338170 w 407145"/>
                <a:gd name="connsiteY7" fmla="*/ 862499 h 1018233"/>
                <a:gd name="connsiteX8" fmla="*/ 402299 w 407145"/>
                <a:gd name="connsiteY8" fmla="*/ 857283 h 1018233"/>
                <a:gd name="connsiteX9" fmla="*/ 402299 w 407145"/>
                <a:gd name="connsiteY9" fmla="*/ 994389 h 1018233"/>
                <a:gd name="connsiteX10" fmla="*/ 244586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8" y="0"/>
                  </a:lnTo>
                  <a:lnTo>
                    <a:pt x="227808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8" y="358040"/>
                  </a:lnTo>
                  <a:lnTo>
                    <a:pt x="227808" y="746257"/>
                  </a:lnTo>
                  <a:cubicBezTo>
                    <a:pt x="227808" y="814810"/>
                    <a:pt x="269194" y="862499"/>
                    <a:pt x="338170" y="862499"/>
                  </a:cubicBezTo>
                  <a:cubicBezTo>
                    <a:pt x="375081" y="862499"/>
                    <a:pt x="395961" y="858774"/>
                    <a:pt x="402299" y="857283"/>
                  </a:cubicBezTo>
                  <a:lnTo>
                    <a:pt x="402299" y="994389"/>
                  </a:lnTo>
                  <a:cubicBezTo>
                    <a:pt x="390741" y="998115"/>
                    <a:pt x="328476" y="1018233"/>
                    <a:pt x="244586" y="1018233"/>
                  </a:cubicBezTo>
                  <a:cubicBezTo>
                    <a:pt x="58910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8E9D827-4AC1-AA49-979A-E02E06706ED7}"/>
                </a:ext>
              </a:extLst>
            </p:cNvPr>
            <p:cNvSpPr/>
            <p:nvPr/>
          </p:nvSpPr>
          <p:spPr>
            <a:xfrm>
              <a:off x="5700039" y="3950224"/>
              <a:ext cx="744196" cy="818908"/>
            </a:xfrm>
            <a:custGeom>
              <a:avLst/>
              <a:gdLst>
                <a:gd name="connsiteX0" fmla="*/ 227808 w 744196"/>
                <a:gd name="connsiteY0" fmla="*/ 23844 h 818908"/>
                <a:gd name="connsiteX1" fmla="*/ 0 w 744196"/>
                <a:gd name="connsiteY1" fmla="*/ 23844 h 818908"/>
                <a:gd name="connsiteX2" fmla="*/ 0 w 744196"/>
                <a:gd name="connsiteY2" fmla="*/ 818909 h 818908"/>
                <a:gd name="connsiteX3" fmla="*/ 229299 w 744196"/>
                <a:gd name="connsiteY3" fmla="*/ 818909 h 818908"/>
                <a:gd name="connsiteX4" fmla="*/ 229299 w 744196"/>
                <a:gd name="connsiteY4" fmla="*/ 340529 h 818908"/>
                <a:gd name="connsiteX5" fmla="*/ 370980 w 744196"/>
                <a:gd name="connsiteY5" fmla="*/ 181814 h 818908"/>
                <a:gd name="connsiteX6" fmla="*/ 514898 w 744196"/>
                <a:gd name="connsiteY6" fmla="*/ 340529 h 818908"/>
                <a:gd name="connsiteX7" fmla="*/ 514898 w 744196"/>
                <a:gd name="connsiteY7" fmla="*/ 818909 h 818908"/>
                <a:gd name="connsiteX8" fmla="*/ 744197 w 744196"/>
                <a:gd name="connsiteY8" fmla="*/ 818909 h 818908"/>
                <a:gd name="connsiteX9" fmla="*/ 744197 w 744196"/>
                <a:gd name="connsiteY9" fmla="*/ 287251 h 818908"/>
                <a:gd name="connsiteX10" fmla="*/ 458971 w 744196"/>
                <a:gd name="connsiteY10" fmla="*/ 0 h 818908"/>
                <a:gd name="connsiteX11" fmla="*/ 230790 w 744196"/>
                <a:gd name="connsiteY11" fmla="*/ 120340 h 818908"/>
                <a:gd name="connsiteX12" fmla="*/ 227435 w 744196"/>
                <a:gd name="connsiteY12" fmla="*/ 120340 h 818908"/>
                <a:gd name="connsiteX13" fmla="*/ 227808 w 744196"/>
                <a:gd name="connsiteY13" fmla="*/ 23844 h 818908"/>
                <a:gd name="connsiteX14" fmla="*/ 227808 w 744196"/>
                <a:gd name="connsiteY14" fmla="*/ 23844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4196" h="818908">
                  <a:moveTo>
                    <a:pt x="227808" y="23844"/>
                  </a:move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340529"/>
                  </a:lnTo>
                  <a:cubicBezTo>
                    <a:pt x="229299" y="245151"/>
                    <a:pt x="280379" y="181814"/>
                    <a:pt x="370980" y="181814"/>
                  </a:cubicBezTo>
                  <a:cubicBezTo>
                    <a:pt x="473512" y="181814"/>
                    <a:pt x="514898" y="257073"/>
                    <a:pt x="514898" y="340529"/>
                  </a:cubicBezTo>
                  <a:lnTo>
                    <a:pt x="514898" y="818909"/>
                  </a:lnTo>
                  <a:lnTo>
                    <a:pt x="744197" y="818909"/>
                  </a:lnTo>
                  <a:lnTo>
                    <a:pt x="744197" y="287251"/>
                  </a:lnTo>
                  <a:cubicBezTo>
                    <a:pt x="744197" y="122948"/>
                    <a:pt x="652477" y="0"/>
                    <a:pt x="458971" y="0"/>
                  </a:cubicBezTo>
                  <a:cubicBezTo>
                    <a:pt x="301258" y="0"/>
                    <a:pt x="246077" y="93887"/>
                    <a:pt x="230790" y="120340"/>
                  </a:cubicBezTo>
                  <a:lnTo>
                    <a:pt x="227435" y="120340"/>
                  </a:lnTo>
                  <a:lnTo>
                    <a:pt x="227808" y="23844"/>
                  </a:lnTo>
                  <a:lnTo>
                    <a:pt x="227808" y="2384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2ADDD8-C2E3-6540-A5B2-F116AA2F87D9}"/>
                </a:ext>
              </a:extLst>
            </p:cNvPr>
            <p:cNvSpPr/>
            <p:nvPr/>
          </p:nvSpPr>
          <p:spPr>
            <a:xfrm>
              <a:off x="5141892" y="3950224"/>
              <a:ext cx="480223" cy="818908"/>
            </a:xfrm>
            <a:custGeom>
              <a:avLst/>
              <a:gdLst>
                <a:gd name="connsiteX0" fmla="*/ 480223 w 480223"/>
                <a:gd name="connsiteY0" fmla="*/ 0 h 818908"/>
                <a:gd name="connsiteX1" fmla="*/ 208793 w 480223"/>
                <a:gd name="connsiteY1" fmla="*/ 153126 h 818908"/>
                <a:gd name="connsiteX2" fmla="*/ 205437 w 480223"/>
                <a:gd name="connsiteY2" fmla="*/ 153126 h 818908"/>
                <a:gd name="connsiteX3" fmla="*/ 205437 w 480223"/>
                <a:gd name="connsiteY3" fmla="*/ 23844 h 818908"/>
                <a:gd name="connsiteX4" fmla="*/ 0 w 480223"/>
                <a:gd name="connsiteY4" fmla="*/ 23844 h 818908"/>
                <a:gd name="connsiteX5" fmla="*/ 0 w 480223"/>
                <a:gd name="connsiteY5" fmla="*/ 818909 h 818908"/>
                <a:gd name="connsiteX6" fmla="*/ 229299 w 480223"/>
                <a:gd name="connsiteY6" fmla="*/ 818909 h 818908"/>
                <a:gd name="connsiteX7" fmla="*/ 229299 w 480223"/>
                <a:gd name="connsiteY7" fmla="*/ 424357 h 818908"/>
                <a:gd name="connsiteX8" fmla="*/ 479851 w 480223"/>
                <a:gd name="connsiteY8" fmla="*/ 182932 h 818908"/>
                <a:gd name="connsiteX9" fmla="*/ 479851 w 480223"/>
                <a:gd name="connsiteY9" fmla="*/ 0 h 818908"/>
                <a:gd name="connsiteX10" fmla="*/ 480223 w 480223"/>
                <a:gd name="connsiteY10" fmla="*/ 0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23" h="818908">
                  <a:moveTo>
                    <a:pt x="480223" y="0"/>
                  </a:moveTo>
                  <a:cubicBezTo>
                    <a:pt x="273295" y="0"/>
                    <a:pt x="224825" y="116242"/>
                    <a:pt x="208793" y="153126"/>
                  </a:cubicBezTo>
                  <a:lnTo>
                    <a:pt x="205437" y="153126"/>
                  </a:lnTo>
                  <a:lnTo>
                    <a:pt x="205437" y="23844"/>
                  </a:ln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424357"/>
                  </a:lnTo>
                  <a:cubicBezTo>
                    <a:pt x="229299" y="253348"/>
                    <a:pt x="343389" y="182932"/>
                    <a:pt x="479851" y="182932"/>
                  </a:cubicBezTo>
                  <a:lnTo>
                    <a:pt x="479851" y="0"/>
                  </a:lnTo>
                  <a:lnTo>
                    <a:pt x="480223" y="0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95FE94C-D4B9-6F47-BC60-98F20CEB4DFB}"/>
                </a:ext>
              </a:extLst>
            </p:cNvPr>
            <p:cNvSpPr/>
            <p:nvPr/>
          </p:nvSpPr>
          <p:spPr>
            <a:xfrm>
              <a:off x="3040543" y="3950224"/>
              <a:ext cx="686405" cy="842752"/>
            </a:xfrm>
            <a:custGeom>
              <a:avLst/>
              <a:gdLst>
                <a:gd name="connsiteX0" fmla="*/ 519372 w 686405"/>
                <a:gd name="connsiteY0" fmla="*/ 247386 h 842752"/>
                <a:gd name="connsiteX1" fmla="*/ 666272 w 686405"/>
                <a:gd name="connsiteY1" fmla="*/ 148283 h 842752"/>
                <a:gd name="connsiteX2" fmla="*/ 340780 w 686405"/>
                <a:gd name="connsiteY2" fmla="*/ 0 h 842752"/>
                <a:gd name="connsiteX3" fmla="*/ 28709 w 686405"/>
                <a:gd name="connsiteY3" fmla="*/ 242543 h 842752"/>
                <a:gd name="connsiteX4" fmla="*/ 249060 w 686405"/>
                <a:gd name="connsiteY4" fmla="*/ 491420 h 842752"/>
                <a:gd name="connsiteX5" fmla="*/ 348236 w 686405"/>
                <a:gd name="connsiteY5" fmla="*/ 521598 h 842752"/>
                <a:gd name="connsiteX6" fmla="*/ 457852 w 686405"/>
                <a:gd name="connsiteY6" fmla="*/ 606171 h 842752"/>
                <a:gd name="connsiteX7" fmla="*/ 327730 w 686405"/>
                <a:gd name="connsiteY7" fmla="*/ 678822 h 842752"/>
                <a:gd name="connsiteX8" fmla="*/ 153612 w 686405"/>
                <a:gd name="connsiteY8" fmla="*/ 586798 h 842752"/>
                <a:gd name="connsiteX9" fmla="*/ 0 w 686405"/>
                <a:gd name="connsiteY9" fmla="*/ 672861 h 842752"/>
                <a:gd name="connsiteX10" fmla="*/ 341898 w 686405"/>
                <a:gd name="connsiteY10" fmla="*/ 842753 h 842752"/>
                <a:gd name="connsiteX11" fmla="*/ 686406 w 686405"/>
                <a:gd name="connsiteY11" fmla="*/ 590151 h 842752"/>
                <a:gd name="connsiteX12" fmla="*/ 460462 w 686405"/>
                <a:gd name="connsiteY12" fmla="*/ 339411 h 842752"/>
                <a:gd name="connsiteX13" fmla="*/ 371353 w 686405"/>
                <a:gd name="connsiteY13" fmla="*/ 312214 h 842752"/>
                <a:gd name="connsiteX14" fmla="*/ 257262 w 686405"/>
                <a:gd name="connsiteY14" fmla="*/ 227640 h 842752"/>
                <a:gd name="connsiteX15" fmla="*/ 361659 w 686405"/>
                <a:gd name="connsiteY15" fmla="*/ 164303 h 842752"/>
                <a:gd name="connsiteX16" fmla="*/ 519372 w 686405"/>
                <a:gd name="connsiteY16" fmla="*/ 247386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6405" h="842752">
                  <a:moveTo>
                    <a:pt x="519372" y="247386"/>
                  </a:moveTo>
                  <a:lnTo>
                    <a:pt x="666272" y="148283"/>
                  </a:lnTo>
                  <a:cubicBezTo>
                    <a:pt x="647257" y="116242"/>
                    <a:pt x="569333" y="0"/>
                    <a:pt x="340780" y="0"/>
                  </a:cubicBezTo>
                  <a:cubicBezTo>
                    <a:pt x="170390" y="0"/>
                    <a:pt x="28709" y="87554"/>
                    <a:pt x="28709" y="242543"/>
                  </a:cubicBezTo>
                  <a:cubicBezTo>
                    <a:pt x="28709" y="387100"/>
                    <a:pt x="133478" y="455653"/>
                    <a:pt x="249060" y="491420"/>
                  </a:cubicBezTo>
                  <a:cubicBezTo>
                    <a:pt x="283361" y="501851"/>
                    <a:pt x="317663" y="511911"/>
                    <a:pt x="348236" y="521598"/>
                  </a:cubicBezTo>
                  <a:cubicBezTo>
                    <a:pt x="410128" y="541344"/>
                    <a:pt x="457852" y="558482"/>
                    <a:pt x="457852" y="606171"/>
                  </a:cubicBezTo>
                  <a:cubicBezTo>
                    <a:pt x="457852" y="648644"/>
                    <a:pt x="410501" y="678822"/>
                    <a:pt x="327730" y="678822"/>
                  </a:cubicBezTo>
                  <a:cubicBezTo>
                    <a:pt x="220724" y="678822"/>
                    <a:pt x="171508" y="613995"/>
                    <a:pt x="153612" y="586798"/>
                  </a:cubicBezTo>
                  <a:lnTo>
                    <a:pt x="0" y="672861"/>
                  </a:lnTo>
                  <a:cubicBezTo>
                    <a:pt x="14914" y="710118"/>
                    <a:pt x="98058" y="842753"/>
                    <a:pt x="341898" y="842753"/>
                  </a:cubicBezTo>
                  <a:cubicBezTo>
                    <a:pt x="527947" y="842753"/>
                    <a:pt x="686406" y="764513"/>
                    <a:pt x="686406" y="590151"/>
                  </a:cubicBezTo>
                  <a:cubicBezTo>
                    <a:pt x="686406" y="444848"/>
                    <a:pt x="582755" y="377041"/>
                    <a:pt x="460462" y="339411"/>
                  </a:cubicBezTo>
                  <a:cubicBezTo>
                    <a:pt x="429516" y="330097"/>
                    <a:pt x="398943" y="320410"/>
                    <a:pt x="371353" y="312214"/>
                  </a:cubicBezTo>
                  <a:cubicBezTo>
                    <a:pt x="315799" y="295448"/>
                    <a:pt x="257262" y="280172"/>
                    <a:pt x="257262" y="227640"/>
                  </a:cubicBezTo>
                  <a:cubicBezTo>
                    <a:pt x="257262" y="188893"/>
                    <a:pt x="294174" y="164303"/>
                    <a:pt x="361659" y="164303"/>
                  </a:cubicBezTo>
                  <a:cubicBezTo>
                    <a:pt x="467919" y="164303"/>
                    <a:pt x="504085" y="225032"/>
                    <a:pt x="519372" y="247386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602FA9B-F6A9-3E4D-A347-818863706DEB}"/>
                </a:ext>
              </a:extLst>
            </p:cNvPr>
            <p:cNvSpPr/>
            <p:nvPr/>
          </p:nvSpPr>
          <p:spPr>
            <a:xfrm>
              <a:off x="674474" y="3625716"/>
              <a:ext cx="1595772" cy="1143416"/>
            </a:xfrm>
            <a:custGeom>
              <a:avLst/>
              <a:gdLst>
                <a:gd name="connsiteX0" fmla="*/ 1372812 w 1595772"/>
                <a:gd name="connsiteY0" fmla="*/ 0 h 1143416"/>
                <a:gd name="connsiteX1" fmla="*/ 1164765 w 1595772"/>
                <a:gd name="connsiteY1" fmla="*/ 814810 h 1143416"/>
                <a:gd name="connsiteX2" fmla="*/ 956718 w 1595772"/>
                <a:gd name="connsiteY2" fmla="*/ 0 h 1143416"/>
                <a:gd name="connsiteX3" fmla="*/ 670374 w 1595772"/>
                <a:gd name="connsiteY3" fmla="*/ 0 h 1143416"/>
                <a:gd name="connsiteX4" fmla="*/ 456734 w 1595772"/>
                <a:gd name="connsiteY4" fmla="*/ 838282 h 1143416"/>
                <a:gd name="connsiteX5" fmla="*/ 242721 w 1595772"/>
                <a:gd name="connsiteY5" fmla="*/ 0 h 1143416"/>
                <a:gd name="connsiteX6" fmla="*/ 0 w 1595772"/>
                <a:gd name="connsiteY6" fmla="*/ 0 h 1143416"/>
                <a:gd name="connsiteX7" fmla="*/ 295665 w 1595772"/>
                <a:gd name="connsiteY7" fmla="*/ 1143417 h 1143416"/>
                <a:gd name="connsiteX8" fmla="*/ 599533 w 1595772"/>
                <a:gd name="connsiteY8" fmla="*/ 1143417 h 1143416"/>
                <a:gd name="connsiteX9" fmla="*/ 806462 w 1595772"/>
                <a:gd name="connsiteY9" fmla="*/ 333078 h 1143416"/>
                <a:gd name="connsiteX10" fmla="*/ 1013390 w 1595772"/>
                <a:gd name="connsiteY10" fmla="*/ 1143417 h 1143416"/>
                <a:gd name="connsiteX11" fmla="*/ 1300107 w 1595772"/>
                <a:gd name="connsiteY11" fmla="*/ 1143417 h 1143416"/>
                <a:gd name="connsiteX12" fmla="*/ 1595773 w 1595772"/>
                <a:gd name="connsiteY12" fmla="*/ 0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772" h="1143416">
                  <a:moveTo>
                    <a:pt x="1372812" y="0"/>
                  </a:moveTo>
                  <a:lnTo>
                    <a:pt x="1164765" y="814810"/>
                  </a:lnTo>
                  <a:lnTo>
                    <a:pt x="956718" y="0"/>
                  </a:lnTo>
                  <a:lnTo>
                    <a:pt x="670374" y="0"/>
                  </a:lnTo>
                  <a:lnTo>
                    <a:pt x="456734" y="838282"/>
                  </a:lnTo>
                  <a:lnTo>
                    <a:pt x="242721" y="0"/>
                  </a:lnTo>
                  <a:lnTo>
                    <a:pt x="0" y="0"/>
                  </a:lnTo>
                  <a:lnTo>
                    <a:pt x="295665" y="1143417"/>
                  </a:lnTo>
                  <a:lnTo>
                    <a:pt x="599533" y="1143417"/>
                  </a:lnTo>
                  <a:lnTo>
                    <a:pt x="806462" y="333078"/>
                  </a:lnTo>
                  <a:lnTo>
                    <a:pt x="1013390" y="1143417"/>
                  </a:lnTo>
                  <a:lnTo>
                    <a:pt x="1300107" y="1143417"/>
                  </a:lnTo>
                  <a:lnTo>
                    <a:pt x="1595773" y="0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3E14922-2CDE-CC40-9CE1-E989A4F1F2FC}"/>
                </a:ext>
              </a:extLst>
            </p:cNvPr>
            <p:cNvSpPr/>
            <p:nvPr/>
          </p:nvSpPr>
          <p:spPr>
            <a:xfrm>
              <a:off x="2202389" y="3950224"/>
              <a:ext cx="791175" cy="842752"/>
            </a:xfrm>
            <a:custGeom>
              <a:avLst/>
              <a:gdLst>
                <a:gd name="connsiteX0" fmla="*/ 790802 w 791175"/>
                <a:gd name="connsiteY0" fmla="*/ 421376 h 842752"/>
                <a:gd name="connsiteX1" fmla="*/ 395960 w 791175"/>
                <a:gd name="connsiteY1" fmla="*/ 0 h 842752"/>
                <a:gd name="connsiteX2" fmla="*/ 0 w 791175"/>
                <a:gd name="connsiteY2" fmla="*/ 421376 h 842752"/>
                <a:gd name="connsiteX3" fmla="*/ 405654 w 791175"/>
                <a:gd name="connsiteY3" fmla="*/ 842753 h 842752"/>
                <a:gd name="connsiteX4" fmla="*/ 735249 w 791175"/>
                <a:gd name="connsiteY4" fmla="*/ 666155 h 842752"/>
                <a:gd name="connsiteX5" fmla="*/ 580891 w 791175"/>
                <a:gd name="connsiteY5" fmla="*/ 577483 h 842752"/>
                <a:gd name="connsiteX6" fmla="*/ 406773 w 791175"/>
                <a:gd name="connsiteY6" fmla="*/ 678822 h 842752"/>
                <a:gd name="connsiteX7" fmla="*/ 228553 w 791175"/>
                <a:gd name="connsiteY7" fmla="*/ 491420 h 842752"/>
                <a:gd name="connsiteX8" fmla="*/ 791175 w 791175"/>
                <a:gd name="connsiteY8" fmla="*/ 491420 h 842752"/>
                <a:gd name="connsiteX9" fmla="*/ 790802 w 791175"/>
                <a:gd name="connsiteY9" fmla="*/ 421376 h 842752"/>
                <a:gd name="connsiteX10" fmla="*/ 228181 w 791175"/>
                <a:gd name="connsiteY10" fmla="*/ 332705 h 842752"/>
                <a:gd name="connsiteX11" fmla="*/ 395960 w 791175"/>
                <a:gd name="connsiteY11" fmla="*/ 163558 h 842752"/>
                <a:gd name="connsiteX12" fmla="*/ 561876 w 791175"/>
                <a:gd name="connsiteY12" fmla="*/ 332705 h 842752"/>
                <a:gd name="connsiteX13" fmla="*/ 228181 w 791175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175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1" y="842753"/>
                    <a:pt x="714742" y="709746"/>
                    <a:pt x="735249" y="666155"/>
                  </a:cubicBezTo>
                  <a:lnTo>
                    <a:pt x="580891" y="577483"/>
                  </a:lnTo>
                  <a:cubicBezTo>
                    <a:pt x="570078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1175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1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0" y="236954"/>
                    <a:pt x="561876" y="332705"/>
                  </a:cubicBezTo>
                  <a:lnTo>
                    <a:pt x="228181" y="332705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CC818A-C4FB-0144-967A-EA3EBD534DF9}"/>
                </a:ext>
              </a:extLst>
            </p:cNvPr>
            <p:cNvSpPr/>
            <p:nvPr/>
          </p:nvSpPr>
          <p:spPr>
            <a:xfrm>
              <a:off x="4246320" y="3950224"/>
              <a:ext cx="790802" cy="842752"/>
            </a:xfrm>
            <a:custGeom>
              <a:avLst/>
              <a:gdLst>
                <a:gd name="connsiteX0" fmla="*/ 790802 w 790802"/>
                <a:gd name="connsiteY0" fmla="*/ 421376 h 842752"/>
                <a:gd name="connsiteX1" fmla="*/ 395960 w 790802"/>
                <a:gd name="connsiteY1" fmla="*/ 0 h 842752"/>
                <a:gd name="connsiteX2" fmla="*/ 0 w 790802"/>
                <a:gd name="connsiteY2" fmla="*/ 421376 h 842752"/>
                <a:gd name="connsiteX3" fmla="*/ 405654 w 790802"/>
                <a:gd name="connsiteY3" fmla="*/ 842753 h 842752"/>
                <a:gd name="connsiteX4" fmla="*/ 735248 w 790802"/>
                <a:gd name="connsiteY4" fmla="*/ 666155 h 842752"/>
                <a:gd name="connsiteX5" fmla="*/ 580891 w 790802"/>
                <a:gd name="connsiteY5" fmla="*/ 577483 h 842752"/>
                <a:gd name="connsiteX6" fmla="*/ 406773 w 790802"/>
                <a:gd name="connsiteY6" fmla="*/ 678822 h 842752"/>
                <a:gd name="connsiteX7" fmla="*/ 228553 w 790802"/>
                <a:gd name="connsiteY7" fmla="*/ 491420 h 842752"/>
                <a:gd name="connsiteX8" fmla="*/ 790802 w 790802"/>
                <a:gd name="connsiteY8" fmla="*/ 491420 h 842752"/>
                <a:gd name="connsiteX9" fmla="*/ 790802 w 790802"/>
                <a:gd name="connsiteY9" fmla="*/ 421376 h 842752"/>
                <a:gd name="connsiteX10" fmla="*/ 228180 w 790802"/>
                <a:gd name="connsiteY10" fmla="*/ 332705 h 842752"/>
                <a:gd name="connsiteX11" fmla="*/ 395960 w 790802"/>
                <a:gd name="connsiteY11" fmla="*/ 163558 h 842752"/>
                <a:gd name="connsiteX12" fmla="*/ 561876 w 790802"/>
                <a:gd name="connsiteY12" fmla="*/ 332705 h 842752"/>
                <a:gd name="connsiteX13" fmla="*/ 228180 w 790802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0802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0" y="842753"/>
                    <a:pt x="714742" y="709746"/>
                    <a:pt x="735248" y="666155"/>
                  </a:cubicBezTo>
                  <a:lnTo>
                    <a:pt x="580891" y="577483"/>
                  </a:lnTo>
                  <a:cubicBezTo>
                    <a:pt x="570079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0802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0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1" y="236954"/>
                    <a:pt x="561876" y="332705"/>
                  </a:cubicBezTo>
                  <a:lnTo>
                    <a:pt x="228180" y="332705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550758D-A67E-A947-83E4-8A6C1B638CCA}"/>
                </a:ext>
              </a:extLst>
            </p:cNvPr>
            <p:cNvSpPr/>
            <p:nvPr/>
          </p:nvSpPr>
          <p:spPr>
            <a:xfrm>
              <a:off x="9632798" y="3774371"/>
              <a:ext cx="407145" cy="1018233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7 w 407145"/>
                <a:gd name="connsiteY1" fmla="*/ 0 h 1018233"/>
                <a:gd name="connsiteX2" fmla="*/ 227807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7 w 407145"/>
                <a:gd name="connsiteY5" fmla="*/ 358040 h 1018233"/>
                <a:gd name="connsiteX6" fmla="*/ 227807 w 407145"/>
                <a:gd name="connsiteY6" fmla="*/ 746257 h 1018233"/>
                <a:gd name="connsiteX7" fmla="*/ 338169 w 407145"/>
                <a:gd name="connsiteY7" fmla="*/ 862499 h 1018233"/>
                <a:gd name="connsiteX8" fmla="*/ 402298 w 407145"/>
                <a:gd name="connsiteY8" fmla="*/ 857283 h 1018233"/>
                <a:gd name="connsiteX9" fmla="*/ 402298 w 407145"/>
                <a:gd name="connsiteY9" fmla="*/ 994389 h 1018233"/>
                <a:gd name="connsiteX10" fmla="*/ 244585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7" y="0"/>
                  </a:lnTo>
                  <a:lnTo>
                    <a:pt x="227807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7" y="358040"/>
                  </a:lnTo>
                  <a:lnTo>
                    <a:pt x="227807" y="746257"/>
                  </a:lnTo>
                  <a:cubicBezTo>
                    <a:pt x="227807" y="814810"/>
                    <a:pt x="269193" y="862499"/>
                    <a:pt x="338169" y="862499"/>
                  </a:cubicBezTo>
                  <a:cubicBezTo>
                    <a:pt x="375081" y="862499"/>
                    <a:pt x="395960" y="858774"/>
                    <a:pt x="402298" y="857283"/>
                  </a:cubicBezTo>
                  <a:lnTo>
                    <a:pt x="402298" y="994389"/>
                  </a:lnTo>
                  <a:cubicBezTo>
                    <a:pt x="390740" y="998115"/>
                    <a:pt x="328475" y="1018233"/>
                    <a:pt x="244585" y="1018233"/>
                  </a:cubicBezTo>
                  <a:cubicBezTo>
                    <a:pt x="58909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54D8EC1-76BD-294A-BE98-22C6B03B1368}"/>
                </a:ext>
              </a:extLst>
            </p:cNvPr>
            <p:cNvSpPr/>
            <p:nvPr/>
          </p:nvSpPr>
          <p:spPr>
            <a:xfrm>
              <a:off x="6882328" y="3625716"/>
              <a:ext cx="969394" cy="1143416"/>
            </a:xfrm>
            <a:custGeom>
              <a:avLst/>
              <a:gdLst>
                <a:gd name="connsiteX0" fmla="*/ 390368 w 969394"/>
                <a:gd name="connsiteY0" fmla="*/ 0 h 1143416"/>
                <a:gd name="connsiteX1" fmla="*/ 0 w 969394"/>
                <a:gd name="connsiteY1" fmla="*/ 0 h 1143416"/>
                <a:gd name="connsiteX2" fmla="*/ 0 w 969394"/>
                <a:gd name="connsiteY2" fmla="*/ 1143417 h 1143416"/>
                <a:gd name="connsiteX3" fmla="*/ 390368 w 969394"/>
                <a:gd name="connsiteY3" fmla="*/ 1143417 h 1143416"/>
                <a:gd name="connsiteX4" fmla="*/ 969394 w 969394"/>
                <a:gd name="connsiteY4" fmla="*/ 571522 h 1143416"/>
                <a:gd name="connsiteX5" fmla="*/ 390368 w 969394"/>
                <a:gd name="connsiteY5" fmla="*/ 0 h 1143416"/>
                <a:gd name="connsiteX6" fmla="*/ 375827 w 969394"/>
                <a:gd name="connsiteY6" fmla="*/ 953406 h 1143416"/>
                <a:gd name="connsiteX7" fmla="*/ 245704 w 969394"/>
                <a:gd name="connsiteY7" fmla="*/ 953406 h 1143416"/>
                <a:gd name="connsiteX8" fmla="*/ 245704 w 969394"/>
                <a:gd name="connsiteY8" fmla="*/ 190011 h 1143416"/>
                <a:gd name="connsiteX9" fmla="*/ 375827 w 969394"/>
                <a:gd name="connsiteY9" fmla="*/ 190011 h 1143416"/>
                <a:gd name="connsiteX10" fmla="*/ 716979 w 969394"/>
                <a:gd name="connsiteY10" fmla="*/ 571895 h 1143416"/>
                <a:gd name="connsiteX11" fmla="*/ 375827 w 969394"/>
                <a:gd name="connsiteY11" fmla="*/ 953406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9394" h="1143416">
                  <a:moveTo>
                    <a:pt x="390368" y="0"/>
                  </a:moveTo>
                  <a:lnTo>
                    <a:pt x="0" y="0"/>
                  </a:lnTo>
                  <a:lnTo>
                    <a:pt x="0" y="1143417"/>
                  </a:lnTo>
                  <a:lnTo>
                    <a:pt x="390368" y="1143417"/>
                  </a:lnTo>
                  <a:cubicBezTo>
                    <a:pt x="753891" y="1143417"/>
                    <a:pt x="969394" y="969054"/>
                    <a:pt x="969394" y="571522"/>
                  </a:cubicBezTo>
                  <a:cubicBezTo>
                    <a:pt x="969022" y="173990"/>
                    <a:pt x="746061" y="0"/>
                    <a:pt x="390368" y="0"/>
                  </a:cubicBezTo>
                  <a:close/>
                  <a:moveTo>
                    <a:pt x="375827" y="953406"/>
                  </a:moveTo>
                  <a:lnTo>
                    <a:pt x="245704" y="953406"/>
                  </a:lnTo>
                  <a:lnTo>
                    <a:pt x="245704" y="190011"/>
                  </a:lnTo>
                  <a:lnTo>
                    <a:pt x="375827" y="190011"/>
                  </a:lnTo>
                  <a:cubicBezTo>
                    <a:pt x="671119" y="190011"/>
                    <a:pt x="716979" y="389708"/>
                    <a:pt x="716979" y="571895"/>
                  </a:cubicBezTo>
                  <a:cubicBezTo>
                    <a:pt x="716979" y="753709"/>
                    <a:pt x="673729" y="953406"/>
                    <a:pt x="375827" y="953406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B385A52-EAC0-6348-8EA8-2E753D63717E}"/>
                </a:ext>
              </a:extLst>
            </p:cNvPr>
            <p:cNvSpPr/>
            <p:nvPr/>
          </p:nvSpPr>
          <p:spPr>
            <a:xfrm>
              <a:off x="10957886" y="3625716"/>
              <a:ext cx="235264" cy="1143416"/>
            </a:xfrm>
            <a:custGeom>
              <a:avLst/>
              <a:gdLst>
                <a:gd name="connsiteX0" fmla="*/ 0 w 235264"/>
                <a:gd name="connsiteY0" fmla="*/ 0 h 1143416"/>
                <a:gd name="connsiteX1" fmla="*/ 235265 w 235264"/>
                <a:gd name="connsiteY1" fmla="*/ 0 h 1143416"/>
                <a:gd name="connsiteX2" fmla="*/ 235265 w 235264"/>
                <a:gd name="connsiteY2" fmla="*/ 1143417 h 1143416"/>
                <a:gd name="connsiteX3" fmla="*/ 0 w 235264"/>
                <a:gd name="connsiteY3" fmla="*/ 1143417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1143416">
                  <a:moveTo>
                    <a:pt x="0" y="0"/>
                  </a:moveTo>
                  <a:lnTo>
                    <a:pt x="235265" y="0"/>
                  </a:lnTo>
                  <a:lnTo>
                    <a:pt x="235265" y="1143417"/>
                  </a:lnTo>
                  <a:lnTo>
                    <a:pt x="0" y="1143417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1" name="Graphic 5">
              <a:extLst>
                <a:ext uri="{FF2B5EF4-FFF2-40B4-BE49-F238E27FC236}">
                  <a16:creationId xmlns:a16="http://schemas.microsoft.com/office/drawing/2014/main" id="{F2CDB2A6-E83B-134B-A4AA-ED5101820D3B}"/>
                </a:ext>
              </a:extLst>
            </p:cNvPr>
            <p:cNvGrpSpPr/>
            <p:nvPr/>
          </p:nvGrpSpPr>
          <p:grpSpPr>
            <a:xfrm>
              <a:off x="11320290" y="4595888"/>
              <a:ext cx="197607" cy="197089"/>
              <a:chOff x="11320290" y="4595888"/>
              <a:chExt cx="197607" cy="197089"/>
            </a:xfrm>
            <a:solidFill>
              <a:srgbClr val="FFFFFF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0F0BF7F-EE62-DC41-92AC-CC632542A152}"/>
                  </a:ext>
                </a:extLst>
              </p:cNvPr>
              <p:cNvSpPr/>
              <p:nvPr/>
            </p:nvSpPr>
            <p:spPr>
              <a:xfrm>
                <a:off x="11320290" y="4595888"/>
                <a:ext cx="197607" cy="197089"/>
              </a:xfrm>
              <a:custGeom>
                <a:avLst/>
                <a:gdLst>
                  <a:gd name="connsiteX0" fmla="*/ 99177 w 197607"/>
                  <a:gd name="connsiteY0" fmla="*/ 0 h 197089"/>
                  <a:gd name="connsiteX1" fmla="*/ 0 w 197607"/>
                  <a:gd name="connsiteY1" fmla="*/ 98358 h 197089"/>
                  <a:gd name="connsiteX2" fmla="*/ 99177 w 197607"/>
                  <a:gd name="connsiteY2" fmla="*/ 197089 h 197089"/>
                  <a:gd name="connsiteX3" fmla="*/ 197607 w 197607"/>
                  <a:gd name="connsiteY3" fmla="*/ 98358 h 197089"/>
                  <a:gd name="connsiteX4" fmla="*/ 99177 w 197607"/>
                  <a:gd name="connsiteY4" fmla="*/ 0 h 197089"/>
                  <a:gd name="connsiteX5" fmla="*/ 99177 w 197607"/>
                  <a:gd name="connsiteY5" fmla="*/ 179951 h 197089"/>
                  <a:gd name="connsiteX6" fmla="*/ 17523 w 197607"/>
                  <a:gd name="connsiteY6" fmla="*/ 98358 h 197089"/>
                  <a:gd name="connsiteX7" fmla="*/ 99177 w 197607"/>
                  <a:gd name="connsiteY7" fmla="*/ 17138 h 197089"/>
                  <a:gd name="connsiteX8" fmla="*/ 180457 w 197607"/>
                  <a:gd name="connsiteY8" fmla="*/ 98358 h 197089"/>
                  <a:gd name="connsiteX9" fmla="*/ 99177 w 197607"/>
                  <a:gd name="connsiteY9" fmla="*/ 179951 h 197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7607" h="197089">
                    <a:moveTo>
                      <a:pt x="99177" y="0"/>
                    </a:moveTo>
                    <a:cubicBezTo>
                      <a:pt x="44369" y="0"/>
                      <a:pt x="0" y="43963"/>
                      <a:pt x="0" y="98358"/>
                    </a:cubicBezTo>
                    <a:cubicBezTo>
                      <a:pt x="0" y="153126"/>
                      <a:pt x="43996" y="197089"/>
                      <a:pt x="99177" y="197089"/>
                    </a:cubicBezTo>
                    <a:cubicBezTo>
                      <a:pt x="153612" y="197089"/>
                      <a:pt x="197607" y="153126"/>
                      <a:pt x="197607" y="98358"/>
                    </a:cubicBezTo>
                    <a:cubicBezTo>
                      <a:pt x="197607" y="43963"/>
                      <a:pt x="153985" y="0"/>
                      <a:pt x="99177" y="0"/>
                    </a:cubicBezTo>
                    <a:close/>
                    <a:moveTo>
                      <a:pt x="99177" y="179951"/>
                    </a:moveTo>
                    <a:cubicBezTo>
                      <a:pt x="54062" y="179951"/>
                      <a:pt x="17523" y="143439"/>
                      <a:pt x="17523" y="98358"/>
                    </a:cubicBezTo>
                    <a:cubicBezTo>
                      <a:pt x="17523" y="53650"/>
                      <a:pt x="54062" y="17138"/>
                      <a:pt x="99177" y="17138"/>
                    </a:cubicBezTo>
                    <a:cubicBezTo>
                      <a:pt x="143918" y="17138"/>
                      <a:pt x="180457" y="53650"/>
                      <a:pt x="180457" y="98358"/>
                    </a:cubicBezTo>
                    <a:cubicBezTo>
                      <a:pt x="180457" y="143439"/>
                      <a:pt x="144290" y="179951"/>
                      <a:pt x="99177" y="1799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36CC1E5-42FC-7249-91EA-063D71988721}"/>
                  </a:ext>
                </a:extLst>
              </p:cNvPr>
              <p:cNvSpPr/>
              <p:nvPr/>
            </p:nvSpPr>
            <p:spPr>
              <a:xfrm>
                <a:off x="11381809" y="4634635"/>
                <a:ext cx="78297" cy="116241"/>
              </a:xfrm>
              <a:custGeom>
                <a:avLst/>
                <a:gdLst>
                  <a:gd name="connsiteX0" fmla="*/ 74197 w 78297"/>
                  <a:gd name="connsiteY0" fmla="*/ 82338 h 116241"/>
                  <a:gd name="connsiteX1" fmla="*/ 55927 w 78297"/>
                  <a:gd name="connsiteY1" fmla="*/ 59611 h 116241"/>
                  <a:gd name="connsiteX2" fmla="*/ 55927 w 78297"/>
                  <a:gd name="connsiteY2" fmla="*/ 59239 h 116241"/>
                  <a:gd name="connsiteX3" fmla="*/ 77925 w 78297"/>
                  <a:gd name="connsiteY3" fmla="*/ 32041 h 116241"/>
                  <a:gd name="connsiteX4" fmla="*/ 36166 w 78297"/>
                  <a:gd name="connsiteY4" fmla="*/ 0 h 116241"/>
                  <a:gd name="connsiteX5" fmla="*/ 0 w 78297"/>
                  <a:gd name="connsiteY5" fmla="*/ 0 h 116241"/>
                  <a:gd name="connsiteX6" fmla="*/ 0 w 78297"/>
                  <a:gd name="connsiteY6" fmla="*/ 115869 h 116241"/>
                  <a:gd name="connsiteX7" fmla="*/ 19761 w 78297"/>
                  <a:gd name="connsiteY7" fmla="*/ 115869 h 116241"/>
                  <a:gd name="connsiteX8" fmla="*/ 19761 w 78297"/>
                  <a:gd name="connsiteY8" fmla="*/ 67435 h 116241"/>
                  <a:gd name="connsiteX9" fmla="*/ 32065 w 78297"/>
                  <a:gd name="connsiteY9" fmla="*/ 67435 h 116241"/>
                  <a:gd name="connsiteX10" fmla="*/ 56300 w 78297"/>
                  <a:gd name="connsiteY10" fmla="*/ 95378 h 116241"/>
                  <a:gd name="connsiteX11" fmla="*/ 58910 w 78297"/>
                  <a:gd name="connsiteY11" fmla="*/ 116242 h 116241"/>
                  <a:gd name="connsiteX12" fmla="*/ 78297 w 78297"/>
                  <a:gd name="connsiteY12" fmla="*/ 116242 h 116241"/>
                  <a:gd name="connsiteX13" fmla="*/ 74197 w 78297"/>
                  <a:gd name="connsiteY13" fmla="*/ 82338 h 116241"/>
                  <a:gd name="connsiteX14" fmla="*/ 37284 w 78297"/>
                  <a:gd name="connsiteY14" fmla="*/ 51415 h 116241"/>
                  <a:gd name="connsiteX15" fmla="*/ 19761 w 78297"/>
                  <a:gd name="connsiteY15" fmla="*/ 51415 h 116241"/>
                  <a:gd name="connsiteX16" fmla="*/ 19761 w 78297"/>
                  <a:gd name="connsiteY16" fmla="*/ 16393 h 116241"/>
                  <a:gd name="connsiteX17" fmla="*/ 37284 w 78297"/>
                  <a:gd name="connsiteY17" fmla="*/ 16393 h 116241"/>
                  <a:gd name="connsiteX18" fmla="*/ 57791 w 78297"/>
                  <a:gd name="connsiteY18" fmla="*/ 33904 h 116241"/>
                  <a:gd name="connsiteX19" fmla="*/ 37284 w 78297"/>
                  <a:gd name="connsiteY19" fmla="*/ 51415 h 1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297" h="116241">
                    <a:moveTo>
                      <a:pt x="74197" y="82338"/>
                    </a:moveTo>
                    <a:cubicBezTo>
                      <a:pt x="72705" y="69671"/>
                      <a:pt x="67485" y="62219"/>
                      <a:pt x="55927" y="59611"/>
                    </a:cubicBezTo>
                    <a:lnTo>
                      <a:pt x="55927" y="59239"/>
                    </a:lnTo>
                    <a:cubicBezTo>
                      <a:pt x="67112" y="57003"/>
                      <a:pt x="77925" y="49552"/>
                      <a:pt x="77925" y="32041"/>
                    </a:cubicBezTo>
                    <a:cubicBezTo>
                      <a:pt x="77925" y="9314"/>
                      <a:pt x="59655" y="0"/>
                      <a:pt x="36166" y="0"/>
                    </a:cubicBezTo>
                    <a:lnTo>
                      <a:pt x="0" y="0"/>
                    </a:lnTo>
                    <a:lnTo>
                      <a:pt x="0" y="115869"/>
                    </a:lnTo>
                    <a:lnTo>
                      <a:pt x="19761" y="115869"/>
                    </a:lnTo>
                    <a:lnTo>
                      <a:pt x="19761" y="67435"/>
                    </a:lnTo>
                    <a:lnTo>
                      <a:pt x="32065" y="67435"/>
                    </a:lnTo>
                    <a:cubicBezTo>
                      <a:pt x="46979" y="67435"/>
                      <a:pt x="53690" y="74887"/>
                      <a:pt x="56300" y="95378"/>
                    </a:cubicBezTo>
                    <a:cubicBezTo>
                      <a:pt x="57045" y="102457"/>
                      <a:pt x="58910" y="116242"/>
                      <a:pt x="58910" y="116242"/>
                    </a:cubicBezTo>
                    <a:lnTo>
                      <a:pt x="78297" y="116242"/>
                    </a:lnTo>
                    <a:cubicBezTo>
                      <a:pt x="78297" y="116242"/>
                      <a:pt x="75688" y="94633"/>
                      <a:pt x="74197" y="82338"/>
                    </a:cubicBezTo>
                    <a:close/>
                    <a:moveTo>
                      <a:pt x="37284" y="51415"/>
                    </a:moveTo>
                    <a:lnTo>
                      <a:pt x="19761" y="51415"/>
                    </a:lnTo>
                    <a:lnTo>
                      <a:pt x="19761" y="16393"/>
                    </a:lnTo>
                    <a:lnTo>
                      <a:pt x="37284" y="16393"/>
                    </a:lnTo>
                    <a:cubicBezTo>
                      <a:pt x="51826" y="16393"/>
                      <a:pt x="57791" y="25335"/>
                      <a:pt x="57791" y="33904"/>
                    </a:cubicBezTo>
                    <a:cubicBezTo>
                      <a:pt x="57791" y="42846"/>
                      <a:pt x="51079" y="51415"/>
                      <a:pt x="37284" y="514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BE677C8-0783-7148-BAF5-299E955A1F07}"/>
                </a:ext>
              </a:extLst>
            </p:cNvPr>
            <p:cNvSpPr/>
            <p:nvPr/>
          </p:nvSpPr>
          <p:spPr>
            <a:xfrm>
              <a:off x="8313676" y="3950224"/>
              <a:ext cx="781480" cy="1132612"/>
            </a:xfrm>
            <a:custGeom>
              <a:avLst/>
              <a:gdLst>
                <a:gd name="connsiteX0" fmla="*/ 553673 w 781480"/>
                <a:gd name="connsiteY0" fmla="*/ 23844 h 1132612"/>
                <a:gd name="connsiteX1" fmla="*/ 553673 w 781480"/>
                <a:gd name="connsiteY1" fmla="*/ 109163 h 1132612"/>
                <a:gd name="connsiteX2" fmla="*/ 550317 w 781480"/>
                <a:gd name="connsiteY2" fmla="*/ 109163 h 1132612"/>
                <a:gd name="connsiteX3" fmla="*/ 332204 w 781480"/>
                <a:gd name="connsiteY3" fmla="*/ 0 h 1132612"/>
                <a:gd name="connsiteX4" fmla="*/ 0 w 781480"/>
                <a:gd name="connsiteY4" fmla="*/ 401630 h 1132612"/>
                <a:gd name="connsiteX5" fmla="*/ 332204 w 781480"/>
                <a:gd name="connsiteY5" fmla="*/ 803261 h 1132612"/>
                <a:gd name="connsiteX6" fmla="*/ 550317 w 781480"/>
                <a:gd name="connsiteY6" fmla="*/ 694098 h 1132612"/>
                <a:gd name="connsiteX7" fmla="*/ 553673 w 781480"/>
                <a:gd name="connsiteY7" fmla="*/ 694098 h 1132612"/>
                <a:gd name="connsiteX8" fmla="*/ 553673 w 781480"/>
                <a:gd name="connsiteY8" fmla="*/ 784632 h 1132612"/>
                <a:gd name="connsiteX9" fmla="*/ 384775 w 781480"/>
                <a:gd name="connsiteY9" fmla="*/ 962348 h 1132612"/>
                <a:gd name="connsiteX10" fmla="*/ 211029 w 781480"/>
                <a:gd name="connsiteY10" fmla="*/ 865852 h 1132612"/>
                <a:gd name="connsiteX11" fmla="*/ 57418 w 781480"/>
                <a:gd name="connsiteY11" fmla="*/ 956014 h 1132612"/>
                <a:gd name="connsiteX12" fmla="*/ 392232 w 781480"/>
                <a:gd name="connsiteY12" fmla="*/ 1132612 h 1132612"/>
                <a:gd name="connsiteX13" fmla="*/ 781481 w 781480"/>
                <a:gd name="connsiteY13" fmla="*/ 729119 h 1132612"/>
                <a:gd name="connsiteX14" fmla="*/ 781481 w 781480"/>
                <a:gd name="connsiteY14" fmla="*/ 23844 h 1132612"/>
                <a:gd name="connsiteX15" fmla="*/ 553673 w 781480"/>
                <a:gd name="connsiteY15" fmla="*/ 23844 h 1132612"/>
                <a:gd name="connsiteX16" fmla="*/ 400062 w 781480"/>
                <a:gd name="connsiteY16" fmla="*/ 631878 h 1132612"/>
                <a:gd name="connsiteX17" fmla="*/ 246077 w 781480"/>
                <a:gd name="connsiteY17" fmla="*/ 401630 h 1132612"/>
                <a:gd name="connsiteX18" fmla="*/ 400062 w 781480"/>
                <a:gd name="connsiteY18" fmla="*/ 171382 h 1132612"/>
                <a:gd name="connsiteX19" fmla="*/ 554046 w 781480"/>
                <a:gd name="connsiteY19" fmla="*/ 401630 h 1132612"/>
                <a:gd name="connsiteX20" fmla="*/ 400062 w 781480"/>
                <a:gd name="connsiteY20" fmla="*/ 631878 h 113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81480" h="1132612">
                  <a:moveTo>
                    <a:pt x="553673" y="23844"/>
                  </a:moveTo>
                  <a:lnTo>
                    <a:pt x="553673" y="109163"/>
                  </a:lnTo>
                  <a:lnTo>
                    <a:pt x="550317" y="109163"/>
                  </a:lnTo>
                  <a:cubicBezTo>
                    <a:pt x="536522" y="84573"/>
                    <a:pt x="480223" y="0"/>
                    <a:pt x="332204" y="0"/>
                  </a:cubicBezTo>
                  <a:cubicBezTo>
                    <a:pt x="88737" y="0"/>
                    <a:pt x="0" y="198952"/>
                    <a:pt x="0" y="401630"/>
                  </a:cubicBezTo>
                  <a:cubicBezTo>
                    <a:pt x="0" y="604681"/>
                    <a:pt x="88737" y="803261"/>
                    <a:pt x="332204" y="803261"/>
                  </a:cubicBezTo>
                  <a:cubicBezTo>
                    <a:pt x="482833" y="803261"/>
                    <a:pt x="538760" y="715334"/>
                    <a:pt x="550317" y="694098"/>
                  </a:cubicBezTo>
                  <a:lnTo>
                    <a:pt x="553673" y="694098"/>
                  </a:lnTo>
                  <a:lnTo>
                    <a:pt x="553673" y="784632"/>
                  </a:lnTo>
                  <a:cubicBezTo>
                    <a:pt x="553673" y="894168"/>
                    <a:pt x="475748" y="962348"/>
                    <a:pt x="384775" y="962348"/>
                  </a:cubicBezTo>
                  <a:cubicBezTo>
                    <a:pt x="280752" y="962348"/>
                    <a:pt x="225943" y="893050"/>
                    <a:pt x="211029" y="865852"/>
                  </a:cubicBezTo>
                  <a:cubicBezTo>
                    <a:pt x="190523" y="876284"/>
                    <a:pt x="57418" y="956014"/>
                    <a:pt x="57418" y="956014"/>
                  </a:cubicBezTo>
                  <a:cubicBezTo>
                    <a:pt x="73823" y="989545"/>
                    <a:pt x="142053" y="1132612"/>
                    <a:pt x="392232" y="1132612"/>
                  </a:cubicBezTo>
                  <a:cubicBezTo>
                    <a:pt x="655460" y="1132612"/>
                    <a:pt x="781481" y="964583"/>
                    <a:pt x="781481" y="729119"/>
                  </a:cubicBezTo>
                  <a:lnTo>
                    <a:pt x="781481" y="23844"/>
                  </a:lnTo>
                  <a:lnTo>
                    <a:pt x="553673" y="23844"/>
                  </a:lnTo>
                  <a:close/>
                  <a:moveTo>
                    <a:pt x="400062" y="631878"/>
                  </a:moveTo>
                  <a:cubicBezTo>
                    <a:pt x="269939" y="631878"/>
                    <a:pt x="246077" y="504459"/>
                    <a:pt x="246077" y="401630"/>
                  </a:cubicBezTo>
                  <a:cubicBezTo>
                    <a:pt x="246077" y="284271"/>
                    <a:pt x="278888" y="171382"/>
                    <a:pt x="400062" y="171382"/>
                  </a:cubicBezTo>
                  <a:cubicBezTo>
                    <a:pt x="520490" y="171382"/>
                    <a:pt x="554046" y="284643"/>
                    <a:pt x="554046" y="401630"/>
                  </a:cubicBezTo>
                  <a:cubicBezTo>
                    <a:pt x="553673" y="504832"/>
                    <a:pt x="527201" y="631878"/>
                    <a:pt x="400062" y="631878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8F11CA7-7BD9-2C43-821D-49522F5790C6}"/>
                </a:ext>
              </a:extLst>
            </p:cNvPr>
            <p:cNvSpPr/>
            <p:nvPr/>
          </p:nvSpPr>
          <p:spPr>
            <a:xfrm>
              <a:off x="10087668" y="3950224"/>
              <a:ext cx="713623" cy="842007"/>
            </a:xfrm>
            <a:custGeom>
              <a:avLst/>
              <a:gdLst>
                <a:gd name="connsiteX0" fmla="*/ 334068 w 713623"/>
                <a:gd name="connsiteY0" fmla="*/ 0 h 842007"/>
                <a:gd name="connsiteX1" fmla="*/ 21624 w 713623"/>
                <a:gd name="connsiteY1" fmla="*/ 141204 h 842007"/>
                <a:gd name="connsiteX2" fmla="*/ 154357 w 713623"/>
                <a:gd name="connsiteY2" fmla="*/ 242543 h 842007"/>
                <a:gd name="connsiteX3" fmla="*/ 318035 w 713623"/>
                <a:gd name="connsiteY3" fmla="*/ 163186 h 842007"/>
                <a:gd name="connsiteX4" fmla="*/ 484697 w 713623"/>
                <a:gd name="connsiteY4" fmla="*/ 298428 h 842007"/>
                <a:gd name="connsiteX5" fmla="*/ 484697 w 713623"/>
                <a:gd name="connsiteY5" fmla="*/ 315939 h 842007"/>
                <a:gd name="connsiteX6" fmla="*/ 383656 w 713623"/>
                <a:gd name="connsiteY6" fmla="*/ 315939 h 842007"/>
                <a:gd name="connsiteX7" fmla="*/ 0 w 713623"/>
                <a:gd name="connsiteY7" fmla="*/ 584190 h 842007"/>
                <a:gd name="connsiteX8" fmla="*/ 260244 w 713623"/>
                <a:gd name="connsiteY8" fmla="*/ 842008 h 842007"/>
                <a:gd name="connsiteX9" fmla="*/ 488052 w 713623"/>
                <a:gd name="connsiteY9" fmla="*/ 738806 h 842007"/>
                <a:gd name="connsiteX10" fmla="*/ 491035 w 713623"/>
                <a:gd name="connsiteY10" fmla="*/ 738806 h 842007"/>
                <a:gd name="connsiteX11" fmla="*/ 491035 w 713623"/>
                <a:gd name="connsiteY11" fmla="*/ 818163 h 842007"/>
                <a:gd name="connsiteX12" fmla="*/ 713623 w 713623"/>
                <a:gd name="connsiteY12" fmla="*/ 818163 h 842007"/>
                <a:gd name="connsiteX13" fmla="*/ 713623 w 713623"/>
                <a:gd name="connsiteY13" fmla="*/ 315194 h 842007"/>
                <a:gd name="connsiteX14" fmla="*/ 334068 w 713623"/>
                <a:gd name="connsiteY14" fmla="*/ 0 h 842007"/>
                <a:gd name="connsiteX15" fmla="*/ 484697 w 713623"/>
                <a:gd name="connsiteY15" fmla="*/ 502597 h 842007"/>
                <a:gd name="connsiteX16" fmla="*/ 344508 w 713623"/>
                <a:gd name="connsiteY16" fmla="*/ 678450 h 842007"/>
                <a:gd name="connsiteX17" fmla="*/ 228553 w 713623"/>
                <a:gd name="connsiteY17" fmla="*/ 571150 h 842007"/>
                <a:gd name="connsiteX18" fmla="*/ 394468 w 713623"/>
                <a:gd name="connsiteY18" fmla="*/ 454535 h 842007"/>
                <a:gd name="connsiteX19" fmla="*/ 484697 w 713623"/>
                <a:gd name="connsiteY19" fmla="*/ 454535 h 842007"/>
                <a:gd name="connsiteX20" fmla="*/ 484697 w 713623"/>
                <a:gd name="connsiteY20" fmla="*/ 502597 h 84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13623" h="842007">
                  <a:moveTo>
                    <a:pt x="334068" y="0"/>
                  </a:moveTo>
                  <a:cubicBezTo>
                    <a:pt x="123039" y="0"/>
                    <a:pt x="43623" y="113261"/>
                    <a:pt x="21624" y="141204"/>
                  </a:cubicBezTo>
                  <a:lnTo>
                    <a:pt x="154357" y="242543"/>
                  </a:lnTo>
                  <a:cubicBezTo>
                    <a:pt x="175609" y="213482"/>
                    <a:pt x="227062" y="163186"/>
                    <a:pt x="318035" y="163186"/>
                  </a:cubicBezTo>
                  <a:cubicBezTo>
                    <a:pt x="420567" y="163186"/>
                    <a:pt x="484697" y="212737"/>
                    <a:pt x="484697" y="298428"/>
                  </a:cubicBezTo>
                  <a:lnTo>
                    <a:pt x="484697" y="315939"/>
                  </a:lnTo>
                  <a:cubicBezTo>
                    <a:pt x="484697" y="315939"/>
                    <a:pt x="394468" y="315939"/>
                    <a:pt x="383656" y="315939"/>
                  </a:cubicBezTo>
                  <a:cubicBezTo>
                    <a:pt x="151374" y="315939"/>
                    <a:pt x="0" y="401630"/>
                    <a:pt x="0" y="584190"/>
                  </a:cubicBezTo>
                  <a:cubicBezTo>
                    <a:pt x="0" y="739551"/>
                    <a:pt x="111107" y="842008"/>
                    <a:pt x="260244" y="842008"/>
                  </a:cubicBezTo>
                  <a:cubicBezTo>
                    <a:pt x="420941" y="842008"/>
                    <a:pt x="476122" y="754826"/>
                    <a:pt x="488052" y="738806"/>
                  </a:cubicBezTo>
                  <a:lnTo>
                    <a:pt x="491035" y="738806"/>
                  </a:lnTo>
                  <a:cubicBezTo>
                    <a:pt x="491035" y="771965"/>
                    <a:pt x="491035" y="818163"/>
                    <a:pt x="491035" y="818163"/>
                  </a:cubicBezTo>
                  <a:lnTo>
                    <a:pt x="713623" y="818163"/>
                  </a:lnTo>
                  <a:lnTo>
                    <a:pt x="713623" y="315194"/>
                  </a:lnTo>
                  <a:cubicBezTo>
                    <a:pt x="713623" y="87926"/>
                    <a:pt x="531675" y="0"/>
                    <a:pt x="334068" y="0"/>
                  </a:cubicBezTo>
                  <a:close/>
                  <a:moveTo>
                    <a:pt x="484697" y="502597"/>
                  </a:moveTo>
                  <a:cubicBezTo>
                    <a:pt x="484324" y="596112"/>
                    <a:pt x="443684" y="678450"/>
                    <a:pt x="344508" y="678450"/>
                  </a:cubicBezTo>
                  <a:cubicBezTo>
                    <a:pt x="278141" y="678450"/>
                    <a:pt x="228553" y="637839"/>
                    <a:pt x="228553" y="571150"/>
                  </a:cubicBezTo>
                  <a:cubicBezTo>
                    <a:pt x="228553" y="504459"/>
                    <a:pt x="274413" y="454535"/>
                    <a:pt x="394468" y="454535"/>
                  </a:cubicBezTo>
                  <a:cubicBezTo>
                    <a:pt x="400434" y="454535"/>
                    <a:pt x="484697" y="454535"/>
                    <a:pt x="484697" y="454535"/>
                  </a:cubicBezTo>
                  <a:cubicBezTo>
                    <a:pt x="484697" y="454535"/>
                    <a:pt x="484697" y="501479"/>
                    <a:pt x="484697" y="502597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98737F4-AEB6-7949-8DFC-A2EA8FE0B9E4}"/>
                </a:ext>
              </a:extLst>
            </p:cNvPr>
            <p:cNvSpPr/>
            <p:nvPr/>
          </p:nvSpPr>
          <p:spPr>
            <a:xfrm>
              <a:off x="7972151" y="3974069"/>
              <a:ext cx="235264" cy="795064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6821C70-7144-BD40-9F50-37D8F6FDB777}"/>
                </a:ext>
              </a:extLst>
            </p:cNvPr>
            <p:cNvSpPr/>
            <p:nvPr/>
          </p:nvSpPr>
          <p:spPr>
            <a:xfrm>
              <a:off x="7961338" y="3606342"/>
              <a:ext cx="256516" cy="256328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4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4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E891871-5132-4A47-B400-521B6B131515}"/>
                </a:ext>
              </a:extLst>
            </p:cNvPr>
            <p:cNvSpPr/>
            <p:nvPr/>
          </p:nvSpPr>
          <p:spPr>
            <a:xfrm>
              <a:off x="9249514" y="3974069"/>
              <a:ext cx="235264" cy="795064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22BAEFD-88F1-8C41-9E91-DEFC29177D46}"/>
                </a:ext>
              </a:extLst>
            </p:cNvPr>
            <p:cNvSpPr/>
            <p:nvPr/>
          </p:nvSpPr>
          <p:spPr>
            <a:xfrm>
              <a:off x="9238702" y="3606342"/>
              <a:ext cx="256516" cy="256328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3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3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585655D-0302-5F43-843F-720451586957}"/>
                </a:ext>
              </a:extLst>
            </p:cNvPr>
            <p:cNvSpPr/>
            <p:nvPr/>
          </p:nvSpPr>
          <p:spPr>
            <a:xfrm>
              <a:off x="11315443" y="2974836"/>
              <a:ext cx="188286" cy="89044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solidFill>
              <a:schemeClr val="accent2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5851094"/>
      </p:ext>
    </p:extLst>
  </p:cSld>
  <p:clrMapOvr>
    <a:masterClrMapping/>
  </p:clrMapOvr>
  <p:transition>
    <p:fade/>
  </p:transition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4572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11636906" cy="4762779"/>
          </a:xfrm>
        </p:spPr>
        <p:txBody>
          <a:bodyPr wrap="square" tIns="0" anchor="b">
            <a:normAutofit/>
          </a:bodyPr>
          <a:lstStyle>
            <a:lvl1pPr>
              <a:lnSpc>
                <a:spcPts val="12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8" y="5669280"/>
            <a:ext cx="11636907" cy="453394"/>
          </a:xfrm>
          <a:prstGeom prst="rect">
            <a:avLst/>
          </a:prstGeom>
          <a:noFill/>
        </p:spPr>
        <p:txBody>
          <a:bodyPr wrap="square" lIns="45720" tIns="0" rIns="0" bIns="0" anchor="t" anchorCtr="0">
            <a:normAutofit/>
          </a:bodyPr>
          <a:lstStyle>
            <a:lvl1pPr marL="0" indent="0">
              <a:lnSpc>
                <a:spcPts val="3500"/>
              </a:lnSpc>
              <a:spcAft>
                <a:spcPts val="0"/>
              </a:spcAft>
              <a:buNone/>
              <a:defRPr sz="4000" b="1" spc="-15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F88E45-30E5-D345-AB59-23D84A15F27B}"/>
              </a:ext>
            </a:extLst>
          </p:cNvPr>
          <p:cNvGrpSpPr/>
          <p:nvPr userDrawn="1"/>
        </p:nvGrpSpPr>
        <p:grpSpPr>
          <a:xfrm>
            <a:off x="10559334" y="266930"/>
            <a:ext cx="1405016" cy="428440"/>
            <a:chOff x="10559334" y="266930"/>
            <a:chExt cx="1405016" cy="428440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7CA2C63-59AC-EB43-B57D-7664193A4F13}"/>
                </a:ext>
              </a:extLst>
            </p:cNvPr>
            <p:cNvSpPr/>
            <p:nvPr/>
          </p:nvSpPr>
          <p:spPr>
            <a:xfrm>
              <a:off x="11849373" y="266930"/>
              <a:ext cx="72849" cy="72796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solidFill>
              <a:srgbClr val="5DA7FB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14013D9-6227-9E4A-91E1-E9BC3C271932}"/>
                </a:ext>
              </a:extLst>
            </p:cNvPr>
            <p:cNvSpPr/>
            <p:nvPr/>
          </p:nvSpPr>
          <p:spPr>
            <a:xfrm>
              <a:off x="11650478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FC1859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F5589F4-781F-E64F-8E48-63776340D2B2}"/>
                </a:ext>
              </a:extLst>
            </p:cNvPr>
            <p:cNvSpPr/>
            <p:nvPr/>
          </p:nvSpPr>
          <p:spPr>
            <a:xfrm>
              <a:off x="11755264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995D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AC80C52-5AE7-5E4F-925A-9DE6E30A135D}"/>
                </a:ext>
              </a:extLst>
            </p:cNvPr>
            <p:cNvSpPr/>
            <p:nvPr/>
          </p:nvSpPr>
          <p:spPr>
            <a:xfrm>
              <a:off x="10967172" y="525828"/>
              <a:ext cx="52755" cy="131935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8 w 407145"/>
                <a:gd name="connsiteY1" fmla="*/ 0 h 1018233"/>
                <a:gd name="connsiteX2" fmla="*/ 227808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8 w 407145"/>
                <a:gd name="connsiteY5" fmla="*/ 358040 h 1018233"/>
                <a:gd name="connsiteX6" fmla="*/ 227808 w 407145"/>
                <a:gd name="connsiteY6" fmla="*/ 746257 h 1018233"/>
                <a:gd name="connsiteX7" fmla="*/ 338170 w 407145"/>
                <a:gd name="connsiteY7" fmla="*/ 862499 h 1018233"/>
                <a:gd name="connsiteX8" fmla="*/ 402299 w 407145"/>
                <a:gd name="connsiteY8" fmla="*/ 857283 h 1018233"/>
                <a:gd name="connsiteX9" fmla="*/ 402299 w 407145"/>
                <a:gd name="connsiteY9" fmla="*/ 994389 h 1018233"/>
                <a:gd name="connsiteX10" fmla="*/ 244586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8" y="0"/>
                  </a:lnTo>
                  <a:lnTo>
                    <a:pt x="227808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8" y="358040"/>
                  </a:lnTo>
                  <a:lnTo>
                    <a:pt x="227808" y="746257"/>
                  </a:lnTo>
                  <a:cubicBezTo>
                    <a:pt x="227808" y="814810"/>
                    <a:pt x="269194" y="862499"/>
                    <a:pt x="338170" y="862499"/>
                  </a:cubicBezTo>
                  <a:cubicBezTo>
                    <a:pt x="375081" y="862499"/>
                    <a:pt x="395961" y="858774"/>
                    <a:pt x="402299" y="857283"/>
                  </a:cubicBezTo>
                  <a:lnTo>
                    <a:pt x="402299" y="994389"/>
                  </a:lnTo>
                  <a:cubicBezTo>
                    <a:pt x="390741" y="998115"/>
                    <a:pt x="328476" y="1018233"/>
                    <a:pt x="244586" y="1018233"/>
                  </a:cubicBezTo>
                  <a:cubicBezTo>
                    <a:pt x="58910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9E55808-464B-A847-AC6D-A4CE196B99D1}"/>
                </a:ext>
              </a:extLst>
            </p:cNvPr>
            <p:cNvSpPr/>
            <p:nvPr/>
          </p:nvSpPr>
          <p:spPr>
            <a:xfrm>
              <a:off x="11210512" y="548614"/>
              <a:ext cx="96428" cy="106108"/>
            </a:xfrm>
            <a:custGeom>
              <a:avLst/>
              <a:gdLst>
                <a:gd name="connsiteX0" fmla="*/ 227808 w 744196"/>
                <a:gd name="connsiteY0" fmla="*/ 23844 h 818908"/>
                <a:gd name="connsiteX1" fmla="*/ 0 w 744196"/>
                <a:gd name="connsiteY1" fmla="*/ 23844 h 818908"/>
                <a:gd name="connsiteX2" fmla="*/ 0 w 744196"/>
                <a:gd name="connsiteY2" fmla="*/ 818909 h 818908"/>
                <a:gd name="connsiteX3" fmla="*/ 229299 w 744196"/>
                <a:gd name="connsiteY3" fmla="*/ 818909 h 818908"/>
                <a:gd name="connsiteX4" fmla="*/ 229299 w 744196"/>
                <a:gd name="connsiteY4" fmla="*/ 340529 h 818908"/>
                <a:gd name="connsiteX5" fmla="*/ 370980 w 744196"/>
                <a:gd name="connsiteY5" fmla="*/ 181814 h 818908"/>
                <a:gd name="connsiteX6" fmla="*/ 514898 w 744196"/>
                <a:gd name="connsiteY6" fmla="*/ 340529 h 818908"/>
                <a:gd name="connsiteX7" fmla="*/ 514898 w 744196"/>
                <a:gd name="connsiteY7" fmla="*/ 818909 h 818908"/>
                <a:gd name="connsiteX8" fmla="*/ 744197 w 744196"/>
                <a:gd name="connsiteY8" fmla="*/ 818909 h 818908"/>
                <a:gd name="connsiteX9" fmla="*/ 744197 w 744196"/>
                <a:gd name="connsiteY9" fmla="*/ 287251 h 818908"/>
                <a:gd name="connsiteX10" fmla="*/ 458971 w 744196"/>
                <a:gd name="connsiteY10" fmla="*/ 0 h 818908"/>
                <a:gd name="connsiteX11" fmla="*/ 230790 w 744196"/>
                <a:gd name="connsiteY11" fmla="*/ 120340 h 818908"/>
                <a:gd name="connsiteX12" fmla="*/ 227435 w 744196"/>
                <a:gd name="connsiteY12" fmla="*/ 120340 h 818908"/>
                <a:gd name="connsiteX13" fmla="*/ 227808 w 744196"/>
                <a:gd name="connsiteY13" fmla="*/ 23844 h 818908"/>
                <a:gd name="connsiteX14" fmla="*/ 227808 w 744196"/>
                <a:gd name="connsiteY14" fmla="*/ 23844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4196" h="818908">
                  <a:moveTo>
                    <a:pt x="227808" y="23844"/>
                  </a:move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340529"/>
                  </a:lnTo>
                  <a:cubicBezTo>
                    <a:pt x="229299" y="245151"/>
                    <a:pt x="280379" y="181814"/>
                    <a:pt x="370980" y="181814"/>
                  </a:cubicBezTo>
                  <a:cubicBezTo>
                    <a:pt x="473512" y="181814"/>
                    <a:pt x="514898" y="257073"/>
                    <a:pt x="514898" y="340529"/>
                  </a:cubicBezTo>
                  <a:lnTo>
                    <a:pt x="514898" y="818909"/>
                  </a:lnTo>
                  <a:lnTo>
                    <a:pt x="744197" y="818909"/>
                  </a:lnTo>
                  <a:lnTo>
                    <a:pt x="744197" y="287251"/>
                  </a:lnTo>
                  <a:cubicBezTo>
                    <a:pt x="744197" y="122948"/>
                    <a:pt x="652477" y="0"/>
                    <a:pt x="458971" y="0"/>
                  </a:cubicBezTo>
                  <a:cubicBezTo>
                    <a:pt x="301258" y="0"/>
                    <a:pt x="246077" y="93887"/>
                    <a:pt x="230790" y="120340"/>
                  </a:cubicBezTo>
                  <a:lnTo>
                    <a:pt x="227435" y="120340"/>
                  </a:lnTo>
                  <a:lnTo>
                    <a:pt x="227808" y="23844"/>
                  </a:lnTo>
                  <a:lnTo>
                    <a:pt x="227808" y="2384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793EA2B-5C7E-B84B-A74F-360F01D4C867}"/>
                </a:ext>
              </a:extLst>
            </p:cNvPr>
            <p:cNvSpPr/>
            <p:nvPr/>
          </p:nvSpPr>
          <p:spPr>
            <a:xfrm>
              <a:off x="11138191" y="548614"/>
              <a:ext cx="62224" cy="106108"/>
            </a:xfrm>
            <a:custGeom>
              <a:avLst/>
              <a:gdLst>
                <a:gd name="connsiteX0" fmla="*/ 480223 w 480223"/>
                <a:gd name="connsiteY0" fmla="*/ 0 h 818908"/>
                <a:gd name="connsiteX1" fmla="*/ 208793 w 480223"/>
                <a:gd name="connsiteY1" fmla="*/ 153126 h 818908"/>
                <a:gd name="connsiteX2" fmla="*/ 205437 w 480223"/>
                <a:gd name="connsiteY2" fmla="*/ 153126 h 818908"/>
                <a:gd name="connsiteX3" fmla="*/ 205437 w 480223"/>
                <a:gd name="connsiteY3" fmla="*/ 23844 h 818908"/>
                <a:gd name="connsiteX4" fmla="*/ 0 w 480223"/>
                <a:gd name="connsiteY4" fmla="*/ 23844 h 818908"/>
                <a:gd name="connsiteX5" fmla="*/ 0 w 480223"/>
                <a:gd name="connsiteY5" fmla="*/ 818909 h 818908"/>
                <a:gd name="connsiteX6" fmla="*/ 229299 w 480223"/>
                <a:gd name="connsiteY6" fmla="*/ 818909 h 818908"/>
                <a:gd name="connsiteX7" fmla="*/ 229299 w 480223"/>
                <a:gd name="connsiteY7" fmla="*/ 424357 h 818908"/>
                <a:gd name="connsiteX8" fmla="*/ 479851 w 480223"/>
                <a:gd name="connsiteY8" fmla="*/ 182932 h 818908"/>
                <a:gd name="connsiteX9" fmla="*/ 479851 w 480223"/>
                <a:gd name="connsiteY9" fmla="*/ 0 h 818908"/>
                <a:gd name="connsiteX10" fmla="*/ 480223 w 480223"/>
                <a:gd name="connsiteY10" fmla="*/ 0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23" h="818908">
                  <a:moveTo>
                    <a:pt x="480223" y="0"/>
                  </a:moveTo>
                  <a:cubicBezTo>
                    <a:pt x="273295" y="0"/>
                    <a:pt x="224825" y="116242"/>
                    <a:pt x="208793" y="153126"/>
                  </a:cubicBezTo>
                  <a:lnTo>
                    <a:pt x="205437" y="153126"/>
                  </a:lnTo>
                  <a:lnTo>
                    <a:pt x="205437" y="23844"/>
                  </a:ln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424357"/>
                  </a:lnTo>
                  <a:cubicBezTo>
                    <a:pt x="229299" y="253348"/>
                    <a:pt x="343389" y="182932"/>
                    <a:pt x="479851" y="182932"/>
                  </a:cubicBezTo>
                  <a:lnTo>
                    <a:pt x="479851" y="0"/>
                  </a:lnTo>
                  <a:lnTo>
                    <a:pt x="480223" y="0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4C83845-4F9C-DD4E-AC25-CBB9B6E0CB93}"/>
                </a:ext>
              </a:extLst>
            </p:cNvPr>
            <p:cNvSpPr/>
            <p:nvPr/>
          </p:nvSpPr>
          <p:spPr>
            <a:xfrm>
              <a:off x="10865913" y="548614"/>
              <a:ext cx="88940" cy="109198"/>
            </a:xfrm>
            <a:custGeom>
              <a:avLst/>
              <a:gdLst>
                <a:gd name="connsiteX0" fmla="*/ 519372 w 686405"/>
                <a:gd name="connsiteY0" fmla="*/ 247386 h 842752"/>
                <a:gd name="connsiteX1" fmla="*/ 666272 w 686405"/>
                <a:gd name="connsiteY1" fmla="*/ 148283 h 842752"/>
                <a:gd name="connsiteX2" fmla="*/ 340780 w 686405"/>
                <a:gd name="connsiteY2" fmla="*/ 0 h 842752"/>
                <a:gd name="connsiteX3" fmla="*/ 28709 w 686405"/>
                <a:gd name="connsiteY3" fmla="*/ 242543 h 842752"/>
                <a:gd name="connsiteX4" fmla="*/ 249060 w 686405"/>
                <a:gd name="connsiteY4" fmla="*/ 491420 h 842752"/>
                <a:gd name="connsiteX5" fmla="*/ 348236 w 686405"/>
                <a:gd name="connsiteY5" fmla="*/ 521598 h 842752"/>
                <a:gd name="connsiteX6" fmla="*/ 457852 w 686405"/>
                <a:gd name="connsiteY6" fmla="*/ 606171 h 842752"/>
                <a:gd name="connsiteX7" fmla="*/ 327730 w 686405"/>
                <a:gd name="connsiteY7" fmla="*/ 678822 h 842752"/>
                <a:gd name="connsiteX8" fmla="*/ 153612 w 686405"/>
                <a:gd name="connsiteY8" fmla="*/ 586798 h 842752"/>
                <a:gd name="connsiteX9" fmla="*/ 0 w 686405"/>
                <a:gd name="connsiteY9" fmla="*/ 672861 h 842752"/>
                <a:gd name="connsiteX10" fmla="*/ 341898 w 686405"/>
                <a:gd name="connsiteY10" fmla="*/ 842753 h 842752"/>
                <a:gd name="connsiteX11" fmla="*/ 686406 w 686405"/>
                <a:gd name="connsiteY11" fmla="*/ 590151 h 842752"/>
                <a:gd name="connsiteX12" fmla="*/ 460462 w 686405"/>
                <a:gd name="connsiteY12" fmla="*/ 339411 h 842752"/>
                <a:gd name="connsiteX13" fmla="*/ 371353 w 686405"/>
                <a:gd name="connsiteY13" fmla="*/ 312214 h 842752"/>
                <a:gd name="connsiteX14" fmla="*/ 257262 w 686405"/>
                <a:gd name="connsiteY14" fmla="*/ 227640 h 842752"/>
                <a:gd name="connsiteX15" fmla="*/ 361659 w 686405"/>
                <a:gd name="connsiteY15" fmla="*/ 164303 h 842752"/>
                <a:gd name="connsiteX16" fmla="*/ 519372 w 686405"/>
                <a:gd name="connsiteY16" fmla="*/ 247386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6405" h="842752">
                  <a:moveTo>
                    <a:pt x="519372" y="247386"/>
                  </a:moveTo>
                  <a:lnTo>
                    <a:pt x="666272" y="148283"/>
                  </a:lnTo>
                  <a:cubicBezTo>
                    <a:pt x="647257" y="116242"/>
                    <a:pt x="569333" y="0"/>
                    <a:pt x="340780" y="0"/>
                  </a:cubicBezTo>
                  <a:cubicBezTo>
                    <a:pt x="170390" y="0"/>
                    <a:pt x="28709" y="87554"/>
                    <a:pt x="28709" y="242543"/>
                  </a:cubicBezTo>
                  <a:cubicBezTo>
                    <a:pt x="28709" y="387100"/>
                    <a:pt x="133478" y="455653"/>
                    <a:pt x="249060" y="491420"/>
                  </a:cubicBezTo>
                  <a:cubicBezTo>
                    <a:pt x="283361" y="501851"/>
                    <a:pt x="317663" y="511911"/>
                    <a:pt x="348236" y="521598"/>
                  </a:cubicBezTo>
                  <a:cubicBezTo>
                    <a:pt x="410128" y="541344"/>
                    <a:pt x="457852" y="558482"/>
                    <a:pt x="457852" y="606171"/>
                  </a:cubicBezTo>
                  <a:cubicBezTo>
                    <a:pt x="457852" y="648644"/>
                    <a:pt x="410501" y="678822"/>
                    <a:pt x="327730" y="678822"/>
                  </a:cubicBezTo>
                  <a:cubicBezTo>
                    <a:pt x="220724" y="678822"/>
                    <a:pt x="171508" y="613995"/>
                    <a:pt x="153612" y="586798"/>
                  </a:cubicBezTo>
                  <a:lnTo>
                    <a:pt x="0" y="672861"/>
                  </a:lnTo>
                  <a:cubicBezTo>
                    <a:pt x="14914" y="710118"/>
                    <a:pt x="98058" y="842753"/>
                    <a:pt x="341898" y="842753"/>
                  </a:cubicBezTo>
                  <a:cubicBezTo>
                    <a:pt x="527947" y="842753"/>
                    <a:pt x="686406" y="764513"/>
                    <a:pt x="686406" y="590151"/>
                  </a:cubicBezTo>
                  <a:cubicBezTo>
                    <a:pt x="686406" y="444848"/>
                    <a:pt x="582755" y="377041"/>
                    <a:pt x="460462" y="339411"/>
                  </a:cubicBezTo>
                  <a:cubicBezTo>
                    <a:pt x="429516" y="330097"/>
                    <a:pt x="398943" y="320410"/>
                    <a:pt x="371353" y="312214"/>
                  </a:cubicBezTo>
                  <a:cubicBezTo>
                    <a:pt x="315799" y="295448"/>
                    <a:pt x="257262" y="280172"/>
                    <a:pt x="257262" y="227640"/>
                  </a:cubicBezTo>
                  <a:cubicBezTo>
                    <a:pt x="257262" y="188893"/>
                    <a:pt x="294174" y="164303"/>
                    <a:pt x="361659" y="164303"/>
                  </a:cubicBezTo>
                  <a:cubicBezTo>
                    <a:pt x="467919" y="164303"/>
                    <a:pt x="504085" y="225032"/>
                    <a:pt x="519372" y="247386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4EFA4D-2245-6542-8E75-D25C3C8CECB7}"/>
                </a:ext>
              </a:extLst>
            </p:cNvPr>
            <p:cNvSpPr/>
            <p:nvPr/>
          </p:nvSpPr>
          <p:spPr>
            <a:xfrm>
              <a:off x="10559334" y="506567"/>
              <a:ext cx="206769" cy="148156"/>
            </a:xfrm>
            <a:custGeom>
              <a:avLst/>
              <a:gdLst>
                <a:gd name="connsiteX0" fmla="*/ 1372812 w 1595772"/>
                <a:gd name="connsiteY0" fmla="*/ 0 h 1143416"/>
                <a:gd name="connsiteX1" fmla="*/ 1164765 w 1595772"/>
                <a:gd name="connsiteY1" fmla="*/ 814810 h 1143416"/>
                <a:gd name="connsiteX2" fmla="*/ 956718 w 1595772"/>
                <a:gd name="connsiteY2" fmla="*/ 0 h 1143416"/>
                <a:gd name="connsiteX3" fmla="*/ 670374 w 1595772"/>
                <a:gd name="connsiteY3" fmla="*/ 0 h 1143416"/>
                <a:gd name="connsiteX4" fmla="*/ 456734 w 1595772"/>
                <a:gd name="connsiteY4" fmla="*/ 838282 h 1143416"/>
                <a:gd name="connsiteX5" fmla="*/ 242721 w 1595772"/>
                <a:gd name="connsiteY5" fmla="*/ 0 h 1143416"/>
                <a:gd name="connsiteX6" fmla="*/ 0 w 1595772"/>
                <a:gd name="connsiteY6" fmla="*/ 0 h 1143416"/>
                <a:gd name="connsiteX7" fmla="*/ 295665 w 1595772"/>
                <a:gd name="connsiteY7" fmla="*/ 1143417 h 1143416"/>
                <a:gd name="connsiteX8" fmla="*/ 599533 w 1595772"/>
                <a:gd name="connsiteY8" fmla="*/ 1143417 h 1143416"/>
                <a:gd name="connsiteX9" fmla="*/ 806462 w 1595772"/>
                <a:gd name="connsiteY9" fmla="*/ 333078 h 1143416"/>
                <a:gd name="connsiteX10" fmla="*/ 1013390 w 1595772"/>
                <a:gd name="connsiteY10" fmla="*/ 1143417 h 1143416"/>
                <a:gd name="connsiteX11" fmla="*/ 1300107 w 1595772"/>
                <a:gd name="connsiteY11" fmla="*/ 1143417 h 1143416"/>
                <a:gd name="connsiteX12" fmla="*/ 1595773 w 1595772"/>
                <a:gd name="connsiteY12" fmla="*/ 0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772" h="1143416">
                  <a:moveTo>
                    <a:pt x="1372812" y="0"/>
                  </a:moveTo>
                  <a:lnTo>
                    <a:pt x="1164765" y="814810"/>
                  </a:lnTo>
                  <a:lnTo>
                    <a:pt x="956718" y="0"/>
                  </a:lnTo>
                  <a:lnTo>
                    <a:pt x="670374" y="0"/>
                  </a:lnTo>
                  <a:lnTo>
                    <a:pt x="456734" y="838282"/>
                  </a:lnTo>
                  <a:lnTo>
                    <a:pt x="242721" y="0"/>
                  </a:lnTo>
                  <a:lnTo>
                    <a:pt x="0" y="0"/>
                  </a:lnTo>
                  <a:lnTo>
                    <a:pt x="295665" y="1143417"/>
                  </a:lnTo>
                  <a:lnTo>
                    <a:pt x="599533" y="1143417"/>
                  </a:lnTo>
                  <a:lnTo>
                    <a:pt x="806462" y="333078"/>
                  </a:lnTo>
                  <a:lnTo>
                    <a:pt x="1013390" y="1143417"/>
                  </a:lnTo>
                  <a:lnTo>
                    <a:pt x="1300107" y="1143417"/>
                  </a:lnTo>
                  <a:lnTo>
                    <a:pt x="1595773" y="0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F779F88-DE67-7643-91DF-59F06148571E}"/>
                </a:ext>
              </a:extLst>
            </p:cNvPr>
            <p:cNvSpPr/>
            <p:nvPr/>
          </p:nvSpPr>
          <p:spPr>
            <a:xfrm>
              <a:off x="10757311" y="548614"/>
              <a:ext cx="102515" cy="109198"/>
            </a:xfrm>
            <a:custGeom>
              <a:avLst/>
              <a:gdLst>
                <a:gd name="connsiteX0" fmla="*/ 790802 w 791175"/>
                <a:gd name="connsiteY0" fmla="*/ 421376 h 842752"/>
                <a:gd name="connsiteX1" fmla="*/ 395960 w 791175"/>
                <a:gd name="connsiteY1" fmla="*/ 0 h 842752"/>
                <a:gd name="connsiteX2" fmla="*/ 0 w 791175"/>
                <a:gd name="connsiteY2" fmla="*/ 421376 h 842752"/>
                <a:gd name="connsiteX3" fmla="*/ 405654 w 791175"/>
                <a:gd name="connsiteY3" fmla="*/ 842753 h 842752"/>
                <a:gd name="connsiteX4" fmla="*/ 735249 w 791175"/>
                <a:gd name="connsiteY4" fmla="*/ 666155 h 842752"/>
                <a:gd name="connsiteX5" fmla="*/ 580891 w 791175"/>
                <a:gd name="connsiteY5" fmla="*/ 577483 h 842752"/>
                <a:gd name="connsiteX6" fmla="*/ 406773 w 791175"/>
                <a:gd name="connsiteY6" fmla="*/ 678822 h 842752"/>
                <a:gd name="connsiteX7" fmla="*/ 228553 w 791175"/>
                <a:gd name="connsiteY7" fmla="*/ 491420 h 842752"/>
                <a:gd name="connsiteX8" fmla="*/ 791175 w 791175"/>
                <a:gd name="connsiteY8" fmla="*/ 491420 h 842752"/>
                <a:gd name="connsiteX9" fmla="*/ 790802 w 791175"/>
                <a:gd name="connsiteY9" fmla="*/ 421376 h 842752"/>
                <a:gd name="connsiteX10" fmla="*/ 228181 w 791175"/>
                <a:gd name="connsiteY10" fmla="*/ 332705 h 842752"/>
                <a:gd name="connsiteX11" fmla="*/ 395960 w 791175"/>
                <a:gd name="connsiteY11" fmla="*/ 163558 h 842752"/>
                <a:gd name="connsiteX12" fmla="*/ 561876 w 791175"/>
                <a:gd name="connsiteY12" fmla="*/ 332705 h 842752"/>
                <a:gd name="connsiteX13" fmla="*/ 228181 w 791175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175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1" y="842753"/>
                    <a:pt x="714742" y="709746"/>
                    <a:pt x="735249" y="666155"/>
                  </a:cubicBezTo>
                  <a:lnTo>
                    <a:pt x="580891" y="577483"/>
                  </a:lnTo>
                  <a:cubicBezTo>
                    <a:pt x="570078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1175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1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0" y="236954"/>
                    <a:pt x="561876" y="332705"/>
                  </a:cubicBezTo>
                  <a:lnTo>
                    <a:pt x="228181" y="332705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77F757E9-5D6E-8742-8BE7-8E5F87C0FC62}"/>
                </a:ext>
              </a:extLst>
            </p:cNvPr>
            <p:cNvSpPr/>
            <p:nvPr/>
          </p:nvSpPr>
          <p:spPr>
            <a:xfrm>
              <a:off x="11022149" y="548614"/>
              <a:ext cx="102467" cy="109198"/>
            </a:xfrm>
            <a:custGeom>
              <a:avLst/>
              <a:gdLst>
                <a:gd name="connsiteX0" fmla="*/ 790802 w 790802"/>
                <a:gd name="connsiteY0" fmla="*/ 421376 h 842752"/>
                <a:gd name="connsiteX1" fmla="*/ 395960 w 790802"/>
                <a:gd name="connsiteY1" fmla="*/ 0 h 842752"/>
                <a:gd name="connsiteX2" fmla="*/ 0 w 790802"/>
                <a:gd name="connsiteY2" fmla="*/ 421376 h 842752"/>
                <a:gd name="connsiteX3" fmla="*/ 405654 w 790802"/>
                <a:gd name="connsiteY3" fmla="*/ 842753 h 842752"/>
                <a:gd name="connsiteX4" fmla="*/ 735248 w 790802"/>
                <a:gd name="connsiteY4" fmla="*/ 666155 h 842752"/>
                <a:gd name="connsiteX5" fmla="*/ 580891 w 790802"/>
                <a:gd name="connsiteY5" fmla="*/ 577483 h 842752"/>
                <a:gd name="connsiteX6" fmla="*/ 406773 w 790802"/>
                <a:gd name="connsiteY6" fmla="*/ 678822 h 842752"/>
                <a:gd name="connsiteX7" fmla="*/ 228553 w 790802"/>
                <a:gd name="connsiteY7" fmla="*/ 491420 h 842752"/>
                <a:gd name="connsiteX8" fmla="*/ 790802 w 790802"/>
                <a:gd name="connsiteY8" fmla="*/ 491420 h 842752"/>
                <a:gd name="connsiteX9" fmla="*/ 790802 w 790802"/>
                <a:gd name="connsiteY9" fmla="*/ 421376 h 842752"/>
                <a:gd name="connsiteX10" fmla="*/ 228180 w 790802"/>
                <a:gd name="connsiteY10" fmla="*/ 332705 h 842752"/>
                <a:gd name="connsiteX11" fmla="*/ 395960 w 790802"/>
                <a:gd name="connsiteY11" fmla="*/ 163558 h 842752"/>
                <a:gd name="connsiteX12" fmla="*/ 561876 w 790802"/>
                <a:gd name="connsiteY12" fmla="*/ 332705 h 842752"/>
                <a:gd name="connsiteX13" fmla="*/ 228180 w 790802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0802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0" y="842753"/>
                    <a:pt x="714742" y="709746"/>
                    <a:pt x="735248" y="666155"/>
                  </a:cubicBezTo>
                  <a:lnTo>
                    <a:pt x="580891" y="577483"/>
                  </a:lnTo>
                  <a:cubicBezTo>
                    <a:pt x="570079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0802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0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1" y="236954"/>
                    <a:pt x="561876" y="332705"/>
                  </a:cubicBezTo>
                  <a:lnTo>
                    <a:pt x="228180" y="332705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EFAC0D7-363C-4F47-A436-BAF115623E24}"/>
                </a:ext>
              </a:extLst>
            </p:cNvPr>
            <p:cNvSpPr/>
            <p:nvPr/>
          </p:nvSpPr>
          <p:spPr>
            <a:xfrm>
              <a:off x="11720091" y="525828"/>
              <a:ext cx="52755" cy="131935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7 w 407145"/>
                <a:gd name="connsiteY1" fmla="*/ 0 h 1018233"/>
                <a:gd name="connsiteX2" fmla="*/ 227807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7 w 407145"/>
                <a:gd name="connsiteY5" fmla="*/ 358040 h 1018233"/>
                <a:gd name="connsiteX6" fmla="*/ 227807 w 407145"/>
                <a:gd name="connsiteY6" fmla="*/ 746257 h 1018233"/>
                <a:gd name="connsiteX7" fmla="*/ 338169 w 407145"/>
                <a:gd name="connsiteY7" fmla="*/ 862499 h 1018233"/>
                <a:gd name="connsiteX8" fmla="*/ 402298 w 407145"/>
                <a:gd name="connsiteY8" fmla="*/ 857283 h 1018233"/>
                <a:gd name="connsiteX9" fmla="*/ 402298 w 407145"/>
                <a:gd name="connsiteY9" fmla="*/ 994389 h 1018233"/>
                <a:gd name="connsiteX10" fmla="*/ 244585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7" y="0"/>
                  </a:lnTo>
                  <a:lnTo>
                    <a:pt x="227807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7" y="358040"/>
                  </a:lnTo>
                  <a:lnTo>
                    <a:pt x="227807" y="746257"/>
                  </a:lnTo>
                  <a:cubicBezTo>
                    <a:pt x="227807" y="814810"/>
                    <a:pt x="269193" y="862499"/>
                    <a:pt x="338169" y="862499"/>
                  </a:cubicBezTo>
                  <a:cubicBezTo>
                    <a:pt x="375081" y="862499"/>
                    <a:pt x="395960" y="858774"/>
                    <a:pt x="402298" y="857283"/>
                  </a:cubicBezTo>
                  <a:lnTo>
                    <a:pt x="402298" y="994389"/>
                  </a:lnTo>
                  <a:cubicBezTo>
                    <a:pt x="390740" y="998115"/>
                    <a:pt x="328475" y="1018233"/>
                    <a:pt x="244585" y="1018233"/>
                  </a:cubicBezTo>
                  <a:cubicBezTo>
                    <a:pt x="58909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E3274970-3FEC-2F41-A36C-2ABD3FF303B8}"/>
                </a:ext>
              </a:extLst>
            </p:cNvPr>
            <p:cNvSpPr/>
            <p:nvPr/>
          </p:nvSpPr>
          <p:spPr>
            <a:xfrm>
              <a:off x="11363704" y="506567"/>
              <a:ext cx="125607" cy="148156"/>
            </a:xfrm>
            <a:custGeom>
              <a:avLst/>
              <a:gdLst>
                <a:gd name="connsiteX0" fmla="*/ 390368 w 969394"/>
                <a:gd name="connsiteY0" fmla="*/ 0 h 1143416"/>
                <a:gd name="connsiteX1" fmla="*/ 0 w 969394"/>
                <a:gd name="connsiteY1" fmla="*/ 0 h 1143416"/>
                <a:gd name="connsiteX2" fmla="*/ 0 w 969394"/>
                <a:gd name="connsiteY2" fmla="*/ 1143417 h 1143416"/>
                <a:gd name="connsiteX3" fmla="*/ 390368 w 969394"/>
                <a:gd name="connsiteY3" fmla="*/ 1143417 h 1143416"/>
                <a:gd name="connsiteX4" fmla="*/ 969394 w 969394"/>
                <a:gd name="connsiteY4" fmla="*/ 571522 h 1143416"/>
                <a:gd name="connsiteX5" fmla="*/ 390368 w 969394"/>
                <a:gd name="connsiteY5" fmla="*/ 0 h 1143416"/>
                <a:gd name="connsiteX6" fmla="*/ 375827 w 969394"/>
                <a:gd name="connsiteY6" fmla="*/ 953406 h 1143416"/>
                <a:gd name="connsiteX7" fmla="*/ 245704 w 969394"/>
                <a:gd name="connsiteY7" fmla="*/ 953406 h 1143416"/>
                <a:gd name="connsiteX8" fmla="*/ 245704 w 969394"/>
                <a:gd name="connsiteY8" fmla="*/ 190011 h 1143416"/>
                <a:gd name="connsiteX9" fmla="*/ 375827 w 969394"/>
                <a:gd name="connsiteY9" fmla="*/ 190011 h 1143416"/>
                <a:gd name="connsiteX10" fmla="*/ 716979 w 969394"/>
                <a:gd name="connsiteY10" fmla="*/ 571895 h 1143416"/>
                <a:gd name="connsiteX11" fmla="*/ 375827 w 969394"/>
                <a:gd name="connsiteY11" fmla="*/ 953406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9394" h="1143416">
                  <a:moveTo>
                    <a:pt x="390368" y="0"/>
                  </a:moveTo>
                  <a:lnTo>
                    <a:pt x="0" y="0"/>
                  </a:lnTo>
                  <a:lnTo>
                    <a:pt x="0" y="1143417"/>
                  </a:lnTo>
                  <a:lnTo>
                    <a:pt x="390368" y="1143417"/>
                  </a:lnTo>
                  <a:cubicBezTo>
                    <a:pt x="753891" y="1143417"/>
                    <a:pt x="969394" y="969054"/>
                    <a:pt x="969394" y="571522"/>
                  </a:cubicBezTo>
                  <a:cubicBezTo>
                    <a:pt x="969022" y="173990"/>
                    <a:pt x="746061" y="0"/>
                    <a:pt x="390368" y="0"/>
                  </a:cubicBezTo>
                  <a:close/>
                  <a:moveTo>
                    <a:pt x="375827" y="953406"/>
                  </a:moveTo>
                  <a:lnTo>
                    <a:pt x="245704" y="953406"/>
                  </a:lnTo>
                  <a:lnTo>
                    <a:pt x="245704" y="190011"/>
                  </a:lnTo>
                  <a:lnTo>
                    <a:pt x="375827" y="190011"/>
                  </a:lnTo>
                  <a:cubicBezTo>
                    <a:pt x="671119" y="190011"/>
                    <a:pt x="716979" y="389708"/>
                    <a:pt x="716979" y="571895"/>
                  </a:cubicBezTo>
                  <a:cubicBezTo>
                    <a:pt x="716979" y="753709"/>
                    <a:pt x="673729" y="953406"/>
                    <a:pt x="375827" y="953406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F97FE175-CF57-8348-9DAB-468BB416536E}"/>
                </a:ext>
              </a:extLst>
            </p:cNvPr>
            <p:cNvSpPr/>
            <p:nvPr/>
          </p:nvSpPr>
          <p:spPr>
            <a:xfrm>
              <a:off x="11891787" y="506567"/>
              <a:ext cx="30484" cy="148156"/>
            </a:xfrm>
            <a:custGeom>
              <a:avLst/>
              <a:gdLst>
                <a:gd name="connsiteX0" fmla="*/ 0 w 235264"/>
                <a:gd name="connsiteY0" fmla="*/ 0 h 1143416"/>
                <a:gd name="connsiteX1" fmla="*/ 235265 w 235264"/>
                <a:gd name="connsiteY1" fmla="*/ 0 h 1143416"/>
                <a:gd name="connsiteX2" fmla="*/ 235265 w 235264"/>
                <a:gd name="connsiteY2" fmla="*/ 1143417 h 1143416"/>
                <a:gd name="connsiteX3" fmla="*/ 0 w 235264"/>
                <a:gd name="connsiteY3" fmla="*/ 1143417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1143416">
                  <a:moveTo>
                    <a:pt x="0" y="0"/>
                  </a:moveTo>
                  <a:lnTo>
                    <a:pt x="235265" y="0"/>
                  </a:lnTo>
                  <a:lnTo>
                    <a:pt x="235265" y="1143417"/>
                  </a:lnTo>
                  <a:lnTo>
                    <a:pt x="0" y="1143417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1" name="Graphic 5">
              <a:extLst>
                <a:ext uri="{FF2B5EF4-FFF2-40B4-BE49-F238E27FC236}">
                  <a16:creationId xmlns:a16="http://schemas.microsoft.com/office/drawing/2014/main" id="{D3EFD387-05FA-2D47-BCEE-9262D5562459}"/>
                </a:ext>
              </a:extLst>
            </p:cNvPr>
            <p:cNvGrpSpPr/>
            <p:nvPr/>
          </p:nvGrpSpPr>
          <p:grpSpPr>
            <a:xfrm>
              <a:off x="11938745" y="632275"/>
              <a:ext cx="25605" cy="25537"/>
              <a:chOff x="11320290" y="4595888"/>
              <a:chExt cx="197607" cy="197089"/>
            </a:xfrm>
            <a:solidFill>
              <a:schemeClr val="tx1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932C7509-D7E7-8842-AF4F-AB4C6612B863}"/>
                  </a:ext>
                </a:extLst>
              </p:cNvPr>
              <p:cNvSpPr/>
              <p:nvPr/>
            </p:nvSpPr>
            <p:spPr>
              <a:xfrm>
                <a:off x="11320290" y="4595888"/>
                <a:ext cx="197607" cy="197089"/>
              </a:xfrm>
              <a:custGeom>
                <a:avLst/>
                <a:gdLst>
                  <a:gd name="connsiteX0" fmla="*/ 99177 w 197607"/>
                  <a:gd name="connsiteY0" fmla="*/ 0 h 197089"/>
                  <a:gd name="connsiteX1" fmla="*/ 0 w 197607"/>
                  <a:gd name="connsiteY1" fmla="*/ 98358 h 197089"/>
                  <a:gd name="connsiteX2" fmla="*/ 99177 w 197607"/>
                  <a:gd name="connsiteY2" fmla="*/ 197089 h 197089"/>
                  <a:gd name="connsiteX3" fmla="*/ 197607 w 197607"/>
                  <a:gd name="connsiteY3" fmla="*/ 98358 h 197089"/>
                  <a:gd name="connsiteX4" fmla="*/ 99177 w 197607"/>
                  <a:gd name="connsiteY4" fmla="*/ 0 h 197089"/>
                  <a:gd name="connsiteX5" fmla="*/ 99177 w 197607"/>
                  <a:gd name="connsiteY5" fmla="*/ 179951 h 197089"/>
                  <a:gd name="connsiteX6" fmla="*/ 17523 w 197607"/>
                  <a:gd name="connsiteY6" fmla="*/ 98358 h 197089"/>
                  <a:gd name="connsiteX7" fmla="*/ 99177 w 197607"/>
                  <a:gd name="connsiteY7" fmla="*/ 17138 h 197089"/>
                  <a:gd name="connsiteX8" fmla="*/ 180457 w 197607"/>
                  <a:gd name="connsiteY8" fmla="*/ 98358 h 197089"/>
                  <a:gd name="connsiteX9" fmla="*/ 99177 w 197607"/>
                  <a:gd name="connsiteY9" fmla="*/ 179951 h 197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7607" h="197089">
                    <a:moveTo>
                      <a:pt x="99177" y="0"/>
                    </a:moveTo>
                    <a:cubicBezTo>
                      <a:pt x="44369" y="0"/>
                      <a:pt x="0" y="43963"/>
                      <a:pt x="0" y="98358"/>
                    </a:cubicBezTo>
                    <a:cubicBezTo>
                      <a:pt x="0" y="153126"/>
                      <a:pt x="43996" y="197089"/>
                      <a:pt x="99177" y="197089"/>
                    </a:cubicBezTo>
                    <a:cubicBezTo>
                      <a:pt x="153612" y="197089"/>
                      <a:pt x="197607" y="153126"/>
                      <a:pt x="197607" y="98358"/>
                    </a:cubicBezTo>
                    <a:cubicBezTo>
                      <a:pt x="197607" y="43963"/>
                      <a:pt x="153985" y="0"/>
                      <a:pt x="99177" y="0"/>
                    </a:cubicBezTo>
                    <a:close/>
                    <a:moveTo>
                      <a:pt x="99177" y="179951"/>
                    </a:moveTo>
                    <a:cubicBezTo>
                      <a:pt x="54062" y="179951"/>
                      <a:pt x="17523" y="143439"/>
                      <a:pt x="17523" y="98358"/>
                    </a:cubicBezTo>
                    <a:cubicBezTo>
                      <a:pt x="17523" y="53650"/>
                      <a:pt x="54062" y="17138"/>
                      <a:pt x="99177" y="17138"/>
                    </a:cubicBezTo>
                    <a:cubicBezTo>
                      <a:pt x="143918" y="17138"/>
                      <a:pt x="180457" y="53650"/>
                      <a:pt x="180457" y="98358"/>
                    </a:cubicBezTo>
                    <a:cubicBezTo>
                      <a:pt x="180457" y="143439"/>
                      <a:pt x="144290" y="179951"/>
                      <a:pt x="99177" y="179951"/>
                    </a:cubicBezTo>
                    <a:close/>
                  </a:path>
                </a:pathLst>
              </a:custGeom>
              <a:grpFill/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D212147F-9261-0E4B-85CA-1059370C0A45}"/>
                  </a:ext>
                </a:extLst>
              </p:cNvPr>
              <p:cNvSpPr/>
              <p:nvPr/>
            </p:nvSpPr>
            <p:spPr>
              <a:xfrm>
                <a:off x="11381809" y="4634635"/>
                <a:ext cx="78297" cy="116241"/>
              </a:xfrm>
              <a:custGeom>
                <a:avLst/>
                <a:gdLst>
                  <a:gd name="connsiteX0" fmla="*/ 74197 w 78297"/>
                  <a:gd name="connsiteY0" fmla="*/ 82338 h 116241"/>
                  <a:gd name="connsiteX1" fmla="*/ 55927 w 78297"/>
                  <a:gd name="connsiteY1" fmla="*/ 59611 h 116241"/>
                  <a:gd name="connsiteX2" fmla="*/ 55927 w 78297"/>
                  <a:gd name="connsiteY2" fmla="*/ 59239 h 116241"/>
                  <a:gd name="connsiteX3" fmla="*/ 77925 w 78297"/>
                  <a:gd name="connsiteY3" fmla="*/ 32041 h 116241"/>
                  <a:gd name="connsiteX4" fmla="*/ 36166 w 78297"/>
                  <a:gd name="connsiteY4" fmla="*/ 0 h 116241"/>
                  <a:gd name="connsiteX5" fmla="*/ 0 w 78297"/>
                  <a:gd name="connsiteY5" fmla="*/ 0 h 116241"/>
                  <a:gd name="connsiteX6" fmla="*/ 0 w 78297"/>
                  <a:gd name="connsiteY6" fmla="*/ 115869 h 116241"/>
                  <a:gd name="connsiteX7" fmla="*/ 19761 w 78297"/>
                  <a:gd name="connsiteY7" fmla="*/ 115869 h 116241"/>
                  <a:gd name="connsiteX8" fmla="*/ 19761 w 78297"/>
                  <a:gd name="connsiteY8" fmla="*/ 67435 h 116241"/>
                  <a:gd name="connsiteX9" fmla="*/ 32065 w 78297"/>
                  <a:gd name="connsiteY9" fmla="*/ 67435 h 116241"/>
                  <a:gd name="connsiteX10" fmla="*/ 56300 w 78297"/>
                  <a:gd name="connsiteY10" fmla="*/ 95378 h 116241"/>
                  <a:gd name="connsiteX11" fmla="*/ 58910 w 78297"/>
                  <a:gd name="connsiteY11" fmla="*/ 116242 h 116241"/>
                  <a:gd name="connsiteX12" fmla="*/ 78297 w 78297"/>
                  <a:gd name="connsiteY12" fmla="*/ 116242 h 116241"/>
                  <a:gd name="connsiteX13" fmla="*/ 74197 w 78297"/>
                  <a:gd name="connsiteY13" fmla="*/ 82338 h 116241"/>
                  <a:gd name="connsiteX14" fmla="*/ 37284 w 78297"/>
                  <a:gd name="connsiteY14" fmla="*/ 51415 h 116241"/>
                  <a:gd name="connsiteX15" fmla="*/ 19761 w 78297"/>
                  <a:gd name="connsiteY15" fmla="*/ 51415 h 116241"/>
                  <a:gd name="connsiteX16" fmla="*/ 19761 w 78297"/>
                  <a:gd name="connsiteY16" fmla="*/ 16393 h 116241"/>
                  <a:gd name="connsiteX17" fmla="*/ 37284 w 78297"/>
                  <a:gd name="connsiteY17" fmla="*/ 16393 h 116241"/>
                  <a:gd name="connsiteX18" fmla="*/ 57791 w 78297"/>
                  <a:gd name="connsiteY18" fmla="*/ 33904 h 116241"/>
                  <a:gd name="connsiteX19" fmla="*/ 37284 w 78297"/>
                  <a:gd name="connsiteY19" fmla="*/ 51415 h 1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297" h="116241">
                    <a:moveTo>
                      <a:pt x="74197" y="82338"/>
                    </a:moveTo>
                    <a:cubicBezTo>
                      <a:pt x="72705" y="69671"/>
                      <a:pt x="67485" y="62219"/>
                      <a:pt x="55927" y="59611"/>
                    </a:cubicBezTo>
                    <a:lnTo>
                      <a:pt x="55927" y="59239"/>
                    </a:lnTo>
                    <a:cubicBezTo>
                      <a:pt x="67112" y="57003"/>
                      <a:pt x="77925" y="49552"/>
                      <a:pt x="77925" y="32041"/>
                    </a:cubicBezTo>
                    <a:cubicBezTo>
                      <a:pt x="77925" y="9314"/>
                      <a:pt x="59655" y="0"/>
                      <a:pt x="36166" y="0"/>
                    </a:cubicBezTo>
                    <a:lnTo>
                      <a:pt x="0" y="0"/>
                    </a:lnTo>
                    <a:lnTo>
                      <a:pt x="0" y="115869"/>
                    </a:lnTo>
                    <a:lnTo>
                      <a:pt x="19761" y="115869"/>
                    </a:lnTo>
                    <a:lnTo>
                      <a:pt x="19761" y="67435"/>
                    </a:lnTo>
                    <a:lnTo>
                      <a:pt x="32065" y="67435"/>
                    </a:lnTo>
                    <a:cubicBezTo>
                      <a:pt x="46979" y="67435"/>
                      <a:pt x="53690" y="74887"/>
                      <a:pt x="56300" y="95378"/>
                    </a:cubicBezTo>
                    <a:cubicBezTo>
                      <a:pt x="57045" y="102457"/>
                      <a:pt x="58910" y="116242"/>
                      <a:pt x="58910" y="116242"/>
                    </a:cubicBezTo>
                    <a:lnTo>
                      <a:pt x="78297" y="116242"/>
                    </a:lnTo>
                    <a:cubicBezTo>
                      <a:pt x="78297" y="116242"/>
                      <a:pt x="75688" y="94633"/>
                      <a:pt x="74197" y="82338"/>
                    </a:cubicBezTo>
                    <a:close/>
                    <a:moveTo>
                      <a:pt x="37284" y="51415"/>
                    </a:moveTo>
                    <a:lnTo>
                      <a:pt x="19761" y="51415"/>
                    </a:lnTo>
                    <a:lnTo>
                      <a:pt x="19761" y="16393"/>
                    </a:lnTo>
                    <a:lnTo>
                      <a:pt x="37284" y="16393"/>
                    </a:lnTo>
                    <a:cubicBezTo>
                      <a:pt x="51826" y="16393"/>
                      <a:pt x="57791" y="25335"/>
                      <a:pt x="57791" y="33904"/>
                    </a:cubicBezTo>
                    <a:cubicBezTo>
                      <a:pt x="57791" y="42846"/>
                      <a:pt x="51079" y="51415"/>
                      <a:pt x="37284" y="51415"/>
                    </a:cubicBezTo>
                    <a:close/>
                  </a:path>
                </a:pathLst>
              </a:custGeom>
              <a:grpFill/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CEB925B-09D7-4D47-B80B-08FD7843EF2A}"/>
                </a:ext>
              </a:extLst>
            </p:cNvPr>
            <p:cNvSpPr/>
            <p:nvPr/>
          </p:nvSpPr>
          <p:spPr>
            <a:xfrm>
              <a:off x="11549169" y="548614"/>
              <a:ext cx="101259" cy="146756"/>
            </a:xfrm>
            <a:custGeom>
              <a:avLst/>
              <a:gdLst>
                <a:gd name="connsiteX0" fmla="*/ 553673 w 781480"/>
                <a:gd name="connsiteY0" fmla="*/ 23844 h 1132612"/>
                <a:gd name="connsiteX1" fmla="*/ 553673 w 781480"/>
                <a:gd name="connsiteY1" fmla="*/ 109163 h 1132612"/>
                <a:gd name="connsiteX2" fmla="*/ 550317 w 781480"/>
                <a:gd name="connsiteY2" fmla="*/ 109163 h 1132612"/>
                <a:gd name="connsiteX3" fmla="*/ 332204 w 781480"/>
                <a:gd name="connsiteY3" fmla="*/ 0 h 1132612"/>
                <a:gd name="connsiteX4" fmla="*/ 0 w 781480"/>
                <a:gd name="connsiteY4" fmla="*/ 401630 h 1132612"/>
                <a:gd name="connsiteX5" fmla="*/ 332204 w 781480"/>
                <a:gd name="connsiteY5" fmla="*/ 803261 h 1132612"/>
                <a:gd name="connsiteX6" fmla="*/ 550317 w 781480"/>
                <a:gd name="connsiteY6" fmla="*/ 694098 h 1132612"/>
                <a:gd name="connsiteX7" fmla="*/ 553673 w 781480"/>
                <a:gd name="connsiteY7" fmla="*/ 694098 h 1132612"/>
                <a:gd name="connsiteX8" fmla="*/ 553673 w 781480"/>
                <a:gd name="connsiteY8" fmla="*/ 784632 h 1132612"/>
                <a:gd name="connsiteX9" fmla="*/ 384775 w 781480"/>
                <a:gd name="connsiteY9" fmla="*/ 962348 h 1132612"/>
                <a:gd name="connsiteX10" fmla="*/ 211029 w 781480"/>
                <a:gd name="connsiteY10" fmla="*/ 865852 h 1132612"/>
                <a:gd name="connsiteX11" fmla="*/ 57418 w 781480"/>
                <a:gd name="connsiteY11" fmla="*/ 956014 h 1132612"/>
                <a:gd name="connsiteX12" fmla="*/ 392232 w 781480"/>
                <a:gd name="connsiteY12" fmla="*/ 1132612 h 1132612"/>
                <a:gd name="connsiteX13" fmla="*/ 781481 w 781480"/>
                <a:gd name="connsiteY13" fmla="*/ 729119 h 1132612"/>
                <a:gd name="connsiteX14" fmla="*/ 781481 w 781480"/>
                <a:gd name="connsiteY14" fmla="*/ 23844 h 1132612"/>
                <a:gd name="connsiteX15" fmla="*/ 553673 w 781480"/>
                <a:gd name="connsiteY15" fmla="*/ 23844 h 1132612"/>
                <a:gd name="connsiteX16" fmla="*/ 400062 w 781480"/>
                <a:gd name="connsiteY16" fmla="*/ 631878 h 1132612"/>
                <a:gd name="connsiteX17" fmla="*/ 246077 w 781480"/>
                <a:gd name="connsiteY17" fmla="*/ 401630 h 1132612"/>
                <a:gd name="connsiteX18" fmla="*/ 400062 w 781480"/>
                <a:gd name="connsiteY18" fmla="*/ 171382 h 1132612"/>
                <a:gd name="connsiteX19" fmla="*/ 554046 w 781480"/>
                <a:gd name="connsiteY19" fmla="*/ 401630 h 1132612"/>
                <a:gd name="connsiteX20" fmla="*/ 400062 w 781480"/>
                <a:gd name="connsiteY20" fmla="*/ 631878 h 113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81480" h="1132612">
                  <a:moveTo>
                    <a:pt x="553673" y="23844"/>
                  </a:moveTo>
                  <a:lnTo>
                    <a:pt x="553673" y="109163"/>
                  </a:lnTo>
                  <a:lnTo>
                    <a:pt x="550317" y="109163"/>
                  </a:lnTo>
                  <a:cubicBezTo>
                    <a:pt x="536522" y="84573"/>
                    <a:pt x="480223" y="0"/>
                    <a:pt x="332204" y="0"/>
                  </a:cubicBezTo>
                  <a:cubicBezTo>
                    <a:pt x="88737" y="0"/>
                    <a:pt x="0" y="198952"/>
                    <a:pt x="0" y="401630"/>
                  </a:cubicBezTo>
                  <a:cubicBezTo>
                    <a:pt x="0" y="604681"/>
                    <a:pt x="88737" y="803261"/>
                    <a:pt x="332204" y="803261"/>
                  </a:cubicBezTo>
                  <a:cubicBezTo>
                    <a:pt x="482833" y="803261"/>
                    <a:pt x="538760" y="715334"/>
                    <a:pt x="550317" y="694098"/>
                  </a:cubicBezTo>
                  <a:lnTo>
                    <a:pt x="553673" y="694098"/>
                  </a:lnTo>
                  <a:lnTo>
                    <a:pt x="553673" y="784632"/>
                  </a:lnTo>
                  <a:cubicBezTo>
                    <a:pt x="553673" y="894168"/>
                    <a:pt x="475748" y="962348"/>
                    <a:pt x="384775" y="962348"/>
                  </a:cubicBezTo>
                  <a:cubicBezTo>
                    <a:pt x="280752" y="962348"/>
                    <a:pt x="225943" y="893050"/>
                    <a:pt x="211029" y="865852"/>
                  </a:cubicBezTo>
                  <a:cubicBezTo>
                    <a:pt x="190523" y="876284"/>
                    <a:pt x="57418" y="956014"/>
                    <a:pt x="57418" y="956014"/>
                  </a:cubicBezTo>
                  <a:cubicBezTo>
                    <a:pt x="73823" y="989545"/>
                    <a:pt x="142053" y="1132612"/>
                    <a:pt x="392232" y="1132612"/>
                  </a:cubicBezTo>
                  <a:cubicBezTo>
                    <a:pt x="655460" y="1132612"/>
                    <a:pt x="781481" y="964583"/>
                    <a:pt x="781481" y="729119"/>
                  </a:cubicBezTo>
                  <a:lnTo>
                    <a:pt x="781481" y="23844"/>
                  </a:lnTo>
                  <a:lnTo>
                    <a:pt x="553673" y="23844"/>
                  </a:lnTo>
                  <a:close/>
                  <a:moveTo>
                    <a:pt x="400062" y="631878"/>
                  </a:moveTo>
                  <a:cubicBezTo>
                    <a:pt x="269939" y="631878"/>
                    <a:pt x="246077" y="504459"/>
                    <a:pt x="246077" y="401630"/>
                  </a:cubicBezTo>
                  <a:cubicBezTo>
                    <a:pt x="246077" y="284271"/>
                    <a:pt x="278888" y="171382"/>
                    <a:pt x="400062" y="171382"/>
                  </a:cubicBezTo>
                  <a:cubicBezTo>
                    <a:pt x="520490" y="171382"/>
                    <a:pt x="554046" y="284643"/>
                    <a:pt x="554046" y="401630"/>
                  </a:cubicBezTo>
                  <a:cubicBezTo>
                    <a:pt x="553673" y="504832"/>
                    <a:pt x="527201" y="631878"/>
                    <a:pt x="400062" y="631878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3BF2B84-45C5-4648-B41C-C057002283F2}"/>
                </a:ext>
              </a:extLst>
            </p:cNvPr>
            <p:cNvSpPr/>
            <p:nvPr/>
          </p:nvSpPr>
          <p:spPr>
            <a:xfrm>
              <a:off x="11779030" y="548614"/>
              <a:ext cx="92466" cy="109101"/>
            </a:xfrm>
            <a:custGeom>
              <a:avLst/>
              <a:gdLst>
                <a:gd name="connsiteX0" fmla="*/ 334068 w 713623"/>
                <a:gd name="connsiteY0" fmla="*/ 0 h 842007"/>
                <a:gd name="connsiteX1" fmla="*/ 21624 w 713623"/>
                <a:gd name="connsiteY1" fmla="*/ 141204 h 842007"/>
                <a:gd name="connsiteX2" fmla="*/ 154357 w 713623"/>
                <a:gd name="connsiteY2" fmla="*/ 242543 h 842007"/>
                <a:gd name="connsiteX3" fmla="*/ 318035 w 713623"/>
                <a:gd name="connsiteY3" fmla="*/ 163186 h 842007"/>
                <a:gd name="connsiteX4" fmla="*/ 484697 w 713623"/>
                <a:gd name="connsiteY4" fmla="*/ 298428 h 842007"/>
                <a:gd name="connsiteX5" fmla="*/ 484697 w 713623"/>
                <a:gd name="connsiteY5" fmla="*/ 315939 h 842007"/>
                <a:gd name="connsiteX6" fmla="*/ 383656 w 713623"/>
                <a:gd name="connsiteY6" fmla="*/ 315939 h 842007"/>
                <a:gd name="connsiteX7" fmla="*/ 0 w 713623"/>
                <a:gd name="connsiteY7" fmla="*/ 584190 h 842007"/>
                <a:gd name="connsiteX8" fmla="*/ 260244 w 713623"/>
                <a:gd name="connsiteY8" fmla="*/ 842008 h 842007"/>
                <a:gd name="connsiteX9" fmla="*/ 488052 w 713623"/>
                <a:gd name="connsiteY9" fmla="*/ 738806 h 842007"/>
                <a:gd name="connsiteX10" fmla="*/ 491035 w 713623"/>
                <a:gd name="connsiteY10" fmla="*/ 738806 h 842007"/>
                <a:gd name="connsiteX11" fmla="*/ 491035 w 713623"/>
                <a:gd name="connsiteY11" fmla="*/ 818163 h 842007"/>
                <a:gd name="connsiteX12" fmla="*/ 713623 w 713623"/>
                <a:gd name="connsiteY12" fmla="*/ 818163 h 842007"/>
                <a:gd name="connsiteX13" fmla="*/ 713623 w 713623"/>
                <a:gd name="connsiteY13" fmla="*/ 315194 h 842007"/>
                <a:gd name="connsiteX14" fmla="*/ 334068 w 713623"/>
                <a:gd name="connsiteY14" fmla="*/ 0 h 842007"/>
                <a:gd name="connsiteX15" fmla="*/ 484697 w 713623"/>
                <a:gd name="connsiteY15" fmla="*/ 502597 h 842007"/>
                <a:gd name="connsiteX16" fmla="*/ 344508 w 713623"/>
                <a:gd name="connsiteY16" fmla="*/ 678450 h 842007"/>
                <a:gd name="connsiteX17" fmla="*/ 228553 w 713623"/>
                <a:gd name="connsiteY17" fmla="*/ 571150 h 842007"/>
                <a:gd name="connsiteX18" fmla="*/ 394468 w 713623"/>
                <a:gd name="connsiteY18" fmla="*/ 454535 h 842007"/>
                <a:gd name="connsiteX19" fmla="*/ 484697 w 713623"/>
                <a:gd name="connsiteY19" fmla="*/ 454535 h 842007"/>
                <a:gd name="connsiteX20" fmla="*/ 484697 w 713623"/>
                <a:gd name="connsiteY20" fmla="*/ 502597 h 84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13623" h="842007">
                  <a:moveTo>
                    <a:pt x="334068" y="0"/>
                  </a:moveTo>
                  <a:cubicBezTo>
                    <a:pt x="123039" y="0"/>
                    <a:pt x="43623" y="113261"/>
                    <a:pt x="21624" y="141204"/>
                  </a:cubicBezTo>
                  <a:lnTo>
                    <a:pt x="154357" y="242543"/>
                  </a:lnTo>
                  <a:cubicBezTo>
                    <a:pt x="175609" y="213482"/>
                    <a:pt x="227062" y="163186"/>
                    <a:pt x="318035" y="163186"/>
                  </a:cubicBezTo>
                  <a:cubicBezTo>
                    <a:pt x="420567" y="163186"/>
                    <a:pt x="484697" y="212737"/>
                    <a:pt x="484697" y="298428"/>
                  </a:cubicBezTo>
                  <a:lnTo>
                    <a:pt x="484697" y="315939"/>
                  </a:lnTo>
                  <a:cubicBezTo>
                    <a:pt x="484697" y="315939"/>
                    <a:pt x="394468" y="315939"/>
                    <a:pt x="383656" y="315939"/>
                  </a:cubicBezTo>
                  <a:cubicBezTo>
                    <a:pt x="151374" y="315939"/>
                    <a:pt x="0" y="401630"/>
                    <a:pt x="0" y="584190"/>
                  </a:cubicBezTo>
                  <a:cubicBezTo>
                    <a:pt x="0" y="739551"/>
                    <a:pt x="111107" y="842008"/>
                    <a:pt x="260244" y="842008"/>
                  </a:cubicBezTo>
                  <a:cubicBezTo>
                    <a:pt x="420941" y="842008"/>
                    <a:pt x="476122" y="754826"/>
                    <a:pt x="488052" y="738806"/>
                  </a:cubicBezTo>
                  <a:lnTo>
                    <a:pt x="491035" y="738806"/>
                  </a:lnTo>
                  <a:cubicBezTo>
                    <a:pt x="491035" y="771965"/>
                    <a:pt x="491035" y="818163"/>
                    <a:pt x="491035" y="818163"/>
                  </a:cubicBezTo>
                  <a:lnTo>
                    <a:pt x="713623" y="818163"/>
                  </a:lnTo>
                  <a:lnTo>
                    <a:pt x="713623" y="315194"/>
                  </a:lnTo>
                  <a:cubicBezTo>
                    <a:pt x="713623" y="87926"/>
                    <a:pt x="531675" y="0"/>
                    <a:pt x="334068" y="0"/>
                  </a:cubicBezTo>
                  <a:close/>
                  <a:moveTo>
                    <a:pt x="484697" y="502597"/>
                  </a:moveTo>
                  <a:cubicBezTo>
                    <a:pt x="484324" y="596112"/>
                    <a:pt x="443684" y="678450"/>
                    <a:pt x="344508" y="678450"/>
                  </a:cubicBezTo>
                  <a:cubicBezTo>
                    <a:pt x="278141" y="678450"/>
                    <a:pt x="228553" y="637839"/>
                    <a:pt x="228553" y="571150"/>
                  </a:cubicBezTo>
                  <a:cubicBezTo>
                    <a:pt x="228553" y="504459"/>
                    <a:pt x="274413" y="454535"/>
                    <a:pt x="394468" y="454535"/>
                  </a:cubicBezTo>
                  <a:cubicBezTo>
                    <a:pt x="400434" y="454535"/>
                    <a:pt x="484697" y="454535"/>
                    <a:pt x="484697" y="454535"/>
                  </a:cubicBezTo>
                  <a:cubicBezTo>
                    <a:pt x="484697" y="454535"/>
                    <a:pt x="484697" y="501479"/>
                    <a:pt x="484697" y="502597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630DDC3-3014-2C48-BED1-2A19CE72BDD5}"/>
                </a:ext>
              </a:extLst>
            </p:cNvPr>
            <p:cNvSpPr/>
            <p:nvPr/>
          </p:nvSpPr>
          <p:spPr>
            <a:xfrm>
              <a:off x="11504916" y="551704"/>
              <a:ext cx="30484" cy="103019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91BA366-E6B4-5E41-B529-CD5D1C8C59C2}"/>
                </a:ext>
              </a:extLst>
            </p:cNvPr>
            <p:cNvSpPr/>
            <p:nvPr/>
          </p:nvSpPr>
          <p:spPr>
            <a:xfrm>
              <a:off x="11503515" y="504056"/>
              <a:ext cx="33238" cy="33213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4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4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895E236-2107-3B4C-9447-0BFD5A593A3F}"/>
                </a:ext>
              </a:extLst>
            </p:cNvPr>
            <p:cNvSpPr/>
            <p:nvPr/>
          </p:nvSpPr>
          <p:spPr>
            <a:xfrm>
              <a:off x="11670428" y="551704"/>
              <a:ext cx="30484" cy="103019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4D0953EC-F607-3B4B-9926-D9B4535140FA}"/>
                </a:ext>
              </a:extLst>
            </p:cNvPr>
            <p:cNvSpPr/>
            <p:nvPr/>
          </p:nvSpPr>
          <p:spPr>
            <a:xfrm>
              <a:off x="11669027" y="504056"/>
              <a:ext cx="33238" cy="33213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3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3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B69CB50-66A2-314F-8A08-F4673E9D811D}"/>
                </a:ext>
              </a:extLst>
            </p:cNvPr>
            <p:cNvSpPr/>
            <p:nvPr/>
          </p:nvSpPr>
          <p:spPr>
            <a:xfrm>
              <a:off x="11938117" y="422230"/>
              <a:ext cx="24397" cy="11538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349569"/>
      </p:ext>
    </p:extLst>
  </p:cSld>
  <p:clrMapOvr>
    <a:masterClrMapping/>
  </p:clrMapOvr>
  <p:transition>
    <p:fade/>
  </p:transition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35B13E-B93A-A24B-AC8A-D1F7A04135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21554"/>
            <a:ext cx="11636906" cy="5276088"/>
          </a:xfrm>
        </p:spPr>
        <p:txBody>
          <a:bodyPr wrap="square" tIns="0" anchor="b">
            <a:normAutofit/>
          </a:bodyPr>
          <a:lstStyle>
            <a:lvl1pPr>
              <a:lnSpc>
                <a:spcPts val="12000"/>
              </a:lnSpc>
              <a:defRPr sz="1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4572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B198D4-9A38-DD46-9C76-69C666BE3EF8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aphic 5">
            <a:extLst>
              <a:ext uri="{FF2B5EF4-FFF2-40B4-BE49-F238E27FC236}">
                <a16:creationId xmlns:a16="http://schemas.microsoft.com/office/drawing/2014/main" id="{F3E2666E-9E12-F64C-8049-85F60DD72475}"/>
              </a:ext>
            </a:extLst>
          </p:cNvPr>
          <p:cNvGrpSpPr/>
          <p:nvPr userDrawn="1"/>
        </p:nvGrpSpPr>
        <p:grpSpPr>
          <a:xfrm>
            <a:off x="10559334" y="266930"/>
            <a:ext cx="1405015" cy="428440"/>
            <a:chOff x="674474" y="1776279"/>
            <a:chExt cx="10843422" cy="3306557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613B3B-716E-0844-B50A-02647D382554}"/>
                </a:ext>
              </a:extLst>
            </p:cNvPr>
            <p:cNvSpPr/>
            <p:nvPr/>
          </p:nvSpPr>
          <p:spPr>
            <a:xfrm>
              <a:off x="10630550" y="1776279"/>
              <a:ext cx="562227" cy="561814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solidFill>
              <a:srgbClr val="5DA7FB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4A9CE27-2907-2844-8D5E-3AD6E5EA7E30}"/>
                </a:ext>
              </a:extLst>
            </p:cNvPr>
            <p:cNvSpPr/>
            <p:nvPr/>
          </p:nvSpPr>
          <p:spPr>
            <a:xfrm>
              <a:off x="9095551" y="1776652"/>
              <a:ext cx="1288528" cy="1287580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FC1859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2A35D25-5200-264C-99AB-194F9778648E}"/>
                </a:ext>
              </a:extLst>
            </p:cNvPr>
            <p:cNvSpPr/>
            <p:nvPr/>
          </p:nvSpPr>
          <p:spPr>
            <a:xfrm>
              <a:off x="9904249" y="1776652"/>
              <a:ext cx="1288528" cy="1287580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995D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4204095-726F-7E4C-A7A0-D328AB3392AA}"/>
                </a:ext>
              </a:extLst>
            </p:cNvPr>
            <p:cNvSpPr/>
            <p:nvPr/>
          </p:nvSpPr>
          <p:spPr>
            <a:xfrm>
              <a:off x="3822024" y="3774371"/>
              <a:ext cx="407145" cy="1018233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8 w 407145"/>
                <a:gd name="connsiteY1" fmla="*/ 0 h 1018233"/>
                <a:gd name="connsiteX2" fmla="*/ 227808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8 w 407145"/>
                <a:gd name="connsiteY5" fmla="*/ 358040 h 1018233"/>
                <a:gd name="connsiteX6" fmla="*/ 227808 w 407145"/>
                <a:gd name="connsiteY6" fmla="*/ 746257 h 1018233"/>
                <a:gd name="connsiteX7" fmla="*/ 338170 w 407145"/>
                <a:gd name="connsiteY7" fmla="*/ 862499 h 1018233"/>
                <a:gd name="connsiteX8" fmla="*/ 402299 w 407145"/>
                <a:gd name="connsiteY8" fmla="*/ 857283 h 1018233"/>
                <a:gd name="connsiteX9" fmla="*/ 402299 w 407145"/>
                <a:gd name="connsiteY9" fmla="*/ 994389 h 1018233"/>
                <a:gd name="connsiteX10" fmla="*/ 244586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8" y="0"/>
                  </a:lnTo>
                  <a:lnTo>
                    <a:pt x="227808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8" y="358040"/>
                  </a:lnTo>
                  <a:lnTo>
                    <a:pt x="227808" y="746257"/>
                  </a:lnTo>
                  <a:cubicBezTo>
                    <a:pt x="227808" y="814810"/>
                    <a:pt x="269194" y="862499"/>
                    <a:pt x="338170" y="862499"/>
                  </a:cubicBezTo>
                  <a:cubicBezTo>
                    <a:pt x="375081" y="862499"/>
                    <a:pt x="395961" y="858774"/>
                    <a:pt x="402299" y="857283"/>
                  </a:cubicBezTo>
                  <a:lnTo>
                    <a:pt x="402299" y="994389"/>
                  </a:lnTo>
                  <a:cubicBezTo>
                    <a:pt x="390741" y="998115"/>
                    <a:pt x="328476" y="1018233"/>
                    <a:pt x="244586" y="1018233"/>
                  </a:cubicBezTo>
                  <a:cubicBezTo>
                    <a:pt x="58910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8E9D827-4AC1-AA49-979A-E02E06706ED7}"/>
                </a:ext>
              </a:extLst>
            </p:cNvPr>
            <p:cNvSpPr/>
            <p:nvPr/>
          </p:nvSpPr>
          <p:spPr>
            <a:xfrm>
              <a:off x="5700039" y="3950224"/>
              <a:ext cx="744196" cy="818908"/>
            </a:xfrm>
            <a:custGeom>
              <a:avLst/>
              <a:gdLst>
                <a:gd name="connsiteX0" fmla="*/ 227808 w 744196"/>
                <a:gd name="connsiteY0" fmla="*/ 23844 h 818908"/>
                <a:gd name="connsiteX1" fmla="*/ 0 w 744196"/>
                <a:gd name="connsiteY1" fmla="*/ 23844 h 818908"/>
                <a:gd name="connsiteX2" fmla="*/ 0 w 744196"/>
                <a:gd name="connsiteY2" fmla="*/ 818909 h 818908"/>
                <a:gd name="connsiteX3" fmla="*/ 229299 w 744196"/>
                <a:gd name="connsiteY3" fmla="*/ 818909 h 818908"/>
                <a:gd name="connsiteX4" fmla="*/ 229299 w 744196"/>
                <a:gd name="connsiteY4" fmla="*/ 340529 h 818908"/>
                <a:gd name="connsiteX5" fmla="*/ 370980 w 744196"/>
                <a:gd name="connsiteY5" fmla="*/ 181814 h 818908"/>
                <a:gd name="connsiteX6" fmla="*/ 514898 w 744196"/>
                <a:gd name="connsiteY6" fmla="*/ 340529 h 818908"/>
                <a:gd name="connsiteX7" fmla="*/ 514898 w 744196"/>
                <a:gd name="connsiteY7" fmla="*/ 818909 h 818908"/>
                <a:gd name="connsiteX8" fmla="*/ 744197 w 744196"/>
                <a:gd name="connsiteY8" fmla="*/ 818909 h 818908"/>
                <a:gd name="connsiteX9" fmla="*/ 744197 w 744196"/>
                <a:gd name="connsiteY9" fmla="*/ 287251 h 818908"/>
                <a:gd name="connsiteX10" fmla="*/ 458971 w 744196"/>
                <a:gd name="connsiteY10" fmla="*/ 0 h 818908"/>
                <a:gd name="connsiteX11" fmla="*/ 230790 w 744196"/>
                <a:gd name="connsiteY11" fmla="*/ 120340 h 818908"/>
                <a:gd name="connsiteX12" fmla="*/ 227435 w 744196"/>
                <a:gd name="connsiteY12" fmla="*/ 120340 h 818908"/>
                <a:gd name="connsiteX13" fmla="*/ 227808 w 744196"/>
                <a:gd name="connsiteY13" fmla="*/ 23844 h 818908"/>
                <a:gd name="connsiteX14" fmla="*/ 227808 w 744196"/>
                <a:gd name="connsiteY14" fmla="*/ 23844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4196" h="818908">
                  <a:moveTo>
                    <a:pt x="227808" y="23844"/>
                  </a:move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340529"/>
                  </a:lnTo>
                  <a:cubicBezTo>
                    <a:pt x="229299" y="245151"/>
                    <a:pt x="280379" y="181814"/>
                    <a:pt x="370980" y="181814"/>
                  </a:cubicBezTo>
                  <a:cubicBezTo>
                    <a:pt x="473512" y="181814"/>
                    <a:pt x="514898" y="257073"/>
                    <a:pt x="514898" y="340529"/>
                  </a:cubicBezTo>
                  <a:lnTo>
                    <a:pt x="514898" y="818909"/>
                  </a:lnTo>
                  <a:lnTo>
                    <a:pt x="744197" y="818909"/>
                  </a:lnTo>
                  <a:lnTo>
                    <a:pt x="744197" y="287251"/>
                  </a:lnTo>
                  <a:cubicBezTo>
                    <a:pt x="744197" y="122948"/>
                    <a:pt x="652477" y="0"/>
                    <a:pt x="458971" y="0"/>
                  </a:cubicBezTo>
                  <a:cubicBezTo>
                    <a:pt x="301258" y="0"/>
                    <a:pt x="246077" y="93887"/>
                    <a:pt x="230790" y="120340"/>
                  </a:cubicBezTo>
                  <a:lnTo>
                    <a:pt x="227435" y="120340"/>
                  </a:lnTo>
                  <a:lnTo>
                    <a:pt x="227808" y="23844"/>
                  </a:lnTo>
                  <a:lnTo>
                    <a:pt x="227808" y="2384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2ADDD8-C2E3-6540-A5B2-F116AA2F87D9}"/>
                </a:ext>
              </a:extLst>
            </p:cNvPr>
            <p:cNvSpPr/>
            <p:nvPr/>
          </p:nvSpPr>
          <p:spPr>
            <a:xfrm>
              <a:off x="5141892" y="3950224"/>
              <a:ext cx="480223" cy="818908"/>
            </a:xfrm>
            <a:custGeom>
              <a:avLst/>
              <a:gdLst>
                <a:gd name="connsiteX0" fmla="*/ 480223 w 480223"/>
                <a:gd name="connsiteY0" fmla="*/ 0 h 818908"/>
                <a:gd name="connsiteX1" fmla="*/ 208793 w 480223"/>
                <a:gd name="connsiteY1" fmla="*/ 153126 h 818908"/>
                <a:gd name="connsiteX2" fmla="*/ 205437 w 480223"/>
                <a:gd name="connsiteY2" fmla="*/ 153126 h 818908"/>
                <a:gd name="connsiteX3" fmla="*/ 205437 w 480223"/>
                <a:gd name="connsiteY3" fmla="*/ 23844 h 818908"/>
                <a:gd name="connsiteX4" fmla="*/ 0 w 480223"/>
                <a:gd name="connsiteY4" fmla="*/ 23844 h 818908"/>
                <a:gd name="connsiteX5" fmla="*/ 0 w 480223"/>
                <a:gd name="connsiteY5" fmla="*/ 818909 h 818908"/>
                <a:gd name="connsiteX6" fmla="*/ 229299 w 480223"/>
                <a:gd name="connsiteY6" fmla="*/ 818909 h 818908"/>
                <a:gd name="connsiteX7" fmla="*/ 229299 w 480223"/>
                <a:gd name="connsiteY7" fmla="*/ 424357 h 818908"/>
                <a:gd name="connsiteX8" fmla="*/ 479851 w 480223"/>
                <a:gd name="connsiteY8" fmla="*/ 182932 h 818908"/>
                <a:gd name="connsiteX9" fmla="*/ 479851 w 480223"/>
                <a:gd name="connsiteY9" fmla="*/ 0 h 818908"/>
                <a:gd name="connsiteX10" fmla="*/ 480223 w 480223"/>
                <a:gd name="connsiteY10" fmla="*/ 0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23" h="818908">
                  <a:moveTo>
                    <a:pt x="480223" y="0"/>
                  </a:moveTo>
                  <a:cubicBezTo>
                    <a:pt x="273295" y="0"/>
                    <a:pt x="224825" y="116242"/>
                    <a:pt x="208793" y="153126"/>
                  </a:cubicBezTo>
                  <a:lnTo>
                    <a:pt x="205437" y="153126"/>
                  </a:lnTo>
                  <a:lnTo>
                    <a:pt x="205437" y="23844"/>
                  </a:ln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424357"/>
                  </a:lnTo>
                  <a:cubicBezTo>
                    <a:pt x="229299" y="253348"/>
                    <a:pt x="343389" y="182932"/>
                    <a:pt x="479851" y="182932"/>
                  </a:cubicBezTo>
                  <a:lnTo>
                    <a:pt x="479851" y="0"/>
                  </a:lnTo>
                  <a:lnTo>
                    <a:pt x="480223" y="0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95FE94C-D4B9-6F47-BC60-98F20CEB4DFB}"/>
                </a:ext>
              </a:extLst>
            </p:cNvPr>
            <p:cNvSpPr/>
            <p:nvPr/>
          </p:nvSpPr>
          <p:spPr>
            <a:xfrm>
              <a:off x="3040543" y="3950224"/>
              <a:ext cx="686405" cy="842752"/>
            </a:xfrm>
            <a:custGeom>
              <a:avLst/>
              <a:gdLst>
                <a:gd name="connsiteX0" fmla="*/ 519372 w 686405"/>
                <a:gd name="connsiteY0" fmla="*/ 247386 h 842752"/>
                <a:gd name="connsiteX1" fmla="*/ 666272 w 686405"/>
                <a:gd name="connsiteY1" fmla="*/ 148283 h 842752"/>
                <a:gd name="connsiteX2" fmla="*/ 340780 w 686405"/>
                <a:gd name="connsiteY2" fmla="*/ 0 h 842752"/>
                <a:gd name="connsiteX3" fmla="*/ 28709 w 686405"/>
                <a:gd name="connsiteY3" fmla="*/ 242543 h 842752"/>
                <a:gd name="connsiteX4" fmla="*/ 249060 w 686405"/>
                <a:gd name="connsiteY4" fmla="*/ 491420 h 842752"/>
                <a:gd name="connsiteX5" fmla="*/ 348236 w 686405"/>
                <a:gd name="connsiteY5" fmla="*/ 521598 h 842752"/>
                <a:gd name="connsiteX6" fmla="*/ 457852 w 686405"/>
                <a:gd name="connsiteY6" fmla="*/ 606171 h 842752"/>
                <a:gd name="connsiteX7" fmla="*/ 327730 w 686405"/>
                <a:gd name="connsiteY7" fmla="*/ 678822 h 842752"/>
                <a:gd name="connsiteX8" fmla="*/ 153612 w 686405"/>
                <a:gd name="connsiteY8" fmla="*/ 586798 h 842752"/>
                <a:gd name="connsiteX9" fmla="*/ 0 w 686405"/>
                <a:gd name="connsiteY9" fmla="*/ 672861 h 842752"/>
                <a:gd name="connsiteX10" fmla="*/ 341898 w 686405"/>
                <a:gd name="connsiteY10" fmla="*/ 842753 h 842752"/>
                <a:gd name="connsiteX11" fmla="*/ 686406 w 686405"/>
                <a:gd name="connsiteY11" fmla="*/ 590151 h 842752"/>
                <a:gd name="connsiteX12" fmla="*/ 460462 w 686405"/>
                <a:gd name="connsiteY12" fmla="*/ 339411 h 842752"/>
                <a:gd name="connsiteX13" fmla="*/ 371353 w 686405"/>
                <a:gd name="connsiteY13" fmla="*/ 312214 h 842752"/>
                <a:gd name="connsiteX14" fmla="*/ 257262 w 686405"/>
                <a:gd name="connsiteY14" fmla="*/ 227640 h 842752"/>
                <a:gd name="connsiteX15" fmla="*/ 361659 w 686405"/>
                <a:gd name="connsiteY15" fmla="*/ 164303 h 842752"/>
                <a:gd name="connsiteX16" fmla="*/ 519372 w 686405"/>
                <a:gd name="connsiteY16" fmla="*/ 247386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6405" h="842752">
                  <a:moveTo>
                    <a:pt x="519372" y="247386"/>
                  </a:moveTo>
                  <a:lnTo>
                    <a:pt x="666272" y="148283"/>
                  </a:lnTo>
                  <a:cubicBezTo>
                    <a:pt x="647257" y="116242"/>
                    <a:pt x="569333" y="0"/>
                    <a:pt x="340780" y="0"/>
                  </a:cubicBezTo>
                  <a:cubicBezTo>
                    <a:pt x="170390" y="0"/>
                    <a:pt x="28709" y="87554"/>
                    <a:pt x="28709" y="242543"/>
                  </a:cubicBezTo>
                  <a:cubicBezTo>
                    <a:pt x="28709" y="387100"/>
                    <a:pt x="133478" y="455653"/>
                    <a:pt x="249060" y="491420"/>
                  </a:cubicBezTo>
                  <a:cubicBezTo>
                    <a:pt x="283361" y="501851"/>
                    <a:pt x="317663" y="511911"/>
                    <a:pt x="348236" y="521598"/>
                  </a:cubicBezTo>
                  <a:cubicBezTo>
                    <a:pt x="410128" y="541344"/>
                    <a:pt x="457852" y="558482"/>
                    <a:pt x="457852" y="606171"/>
                  </a:cubicBezTo>
                  <a:cubicBezTo>
                    <a:pt x="457852" y="648644"/>
                    <a:pt x="410501" y="678822"/>
                    <a:pt x="327730" y="678822"/>
                  </a:cubicBezTo>
                  <a:cubicBezTo>
                    <a:pt x="220724" y="678822"/>
                    <a:pt x="171508" y="613995"/>
                    <a:pt x="153612" y="586798"/>
                  </a:cubicBezTo>
                  <a:lnTo>
                    <a:pt x="0" y="672861"/>
                  </a:lnTo>
                  <a:cubicBezTo>
                    <a:pt x="14914" y="710118"/>
                    <a:pt x="98058" y="842753"/>
                    <a:pt x="341898" y="842753"/>
                  </a:cubicBezTo>
                  <a:cubicBezTo>
                    <a:pt x="527947" y="842753"/>
                    <a:pt x="686406" y="764513"/>
                    <a:pt x="686406" y="590151"/>
                  </a:cubicBezTo>
                  <a:cubicBezTo>
                    <a:pt x="686406" y="444848"/>
                    <a:pt x="582755" y="377041"/>
                    <a:pt x="460462" y="339411"/>
                  </a:cubicBezTo>
                  <a:cubicBezTo>
                    <a:pt x="429516" y="330097"/>
                    <a:pt x="398943" y="320410"/>
                    <a:pt x="371353" y="312214"/>
                  </a:cubicBezTo>
                  <a:cubicBezTo>
                    <a:pt x="315799" y="295448"/>
                    <a:pt x="257262" y="280172"/>
                    <a:pt x="257262" y="227640"/>
                  </a:cubicBezTo>
                  <a:cubicBezTo>
                    <a:pt x="257262" y="188893"/>
                    <a:pt x="294174" y="164303"/>
                    <a:pt x="361659" y="164303"/>
                  </a:cubicBezTo>
                  <a:cubicBezTo>
                    <a:pt x="467919" y="164303"/>
                    <a:pt x="504085" y="225032"/>
                    <a:pt x="519372" y="247386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602FA9B-F6A9-3E4D-A347-818863706DEB}"/>
                </a:ext>
              </a:extLst>
            </p:cNvPr>
            <p:cNvSpPr/>
            <p:nvPr/>
          </p:nvSpPr>
          <p:spPr>
            <a:xfrm>
              <a:off x="674474" y="3625716"/>
              <a:ext cx="1595772" cy="1143416"/>
            </a:xfrm>
            <a:custGeom>
              <a:avLst/>
              <a:gdLst>
                <a:gd name="connsiteX0" fmla="*/ 1372812 w 1595772"/>
                <a:gd name="connsiteY0" fmla="*/ 0 h 1143416"/>
                <a:gd name="connsiteX1" fmla="*/ 1164765 w 1595772"/>
                <a:gd name="connsiteY1" fmla="*/ 814810 h 1143416"/>
                <a:gd name="connsiteX2" fmla="*/ 956718 w 1595772"/>
                <a:gd name="connsiteY2" fmla="*/ 0 h 1143416"/>
                <a:gd name="connsiteX3" fmla="*/ 670374 w 1595772"/>
                <a:gd name="connsiteY3" fmla="*/ 0 h 1143416"/>
                <a:gd name="connsiteX4" fmla="*/ 456734 w 1595772"/>
                <a:gd name="connsiteY4" fmla="*/ 838282 h 1143416"/>
                <a:gd name="connsiteX5" fmla="*/ 242721 w 1595772"/>
                <a:gd name="connsiteY5" fmla="*/ 0 h 1143416"/>
                <a:gd name="connsiteX6" fmla="*/ 0 w 1595772"/>
                <a:gd name="connsiteY6" fmla="*/ 0 h 1143416"/>
                <a:gd name="connsiteX7" fmla="*/ 295665 w 1595772"/>
                <a:gd name="connsiteY7" fmla="*/ 1143417 h 1143416"/>
                <a:gd name="connsiteX8" fmla="*/ 599533 w 1595772"/>
                <a:gd name="connsiteY8" fmla="*/ 1143417 h 1143416"/>
                <a:gd name="connsiteX9" fmla="*/ 806462 w 1595772"/>
                <a:gd name="connsiteY9" fmla="*/ 333078 h 1143416"/>
                <a:gd name="connsiteX10" fmla="*/ 1013390 w 1595772"/>
                <a:gd name="connsiteY10" fmla="*/ 1143417 h 1143416"/>
                <a:gd name="connsiteX11" fmla="*/ 1300107 w 1595772"/>
                <a:gd name="connsiteY11" fmla="*/ 1143417 h 1143416"/>
                <a:gd name="connsiteX12" fmla="*/ 1595773 w 1595772"/>
                <a:gd name="connsiteY12" fmla="*/ 0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772" h="1143416">
                  <a:moveTo>
                    <a:pt x="1372812" y="0"/>
                  </a:moveTo>
                  <a:lnTo>
                    <a:pt x="1164765" y="814810"/>
                  </a:lnTo>
                  <a:lnTo>
                    <a:pt x="956718" y="0"/>
                  </a:lnTo>
                  <a:lnTo>
                    <a:pt x="670374" y="0"/>
                  </a:lnTo>
                  <a:lnTo>
                    <a:pt x="456734" y="838282"/>
                  </a:lnTo>
                  <a:lnTo>
                    <a:pt x="242721" y="0"/>
                  </a:lnTo>
                  <a:lnTo>
                    <a:pt x="0" y="0"/>
                  </a:lnTo>
                  <a:lnTo>
                    <a:pt x="295665" y="1143417"/>
                  </a:lnTo>
                  <a:lnTo>
                    <a:pt x="599533" y="1143417"/>
                  </a:lnTo>
                  <a:lnTo>
                    <a:pt x="806462" y="333078"/>
                  </a:lnTo>
                  <a:lnTo>
                    <a:pt x="1013390" y="1143417"/>
                  </a:lnTo>
                  <a:lnTo>
                    <a:pt x="1300107" y="1143417"/>
                  </a:lnTo>
                  <a:lnTo>
                    <a:pt x="1595773" y="0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3E14922-2CDE-CC40-9CE1-E989A4F1F2FC}"/>
                </a:ext>
              </a:extLst>
            </p:cNvPr>
            <p:cNvSpPr/>
            <p:nvPr/>
          </p:nvSpPr>
          <p:spPr>
            <a:xfrm>
              <a:off x="2202389" y="3950224"/>
              <a:ext cx="791175" cy="842752"/>
            </a:xfrm>
            <a:custGeom>
              <a:avLst/>
              <a:gdLst>
                <a:gd name="connsiteX0" fmla="*/ 790802 w 791175"/>
                <a:gd name="connsiteY0" fmla="*/ 421376 h 842752"/>
                <a:gd name="connsiteX1" fmla="*/ 395960 w 791175"/>
                <a:gd name="connsiteY1" fmla="*/ 0 h 842752"/>
                <a:gd name="connsiteX2" fmla="*/ 0 w 791175"/>
                <a:gd name="connsiteY2" fmla="*/ 421376 h 842752"/>
                <a:gd name="connsiteX3" fmla="*/ 405654 w 791175"/>
                <a:gd name="connsiteY3" fmla="*/ 842753 h 842752"/>
                <a:gd name="connsiteX4" fmla="*/ 735249 w 791175"/>
                <a:gd name="connsiteY4" fmla="*/ 666155 h 842752"/>
                <a:gd name="connsiteX5" fmla="*/ 580891 w 791175"/>
                <a:gd name="connsiteY5" fmla="*/ 577483 h 842752"/>
                <a:gd name="connsiteX6" fmla="*/ 406773 w 791175"/>
                <a:gd name="connsiteY6" fmla="*/ 678822 h 842752"/>
                <a:gd name="connsiteX7" fmla="*/ 228553 w 791175"/>
                <a:gd name="connsiteY7" fmla="*/ 491420 h 842752"/>
                <a:gd name="connsiteX8" fmla="*/ 791175 w 791175"/>
                <a:gd name="connsiteY8" fmla="*/ 491420 h 842752"/>
                <a:gd name="connsiteX9" fmla="*/ 790802 w 791175"/>
                <a:gd name="connsiteY9" fmla="*/ 421376 h 842752"/>
                <a:gd name="connsiteX10" fmla="*/ 228181 w 791175"/>
                <a:gd name="connsiteY10" fmla="*/ 332705 h 842752"/>
                <a:gd name="connsiteX11" fmla="*/ 395960 w 791175"/>
                <a:gd name="connsiteY11" fmla="*/ 163558 h 842752"/>
                <a:gd name="connsiteX12" fmla="*/ 561876 w 791175"/>
                <a:gd name="connsiteY12" fmla="*/ 332705 h 842752"/>
                <a:gd name="connsiteX13" fmla="*/ 228181 w 791175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175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1" y="842753"/>
                    <a:pt x="714742" y="709746"/>
                    <a:pt x="735249" y="666155"/>
                  </a:cubicBezTo>
                  <a:lnTo>
                    <a:pt x="580891" y="577483"/>
                  </a:lnTo>
                  <a:cubicBezTo>
                    <a:pt x="570078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1175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1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0" y="236954"/>
                    <a:pt x="561876" y="332705"/>
                  </a:cubicBezTo>
                  <a:lnTo>
                    <a:pt x="228181" y="332705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CC818A-C4FB-0144-967A-EA3EBD534DF9}"/>
                </a:ext>
              </a:extLst>
            </p:cNvPr>
            <p:cNvSpPr/>
            <p:nvPr/>
          </p:nvSpPr>
          <p:spPr>
            <a:xfrm>
              <a:off x="4246320" y="3950224"/>
              <a:ext cx="790802" cy="842752"/>
            </a:xfrm>
            <a:custGeom>
              <a:avLst/>
              <a:gdLst>
                <a:gd name="connsiteX0" fmla="*/ 790802 w 790802"/>
                <a:gd name="connsiteY0" fmla="*/ 421376 h 842752"/>
                <a:gd name="connsiteX1" fmla="*/ 395960 w 790802"/>
                <a:gd name="connsiteY1" fmla="*/ 0 h 842752"/>
                <a:gd name="connsiteX2" fmla="*/ 0 w 790802"/>
                <a:gd name="connsiteY2" fmla="*/ 421376 h 842752"/>
                <a:gd name="connsiteX3" fmla="*/ 405654 w 790802"/>
                <a:gd name="connsiteY3" fmla="*/ 842753 h 842752"/>
                <a:gd name="connsiteX4" fmla="*/ 735248 w 790802"/>
                <a:gd name="connsiteY4" fmla="*/ 666155 h 842752"/>
                <a:gd name="connsiteX5" fmla="*/ 580891 w 790802"/>
                <a:gd name="connsiteY5" fmla="*/ 577483 h 842752"/>
                <a:gd name="connsiteX6" fmla="*/ 406773 w 790802"/>
                <a:gd name="connsiteY6" fmla="*/ 678822 h 842752"/>
                <a:gd name="connsiteX7" fmla="*/ 228553 w 790802"/>
                <a:gd name="connsiteY7" fmla="*/ 491420 h 842752"/>
                <a:gd name="connsiteX8" fmla="*/ 790802 w 790802"/>
                <a:gd name="connsiteY8" fmla="*/ 491420 h 842752"/>
                <a:gd name="connsiteX9" fmla="*/ 790802 w 790802"/>
                <a:gd name="connsiteY9" fmla="*/ 421376 h 842752"/>
                <a:gd name="connsiteX10" fmla="*/ 228180 w 790802"/>
                <a:gd name="connsiteY10" fmla="*/ 332705 h 842752"/>
                <a:gd name="connsiteX11" fmla="*/ 395960 w 790802"/>
                <a:gd name="connsiteY11" fmla="*/ 163558 h 842752"/>
                <a:gd name="connsiteX12" fmla="*/ 561876 w 790802"/>
                <a:gd name="connsiteY12" fmla="*/ 332705 h 842752"/>
                <a:gd name="connsiteX13" fmla="*/ 228180 w 790802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0802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0" y="842753"/>
                    <a:pt x="714742" y="709746"/>
                    <a:pt x="735248" y="666155"/>
                  </a:cubicBezTo>
                  <a:lnTo>
                    <a:pt x="580891" y="577483"/>
                  </a:lnTo>
                  <a:cubicBezTo>
                    <a:pt x="570079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0802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0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1" y="236954"/>
                    <a:pt x="561876" y="332705"/>
                  </a:cubicBezTo>
                  <a:lnTo>
                    <a:pt x="228180" y="332705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550758D-A67E-A947-83E4-8A6C1B638CCA}"/>
                </a:ext>
              </a:extLst>
            </p:cNvPr>
            <p:cNvSpPr/>
            <p:nvPr/>
          </p:nvSpPr>
          <p:spPr>
            <a:xfrm>
              <a:off x="9632798" y="3774371"/>
              <a:ext cx="407145" cy="1018233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7 w 407145"/>
                <a:gd name="connsiteY1" fmla="*/ 0 h 1018233"/>
                <a:gd name="connsiteX2" fmla="*/ 227807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7 w 407145"/>
                <a:gd name="connsiteY5" fmla="*/ 358040 h 1018233"/>
                <a:gd name="connsiteX6" fmla="*/ 227807 w 407145"/>
                <a:gd name="connsiteY6" fmla="*/ 746257 h 1018233"/>
                <a:gd name="connsiteX7" fmla="*/ 338169 w 407145"/>
                <a:gd name="connsiteY7" fmla="*/ 862499 h 1018233"/>
                <a:gd name="connsiteX8" fmla="*/ 402298 w 407145"/>
                <a:gd name="connsiteY8" fmla="*/ 857283 h 1018233"/>
                <a:gd name="connsiteX9" fmla="*/ 402298 w 407145"/>
                <a:gd name="connsiteY9" fmla="*/ 994389 h 1018233"/>
                <a:gd name="connsiteX10" fmla="*/ 244585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7" y="0"/>
                  </a:lnTo>
                  <a:lnTo>
                    <a:pt x="227807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7" y="358040"/>
                  </a:lnTo>
                  <a:lnTo>
                    <a:pt x="227807" y="746257"/>
                  </a:lnTo>
                  <a:cubicBezTo>
                    <a:pt x="227807" y="814810"/>
                    <a:pt x="269193" y="862499"/>
                    <a:pt x="338169" y="862499"/>
                  </a:cubicBezTo>
                  <a:cubicBezTo>
                    <a:pt x="375081" y="862499"/>
                    <a:pt x="395960" y="858774"/>
                    <a:pt x="402298" y="857283"/>
                  </a:cubicBezTo>
                  <a:lnTo>
                    <a:pt x="402298" y="994389"/>
                  </a:lnTo>
                  <a:cubicBezTo>
                    <a:pt x="390740" y="998115"/>
                    <a:pt x="328475" y="1018233"/>
                    <a:pt x="244585" y="1018233"/>
                  </a:cubicBezTo>
                  <a:cubicBezTo>
                    <a:pt x="58909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54D8EC1-76BD-294A-BE98-22C6B03B1368}"/>
                </a:ext>
              </a:extLst>
            </p:cNvPr>
            <p:cNvSpPr/>
            <p:nvPr/>
          </p:nvSpPr>
          <p:spPr>
            <a:xfrm>
              <a:off x="6882328" y="3625716"/>
              <a:ext cx="969394" cy="1143416"/>
            </a:xfrm>
            <a:custGeom>
              <a:avLst/>
              <a:gdLst>
                <a:gd name="connsiteX0" fmla="*/ 390368 w 969394"/>
                <a:gd name="connsiteY0" fmla="*/ 0 h 1143416"/>
                <a:gd name="connsiteX1" fmla="*/ 0 w 969394"/>
                <a:gd name="connsiteY1" fmla="*/ 0 h 1143416"/>
                <a:gd name="connsiteX2" fmla="*/ 0 w 969394"/>
                <a:gd name="connsiteY2" fmla="*/ 1143417 h 1143416"/>
                <a:gd name="connsiteX3" fmla="*/ 390368 w 969394"/>
                <a:gd name="connsiteY3" fmla="*/ 1143417 h 1143416"/>
                <a:gd name="connsiteX4" fmla="*/ 969394 w 969394"/>
                <a:gd name="connsiteY4" fmla="*/ 571522 h 1143416"/>
                <a:gd name="connsiteX5" fmla="*/ 390368 w 969394"/>
                <a:gd name="connsiteY5" fmla="*/ 0 h 1143416"/>
                <a:gd name="connsiteX6" fmla="*/ 375827 w 969394"/>
                <a:gd name="connsiteY6" fmla="*/ 953406 h 1143416"/>
                <a:gd name="connsiteX7" fmla="*/ 245704 w 969394"/>
                <a:gd name="connsiteY7" fmla="*/ 953406 h 1143416"/>
                <a:gd name="connsiteX8" fmla="*/ 245704 w 969394"/>
                <a:gd name="connsiteY8" fmla="*/ 190011 h 1143416"/>
                <a:gd name="connsiteX9" fmla="*/ 375827 w 969394"/>
                <a:gd name="connsiteY9" fmla="*/ 190011 h 1143416"/>
                <a:gd name="connsiteX10" fmla="*/ 716979 w 969394"/>
                <a:gd name="connsiteY10" fmla="*/ 571895 h 1143416"/>
                <a:gd name="connsiteX11" fmla="*/ 375827 w 969394"/>
                <a:gd name="connsiteY11" fmla="*/ 953406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9394" h="1143416">
                  <a:moveTo>
                    <a:pt x="390368" y="0"/>
                  </a:moveTo>
                  <a:lnTo>
                    <a:pt x="0" y="0"/>
                  </a:lnTo>
                  <a:lnTo>
                    <a:pt x="0" y="1143417"/>
                  </a:lnTo>
                  <a:lnTo>
                    <a:pt x="390368" y="1143417"/>
                  </a:lnTo>
                  <a:cubicBezTo>
                    <a:pt x="753891" y="1143417"/>
                    <a:pt x="969394" y="969054"/>
                    <a:pt x="969394" y="571522"/>
                  </a:cubicBezTo>
                  <a:cubicBezTo>
                    <a:pt x="969022" y="173990"/>
                    <a:pt x="746061" y="0"/>
                    <a:pt x="390368" y="0"/>
                  </a:cubicBezTo>
                  <a:close/>
                  <a:moveTo>
                    <a:pt x="375827" y="953406"/>
                  </a:moveTo>
                  <a:lnTo>
                    <a:pt x="245704" y="953406"/>
                  </a:lnTo>
                  <a:lnTo>
                    <a:pt x="245704" y="190011"/>
                  </a:lnTo>
                  <a:lnTo>
                    <a:pt x="375827" y="190011"/>
                  </a:lnTo>
                  <a:cubicBezTo>
                    <a:pt x="671119" y="190011"/>
                    <a:pt x="716979" y="389708"/>
                    <a:pt x="716979" y="571895"/>
                  </a:cubicBezTo>
                  <a:cubicBezTo>
                    <a:pt x="716979" y="753709"/>
                    <a:pt x="673729" y="953406"/>
                    <a:pt x="375827" y="953406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B385A52-EAC0-6348-8EA8-2E753D63717E}"/>
                </a:ext>
              </a:extLst>
            </p:cNvPr>
            <p:cNvSpPr/>
            <p:nvPr/>
          </p:nvSpPr>
          <p:spPr>
            <a:xfrm>
              <a:off x="10957886" y="3625716"/>
              <a:ext cx="235264" cy="1143416"/>
            </a:xfrm>
            <a:custGeom>
              <a:avLst/>
              <a:gdLst>
                <a:gd name="connsiteX0" fmla="*/ 0 w 235264"/>
                <a:gd name="connsiteY0" fmla="*/ 0 h 1143416"/>
                <a:gd name="connsiteX1" fmla="*/ 235265 w 235264"/>
                <a:gd name="connsiteY1" fmla="*/ 0 h 1143416"/>
                <a:gd name="connsiteX2" fmla="*/ 235265 w 235264"/>
                <a:gd name="connsiteY2" fmla="*/ 1143417 h 1143416"/>
                <a:gd name="connsiteX3" fmla="*/ 0 w 235264"/>
                <a:gd name="connsiteY3" fmla="*/ 1143417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1143416">
                  <a:moveTo>
                    <a:pt x="0" y="0"/>
                  </a:moveTo>
                  <a:lnTo>
                    <a:pt x="235265" y="0"/>
                  </a:lnTo>
                  <a:lnTo>
                    <a:pt x="235265" y="1143417"/>
                  </a:lnTo>
                  <a:lnTo>
                    <a:pt x="0" y="1143417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1" name="Graphic 5">
              <a:extLst>
                <a:ext uri="{FF2B5EF4-FFF2-40B4-BE49-F238E27FC236}">
                  <a16:creationId xmlns:a16="http://schemas.microsoft.com/office/drawing/2014/main" id="{F2CDB2A6-E83B-134B-A4AA-ED5101820D3B}"/>
                </a:ext>
              </a:extLst>
            </p:cNvPr>
            <p:cNvGrpSpPr/>
            <p:nvPr/>
          </p:nvGrpSpPr>
          <p:grpSpPr>
            <a:xfrm>
              <a:off x="11320290" y="4595888"/>
              <a:ext cx="197607" cy="197089"/>
              <a:chOff x="11320290" y="4595888"/>
              <a:chExt cx="197607" cy="197089"/>
            </a:xfrm>
            <a:solidFill>
              <a:srgbClr val="FFFFFF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0F0BF7F-EE62-DC41-92AC-CC632542A152}"/>
                  </a:ext>
                </a:extLst>
              </p:cNvPr>
              <p:cNvSpPr/>
              <p:nvPr/>
            </p:nvSpPr>
            <p:spPr>
              <a:xfrm>
                <a:off x="11320290" y="4595888"/>
                <a:ext cx="197607" cy="197089"/>
              </a:xfrm>
              <a:custGeom>
                <a:avLst/>
                <a:gdLst>
                  <a:gd name="connsiteX0" fmla="*/ 99177 w 197607"/>
                  <a:gd name="connsiteY0" fmla="*/ 0 h 197089"/>
                  <a:gd name="connsiteX1" fmla="*/ 0 w 197607"/>
                  <a:gd name="connsiteY1" fmla="*/ 98358 h 197089"/>
                  <a:gd name="connsiteX2" fmla="*/ 99177 w 197607"/>
                  <a:gd name="connsiteY2" fmla="*/ 197089 h 197089"/>
                  <a:gd name="connsiteX3" fmla="*/ 197607 w 197607"/>
                  <a:gd name="connsiteY3" fmla="*/ 98358 h 197089"/>
                  <a:gd name="connsiteX4" fmla="*/ 99177 w 197607"/>
                  <a:gd name="connsiteY4" fmla="*/ 0 h 197089"/>
                  <a:gd name="connsiteX5" fmla="*/ 99177 w 197607"/>
                  <a:gd name="connsiteY5" fmla="*/ 179951 h 197089"/>
                  <a:gd name="connsiteX6" fmla="*/ 17523 w 197607"/>
                  <a:gd name="connsiteY6" fmla="*/ 98358 h 197089"/>
                  <a:gd name="connsiteX7" fmla="*/ 99177 w 197607"/>
                  <a:gd name="connsiteY7" fmla="*/ 17138 h 197089"/>
                  <a:gd name="connsiteX8" fmla="*/ 180457 w 197607"/>
                  <a:gd name="connsiteY8" fmla="*/ 98358 h 197089"/>
                  <a:gd name="connsiteX9" fmla="*/ 99177 w 197607"/>
                  <a:gd name="connsiteY9" fmla="*/ 179951 h 197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7607" h="197089">
                    <a:moveTo>
                      <a:pt x="99177" y="0"/>
                    </a:moveTo>
                    <a:cubicBezTo>
                      <a:pt x="44369" y="0"/>
                      <a:pt x="0" y="43963"/>
                      <a:pt x="0" y="98358"/>
                    </a:cubicBezTo>
                    <a:cubicBezTo>
                      <a:pt x="0" y="153126"/>
                      <a:pt x="43996" y="197089"/>
                      <a:pt x="99177" y="197089"/>
                    </a:cubicBezTo>
                    <a:cubicBezTo>
                      <a:pt x="153612" y="197089"/>
                      <a:pt x="197607" y="153126"/>
                      <a:pt x="197607" y="98358"/>
                    </a:cubicBezTo>
                    <a:cubicBezTo>
                      <a:pt x="197607" y="43963"/>
                      <a:pt x="153985" y="0"/>
                      <a:pt x="99177" y="0"/>
                    </a:cubicBezTo>
                    <a:close/>
                    <a:moveTo>
                      <a:pt x="99177" y="179951"/>
                    </a:moveTo>
                    <a:cubicBezTo>
                      <a:pt x="54062" y="179951"/>
                      <a:pt x="17523" y="143439"/>
                      <a:pt x="17523" y="98358"/>
                    </a:cubicBezTo>
                    <a:cubicBezTo>
                      <a:pt x="17523" y="53650"/>
                      <a:pt x="54062" y="17138"/>
                      <a:pt x="99177" y="17138"/>
                    </a:cubicBezTo>
                    <a:cubicBezTo>
                      <a:pt x="143918" y="17138"/>
                      <a:pt x="180457" y="53650"/>
                      <a:pt x="180457" y="98358"/>
                    </a:cubicBezTo>
                    <a:cubicBezTo>
                      <a:pt x="180457" y="143439"/>
                      <a:pt x="144290" y="179951"/>
                      <a:pt x="99177" y="1799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36CC1E5-42FC-7249-91EA-063D71988721}"/>
                  </a:ext>
                </a:extLst>
              </p:cNvPr>
              <p:cNvSpPr/>
              <p:nvPr/>
            </p:nvSpPr>
            <p:spPr>
              <a:xfrm>
                <a:off x="11381809" y="4634635"/>
                <a:ext cx="78297" cy="116241"/>
              </a:xfrm>
              <a:custGeom>
                <a:avLst/>
                <a:gdLst>
                  <a:gd name="connsiteX0" fmla="*/ 74197 w 78297"/>
                  <a:gd name="connsiteY0" fmla="*/ 82338 h 116241"/>
                  <a:gd name="connsiteX1" fmla="*/ 55927 w 78297"/>
                  <a:gd name="connsiteY1" fmla="*/ 59611 h 116241"/>
                  <a:gd name="connsiteX2" fmla="*/ 55927 w 78297"/>
                  <a:gd name="connsiteY2" fmla="*/ 59239 h 116241"/>
                  <a:gd name="connsiteX3" fmla="*/ 77925 w 78297"/>
                  <a:gd name="connsiteY3" fmla="*/ 32041 h 116241"/>
                  <a:gd name="connsiteX4" fmla="*/ 36166 w 78297"/>
                  <a:gd name="connsiteY4" fmla="*/ 0 h 116241"/>
                  <a:gd name="connsiteX5" fmla="*/ 0 w 78297"/>
                  <a:gd name="connsiteY5" fmla="*/ 0 h 116241"/>
                  <a:gd name="connsiteX6" fmla="*/ 0 w 78297"/>
                  <a:gd name="connsiteY6" fmla="*/ 115869 h 116241"/>
                  <a:gd name="connsiteX7" fmla="*/ 19761 w 78297"/>
                  <a:gd name="connsiteY7" fmla="*/ 115869 h 116241"/>
                  <a:gd name="connsiteX8" fmla="*/ 19761 w 78297"/>
                  <a:gd name="connsiteY8" fmla="*/ 67435 h 116241"/>
                  <a:gd name="connsiteX9" fmla="*/ 32065 w 78297"/>
                  <a:gd name="connsiteY9" fmla="*/ 67435 h 116241"/>
                  <a:gd name="connsiteX10" fmla="*/ 56300 w 78297"/>
                  <a:gd name="connsiteY10" fmla="*/ 95378 h 116241"/>
                  <a:gd name="connsiteX11" fmla="*/ 58910 w 78297"/>
                  <a:gd name="connsiteY11" fmla="*/ 116242 h 116241"/>
                  <a:gd name="connsiteX12" fmla="*/ 78297 w 78297"/>
                  <a:gd name="connsiteY12" fmla="*/ 116242 h 116241"/>
                  <a:gd name="connsiteX13" fmla="*/ 74197 w 78297"/>
                  <a:gd name="connsiteY13" fmla="*/ 82338 h 116241"/>
                  <a:gd name="connsiteX14" fmla="*/ 37284 w 78297"/>
                  <a:gd name="connsiteY14" fmla="*/ 51415 h 116241"/>
                  <a:gd name="connsiteX15" fmla="*/ 19761 w 78297"/>
                  <a:gd name="connsiteY15" fmla="*/ 51415 h 116241"/>
                  <a:gd name="connsiteX16" fmla="*/ 19761 w 78297"/>
                  <a:gd name="connsiteY16" fmla="*/ 16393 h 116241"/>
                  <a:gd name="connsiteX17" fmla="*/ 37284 w 78297"/>
                  <a:gd name="connsiteY17" fmla="*/ 16393 h 116241"/>
                  <a:gd name="connsiteX18" fmla="*/ 57791 w 78297"/>
                  <a:gd name="connsiteY18" fmla="*/ 33904 h 116241"/>
                  <a:gd name="connsiteX19" fmla="*/ 37284 w 78297"/>
                  <a:gd name="connsiteY19" fmla="*/ 51415 h 1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297" h="116241">
                    <a:moveTo>
                      <a:pt x="74197" y="82338"/>
                    </a:moveTo>
                    <a:cubicBezTo>
                      <a:pt x="72705" y="69671"/>
                      <a:pt x="67485" y="62219"/>
                      <a:pt x="55927" y="59611"/>
                    </a:cubicBezTo>
                    <a:lnTo>
                      <a:pt x="55927" y="59239"/>
                    </a:lnTo>
                    <a:cubicBezTo>
                      <a:pt x="67112" y="57003"/>
                      <a:pt x="77925" y="49552"/>
                      <a:pt x="77925" y="32041"/>
                    </a:cubicBezTo>
                    <a:cubicBezTo>
                      <a:pt x="77925" y="9314"/>
                      <a:pt x="59655" y="0"/>
                      <a:pt x="36166" y="0"/>
                    </a:cubicBezTo>
                    <a:lnTo>
                      <a:pt x="0" y="0"/>
                    </a:lnTo>
                    <a:lnTo>
                      <a:pt x="0" y="115869"/>
                    </a:lnTo>
                    <a:lnTo>
                      <a:pt x="19761" y="115869"/>
                    </a:lnTo>
                    <a:lnTo>
                      <a:pt x="19761" y="67435"/>
                    </a:lnTo>
                    <a:lnTo>
                      <a:pt x="32065" y="67435"/>
                    </a:lnTo>
                    <a:cubicBezTo>
                      <a:pt x="46979" y="67435"/>
                      <a:pt x="53690" y="74887"/>
                      <a:pt x="56300" y="95378"/>
                    </a:cubicBezTo>
                    <a:cubicBezTo>
                      <a:pt x="57045" y="102457"/>
                      <a:pt x="58910" y="116242"/>
                      <a:pt x="58910" y="116242"/>
                    </a:cubicBezTo>
                    <a:lnTo>
                      <a:pt x="78297" y="116242"/>
                    </a:lnTo>
                    <a:cubicBezTo>
                      <a:pt x="78297" y="116242"/>
                      <a:pt x="75688" y="94633"/>
                      <a:pt x="74197" y="82338"/>
                    </a:cubicBezTo>
                    <a:close/>
                    <a:moveTo>
                      <a:pt x="37284" y="51415"/>
                    </a:moveTo>
                    <a:lnTo>
                      <a:pt x="19761" y="51415"/>
                    </a:lnTo>
                    <a:lnTo>
                      <a:pt x="19761" y="16393"/>
                    </a:lnTo>
                    <a:lnTo>
                      <a:pt x="37284" y="16393"/>
                    </a:lnTo>
                    <a:cubicBezTo>
                      <a:pt x="51826" y="16393"/>
                      <a:pt x="57791" y="25335"/>
                      <a:pt x="57791" y="33904"/>
                    </a:cubicBezTo>
                    <a:cubicBezTo>
                      <a:pt x="57791" y="42846"/>
                      <a:pt x="51079" y="51415"/>
                      <a:pt x="37284" y="514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BE677C8-0783-7148-BAF5-299E955A1F07}"/>
                </a:ext>
              </a:extLst>
            </p:cNvPr>
            <p:cNvSpPr/>
            <p:nvPr/>
          </p:nvSpPr>
          <p:spPr>
            <a:xfrm>
              <a:off x="8313676" y="3950224"/>
              <a:ext cx="781480" cy="1132612"/>
            </a:xfrm>
            <a:custGeom>
              <a:avLst/>
              <a:gdLst>
                <a:gd name="connsiteX0" fmla="*/ 553673 w 781480"/>
                <a:gd name="connsiteY0" fmla="*/ 23844 h 1132612"/>
                <a:gd name="connsiteX1" fmla="*/ 553673 w 781480"/>
                <a:gd name="connsiteY1" fmla="*/ 109163 h 1132612"/>
                <a:gd name="connsiteX2" fmla="*/ 550317 w 781480"/>
                <a:gd name="connsiteY2" fmla="*/ 109163 h 1132612"/>
                <a:gd name="connsiteX3" fmla="*/ 332204 w 781480"/>
                <a:gd name="connsiteY3" fmla="*/ 0 h 1132612"/>
                <a:gd name="connsiteX4" fmla="*/ 0 w 781480"/>
                <a:gd name="connsiteY4" fmla="*/ 401630 h 1132612"/>
                <a:gd name="connsiteX5" fmla="*/ 332204 w 781480"/>
                <a:gd name="connsiteY5" fmla="*/ 803261 h 1132612"/>
                <a:gd name="connsiteX6" fmla="*/ 550317 w 781480"/>
                <a:gd name="connsiteY6" fmla="*/ 694098 h 1132612"/>
                <a:gd name="connsiteX7" fmla="*/ 553673 w 781480"/>
                <a:gd name="connsiteY7" fmla="*/ 694098 h 1132612"/>
                <a:gd name="connsiteX8" fmla="*/ 553673 w 781480"/>
                <a:gd name="connsiteY8" fmla="*/ 784632 h 1132612"/>
                <a:gd name="connsiteX9" fmla="*/ 384775 w 781480"/>
                <a:gd name="connsiteY9" fmla="*/ 962348 h 1132612"/>
                <a:gd name="connsiteX10" fmla="*/ 211029 w 781480"/>
                <a:gd name="connsiteY10" fmla="*/ 865852 h 1132612"/>
                <a:gd name="connsiteX11" fmla="*/ 57418 w 781480"/>
                <a:gd name="connsiteY11" fmla="*/ 956014 h 1132612"/>
                <a:gd name="connsiteX12" fmla="*/ 392232 w 781480"/>
                <a:gd name="connsiteY12" fmla="*/ 1132612 h 1132612"/>
                <a:gd name="connsiteX13" fmla="*/ 781481 w 781480"/>
                <a:gd name="connsiteY13" fmla="*/ 729119 h 1132612"/>
                <a:gd name="connsiteX14" fmla="*/ 781481 w 781480"/>
                <a:gd name="connsiteY14" fmla="*/ 23844 h 1132612"/>
                <a:gd name="connsiteX15" fmla="*/ 553673 w 781480"/>
                <a:gd name="connsiteY15" fmla="*/ 23844 h 1132612"/>
                <a:gd name="connsiteX16" fmla="*/ 400062 w 781480"/>
                <a:gd name="connsiteY16" fmla="*/ 631878 h 1132612"/>
                <a:gd name="connsiteX17" fmla="*/ 246077 w 781480"/>
                <a:gd name="connsiteY17" fmla="*/ 401630 h 1132612"/>
                <a:gd name="connsiteX18" fmla="*/ 400062 w 781480"/>
                <a:gd name="connsiteY18" fmla="*/ 171382 h 1132612"/>
                <a:gd name="connsiteX19" fmla="*/ 554046 w 781480"/>
                <a:gd name="connsiteY19" fmla="*/ 401630 h 1132612"/>
                <a:gd name="connsiteX20" fmla="*/ 400062 w 781480"/>
                <a:gd name="connsiteY20" fmla="*/ 631878 h 113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81480" h="1132612">
                  <a:moveTo>
                    <a:pt x="553673" y="23844"/>
                  </a:moveTo>
                  <a:lnTo>
                    <a:pt x="553673" y="109163"/>
                  </a:lnTo>
                  <a:lnTo>
                    <a:pt x="550317" y="109163"/>
                  </a:lnTo>
                  <a:cubicBezTo>
                    <a:pt x="536522" y="84573"/>
                    <a:pt x="480223" y="0"/>
                    <a:pt x="332204" y="0"/>
                  </a:cubicBezTo>
                  <a:cubicBezTo>
                    <a:pt x="88737" y="0"/>
                    <a:pt x="0" y="198952"/>
                    <a:pt x="0" y="401630"/>
                  </a:cubicBezTo>
                  <a:cubicBezTo>
                    <a:pt x="0" y="604681"/>
                    <a:pt x="88737" y="803261"/>
                    <a:pt x="332204" y="803261"/>
                  </a:cubicBezTo>
                  <a:cubicBezTo>
                    <a:pt x="482833" y="803261"/>
                    <a:pt x="538760" y="715334"/>
                    <a:pt x="550317" y="694098"/>
                  </a:cubicBezTo>
                  <a:lnTo>
                    <a:pt x="553673" y="694098"/>
                  </a:lnTo>
                  <a:lnTo>
                    <a:pt x="553673" y="784632"/>
                  </a:lnTo>
                  <a:cubicBezTo>
                    <a:pt x="553673" y="894168"/>
                    <a:pt x="475748" y="962348"/>
                    <a:pt x="384775" y="962348"/>
                  </a:cubicBezTo>
                  <a:cubicBezTo>
                    <a:pt x="280752" y="962348"/>
                    <a:pt x="225943" y="893050"/>
                    <a:pt x="211029" y="865852"/>
                  </a:cubicBezTo>
                  <a:cubicBezTo>
                    <a:pt x="190523" y="876284"/>
                    <a:pt x="57418" y="956014"/>
                    <a:pt x="57418" y="956014"/>
                  </a:cubicBezTo>
                  <a:cubicBezTo>
                    <a:pt x="73823" y="989545"/>
                    <a:pt x="142053" y="1132612"/>
                    <a:pt x="392232" y="1132612"/>
                  </a:cubicBezTo>
                  <a:cubicBezTo>
                    <a:pt x="655460" y="1132612"/>
                    <a:pt x="781481" y="964583"/>
                    <a:pt x="781481" y="729119"/>
                  </a:cubicBezTo>
                  <a:lnTo>
                    <a:pt x="781481" y="23844"/>
                  </a:lnTo>
                  <a:lnTo>
                    <a:pt x="553673" y="23844"/>
                  </a:lnTo>
                  <a:close/>
                  <a:moveTo>
                    <a:pt x="400062" y="631878"/>
                  </a:moveTo>
                  <a:cubicBezTo>
                    <a:pt x="269939" y="631878"/>
                    <a:pt x="246077" y="504459"/>
                    <a:pt x="246077" y="401630"/>
                  </a:cubicBezTo>
                  <a:cubicBezTo>
                    <a:pt x="246077" y="284271"/>
                    <a:pt x="278888" y="171382"/>
                    <a:pt x="400062" y="171382"/>
                  </a:cubicBezTo>
                  <a:cubicBezTo>
                    <a:pt x="520490" y="171382"/>
                    <a:pt x="554046" y="284643"/>
                    <a:pt x="554046" y="401630"/>
                  </a:cubicBezTo>
                  <a:cubicBezTo>
                    <a:pt x="553673" y="504832"/>
                    <a:pt x="527201" y="631878"/>
                    <a:pt x="400062" y="631878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8F11CA7-7BD9-2C43-821D-49522F5790C6}"/>
                </a:ext>
              </a:extLst>
            </p:cNvPr>
            <p:cNvSpPr/>
            <p:nvPr/>
          </p:nvSpPr>
          <p:spPr>
            <a:xfrm>
              <a:off x="10087668" y="3950224"/>
              <a:ext cx="713623" cy="842007"/>
            </a:xfrm>
            <a:custGeom>
              <a:avLst/>
              <a:gdLst>
                <a:gd name="connsiteX0" fmla="*/ 334068 w 713623"/>
                <a:gd name="connsiteY0" fmla="*/ 0 h 842007"/>
                <a:gd name="connsiteX1" fmla="*/ 21624 w 713623"/>
                <a:gd name="connsiteY1" fmla="*/ 141204 h 842007"/>
                <a:gd name="connsiteX2" fmla="*/ 154357 w 713623"/>
                <a:gd name="connsiteY2" fmla="*/ 242543 h 842007"/>
                <a:gd name="connsiteX3" fmla="*/ 318035 w 713623"/>
                <a:gd name="connsiteY3" fmla="*/ 163186 h 842007"/>
                <a:gd name="connsiteX4" fmla="*/ 484697 w 713623"/>
                <a:gd name="connsiteY4" fmla="*/ 298428 h 842007"/>
                <a:gd name="connsiteX5" fmla="*/ 484697 w 713623"/>
                <a:gd name="connsiteY5" fmla="*/ 315939 h 842007"/>
                <a:gd name="connsiteX6" fmla="*/ 383656 w 713623"/>
                <a:gd name="connsiteY6" fmla="*/ 315939 h 842007"/>
                <a:gd name="connsiteX7" fmla="*/ 0 w 713623"/>
                <a:gd name="connsiteY7" fmla="*/ 584190 h 842007"/>
                <a:gd name="connsiteX8" fmla="*/ 260244 w 713623"/>
                <a:gd name="connsiteY8" fmla="*/ 842008 h 842007"/>
                <a:gd name="connsiteX9" fmla="*/ 488052 w 713623"/>
                <a:gd name="connsiteY9" fmla="*/ 738806 h 842007"/>
                <a:gd name="connsiteX10" fmla="*/ 491035 w 713623"/>
                <a:gd name="connsiteY10" fmla="*/ 738806 h 842007"/>
                <a:gd name="connsiteX11" fmla="*/ 491035 w 713623"/>
                <a:gd name="connsiteY11" fmla="*/ 818163 h 842007"/>
                <a:gd name="connsiteX12" fmla="*/ 713623 w 713623"/>
                <a:gd name="connsiteY12" fmla="*/ 818163 h 842007"/>
                <a:gd name="connsiteX13" fmla="*/ 713623 w 713623"/>
                <a:gd name="connsiteY13" fmla="*/ 315194 h 842007"/>
                <a:gd name="connsiteX14" fmla="*/ 334068 w 713623"/>
                <a:gd name="connsiteY14" fmla="*/ 0 h 842007"/>
                <a:gd name="connsiteX15" fmla="*/ 484697 w 713623"/>
                <a:gd name="connsiteY15" fmla="*/ 502597 h 842007"/>
                <a:gd name="connsiteX16" fmla="*/ 344508 w 713623"/>
                <a:gd name="connsiteY16" fmla="*/ 678450 h 842007"/>
                <a:gd name="connsiteX17" fmla="*/ 228553 w 713623"/>
                <a:gd name="connsiteY17" fmla="*/ 571150 h 842007"/>
                <a:gd name="connsiteX18" fmla="*/ 394468 w 713623"/>
                <a:gd name="connsiteY18" fmla="*/ 454535 h 842007"/>
                <a:gd name="connsiteX19" fmla="*/ 484697 w 713623"/>
                <a:gd name="connsiteY19" fmla="*/ 454535 h 842007"/>
                <a:gd name="connsiteX20" fmla="*/ 484697 w 713623"/>
                <a:gd name="connsiteY20" fmla="*/ 502597 h 84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13623" h="842007">
                  <a:moveTo>
                    <a:pt x="334068" y="0"/>
                  </a:moveTo>
                  <a:cubicBezTo>
                    <a:pt x="123039" y="0"/>
                    <a:pt x="43623" y="113261"/>
                    <a:pt x="21624" y="141204"/>
                  </a:cubicBezTo>
                  <a:lnTo>
                    <a:pt x="154357" y="242543"/>
                  </a:lnTo>
                  <a:cubicBezTo>
                    <a:pt x="175609" y="213482"/>
                    <a:pt x="227062" y="163186"/>
                    <a:pt x="318035" y="163186"/>
                  </a:cubicBezTo>
                  <a:cubicBezTo>
                    <a:pt x="420567" y="163186"/>
                    <a:pt x="484697" y="212737"/>
                    <a:pt x="484697" y="298428"/>
                  </a:cubicBezTo>
                  <a:lnTo>
                    <a:pt x="484697" y="315939"/>
                  </a:lnTo>
                  <a:cubicBezTo>
                    <a:pt x="484697" y="315939"/>
                    <a:pt x="394468" y="315939"/>
                    <a:pt x="383656" y="315939"/>
                  </a:cubicBezTo>
                  <a:cubicBezTo>
                    <a:pt x="151374" y="315939"/>
                    <a:pt x="0" y="401630"/>
                    <a:pt x="0" y="584190"/>
                  </a:cubicBezTo>
                  <a:cubicBezTo>
                    <a:pt x="0" y="739551"/>
                    <a:pt x="111107" y="842008"/>
                    <a:pt x="260244" y="842008"/>
                  </a:cubicBezTo>
                  <a:cubicBezTo>
                    <a:pt x="420941" y="842008"/>
                    <a:pt x="476122" y="754826"/>
                    <a:pt x="488052" y="738806"/>
                  </a:cubicBezTo>
                  <a:lnTo>
                    <a:pt x="491035" y="738806"/>
                  </a:lnTo>
                  <a:cubicBezTo>
                    <a:pt x="491035" y="771965"/>
                    <a:pt x="491035" y="818163"/>
                    <a:pt x="491035" y="818163"/>
                  </a:cubicBezTo>
                  <a:lnTo>
                    <a:pt x="713623" y="818163"/>
                  </a:lnTo>
                  <a:lnTo>
                    <a:pt x="713623" y="315194"/>
                  </a:lnTo>
                  <a:cubicBezTo>
                    <a:pt x="713623" y="87926"/>
                    <a:pt x="531675" y="0"/>
                    <a:pt x="334068" y="0"/>
                  </a:cubicBezTo>
                  <a:close/>
                  <a:moveTo>
                    <a:pt x="484697" y="502597"/>
                  </a:moveTo>
                  <a:cubicBezTo>
                    <a:pt x="484324" y="596112"/>
                    <a:pt x="443684" y="678450"/>
                    <a:pt x="344508" y="678450"/>
                  </a:cubicBezTo>
                  <a:cubicBezTo>
                    <a:pt x="278141" y="678450"/>
                    <a:pt x="228553" y="637839"/>
                    <a:pt x="228553" y="571150"/>
                  </a:cubicBezTo>
                  <a:cubicBezTo>
                    <a:pt x="228553" y="504459"/>
                    <a:pt x="274413" y="454535"/>
                    <a:pt x="394468" y="454535"/>
                  </a:cubicBezTo>
                  <a:cubicBezTo>
                    <a:pt x="400434" y="454535"/>
                    <a:pt x="484697" y="454535"/>
                    <a:pt x="484697" y="454535"/>
                  </a:cubicBezTo>
                  <a:cubicBezTo>
                    <a:pt x="484697" y="454535"/>
                    <a:pt x="484697" y="501479"/>
                    <a:pt x="484697" y="502597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98737F4-AEB6-7949-8DFC-A2EA8FE0B9E4}"/>
                </a:ext>
              </a:extLst>
            </p:cNvPr>
            <p:cNvSpPr/>
            <p:nvPr/>
          </p:nvSpPr>
          <p:spPr>
            <a:xfrm>
              <a:off x="7972151" y="3974069"/>
              <a:ext cx="235264" cy="795064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6821C70-7144-BD40-9F50-37D8F6FDB777}"/>
                </a:ext>
              </a:extLst>
            </p:cNvPr>
            <p:cNvSpPr/>
            <p:nvPr/>
          </p:nvSpPr>
          <p:spPr>
            <a:xfrm>
              <a:off x="7961338" y="3606342"/>
              <a:ext cx="256516" cy="256328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4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4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E891871-5132-4A47-B400-521B6B131515}"/>
                </a:ext>
              </a:extLst>
            </p:cNvPr>
            <p:cNvSpPr/>
            <p:nvPr/>
          </p:nvSpPr>
          <p:spPr>
            <a:xfrm>
              <a:off x="9249514" y="3974069"/>
              <a:ext cx="235264" cy="795064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22BAEFD-88F1-8C41-9E91-DEFC29177D46}"/>
                </a:ext>
              </a:extLst>
            </p:cNvPr>
            <p:cNvSpPr/>
            <p:nvPr/>
          </p:nvSpPr>
          <p:spPr>
            <a:xfrm>
              <a:off x="9238702" y="3606342"/>
              <a:ext cx="256516" cy="256328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3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3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rgbClr val="FFFF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585655D-0302-5F43-843F-720451586957}"/>
                </a:ext>
              </a:extLst>
            </p:cNvPr>
            <p:cNvSpPr/>
            <p:nvPr/>
          </p:nvSpPr>
          <p:spPr>
            <a:xfrm>
              <a:off x="11315443" y="2974836"/>
              <a:ext cx="188286" cy="89044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solidFill>
              <a:schemeClr val="accent2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2871447"/>
      </p:ext>
    </p:extLst>
  </p:cSld>
  <p:clrMapOvr>
    <a:masterClrMapping/>
  </p:clrMapOvr>
  <p:transition>
    <p:fade/>
  </p:transition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4572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49856"/>
            <a:ext cx="11640312" cy="5276088"/>
          </a:xfrm>
        </p:spPr>
        <p:txBody>
          <a:bodyPr wrap="square" tIns="0" anchor="b">
            <a:normAutofit/>
          </a:bodyPr>
          <a:lstStyle>
            <a:lvl1pPr>
              <a:lnSpc>
                <a:spcPts val="12000"/>
              </a:lnSpc>
              <a:defRPr sz="12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4F88E45-30E5-D345-AB59-23D84A15F27B}"/>
              </a:ext>
            </a:extLst>
          </p:cNvPr>
          <p:cNvGrpSpPr/>
          <p:nvPr userDrawn="1"/>
        </p:nvGrpSpPr>
        <p:grpSpPr>
          <a:xfrm>
            <a:off x="10559334" y="266930"/>
            <a:ext cx="1405016" cy="428440"/>
            <a:chOff x="10559334" y="266930"/>
            <a:chExt cx="1405016" cy="428440"/>
          </a:xfrm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7CA2C63-59AC-EB43-B57D-7664193A4F13}"/>
                </a:ext>
              </a:extLst>
            </p:cNvPr>
            <p:cNvSpPr/>
            <p:nvPr/>
          </p:nvSpPr>
          <p:spPr>
            <a:xfrm>
              <a:off x="11849373" y="266930"/>
              <a:ext cx="72849" cy="72796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solidFill>
              <a:srgbClr val="5DA7FB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14013D9-6227-9E4A-91E1-E9BC3C271932}"/>
                </a:ext>
              </a:extLst>
            </p:cNvPr>
            <p:cNvSpPr/>
            <p:nvPr/>
          </p:nvSpPr>
          <p:spPr>
            <a:xfrm>
              <a:off x="11650478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FC1859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F5589F4-781F-E64F-8E48-63776340D2B2}"/>
                </a:ext>
              </a:extLst>
            </p:cNvPr>
            <p:cNvSpPr/>
            <p:nvPr/>
          </p:nvSpPr>
          <p:spPr>
            <a:xfrm>
              <a:off x="11755264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995D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AC80C52-5AE7-5E4F-925A-9DE6E30A135D}"/>
                </a:ext>
              </a:extLst>
            </p:cNvPr>
            <p:cNvSpPr/>
            <p:nvPr/>
          </p:nvSpPr>
          <p:spPr>
            <a:xfrm>
              <a:off x="10967172" y="525828"/>
              <a:ext cx="52755" cy="131935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8 w 407145"/>
                <a:gd name="connsiteY1" fmla="*/ 0 h 1018233"/>
                <a:gd name="connsiteX2" fmla="*/ 227808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8 w 407145"/>
                <a:gd name="connsiteY5" fmla="*/ 358040 h 1018233"/>
                <a:gd name="connsiteX6" fmla="*/ 227808 w 407145"/>
                <a:gd name="connsiteY6" fmla="*/ 746257 h 1018233"/>
                <a:gd name="connsiteX7" fmla="*/ 338170 w 407145"/>
                <a:gd name="connsiteY7" fmla="*/ 862499 h 1018233"/>
                <a:gd name="connsiteX8" fmla="*/ 402299 w 407145"/>
                <a:gd name="connsiteY8" fmla="*/ 857283 h 1018233"/>
                <a:gd name="connsiteX9" fmla="*/ 402299 w 407145"/>
                <a:gd name="connsiteY9" fmla="*/ 994389 h 1018233"/>
                <a:gd name="connsiteX10" fmla="*/ 244586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8" y="0"/>
                  </a:lnTo>
                  <a:lnTo>
                    <a:pt x="227808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8" y="358040"/>
                  </a:lnTo>
                  <a:lnTo>
                    <a:pt x="227808" y="746257"/>
                  </a:lnTo>
                  <a:cubicBezTo>
                    <a:pt x="227808" y="814810"/>
                    <a:pt x="269194" y="862499"/>
                    <a:pt x="338170" y="862499"/>
                  </a:cubicBezTo>
                  <a:cubicBezTo>
                    <a:pt x="375081" y="862499"/>
                    <a:pt x="395961" y="858774"/>
                    <a:pt x="402299" y="857283"/>
                  </a:cubicBezTo>
                  <a:lnTo>
                    <a:pt x="402299" y="994389"/>
                  </a:lnTo>
                  <a:cubicBezTo>
                    <a:pt x="390741" y="998115"/>
                    <a:pt x="328476" y="1018233"/>
                    <a:pt x="244586" y="1018233"/>
                  </a:cubicBezTo>
                  <a:cubicBezTo>
                    <a:pt x="58910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9E55808-464B-A847-AC6D-A4CE196B99D1}"/>
                </a:ext>
              </a:extLst>
            </p:cNvPr>
            <p:cNvSpPr/>
            <p:nvPr/>
          </p:nvSpPr>
          <p:spPr>
            <a:xfrm>
              <a:off x="11210512" y="548614"/>
              <a:ext cx="96428" cy="106108"/>
            </a:xfrm>
            <a:custGeom>
              <a:avLst/>
              <a:gdLst>
                <a:gd name="connsiteX0" fmla="*/ 227808 w 744196"/>
                <a:gd name="connsiteY0" fmla="*/ 23844 h 818908"/>
                <a:gd name="connsiteX1" fmla="*/ 0 w 744196"/>
                <a:gd name="connsiteY1" fmla="*/ 23844 h 818908"/>
                <a:gd name="connsiteX2" fmla="*/ 0 w 744196"/>
                <a:gd name="connsiteY2" fmla="*/ 818909 h 818908"/>
                <a:gd name="connsiteX3" fmla="*/ 229299 w 744196"/>
                <a:gd name="connsiteY3" fmla="*/ 818909 h 818908"/>
                <a:gd name="connsiteX4" fmla="*/ 229299 w 744196"/>
                <a:gd name="connsiteY4" fmla="*/ 340529 h 818908"/>
                <a:gd name="connsiteX5" fmla="*/ 370980 w 744196"/>
                <a:gd name="connsiteY5" fmla="*/ 181814 h 818908"/>
                <a:gd name="connsiteX6" fmla="*/ 514898 w 744196"/>
                <a:gd name="connsiteY6" fmla="*/ 340529 h 818908"/>
                <a:gd name="connsiteX7" fmla="*/ 514898 w 744196"/>
                <a:gd name="connsiteY7" fmla="*/ 818909 h 818908"/>
                <a:gd name="connsiteX8" fmla="*/ 744197 w 744196"/>
                <a:gd name="connsiteY8" fmla="*/ 818909 h 818908"/>
                <a:gd name="connsiteX9" fmla="*/ 744197 w 744196"/>
                <a:gd name="connsiteY9" fmla="*/ 287251 h 818908"/>
                <a:gd name="connsiteX10" fmla="*/ 458971 w 744196"/>
                <a:gd name="connsiteY10" fmla="*/ 0 h 818908"/>
                <a:gd name="connsiteX11" fmla="*/ 230790 w 744196"/>
                <a:gd name="connsiteY11" fmla="*/ 120340 h 818908"/>
                <a:gd name="connsiteX12" fmla="*/ 227435 w 744196"/>
                <a:gd name="connsiteY12" fmla="*/ 120340 h 818908"/>
                <a:gd name="connsiteX13" fmla="*/ 227808 w 744196"/>
                <a:gd name="connsiteY13" fmla="*/ 23844 h 818908"/>
                <a:gd name="connsiteX14" fmla="*/ 227808 w 744196"/>
                <a:gd name="connsiteY14" fmla="*/ 23844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4196" h="818908">
                  <a:moveTo>
                    <a:pt x="227808" y="23844"/>
                  </a:move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340529"/>
                  </a:lnTo>
                  <a:cubicBezTo>
                    <a:pt x="229299" y="245151"/>
                    <a:pt x="280379" y="181814"/>
                    <a:pt x="370980" y="181814"/>
                  </a:cubicBezTo>
                  <a:cubicBezTo>
                    <a:pt x="473512" y="181814"/>
                    <a:pt x="514898" y="257073"/>
                    <a:pt x="514898" y="340529"/>
                  </a:cubicBezTo>
                  <a:lnTo>
                    <a:pt x="514898" y="818909"/>
                  </a:lnTo>
                  <a:lnTo>
                    <a:pt x="744197" y="818909"/>
                  </a:lnTo>
                  <a:lnTo>
                    <a:pt x="744197" y="287251"/>
                  </a:lnTo>
                  <a:cubicBezTo>
                    <a:pt x="744197" y="122948"/>
                    <a:pt x="652477" y="0"/>
                    <a:pt x="458971" y="0"/>
                  </a:cubicBezTo>
                  <a:cubicBezTo>
                    <a:pt x="301258" y="0"/>
                    <a:pt x="246077" y="93887"/>
                    <a:pt x="230790" y="120340"/>
                  </a:cubicBezTo>
                  <a:lnTo>
                    <a:pt x="227435" y="120340"/>
                  </a:lnTo>
                  <a:lnTo>
                    <a:pt x="227808" y="23844"/>
                  </a:lnTo>
                  <a:lnTo>
                    <a:pt x="227808" y="2384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793EA2B-5C7E-B84B-A74F-360F01D4C867}"/>
                </a:ext>
              </a:extLst>
            </p:cNvPr>
            <p:cNvSpPr/>
            <p:nvPr/>
          </p:nvSpPr>
          <p:spPr>
            <a:xfrm>
              <a:off x="11138191" y="548614"/>
              <a:ext cx="62224" cy="106108"/>
            </a:xfrm>
            <a:custGeom>
              <a:avLst/>
              <a:gdLst>
                <a:gd name="connsiteX0" fmla="*/ 480223 w 480223"/>
                <a:gd name="connsiteY0" fmla="*/ 0 h 818908"/>
                <a:gd name="connsiteX1" fmla="*/ 208793 w 480223"/>
                <a:gd name="connsiteY1" fmla="*/ 153126 h 818908"/>
                <a:gd name="connsiteX2" fmla="*/ 205437 w 480223"/>
                <a:gd name="connsiteY2" fmla="*/ 153126 h 818908"/>
                <a:gd name="connsiteX3" fmla="*/ 205437 w 480223"/>
                <a:gd name="connsiteY3" fmla="*/ 23844 h 818908"/>
                <a:gd name="connsiteX4" fmla="*/ 0 w 480223"/>
                <a:gd name="connsiteY4" fmla="*/ 23844 h 818908"/>
                <a:gd name="connsiteX5" fmla="*/ 0 w 480223"/>
                <a:gd name="connsiteY5" fmla="*/ 818909 h 818908"/>
                <a:gd name="connsiteX6" fmla="*/ 229299 w 480223"/>
                <a:gd name="connsiteY6" fmla="*/ 818909 h 818908"/>
                <a:gd name="connsiteX7" fmla="*/ 229299 w 480223"/>
                <a:gd name="connsiteY7" fmla="*/ 424357 h 818908"/>
                <a:gd name="connsiteX8" fmla="*/ 479851 w 480223"/>
                <a:gd name="connsiteY8" fmla="*/ 182932 h 818908"/>
                <a:gd name="connsiteX9" fmla="*/ 479851 w 480223"/>
                <a:gd name="connsiteY9" fmla="*/ 0 h 818908"/>
                <a:gd name="connsiteX10" fmla="*/ 480223 w 480223"/>
                <a:gd name="connsiteY10" fmla="*/ 0 h 818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223" h="818908">
                  <a:moveTo>
                    <a:pt x="480223" y="0"/>
                  </a:moveTo>
                  <a:cubicBezTo>
                    <a:pt x="273295" y="0"/>
                    <a:pt x="224825" y="116242"/>
                    <a:pt x="208793" y="153126"/>
                  </a:cubicBezTo>
                  <a:lnTo>
                    <a:pt x="205437" y="153126"/>
                  </a:lnTo>
                  <a:lnTo>
                    <a:pt x="205437" y="23844"/>
                  </a:lnTo>
                  <a:lnTo>
                    <a:pt x="0" y="23844"/>
                  </a:lnTo>
                  <a:lnTo>
                    <a:pt x="0" y="818909"/>
                  </a:lnTo>
                  <a:lnTo>
                    <a:pt x="229299" y="818909"/>
                  </a:lnTo>
                  <a:lnTo>
                    <a:pt x="229299" y="424357"/>
                  </a:lnTo>
                  <a:cubicBezTo>
                    <a:pt x="229299" y="253348"/>
                    <a:pt x="343389" y="182932"/>
                    <a:pt x="479851" y="182932"/>
                  </a:cubicBezTo>
                  <a:lnTo>
                    <a:pt x="479851" y="0"/>
                  </a:lnTo>
                  <a:lnTo>
                    <a:pt x="480223" y="0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4C83845-4F9C-DD4E-AC25-CBB9B6E0CB93}"/>
                </a:ext>
              </a:extLst>
            </p:cNvPr>
            <p:cNvSpPr/>
            <p:nvPr/>
          </p:nvSpPr>
          <p:spPr>
            <a:xfrm>
              <a:off x="10865913" y="548614"/>
              <a:ext cx="88940" cy="109198"/>
            </a:xfrm>
            <a:custGeom>
              <a:avLst/>
              <a:gdLst>
                <a:gd name="connsiteX0" fmla="*/ 519372 w 686405"/>
                <a:gd name="connsiteY0" fmla="*/ 247386 h 842752"/>
                <a:gd name="connsiteX1" fmla="*/ 666272 w 686405"/>
                <a:gd name="connsiteY1" fmla="*/ 148283 h 842752"/>
                <a:gd name="connsiteX2" fmla="*/ 340780 w 686405"/>
                <a:gd name="connsiteY2" fmla="*/ 0 h 842752"/>
                <a:gd name="connsiteX3" fmla="*/ 28709 w 686405"/>
                <a:gd name="connsiteY3" fmla="*/ 242543 h 842752"/>
                <a:gd name="connsiteX4" fmla="*/ 249060 w 686405"/>
                <a:gd name="connsiteY4" fmla="*/ 491420 h 842752"/>
                <a:gd name="connsiteX5" fmla="*/ 348236 w 686405"/>
                <a:gd name="connsiteY5" fmla="*/ 521598 h 842752"/>
                <a:gd name="connsiteX6" fmla="*/ 457852 w 686405"/>
                <a:gd name="connsiteY6" fmla="*/ 606171 h 842752"/>
                <a:gd name="connsiteX7" fmla="*/ 327730 w 686405"/>
                <a:gd name="connsiteY7" fmla="*/ 678822 h 842752"/>
                <a:gd name="connsiteX8" fmla="*/ 153612 w 686405"/>
                <a:gd name="connsiteY8" fmla="*/ 586798 h 842752"/>
                <a:gd name="connsiteX9" fmla="*/ 0 w 686405"/>
                <a:gd name="connsiteY9" fmla="*/ 672861 h 842752"/>
                <a:gd name="connsiteX10" fmla="*/ 341898 w 686405"/>
                <a:gd name="connsiteY10" fmla="*/ 842753 h 842752"/>
                <a:gd name="connsiteX11" fmla="*/ 686406 w 686405"/>
                <a:gd name="connsiteY11" fmla="*/ 590151 h 842752"/>
                <a:gd name="connsiteX12" fmla="*/ 460462 w 686405"/>
                <a:gd name="connsiteY12" fmla="*/ 339411 h 842752"/>
                <a:gd name="connsiteX13" fmla="*/ 371353 w 686405"/>
                <a:gd name="connsiteY13" fmla="*/ 312214 h 842752"/>
                <a:gd name="connsiteX14" fmla="*/ 257262 w 686405"/>
                <a:gd name="connsiteY14" fmla="*/ 227640 h 842752"/>
                <a:gd name="connsiteX15" fmla="*/ 361659 w 686405"/>
                <a:gd name="connsiteY15" fmla="*/ 164303 h 842752"/>
                <a:gd name="connsiteX16" fmla="*/ 519372 w 686405"/>
                <a:gd name="connsiteY16" fmla="*/ 247386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6405" h="842752">
                  <a:moveTo>
                    <a:pt x="519372" y="247386"/>
                  </a:moveTo>
                  <a:lnTo>
                    <a:pt x="666272" y="148283"/>
                  </a:lnTo>
                  <a:cubicBezTo>
                    <a:pt x="647257" y="116242"/>
                    <a:pt x="569333" y="0"/>
                    <a:pt x="340780" y="0"/>
                  </a:cubicBezTo>
                  <a:cubicBezTo>
                    <a:pt x="170390" y="0"/>
                    <a:pt x="28709" y="87554"/>
                    <a:pt x="28709" y="242543"/>
                  </a:cubicBezTo>
                  <a:cubicBezTo>
                    <a:pt x="28709" y="387100"/>
                    <a:pt x="133478" y="455653"/>
                    <a:pt x="249060" y="491420"/>
                  </a:cubicBezTo>
                  <a:cubicBezTo>
                    <a:pt x="283361" y="501851"/>
                    <a:pt x="317663" y="511911"/>
                    <a:pt x="348236" y="521598"/>
                  </a:cubicBezTo>
                  <a:cubicBezTo>
                    <a:pt x="410128" y="541344"/>
                    <a:pt x="457852" y="558482"/>
                    <a:pt x="457852" y="606171"/>
                  </a:cubicBezTo>
                  <a:cubicBezTo>
                    <a:pt x="457852" y="648644"/>
                    <a:pt x="410501" y="678822"/>
                    <a:pt x="327730" y="678822"/>
                  </a:cubicBezTo>
                  <a:cubicBezTo>
                    <a:pt x="220724" y="678822"/>
                    <a:pt x="171508" y="613995"/>
                    <a:pt x="153612" y="586798"/>
                  </a:cubicBezTo>
                  <a:lnTo>
                    <a:pt x="0" y="672861"/>
                  </a:lnTo>
                  <a:cubicBezTo>
                    <a:pt x="14914" y="710118"/>
                    <a:pt x="98058" y="842753"/>
                    <a:pt x="341898" y="842753"/>
                  </a:cubicBezTo>
                  <a:cubicBezTo>
                    <a:pt x="527947" y="842753"/>
                    <a:pt x="686406" y="764513"/>
                    <a:pt x="686406" y="590151"/>
                  </a:cubicBezTo>
                  <a:cubicBezTo>
                    <a:pt x="686406" y="444848"/>
                    <a:pt x="582755" y="377041"/>
                    <a:pt x="460462" y="339411"/>
                  </a:cubicBezTo>
                  <a:cubicBezTo>
                    <a:pt x="429516" y="330097"/>
                    <a:pt x="398943" y="320410"/>
                    <a:pt x="371353" y="312214"/>
                  </a:cubicBezTo>
                  <a:cubicBezTo>
                    <a:pt x="315799" y="295448"/>
                    <a:pt x="257262" y="280172"/>
                    <a:pt x="257262" y="227640"/>
                  </a:cubicBezTo>
                  <a:cubicBezTo>
                    <a:pt x="257262" y="188893"/>
                    <a:pt x="294174" y="164303"/>
                    <a:pt x="361659" y="164303"/>
                  </a:cubicBezTo>
                  <a:cubicBezTo>
                    <a:pt x="467919" y="164303"/>
                    <a:pt x="504085" y="225032"/>
                    <a:pt x="519372" y="247386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4EFA4D-2245-6542-8E75-D25C3C8CECB7}"/>
                </a:ext>
              </a:extLst>
            </p:cNvPr>
            <p:cNvSpPr/>
            <p:nvPr/>
          </p:nvSpPr>
          <p:spPr>
            <a:xfrm>
              <a:off x="10559334" y="506567"/>
              <a:ext cx="206769" cy="148156"/>
            </a:xfrm>
            <a:custGeom>
              <a:avLst/>
              <a:gdLst>
                <a:gd name="connsiteX0" fmla="*/ 1372812 w 1595772"/>
                <a:gd name="connsiteY0" fmla="*/ 0 h 1143416"/>
                <a:gd name="connsiteX1" fmla="*/ 1164765 w 1595772"/>
                <a:gd name="connsiteY1" fmla="*/ 814810 h 1143416"/>
                <a:gd name="connsiteX2" fmla="*/ 956718 w 1595772"/>
                <a:gd name="connsiteY2" fmla="*/ 0 h 1143416"/>
                <a:gd name="connsiteX3" fmla="*/ 670374 w 1595772"/>
                <a:gd name="connsiteY3" fmla="*/ 0 h 1143416"/>
                <a:gd name="connsiteX4" fmla="*/ 456734 w 1595772"/>
                <a:gd name="connsiteY4" fmla="*/ 838282 h 1143416"/>
                <a:gd name="connsiteX5" fmla="*/ 242721 w 1595772"/>
                <a:gd name="connsiteY5" fmla="*/ 0 h 1143416"/>
                <a:gd name="connsiteX6" fmla="*/ 0 w 1595772"/>
                <a:gd name="connsiteY6" fmla="*/ 0 h 1143416"/>
                <a:gd name="connsiteX7" fmla="*/ 295665 w 1595772"/>
                <a:gd name="connsiteY7" fmla="*/ 1143417 h 1143416"/>
                <a:gd name="connsiteX8" fmla="*/ 599533 w 1595772"/>
                <a:gd name="connsiteY8" fmla="*/ 1143417 h 1143416"/>
                <a:gd name="connsiteX9" fmla="*/ 806462 w 1595772"/>
                <a:gd name="connsiteY9" fmla="*/ 333078 h 1143416"/>
                <a:gd name="connsiteX10" fmla="*/ 1013390 w 1595772"/>
                <a:gd name="connsiteY10" fmla="*/ 1143417 h 1143416"/>
                <a:gd name="connsiteX11" fmla="*/ 1300107 w 1595772"/>
                <a:gd name="connsiteY11" fmla="*/ 1143417 h 1143416"/>
                <a:gd name="connsiteX12" fmla="*/ 1595773 w 1595772"/>
                <a:gd name="connsiteY12" fmla="*/ 0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772" h="1143416">
                  <a:moveTo>
                    <a:pt x="1372812" y="0"/>
                  </a:moveTo>
                  <a:lnTo>
                    <a:pt x="1164765" y="814810"/>
                  </a:lnTo>
                  <a:lnTo>
                    <a:pt x="956718" y="0"/>
                  </a:lnTo>
                  <a:lnTo>
                    <a:pt x="670374" y="0"/>
                  </a:lnTo>
                  <a:lnTo>
                    <a:pt x="456734" y="838282"/>
                  </a:lnTo>
                  <a:lnTo>
                    <a:pt x="242721" y="0"/>
                  </a:lnTo>
                  <a:lnTo>
                    <a:pt x="0" y="0"/>
                  </a:lnTo>
                  <a:lnTo>
                    <a:pt x="295665" y="1143417"/>
                  </a:lnTo>
                  <a:lnTo>
                    <a:pt x="599533" y="1143417"/>
                  </a:lnTo>
                  <a:lnTo>
                    <a:pt x="806462" y="333078"/>
                  </a:lnTo>
                  <a:lnTo>
                    <a:pt x="1013390" y="1143417"/>
                  </a:lnTo>
                  <a:lnTo>
                    <a:pt x="1300107" y="1143417"/>
                  </a:lnTo>
                  <a:lnTo>
                    <a:pt x="1595773" y="0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F779F88-DE67-7643-91DF-59F06148571E}"/>
                </a:ext>
              </a:extLst>
            </p:cNvPr>
            <p:cNvSpPr/>
            <p:nvPr/>
          </p:nvSpPr>
          <p:spPr>
            <a:xfrm>
              <a:off x="10757311" y="548614"/>
              <a:ext cx="102515" cy="109198"/>
            </a:xfrm>
            <a:custGeom>
              <a:avLst/>
              <a:gdLst>
                <a:gd name="connsiteX0" fmla="*/ 790802 w 791175"/>
                <a:gd name="connsiteY0" fmla="*/ 421376 h 842752"/>
                <a:gd name="connsiteX1" fmla="*/ 395960 w 791175"/>
                <a:gd name="connsiteY1" fmla="*/ 0 h 842752"/>
                <a:gd name="connsiteX2" fmla="*/ 0 w 791175"/>
                <a:gd name="connsiteY2" fmla="*/ 421376 h 842752"/>
                <a:gd name="connsiteX3" fmla="*/ 405654 w 791175"/>
                <a:gd name="connsiteY3" fmla="*/ 842753 h 842752"/>
                <a:gd name="connsiteX4" fmla="*/ 735249 w 791175"/>
                <a:gd name="connsiteY4" fmla="*/ 666155 h 842752"/>
                <a:gd name="connsiteX5" fmla="*/ 580891 w 791175"/>
                <a:gd name="connsiteY5" fmla="*/ 577483 h 842752"/>
                <a:gd name="connsiteX6" fmla="*/ 406773 w 791175"/>
                <a:gd name="connsiteY6" fmla="*/ 678822 h 842752"/>
                <a:gd name="connsiteX7" fmla="*/ 228553 w 791175"/>
                <a:gd name="connsiteY7" fmla="*/ 491420 h 842752"/>
                <a:gd name="connsiteX8" fmla="*/ 791175 w 791175"/>
                <a:gd name="connsiteY8" fmla="*/ 491420 h 842752"/>
                <a:gd name="connsiteX9" fmla="*/ 790802 w 791175"/>
                <a:gd name="connsiteY9" fmla="*/ 421376 h 842752"/>
                <a:gd name="connsiteX10" fmla="*/ 228181 w 791175"/>
                <a:gd name="connsiteY10" fmla="*/ 332705 h 842752"/>
                <a:gd name="connsiteX11" fmla="*/ 395960 w 791175"/>
                <a:gd name="connsiteY11" fmla="*/ 163558 h 842752"/>
                <a:gd name="connsiteX12" fmla="*/ 561876 w 791175"/>
                <a:gd name="connsiteY12" fmla="*/ 332705 h 842752"/>
                <a:gd name="connsiteX13" fmla="*/ 228181 w 791175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175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1" y="842753"/>
                    <a:pt x="714742" y="709746"/>
                    <a:pt x="735249" y="666155"/>
                  </a:cubicBezTo>
                  <a:lnTo>
                    <a:pt x="580891" y="577483"/>
                  </a:lnTo>
                  <a:cubicBezTo>
                    <a:pt x="570078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1175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1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0" y="236954"/>
                    <a:pt x="561876" y="332705"/>
                  </a:cubicBezTo>
                  <a:lnTo>
                    <a:pt x="228181" y="332705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77F757E9-5D6E-8742-8BE7-8E5F87C0FC62}"/>
                </a:ext>
              </a:extLst>
            </p:cNvPr>
            <p:cNvSpPr/>
            <p:nvPr/>
          </p:nvSpPr>
          <p:spPr>
            <a:xfrm>
              <a:off x="11022149" y="548614"/>
              <a:ext cx="102467" cy="109198"/>
            </a:xfrm>
            <a:custGeom>
              <a:avLst/>
              <a:gdLst>
                <a:gd name="connsiteX0" fmla="*/ 790802 w 790802"/>
                <a:gd name="connsiteY0" fmla="*/ 421376 h 842752"/>
                <a:gd name="connsiteX1" fmla="*/ 395960 w 790802"/>
                <a:gd name="connsiteY1" fmla="*/ 0 h 842752"/>
                <a:gd name="connsiteX2" fmla="*/ 0 w 790802"/>
                <a:gd name="connsiteY2" fmla="*/ 421376 h 842752"/>
                <a:gd name="connsiteX3" fmla="*/ 405654 w 790802"/>
                <a:gd name="connsiteY3" fmla="*/ 842753 h 842752"/>
                <a:gd name="connsiteX4" fmla="*/ 735248 w 790802"/>
                <a:gd name="connsiteY4" fmla="*/ 666155 h 842752"/>
                <a:gd name="connsiteX5" fmla="*/ 580891 w 790802"/>
                <a:gd name="connsiteY5" fmla="*/ 577483 h 842752"/>
                <a:gd name="connsiteX6" fmla="*/ 406773 w 790802"/>
                <a:gd name="connsiteY6" fmla="*/ 678822 h 842752"/>
                <a:gd name="connsiteX7" fmla="*/ 228553 w 790802"/>
                <a:gd name="connsiteY7" fmla="*/ 491420 h 842752"/>
                <a:gd name="connsiteX8" fmla="*/ 790802 w 790802"/>
                <a:gd name="connsiteY8" fmla="*/ 491420 h 842752"/>
                <a:gd name="connsiteX9" fmla="*/ 790802 w 790802"/>
                <a:gd name="connsiteY9" fmla="*/ 421376 h 842752"/>
                <a:gd name="connsiteX10" fmla="*/ 228180 w 790802"/>
                <a:gd name="connsiteY10" fmla="*/ 332705 h 842752"/>
                <a:gd name="connsiteX11" fmla="*/ 395960 w 790802"/>
                <a:gd name="connsiteY11" fmla="*/ 163558 h 842752"/>
                <a:gd name="connsiteX12" fmla="*/ 561876 w 790802"/>
                <a:gd name="connsiteY12" fmla="*/ 332705 h 842752"/>
                <a:gd name="connsiteX13" fmla="*/ 228180 w 790802"/>
                <a:gd name="connsiteY13" fmla="*/ 332705 h 8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0802" h="842752">
                  <a:moveTo>
                    <a:pt x="790802" y="421376"/>
                  </a:moveTo>
                  <a:cubicBezTo>
                    <a:pt x="790802" y="212737"/>
                    <a:pt x="665899" y="0"/>
                    <a:pt x="395960" y="0"/>
                  </a:cubicBezTo>
                  <a:cubicBezTo>
                    <a:pt x="153239" y="0"/>
                    <a:pt x="0" y="182187"/>
                    <a:pt x="0" y="421376"/>
                  </a:cubicBezTo>
                  <a:cubicBezTo>
                    <a:pt x="0" y="656841"/>
                    <a:pt x="150629" y="842753"/>
                    <a:pt x="405654" y="842753"/>
                  </a:cubicBezTo>
                  <a:cubicBezTo>
                    <a:pt x="629360" y="842753"/>
                    <a:pt x="714742" y="709746"/>
                    <a:pt x="735248" y="666155"/>
                  </a:cubicBezTo>
                  <a:lnTo>
                    <a:pt x="580891" y="577483"/>
                  </a:lnTo>
                  <a:cubicBezTo>
                    <a:pt x="570079" y="597229"/>
                    <a:pt x="531303" y="678822"/>
                    <a:pt x="406773" y="678822"/>
                  </a:cubicBezTo>
                  <a:cubicBezTo>
                    <a:pt x="306478" y="678822"/>
                    <a:pt x="235637" y="600582"/>
                    <a:pt x="228553" y="491420"/>
                  </a:cubicBezTo>
                  <a:lnTo>
                    <a:pt x="790802" y="491420"/>
                  </a:lnTo>
                  <a:cubicBezTo>
                    <a:pt x="790802" y="491047"/>
                    <a:pt x="790802" y="422494"/>
                    <a:pt x="790802" y="421376"/>
                  </a:cubicBezTo>
                  <a:close/>
                  <a:moveTo>
                    <a:pt x="228180" y="332705"/>
                  </a:moveTo>
                  <a:cubicBezTo>
                    <a:pt x="237129" y="243288"/>
                    <a:pt x="286344" y="163558"/>
                    <a:pt x="395960" y="163558"/>
                  </a:cubicBezTo>
                  <a:cubicBezTo>
                    <a:pt x="498865" y="163558"/>
                    <a:pt x="553301" y="236954"/>
                    <a:pt x="561876" y="332705"/>
                  </a:cubicBezTo>
                  <a:lnTo>
                    <a:pt x="228180" y="332705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EFAC0D7-363C-4F47-A436-BAF115623E24}"/>
                </a:ext>
              </a:extLst>
            </p:cNvPr>
            <p:cNvSpPr/>
            <p:nvPr/>
          </p:nvSpPr>
          <p:spPr>
            <a:xfrm>
              <a:off x="11720091" y="525828"/>
              <a:ext cx="52755" cy="131935"/>
            </a:xfrm>
            <a:custGeom>
              <a:avLst/>
              <a:gdLst>
                <a:gd name="connsiteX0" fmla="*/ 0 w 407145"/>
                <a:gd name="connsiteY0" fmla="*/ 0 h 1018233"/>
                <a:gd name="connsiteX1" fmla="*/ 227807 w 407145"/>
                <a:gd name="connsiteY1" fmla="*/ 0 h 1018233"/>
                <a:gd name="connsiteX2" fmla="*/ 227807 w 407145"/>
                <a:gd name="connsiteY2" fmla="*/ 199697 h 1018233"/>
                <a:gd name="connsiteX3" fmla="*/ 407146 w 407145"/>
                <a:gd name="connsiteY3" fmla="*/ 199697 h 1018233"/>
                <a:gd name="connsiteX4" fmla="*/ 407146 w 407145"/>
                <a:gd name="connsiteY4" fmla="*/ 358040 h 1018233"/>
                <a:gd name="connsiteX5" fmla="*/ 227807 w 407145"/>
                <a:gd name="connsiteY5" fmla="*/ 358040 h 1018233"/>
                <a:gd name="connsiteX6" fmla="*/ 227807 w 407145"/>
                <a:gd name="connsiteY6" fmla="*/ 746257 h 1018233"/>
                <a:gd name="connsiteX7" fmla="*/ 338169 w 407145"/>
                <a:gd name="connsiteY7" fmla="*/ 862499 h 1018233"/>
                <a:gd name="connsiteX8" fmla="*/ 402298 w 407145"/>
                <a:gd name="connsiteY8" fmla="*/ 857283 h 1018233"/>
                <a:gd name="connsiteX9" fmla="*/ 402298 w 407145"/>
                <a:gd name="connsiteY9" fmla="*/ 994389 h 1018233"/>
                <a:gd name="connsiteX10" fmla="*/ 244585 w 407145"/>
                <a:gd name="connsiteY10" fmla="*/ 1018233 h 1018233"/>
                <a:gd name="connsiteX11" fmla="*/ 0 w 407145"/>
                <a:gd name="connsiteY11" fmla="*/ 748865 h 1018233"/>
                <a:gd name="connsiteX12" fmla="*/ 0 w 407145"/>
                <a:gd name="connsiteY12" fmla="*/ 0 h 101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145" h="1018233">
                  <a:moveTo>
                    <a:pt x="0" y="0"/>
                  </a:moveTo>
                  <a:lnTo>
                    <a:pt x="227807" y="0"/>
                  </a:lnTo>
                  <a:lnTo>
                    <a:pt x="227807" y="199697"/>
                  </a:lnTo>
                  <a:lnTo>
                    <a:pt x="407146" y="199697"/>
                  </a:lnTo>
                  <a:lnTo>
                    <a:pt x="407146" y="358040"/>
                  </a:lnTo>
                  <a:lnTo>
                    <a:pt x="227807" y="358040"/>
                  </a:lnTo>
                  <a:lnTo>
                    <a:pt x="227807" y="746257"/>
                  </a:lnTo>
                  <a:cubicBezTo>
                    <a:pt x="227807" y="814810"/>
                    <a:pt x="269193" y="862499"/>
                    <a:pt x="338169" y="862499"/>
                  </a:cubicBezTo>
                  <a:cubicBezTo>
                    <a:pt x="375081" y="862499"/>
                    <a:pt x="395960" y="858774"/>
                    <a:pt x="402298" y="857283"/>
                  </a:cubicBezTo>
                  <a:lnTo>
                    <a:pt x="402298" y="994389"/>
                  </a:lnTo>
                  <a:cubicBezTo>
                    <a:pt x="390740" y="998115"/>
                    <a:pt x="328475" y="1018233"/>
                    <a:pt x="244585" y="1018233"/>
                  </a:cubicBezTo>
                  <a:cubicBezTo>
                    <a:pt x="58909" y="1018233"/>
                    <a:pt x="0" y="899756"/>
                    <a:pt x="0" y="748865"/>
                  </a:cubicBezTo>
                  <a:lnTo>
                    <a:pt x="0" y="0"/>
                  </a:lnTo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E3274970-3FEC-2F41-A36C-2ABD3FF303B8}"/>
                </a:ext>
              </a:extLst>
            </p:cNvPr>
            <p:cNvSpPr/>
            <p:nvPr/>
          </p:nvSpPr>
          <p:spPr>
            <a:xfrm>
              <a:off x="11363704" y="506567"/>
              <a:ext cx="125607" cy="148156"/>
            </a:xfrm>
            <a:custGeom>
              <a:avLst/>
              <a:gdLst>
                <a:gd name="connsiteX0" fmla="*/ 390368 w 969394"/>
                <a:gd name="connsiteY0" fmla="*/ 0 h 1143416"/>
                <a:gd name="connsiteX1" fmla="*/ 0 w 969394"/>
                <a:gd name="connsiteY1" fmla="*/ 0 h 1143416"/>
                <a:gd name="connsiteX2" fmla="*/ 0 w 969394"/>
                <a:gd name="connsiteY2" fmla="*/ 1143417 h 1143416"/>
                <a:gd name="connsiteX3" fmla="*/ 390368 w 969394"/>
                <a:gd name="connsiteY3" fmla="*/ 1143417 h 1143416"/>
                <a:gd name="connsiteX4" fmla="*/ 969394 w 969394"/>
                <a:gd name="connsiteY4" fmla="*/ 571522 h 1143416"/>
                <a:gd name="connsiteX5" fmla="*/ 390368 w 969394"/>
                <a:gd name="connsiteY5" fmla="*/ 0 h 1143416"/>
                <a:gd name="connsiteX6" fmla="*/ 375827 w 969394"/>
                <a:gd name="connsiteY6" fmla="*/ 953406 h 1143416"/>
                <a:gd name="connsiteX7" fmla="*/ 245704 w 969394"/>
                <a:gd name="connsiteY7" fmla="*/ 953406 h 1143416"/>
                <a:gd name="connsiteX8" fmla="*/ 245704 w 969394"/>
                <a:gd name="connsiteY8" fmla="*/ 190011 h 1143416"/>
                <a:gd name="connsiteX9" fmla="*/ 375827 w 969394"/>
                <a:gd name="connsiteY9" fmla="*/ 190011 h 1143416"/>
                <a:gd name="connsiteX10" fmla="*/ 716979 w 969394"/>
                <a:gd name="connsiteY10" fmla="*/ 571895 h 1143416"/>
                <a:gd name="connsiteX11" fmla="*/ 375827 w 969394"/>
                <a:gd name="connsiteY11" fmla="*/ 953406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9394" h="1143416">
                  <a:moveTo>
                    <a:pt x="390368" y="0"/>
                  </a:moveTo>
                  <a:lnTo>
                    <a:pt x="0" y="0"/>
                  </a:lnTo>
                  <a:lnTo>
                    <a:pt x="0" y="1143417"/>
                  </a:lnTo>
                  <a:lnTo>
                    <a:pt x="390368" y="1143417"/>
                  </a:lnTo>
                  <a:cubicBezTo>
                    <a:pt x="753891" y="1143417"/>
                    <a:pt x="969394" y="969054"/>
                    <a:pt x="969394" y="571522"/>
                  </a:cubicBezTo>
                  <a:cubicBezTo>
                    <a:pt x="969022" y="173990"/>
                    <a:pt x="746061" y="0"/>
                    <a:pt x="390368" y="0"/>
                  </a:cubicBezTo>
                  <a:close/>
                  <a:moveTo>
                    <a:pt x="375827" y="953406"/>
                  </a:moveTo>
                  <a:lnTo>
                    <a:pt x="245704" y="953406"/>
                  </a:lnTo>
                  <a:lnTo>
                    <a:pt x="245704" y="190011"/>
                  </a:lnTo>
                  <a:lnTo>
                    <a:pt x="375827" y="190011"/>
                  </a:lnTo>
                  <a:cubicBezTo>
                    <a:pt x="671119" y="190011"/>
                    <a:pt x="716979" y="389708"/>
                    <a:pt x="716979" y="571895"/>
                  </a:cubicBezTo>
                  <a:cubicBezTo>
                    <a:pt x="716979" y="753709"/>
                    <a:pt x="673729" y="953406"/>
                    <a:pt x="375827" y="953406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F97FE175-CF57-8348-9DAB-468BB416536E}"/>
                </a:ext>
              </a:extLst>
            </p:cNvPr>
            <p:cNvSpPr/>
            <p:nvPr/>
          </p:nvSpPr>
          <p:spPr>
            <a:xfrm>
              <a:off x="11891787" y="506567"/>
              <a:ext cx="30484" cy="148156"/>
            </a:xfrm>
            <a:custGeom>
              <a:avLst/>
              <a:gdLst>
                <a:gd name="connsiteX0" fmla="*/ 0 w 235264"/>
                <a:gd name="connsiteY0" fmla="*/ 0 h 1143416"/>
                <a:gd name="connsiteX1" fmla="*/ 235265 w 235264"/>
                <a:gd name="connsiteY1" fmla="*/ 0 h 1143416"/>
                <a:gd name="connsiteX2" fmla="*/ 235265 w 235264"/>
                <a:gd name="connsiteY2" fmla="*/ 1143417 h 1143416"/>
                <a:gd name="connsiteX3" fmla="*/ 0 w 235264"/>
                <a:gd name="connsiteY3" fmla="*/ 1143417 h 114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1143416">
                  <a:moveTo>
                    <a:pt x="0" y="0"/>
                  </a:moveTo>
                  <a:lnTo>
                    <a:pt x="235265" y="0"/>
                  </a:lnTo>
                  <a:lnTo>
                    <a:pt x="235265" y="1143417"/>
                  </a:lnTo>
                  <a:lnTo>
                    <a:pt x="0" y="1143417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1" name="Graphic 5">
              <a:extLst>
                <a:ext uri="{FF2B5EF4-FFF2-40B4-BE49-F238E27FC236}">
                  <a16:creationId xmlns:a16="http://schemas.microsoft.com/office/drawing/2014/main" id="{D3EFD387-05FA-2D47-BCEE-9262D5562459}"/>
                </a:ext>
              </a:extLst>
            </p:cNvPr>
            <p:cNvGrpSpPr/>
            <p:nvPr/>
          </p:nvGrpSpPr>
          <p:grpSpPr>
            <a:xfrm>
              <a:off x="11938745" y="632275"/>
              <a:ext cx="25605" cy="25537"/>
              <a:chOff x="11320290" y="4595888"/>
              <a:chExt cx="197607" cy="197089"/>
            </a:xfrm>
            <a:solidFill>
              <a:schemeClr val="tx1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932C7509-D7E7-8842-AF4F-AB4C6612B863}"/>
                  </a:ext>
                </a:extLst>
              </p:cNvPr>
              <p:cNvSpPr/>
              <p:nvPr/>
            </p:nvSpPr>
            <p:spPr>
              <a:xfrm>
                <a:off x="11320290" y="4595888"/>
                <a:ext cx="197607" cy="197089"/>
              </a:xfrm>
              <a:custGeom>
                <a:avLst/>
                <a:gdLst>
                  <a:gd name="connsiteX0" fmla="*/ 99177 w 197607"/>
                  <a:gd name="connsiteY0" fmla="*/ 0 h 197089"/>
                  <a:gd name="connsiteX1" fmla="*/ 0 w 197607"/>
                  <a:gd name="connsiteY1" fmla="*/ 98358 h 197089"/>
                  <a:gd name="connsiteX2" fmla="*/ 99177 w 197607"/>
                  <a:gd name="connsiteY2" fmla="*/ 197089 h 197089"/>
                  <a:gd name="connsiteX3" fmla="*/ 197607 w 197607"/>
                  <a:gd name="connsiteY3" fmla="*/ 98358 h 197089"/>
                  <a:gd name="connsiteX4" fmla="*/ 99177 w 197607"/>
                  <a:gd name="connsiteY4" fmla="*/ 0 h 197089"/>
                  <a:gd name="connsiteX5" fmla="*/ 99177 w 197607"/>
                  <a:gd name="connsiteY5" fmla="*/ 179951 h 197089"/>
                  <a:gd name="connsiteX6" fmla="*/ 17523 w 197607"/>
                  <a:gd name="connsiteY6" fmla="*/ 98358 h 197089"/>
                  <a:gd name="connsiteX7" fmla="*/ 99177 w 197607"/>
                  <a:gd name="connsiteY7" fmla="*/ 17138 h 197089"/>
                  <a:gd name="connsiteX8" fmla="*/ 180457 w 197607"/>
                  <a:gd name="connsiteY8" fmla="*/ 98358 h 197089"/>
                  <a:gd name="connsiteX9" fmla="*/ 99177 w 197607"/>
                  <a:gd name="connsiteY9" fmla="*/ 179951 h 197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7607" h="197089">
                    <a:moveTo>
                      <a:pt x="99177" y="0"/>
                    </a:moveTo>
                    <a:cubicBezTo>
                      <a:pt x="44369" y="0"/>
                      <a:pt x="0" y="43963"/>
                      <a:pt x="0" y="98358"/>
                    </a:cubicBezTo>
                    <a:cubicBezTo>
                      <a:pt x="0" y="153126"/>
                      <a:pt x="43996" y="197089"/>
                      <a:pt x="99177" y="197089"/>
                    </a:cubicBezTo>
                    <a:cubicBezTo>
                      <a:pt x="153612" y="197089"/>
                      <a:pt x="197607" y="153126"/>
                      <a:pt x="197607" y="98358"/>
                    </a:cubicBezTo>
                    <a:cubicBezTo>
                      <a:pt x="197607" y="43963"/>
                      <a:pt x="153985" y="0"/>
                      <a:pt x="99177" y="0"/>
                    </a:cubicBezTo>
                    <a:close/>
                    <a:moveTo>
                      <a:pt x="99177" y="179951"/>
                    </a:moveTo>
                    <a:cubicBezTo>
                      <a:pt x="54062" y="179951"/>
                      <a:pt x="17523" y="143439"/>
                      <a:pt x="17523" y="98358"/>
                    </a:cubicBezTo>
                    <a:cubicBezTo>
                      <a:pt x="17523" y="53650"/>
                      <a:pt x="54062" y="17138"/>
                      <a:pt x="99177" y="17138"/>
                    </a:cubicBezTo>
                    <a:cubicBezTo>
                      <a:pt x="143918" y="17138"/>
                      <a:pt x="180457" y="53650"/>
                      <a:pt x="180457" y="98358"/>
                    </a:cubicBezTo>
                    <a:cubicBezTo>
                      <a:pt x="180457" y="143439"/>
                      <a:pt x="144290" y="179951"/>
                      <a:pt x="99177" y="179951"/>
                    </a:cubicBezTo>
                    <a:close/>
                  </a:path>
                </a:pathLst>
              </a:custGeom>
              <a:grpFill/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D212147F-9261-0E4B-85CA-1059370C0A45}"/>
                  </a:ext>
                </a:extLst>
              </p:cNvPr>
              <p:cNvSpPr/>
              <p:nvPr/>
            </p:nvSpPr>
            <p:spPr>
              <a:xfrm>
                <a:off x="11381809" y="4634635"/>
                <a:ext cx="78297" cy="116241"/>
              </a:xfrm>
              <a:custGeom>
                <a:avLst/>
                <a:gdLst>
                  <a:gd name="connsiteX0" fmla="*/ 74197 w 78297"/>
                  <a:gd name="connsiteY0" fmla="*/ 82338 h 116241"/>
                  <a:gd name="connsiteX1" fmla="*/ 55927 w 78297"/>
                  <a:gd name="connsiteY1" fmla="*/ 59611 h 116241"/>
                  <a:gd name="connsiteX2" fmla="*/ 55927 w 78297"/>
                  <a:gd name="connsiteY2" fmla="*/ 59239 h 116241"/>
                  <a:gd name="connsiteX3" fmla="*/ 77925 w 78297"/>
                  <a:gd name="connsiteY3" fmla="*/ 32041 h 116241"/>
                  <a:gd name="connsiteX4" fmla="*/ 36166 w 78297"/>
                  <a:gd name="connsiteY4" fmla="*/ 0 h 116241"/>
                  <a:gd name="connsiteX5" fmla="*/ 0 w 78297"/>
                  <a:gd name="connsiteY5" fmla="*/ 0 h 116241"/>
                  <a:gd name="connsiteX6" fmla="*/ 0 w 78297"/>
                  <a:gd name="connsiteY6" fmla="*/ 115869 h 116241"/>
                  <a:gd name="connsiteX7" fmla="*/ 19761 w 78297"/>
                  <a:gd name="connsiteY7" fmla="*/ 115869 h 116241"/>
                  <a:gd name="connsiteX8" fmla="*/ 19761 w 78297"/>
                  <a:gd name="connsiteY8" fmla="*/ 67435 h 116241"/>
                  <a:gd name="connsiteX9" fmla="*/ 32065 w 78297"/>
                  <a:gd name="connsiteY9" fmla="*/ 67435 h 116241"/>
                  <a:gd name="connsiteX10" fmla="*/ 56300 w 78297"/>
                  <a:gd name="connsiteY10" fmla="*/ 95378 h 116241"/>
                  <a:gd name="connsiteX11" fmla="*/ 58910 w 78297"/>
                  <a:gd name="connsiteY11" fmla="*/ 116242 h 116241"/>
                  <a:gd name="connsiteX12" fmla="*/ 78297 w 78297"/>
                  <a:gd name="connsiteY12" fmla="*/ 116242 h 116241"/>
                  <a:gd name="connsiteX13" fmla="*/ 74197 w 78297"/>
                  <a:gd name="connsiteY13" fmla="*/ 82338 h 116241"/>
                  <a:gd name="connsiteX14" fmla="*/ 37284 w 78297"/>
                  <a:gd name="connsiteY14" fmla="*/ 51415 h 116241"/>
                  <a:gd name="connsiteX15" fmla="*/ 19761 w 78297"/>
                  <a:gd name="connsiteY15" fmla="*/ 51415 h 116241"/>
                  <a:gd name="connsiteX16" fmla="*/ 19761 w 78297"/>
                  <a:gd name="connsiteY16" fmla="*/ 16393 h 116241"/>
                  <a:gd name="connsiteX17" fmla="*/ 37284 w 78297"/>
                  <a:gd name="connsiteY17" fmla="*/ 16393 h 116241"/>
                  <a:gd name="connsiteX18" fmla="*/ 57791 w 78297"/>
                  <a:gd name="connsiteY18" fmla="*/ 33904 h 116241"/>
                  <a:gd name="connsiteX19" fmla="*/ 37284 w 78297"/>
                  <a:gd name="connsiteY19" fmla="*/ 51415 h 1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297" h="116241">
                    <a:moveTo>
                      <a:pt x="74197" y="82338"/>
                    </a:moveTo>
                    <a:cubicBezTo>
                      <a:pt x="72705" y="69671"/>
                      <a:pt x="67485" y="62219"/>
                      <a:pt x="55927" y="59611"/>
                    </a:cubicBezTo>
                    <a:lnTo>
                      <a:pt x="55927" y="59239"/>
                    </a:lnTo>
                    <a:cubicBezTo>
                      <a:pt x="67112" y="57003"/>
                      <a:pt x="77925" y="49552"/>
                      <a:pt x="77925" y="32041"/>
                    </a:cubicBezTo>
                    <a:cubicBezTo>
                      <a:pt x="77925" y="9314"/>
                      <a:pt x="59655" y="0"/>
                      <a:pt x="36166" y="0"/>
                    </a:cubicBezTo>
                    <a:lnTo>
                      <a:pt x="0" y="0"/>
                    </a:lnTo>
                    <a:lnTo>
                      <a:pt x="0" y="115869"/>
                    </a:lnTo>
                    <a:lnTo>
                      <a:pt x="19761" y="115869"/>
                    </a:lnTo>
                    <a:lnTo>
                      <a:pt x="19761" y="67435"/>
                    </a:lnTo>
                    <a:lnTo>
                      <a:pt x="32065" y="67435"/>
                    </a:lnTo>
                    <a:cubicBezTo>
                      <a:pt x="46979" y="67435"/>
                      <a:pt x="53690" y="74887"/>
                      <a:pt x="56300" y="95378"/>
                    </a:cubicBezTo>
                    <a:cubicBezTo>
                      <a:pt x="57045" y="102457"/>
                      <a:pt x="58910" y="116242"/>
                      <a:pt x="58910" y="116242"/>
                    </a:cubicBezTo>
                    <a:lnTo>
                      <a:pt x="78297" y="116242"/>
                    </a:lnTo>
                    <a:cubicBezTo>
                      <a:pt x="78297" y="116242"/>
                      <a:pt x="75688" y="94633"/>
                      <a:pt x="74197" y="82338"/>
                    </a:cubicBezTo>
                    <a:close/>
                    <a:moveTo>
                      <a:pt x="37284" y="51415"/>
                    </a:moveTo>
                    <a:lnTo>
                      <a:pt x="19761" y="51415"/>
                    </a:lnTo>
                    <a:lnTo>
                      <a:pt x="19761" y="16393"/>
                    </a:lnTo>
                    <a:lnTo>
                      <a:pt x="37284" y="16393"/>
                    </a:lnTo>
                    <a:cubicBezTo>
                      <a:pt x="51826" y="16393"/>
                      <a:pt x="57791" y="25335"/>
                      <a:pt x="57791" y="33904"/>
                    </a:cubicBezTo>
                    <a:cubicBezTo>
                      <a:pt x="57791" y="42846"/>
                      <a:pt x="51079" y="51415"/>
                      <a:pt x="37284" y="51415"/>
                    </a:cubicBezTo>
                    <a:close/>
                  </a:path>
                </a:pathLst>
              </a:custGeom>
              <a:grpFill/>
              <a:ln w="3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CEB925B-09D7-4D47-B80B-08FD7843EF2A}"/>
                </a:ext>
              </a:extLst>
            </p:cNvPr>
            <p:cNvSpPr/>
            <p:nvPr/>
          </p:nvSpPr>
          <p:spPr>
            <a:xfrm>
              <a:off x="11549169" y="548614"/>
              <a:ext cx="101259" cy="146756"/>
            </a:xfrm>
            <a:custGeom>
              <a:avLst/>
              <a:gdLst>
                <a:gd name="connsiteX0" fmla="*/ 553673 w 781480"/>
                <a:gd name="connsiteY0" fmla="*/ 23844 h 1132612"/>
                <a:gd name="connsiteX1" fmla="*/ 553673 w 781480"/>
                <a:gd name="connsiteY1" fmla="*/ 109163 h 1132612"/>
                <a:gd name="connsiteX2" fmla="*/ 550317 w 781480"/>
                <a:gd name="connsiteY2" fmla="*/ 109163 h 1132612"/>
                <a:gd name="connsiteX3" fmla="*/ 332204 w 781480"/>
                <a:gd name="connsiteY3" fmla="*/ 0 h 1132612"/>
                <a:gd name="connsiteX4" fmla="*/ 0 w 781480"/>
                <a:gd name="connsiteY4" fmla="*/ 401630 h 1132612"/>
                <a:gd name="connsiteX5" fmla="*/ 332204 w 781480"/>
                <a:gd name="connsiteY5" fmla="*/ 803261 h 1132612"/>
                <a:gd name="connsiteX6" fmla="*/ 550317 w 781480"/>
                <a:gd name="connsiteY6" fmla="*/ 694098 h 1132612"/>
                <a:gd name="connsiteX7" fmla="*/ 553673 w 781480"/>
                <a:gd name="connsiteY7" fmla="*/ 694098 h 1132612"/>
                <a:gd name="connsiteX8" fmla="*/ 553673 w 781480"/>
                <a:gd name="connsiteY8" fmla="*/ 784632 h 1132612"/>
                <a:gd name="connsiteX9" fmla="*/ 384775 w 781480"/>
                <a:gd name="connsiteY9" fmla="*/ 962348 h 1132612"/>
                <a:gd name="connsiteX10" fmla="*/ 211029 w 781480"/>
                <a:gd name="connsiteY10" fmla="*/ 865852 h 1132612"/>
                <a:gd name="connsiteX11" fmla="*/ 57418 w 781480"/>
                <a:gd name="connsiteY11" fmla="*/ 956014 h 1132612"/>
                <a:gd name="connsiteX12" fmla="*/ 392232 w 781480"/>
                <a:gd name="connsiteY12" fmla="*/ 1132612 h 1132612"/>
                <a:gd name="connsiteX13" fmla="*/ 781481 w 781480"/>
                <a:gd name="connsiteY13" fmla="*/ 729119 h 1132612"/>
                <a:gd name="connsiteX14" fmla="*/ 781481 w 781480"/>
                <a:gd name="connsiteY14" fmla="*/ 23844 h 1132612"/>
                <a:gd name="connsiteX15" fmla="*/ 553673 w 781480"/>
                <a:gd name="connsiteY15" fmla="*/ 23844 h 1132612"/>
                <a:gd name="connsiteX16" fmla="*/ 400062 w 781480"/>
                <a:gd name="connsiteY16" fmla="*/ 631878 h 1132612"/>
                <a:gd name="connsiteX17" fmla="*/ 246077 w 781480"/>
                <a:gd name="connsiteY17" fmla="*/ 401630 h 1132612"/>
                <a:gd name="connsiteX18" fmla="*/ 400062 w 781480"/>
                <a:gd name="connsiteY18" fmla="*/ 171382 h 1132612"/>
                <a:gd name="connsiteX19" fmla="*/ 554046 w 781480"/>
                <a:gd name="connsiteY19" fmla="*/ 401630 h 1132612"/>
                <a:gd name="connsiteX20" fmla="*/ 400062 w 781480"/>
                <a:gd name="connsiteY20" fmla="*/ 631878 h 113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81480" h="1132612">
                  <a:moveTo>
                    <a:pt x="553673" y="23844"/>
                  </a:moveTo>
                  <a:lnTo>
                    <a:pt x="553673" y="109163"/>
                  </a:lnTo>
                  <a:lnTo>
                    <a:pt x="550317" y="109163"/>
                  </a:lnTo>
                  <a:cubicBezTo>
                    <a:pt x="536522" y="84573"/>
                    <a:pt x="480223" y="0"/>
                    <a:pt x="332204" y="0"/>
                  </a:cubicBezTo>
                  <a:cubicBezTo>
                    <a:pt x="88737" y="0"/>
                    <a:pt x="0" y="198952"/>
                    <a:pt x="0" y="401630"/>
                  </a:cubicBezTo>
                  <a:cubicBezTo>
                    <a:pt x="0" y="604681"/>
                    <a:pt x="88737" y="803261"/>
                    <a:pt x="332204" y="803261"/>
                  </a:cubicBezTo>
                  <a:cubicBezTo>
                    <a:pt x="482833" y="803261"/>
                    <a:pt x="538760" y="715334"/>
                    <a:pt x="550317" y="694098"/>
                  </a:cubicBezTo>
                  <a:lnTo>
                    <a:pt x="553673" y="694098"/>
                  </a:lnTo>
                  <a:lnTo>
                    <a:pt x="553673" y="784632"/>
                  </a:lnTo>
                  <a:cubicBezTo>
                    <a:pt x="553673" y="894168"/>
                    <a:pt x="475748" y="962348"/>
                    <a:pt x="384775" y="962348"/>
                  </a:cubicBezTo>
                  <a:cubicBezTo>
                    <a:pt x="280752" y="962348"/>
                    <a:pt x="225943" y="893050"/>
                    <a:pt x="211029" y="865852"/>
                  </a:cubicBezTo>
                  <a:cubicBezTo>
                    <a:pt x="190523" y="876284"/>
                    <a:pt x="57418" y="956014"/>
                    <a:pt x="57418" y="956014"/>
                  </a:cubicBezTo>
                  <a:cubicBezTo>
                    <a:pt x="73823" y="989545"/>
                    <a:pt x="142053" y="1132612"/>
                    <a:pt x="392232" y="1132612"/>
                  </a:cubicBezTo>
                  <a:cubicBezTo>
                    <a:pt x="655460" y="1132612"/>
                    <a:pt x="781481" y="964583"/>
                    <a:pt x="781481" y="729119"/>
                  </a:cubicBezTo>
                  <a:lnTo>
                    <a:pt x="781481" y="23844"/>
                  </a:lnTo>
                  <a:lnTo>
                    <a:pt x="553673" y="23844"/>
                  </a:lnTo>
                  <a:close/>
                  <a:moveTo>
                    <a:pt x="400062" y="631878"/>
                  </a:moveTo>
                  <a:cubicBezTo>
                    <a:pt x="269939" y="631878"/>
                    <a:pt x="246077" y="504459"/>
                    <a:pt x="246077" y="401630"/>
                  </a:cubicBezTo>
                  <a:cubicBezTo>
                    <a:pt x="246077" y="284271"/>
                    <a:pt x="278888" y="171382"/>
                    <a:pt x="400062" y="171382"/>
                  </a:cubicBezTo>
                  <a:cubicBezTo>
                    <a:pt x="520490" y="171382"/>
                    <a:pt x="554046" y="284643"/>
                    <a:pt x="554046" y="401630"/>
                  </a:cubicBezTo>
                  <a:cubicBezTo>
                    <a:pt x="553673" y="504832"/>
                    <a:pt x="527201" y="631878"/>
                    <a:pt x="400062" y="631878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3BF2B84-45C5-4648-B41C-C057002283F2}"/>
                </a:ext>
              </a:extLst>
            </p:cNvPr>
            <p:cNvSpPr/>
            <p:nvPr/>
          </p:nvSpPr>
          <p:spPr>
            <a:xfrm>
              <a:off x="11779030" y="548614"/>
              <a:ext cx="92466" cy="109101"/>
            </a:xfrm>
            <a:custGeom>
              <a:avLst/>
              <a:gdLst>
                <a:gd name="connsiteX0" fmla="*/ 334068 w 713623"/>
                <a:gd name="connsiteY0" fmla="*/ 0 h 842007"/>
                <a:gd name="connsiteX1" fmla="*/ 21624 w 713623"/>
                <a:gd name="connsiteY1" fmla="*/ 141204 h 842007"/>
                <a:gd name="connsiteX2" fmla="*/ 154357 w 713623"/>
                <a:gd name="connsiteY2" fmla="*/ 242543 h 842007"/>
                <a:gd name="connsiteX3" fmla="*/ 318035 w 713623"/>
                <a:gd name="connsiteY3" fmla="*/ 163186 h 842007"/>
                <a:gd name="connsiteX4" fmla="*/ 484697 w 713623"/>
                <a:gd name="connsiteY4" fmla="*/ 298428 h 842007"/>
                <a:gd name="connsiteX5" fmla="*/ 484697 w 713623"/>
                <a:gd name="connsiteY5" fmla="*/ 315939 h 842007"/>
                <a:gd name="connsiteX6" fmla="*/ 383656 w 713623"/>
                <a:gd name="connsiteY6" fmla="*/ 315939 h 842007"/>
                <a:gd name="connsiteX7" fmla="*/ 0 w 713623"/>
                <a:gd name="connsiteY7" fmla="*/ 584190 h 842007"/>
                <a:gd name="connsiteX8" fmla="*/ 260244 w 713623"/>
                <a:gd name="connsiteY8" fmla="*/ 842008 h 842007"/>
                <a:gd name="connsiteX9" fmla="*/ 488052 w 713623"/>
                <a:gd name="connsiteY9" fmla="*/ 738806 h 842007"/>
                <a:gd name="connsiteX10" fmla="*/ 491035 w 713623"/>
                <a:gd name="connsiteY10" fmla="*/ 738806 h 842007"/>
                <a:gd name="connsiteX11" fmla="*/ 491035 w 713623"/>
                <a:gd name="connsiteY11" fmla="*/ 818163 h 842007"/>
                <a:gd name="connsiteX12" fmla="*/ 713623 w 713623"/>
                <a:gd name="connsiteY12" fmla="*/ 818163 h 842007"/>
                <a:gd name="connsiteX13" fmla="*/ 713623 w 713623"/>
                <a:gd name="connsiteY13" fmla="*/ 315194 h 842007"/>
                <a:gd name="connsiteX14" fmla="*/ 334068 w 713623"/>
                <a:gd name="connsiteY14" fmla="*/ 0 h 842007"/>
                <a:gd name="connsiteX15" fmla="*/ 484697 w 713623"/>
                <a:gd name="connsiteY15" fmla="*/ 502597 h 842007"/>
                <a:gd name="connsiteX16" fmla="*/ 344508 w 713623"/>
                <a:gd name="connsiteY16" fmla="*/ 678450 h 842007"/>
                <a:gd name="connsiteX17" fmla="*/ 228553 w 713623"/>
                <a:gd name="connsiteY17" fmla="*/ 571150 h 842007"/>
                <a:gd name="connsiteX18" fmla="*/ 394468 w 713623"/>
                <a:gd name="connsiteY18" fmla="*/ 454535 h 842007"/>
                <a:gd name="connsiteX19" fmla="*/ 484697 w 713623"/>
                <a:gd name="connsiteY19" fmla="*/ 454535 h 842007"/>
                <a:gd name="connsiteX20" fmla="*/ 484697 w 713623"/>
                <a:gd name="connsiteY20" fmla="*/ 502597 h 84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13623" h="842007">
                  <a:moveTo>
                    <a:pt x="334068" y="0"/>
                  </a:moveTo>
                  <a:cubicBezTo>
                    <a:pt x="123039" y="0"/>
                    <a:pt x="43623" y="113261"/>
                    <a:pt x="21624" y="141204"/>
                  </a:cubicBezTo>
                  <a:lnTo>
                    <a:pt x="154357" y="242543"/>
                  </a:lnTo>
                  <a:cubicBezTo>
                    <a:pt x="175609" y="213482"/>
                    <a:pt x="227062" y="163186"/>
                    <a:pt x="318035" y="163186"/>
                  </a:cubicBezTo>
                  <a:cubicBezTo>
                    <a:pt x="420567" y="163186"/>
                    <a:pt x="484697" y="212737"/>
                    <a:pt x="484697" y="298428"/>
                  </a:cubicBezTo>
                  <a:lnTo>
                    <a:pt x="484697" y="315939"/>
                  </a:lnTo>
                  <a:cubicBezTo>
                    <a:pt x="484697" y="315939"/>
                    <a:pt x="394468" y="315939"/>
                    <a:pt x="383656" y="315939"/>
                  </a:cubicBezTo>
                  <a:cubicBezTo>
                    <a:pt x="151374" y="315939"/>
                    <a:pt x="0" y="401630"/>
                    <a:pt x="0" y="584190"/>
                  </a:cubicBezTo>
                  <a:cubicBezTo>
                    <a:pt x="0" y="739551"/>
                    <a:pt x="111107" y="842008"/>
                    <a:pt x="260244" y="842008"/>
                  </a:cubicBezTo>
                  <a:cubicBezTo>
                    <a:pt x="420941" y="842008"/>
                    <a:pt x="476122" y="754826"/>
                    <a:pt x="488052" y="738806"/>
                  </a:cubicBezTo>
                  <a:lnTo>
                    <a:pt x="491035" y="738806"/>
                  </a:lnTo>
                  <a:cubicBezTo>
                    <a:pt x="491035" y="771965"/>
                    <a:pt x="491035" y="818163"/>
                    <a:pt x="491035" y="818163"/>
                  </a:cubicBezTo>
                  <a:lnTo>
                    <a:pt x="713623" y="818163"/>
                  </a:lnTo>
                  <a:lnTo>
                    <a:pt x="713623" y="315194"/>
                  </a:lnTo>
                  <a:cubicBezTo>
                    <a:pt x="713623" y="87926"/>
                    <a:pt x="531675" y="0"/>
                    <a:pt x="334068" y="0"/>
                  </a:cubicBezTo>
                  <a:close/>
                  <a:moveTo>
                    <a:pt x="484697" y="502597"/>
                  </a:moveTo>
                  <a:cubicBezTo>
                    <a:pt x="484324" y="596112"/>
                    <a:pt x="443684" y="678450"/>
                    <a:pt x="344508" y="678450"/>
                  </a:cubicBezTo>
                  <a:cubicBezTo>
                    <a:pt x="278141" y="678450"/>
                    <a:pt x="228553" y="637839"/>
                    <a:pt x="228553" y="571150"/>
                  </a:cubicBezTo>
                  <a:cubicBezTo>
                    <a:pt x="228553" y="504459"/>
                    <a:pt x="274413" y="454535"/>
                    <a:pt x="394468" y="454535"/>
                  </a:cubicBezTo>
                  <a:cubicBezTo>
                    <a:pt x="400434" y="454535"/>
                    <a:pt x="484697" y="454535"/>
                    <a:pt x="484697" y="454535"/>
                  </a:cubicBezTo>
                  <a:cubicBezTo>
                    <a:pt x="484697" y="454535"/>
                    <a:pt x="484697" y="501479"/>
                    <a:pt x="484697" y="502597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630DDC3-3014-2C48-BED1-2A19CE72BDD5}"/>
                </a:ext>
              </a:extLst>
            </p:cNvPr>
            <p:cNvSpPr/>
            <p:nvPr/>
          </p:nvSpPr>
          <p:spPr>
            <a:xfrm>
              <a:off x="11504916" y="551704"/>
              <a:ext cx="30484" cy="103019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91BA366-E6B4-5E41-B529-CD5D1C8C59C2}"/>
                </a:ext>
              </a:extLst>
            </p:cNvPr>
            <p:cNvSpPr/>
            <p:nvPr/>
          </p:nvSpPr>
          <p:spPr>
            <a:xfrm>
              <a:off x="11503515" y="504056"/>
              <a:ext cx="33238" cy="33213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4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4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895E236-2107-3B4C-9447-0BFD5A593A3F}"/>
                </a:ext>
              </a:extLst>
            </p:cNvPr>
            <p:cNvSpPr/>
            <p:nvPr/>
          </p:nvSpPr>
          <p:spPr>
            <a:xfrm>
              <a:off x="11670428" y="551704"/>
              <a:ext cx="30484" cy="103019"/>
            </a:xfrm>
            <a:custGeom>
              <a:avLst/>
              <a:gdLst>
                <a:gd name="connsiteX0" fmla="*/ 0 w 235264"/>
                <a:gd name="connsiteY0" fmla="*/ 0 h 795064"/>
                <a:gd name="connsiteX1" fmla="*/ 235265 w 235264"/>
                <a:gd name="connsiteY1" fmla="*/ 0 h 795064"/>
                <a:gd name="connsiteX2" fmla="*/ 235265 w 235264"/>
                <a:gd name="connsiteY2" fmla="*/ 795064 h 795064"/>
                <a:gd name="connsiteX3" fmla="*/ 0 w 235264"/>
                <a:gd name="connsiteY3" fmla="*/ 795064 h 79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4" h="795064">
                  <a:moveTo>
                    <a:pt x="0" y="0"/>
                  </a:moveTo>
                  <a:lnTo>
                    <a:pt x="235265" y="0"/>
                  </a:lnTo>
                  <a:lnTo>
                    <a:pt x="235265" y="795064"/>
                  </a:lnTo>
                  <a:lnTo>
                    <a:pt x="0" y="7950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4D0953EC-F607-3B4B-9926-D9B4535140FA}"/>
                </a:ext>
              </a:extLst>
            </p:cNvPr>
            <p:cNvSpPr/>
            <p:nvPr/>
          </p:nvSpPr>
          <p:spPr>
            <a:xfrm>
              <a:off x="11669027" y="504056"/>
              <a:ext cx="33238" cy="33213"/>
            </a:xfrm>
            <a:custGeom>
              <a:avLst/>
              <a:gdLst>
                <a:gd name="connsiteX0" fmla="*/ 256517 w 256516"/>
                <a:gd name="connsiteY0" fmla="*/ 128164 h 256328"/>
                <a:gd name="connsiteX1" fmla="*/ 128259 w 256516"/>
                <a:gd name="connsiteY1" fmla="*/ 256328 h 256328"/>
                <a:gd name="connsiteX2" fmla="*/ 1 w 256516"/>
                <a:gd name="connsiteY2" fmla="*/ 128164 h 256328"/>
                <a:gd name="connsiteX3" fmla="*/ 128259 w 256516"/>
                <a:gd name="connsiteY3" fmla="*/ 0 h 256328"/>
                <a:gd name="connsiteX4" fmla="*/ 256517 w 256516"/>
                <a:gd name="connsiteY4" fmla="*/ 128164 h 25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16" h="256328">
                  <a:moveTo>
                    <a:pt x="256517" y="128164"/>
                  </a:moveTo>
                  <a:cubicBezTo>
                    <a:pt x="256517" y="198947"/>
                    <a:pt x="199093" y="256328"/>
                    <a:pt x="128259" y="256328"/>
                  </a:cubicBezTo>
                  <a:cubicBezTo>
                    <a:pt x="57424" y="256328"/>
                    <a:pt x="1" y="198947"/>
                    <a:pt x="1" y="128164"/>
                  </a:cubicBezTo>
                  <a:cubicBezTo>
                    <a:pt x="1" y="57381"/>
                    <a:pt x="57424" y="0"/>
                    <a:pt x="128259" y="0"/>
                  </a:cubicBezTo>
                  <a:cubicBezTo>
                    <a:pt x="199093" y="0"/>
                    <a:pt x="256517" y="57381"/>
                    <a:pt x="256517" y="128164"/>
                  </a:cubicBez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B69CB50-66A2-314F-8A08-F4673E9D811D}"/>
                </a:ext>
              </a:extLst>
            </p:cNvPr>
            <p:cNvSpPr/>
            <p:nvPr/>
          </p:nvSpPr>
          <p:spPr>
            <a:xfrm>
              <a:off x="11938117" y="422230"/>
              <a:ext cx="24397" cy="11538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solidFill>
              <a:schemeClr val="tx1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7650301"/>
      </p:ext>
    </p:extLst>
  </p:cSld>
  <p:clrMapOvr>
    <a:masterClrMapping/>
  </p:clrMapOvr>
  <p:transition>
    <p:fade/>
  </p:transition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47630762"/>
      </p:ext>
    </p:extLst>
  </p:cSld>
  <p:clrMapOvr>
    <a:masterClrMapping/>
  </p:clrMapOvr>
  <p:transition>
    <p:fade/>
  </p:transition>
  <p:hf hd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14961075"/>
      </p:ext>
    </p:extLst>
  </p:cSld>
  <p:clrMapOvr>
    <a:masterClrMapping/>
  </p:clrMapOvr>
  <p:transition>
    <p:fade/>
  </p:transition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9239492"/>
      </p:ext>
    </p:extLst>
  </p:cSld>
  <p:clrMapOvr>
    <a:masterClrMapping/>
  </p:clrMapOvr>
  <p:transition>
    <p:fade/>
  </p:transition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1122944"/>
      </p:ext>
    </p:extLst>
  </p:cSld>
  <p:clrMapOvr>
    <a:masterClrMapping/>
  </p:clrMapOvr>
  <p:transition>
    <p:fade/>
  </p:transition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3279793"/>
      </p:ext>
    </p:extLst>
  </p:cSld>
  <p:clrMapOvr>
    <a:masterClrMapping/>
  </p:clrMapOvr>
  <p:transition>
    <p:fade/>
  </p:transition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385750"/>
            <a:ext cx="5984011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4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SUHO LIMITED RELEASE…">
            <a:extLst>
              <a:ext uri="{FF2B5EF4-FFF2-40B4-BE49-F238E27FC236}">
                <a16:creationId xmlns:a16="http://schemas.microsoft.com/office/drawing/2014/main" id="{29242262-316D-ED4F-9264-1A715315B9FE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2928841"/>
      </p:ext>
    </p:extLst>
  </p:cSld>
  <p:clrMapOvr>
    <a:masterClrMapping/>
  </p:clrMapOvr>
  <p:transition>
    <p:fade/>
  </p:transition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11647486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290822"/>
      </p:ext>
    </p:extLst>
  </p:cSld>
  <p:clrMapOvr>
    <a:masterClrMapping/>
  </p:clrMapOvr>
  <p:transition>
    <p:fade/>
  </p:transition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4051334"/>
      </p:ext>
    </p:extLst>
  </p:cSld>
  <p:clrMapOvr>
    <a:masterClrMapping/>
  </p:clrMapOvr>
  <p:transition>
    <p:fade/>
  </p:transition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941832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1428191"/>
      </p:ext>
    </p:extLst>
  </p:cSld>
  <p:clrMapOvr>
    <a:masterClrMapping/>
  </p:clrMapOvr>
  <p:transition>
    <p:fade/>
  </p:transition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941832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11647486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21780034"/>
      </p:ext>
    </p:extLst>
  </p:cSld>
  <p:clrMapOvr>
    <a:masterClrMapping/>
  </p:clrMapOvr>
  <p:transition>
    <p:fade/>
  </p:transition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262701"/>
            <a:ext cx="5550408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73816" y="2262701"/>
            <a:ext cx="5550408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8A0D78-35FD-5243-97E3-5A7C4D46A5BF}"/>
              </a:ext>
            </a:extLst>
          </p:cNvPr>
          <p:cNvCxnSpPr>
            <a:stCxn id="12" idx="2"/>
          </p:cNvCxnSpPr>
          <p:nvPr/>
        </p:nvCxnSpPr>
        <p:spPr>
          <a:xfrm>
            <a:off x="6096000" y="1968498"/>
            <a:ext cx="0" cy="4892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0CFDA5-B6AE-6543-A59A-A108AF1B55B5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533124"/>
      </p:ext>
    </p:extLst>
  </p:cSld>
  <p:clrMapOvr>
    <a:masterClrMapping/>
  </p:clrMapOvr>
  <p:transition>
    <p:fade/>
  </p:transition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96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262701"/>
            <a:ext cx="3547872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9868" y="2262701"/>
            <a:ext cx="3552264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DFEB5BC-E00B-F241-9CAF-AC9C9E1ABC5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60102" y="2262701"/>
            <a:ext cx="3552262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9E2128-7D43-4944-8BAB-0A86DA3ED46E}"/>
              </a:ext>
            </a:extLst>
          </p:cNvPr>
          <p:cNvCxnSpPr/>
          <p:nvPr/>
        </p:nvCxnSpPr>
        <p:spPr>
          <a:xfrm>
            <a:off x="4105154" y="1968498"/>
            <a:ext cx="0" cy="4892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172C24-5592-DB48-B0FF-D60C5033E2E5}"/>
              </a:ext>
            </a:extLst>
          </p:cNvPr>
          <p:cNvCxnSpPr/>
          <p:nvPr/>
        </p:nvCxnSpPr>
        <p:spPr>
          <a:xfrm>
            <a:off x="8075270" y="1968498"/>
            <a:ext cx="0" cy="4892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E114E2-81CD-CE4B-8F7A-AEB005FB691F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469298"/>
      </p:ext>
    </p:extLst>
  </p:cSld>
  <p:clrMapOvr>
    <a:masterClrMapping/>
  </p:clrMapOvr>
  <p:transition>
    <p:fade/>
  </p:transition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089ABED4-B2DF-B242-8E41-5AABF3122FDC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7AD33A5E-2435-AA40-9E59-38DFC78C649F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92F3F7-3051-7541-8F15-2F6A953B3184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68862"/>
      </p:ext>
    </p:extLst>
  </p:cSld>
  <p:clrMapOvr>
    <a:masterClrMapping/>
  </p:clrMapOvr>
  <p:transition>
    <p:fade/>
  </p:transition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00"/>
            <a:ext cx="12192000" cy="488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11647486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9103161"/>
      </p:ext>
    </p:extLst>
  </p:cSld>
  <p:clrMapOvr>
    <a:masterClrMapping/>
  </p:clrMapOvr>
  <p:transition>
    <p:fade/>
  </p:transition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10"/>
            <a:ext cx="12192000" cy="4889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76171412"/>
      </p:ext>
    </p:extLst>
  </p:cSld>
  <p:clrMapOvr>
    <a:masterClrMapping/>
  </p:clrMapOvr>
  <p:transition>
    <p:fade/>
  </p:transition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10"/>
            <a:ext cx="12192000" cy="4889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941832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50438813"/>
      </p:ext>
    </p:extLst>
  </p:cSld>
  <p:clrMapOvr>
    <a:masterClrMapping/>
  </p:clrMapOvr>
  <p:transition>
    <p:fade/>
  </p:transition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00"/>
            <a:ext cx="12192000" cy="488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941832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11647486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28004119"/>
      </p:ext>
    </p:extLst>
  </p:cSld>
  <p:clrMapOvr>
    <a:masterClrMapping/>
  </p:clrMapOvr>
  <p:transition>
    <p:fade/>
  </p:transition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00"/>
            <a:ext cx="12192000" cy="488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5550408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6954" y="2262701"/>
            <a:ext cx="5550408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787CB-6F31-0C40-AAD5-E1713756FF87}"/>
              </a:ext>
            </a:extLst>
          </p:cNvPr>
          <p:cNvCxnSpPr/>
          <p:nvPr/>
        </p:nvCxnSpPr>
        <p:spPr>
          <a:xfrm>
            <a:off x="6096000" y="1968498"/>
            <a:ext cx="0" cy="4892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AB71CE-B660-0F48-AD59-4985CA0ADE1E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06800"/>
      </p:ext>
    </p:extLst>
  </p:cSld>
  <p:clrMapOvr>
    <a:masterClrMapping/>
  </p:clrMapOvr>
  <p:transition>
    <p:fade/>
  </p:transition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968500"/>
            <a:ext cx="12192000" cy="488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719720"/>
            <a:ext cx="11647487" cy="61502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336803"/>
            <a:ext cx="11647488" cy="409763"/>
          </a:xfrm>
        </p:spPr>
        <p:txBody>
          <a:bodyPr lIns="9144" bIns="0"/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262701"/>
            <a:ext cx="3547872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2064" y="2262701"/>
            <a:ext cx="3547872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C14CC483-927C-9B4A-9EBA-1BDDC93F6A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74253" y="2262701"/>
            <a:ext cx="3547872" cy="4092062"/>
          </a:xfrm>
        </p:spPr>
        <p:txBody>
          <a:bodyPr lIns="9144" bIns="0"/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3A0BA4-F481-0144-8A30-BA5AB2BD9875}"/>
              </a:ext>
            </a:extLst>
          </p:cNvPr>
          <p:cNvCxnSpPr/>
          <p:nvPr/>
        </p:nvCxnSpPr>
        <p:spPr>
          <a:xfrm>
            <a:off x="4105154" y="1968498"/>
            <a:ext cx="0" cy="4892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AE82F2-3038-7A4C-93B4-015E6D391AD7}"/>
              </a:ext>
            </a:extLst>
          </p:cNvPr>
          <p:cNvCxnSpPr/>
          <p:nvPr/>
        </p:nvCxnSpPr>
        <p:spPr>
          <a:xfrm>
            <a:off x="8075270" y="1968498"/>
            <a:ext cx="0" cy="4892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D03629-FABC-5E40-8F03-6A09E33145C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487556"/>
      </p:ext>
    </p:extLst>
  </p:cSld>
  <p:clrMapOvr>
    <a:masterClrMapping/>
  </p:clrMapOvr>
  <p:transition>
    <p:fade/>
  </p:transition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33411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5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FC751C3F-04DF-1449-9060-1DDD96A266AB}"/>
              </a:ext>
            </a:extLst>
          </p:cNvPr>
          <p:cNvSpPr txBox="1"/>
          <p:nvPr/>
        </p:nvSpPr>
        <p:spPr>
          <a:xfrm>
            <a:off x="6292066" y="141350"/>
            <a:ext cx="5625296" cy="9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2022 Western Digital Corporation or its affiliates  All rights reserved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04EA33A1-7701-9849-954B-04B978BDB7DC}"/>
              </a:ext>
            </a:extLst>
          </p:cNvPr>
          <p:cNvSpPr txBox="1"/>
          <p:nvPr/>
        </p:nvSpPr>
        <p:spPr>
          <a:xfrm>
            <a:off x="542925" y="141286"/>
            <a:ext cx="1515387" cy="91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500" b="1" spc="50" baseline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WESTERN DIGITAL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2618E7-E0DC-7A4A-A641-812DA50716A0}"/>
              </a:ext>
            </a:extLst>
          </p:cNvPr>
          <p:cNvCxnSpPr/>
          <p:nvPr/>
        </p:nvCxnSpPr>
        <p:spPr>
          <a:xfrm>
            <a:off x="0" y="36671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101865"/>
      </p:ext>
    </p:extLst>
  </p:cSld>
  <p:clrMapOvr>
    <a:masterClrMapping/>
  </p:clrMapOvr>
  <p:transition>
    <p:fade/>
  </p:transition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and Taglin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2E44547-3B98-F741-9F68-B834B3D16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5148F3-7343-C24E-A616-A94C067D1AF4}"/>
              </a:ext>
            </a:extLst>
          </p:cNvPr>
          <p:cNvGrpSpPr/>
          <p:nvPr/>
        </p:nvGrpSpPr>
        <p:grpSpPr>
          <a:xfrm>
            <a:off x="2384164" y="2131511"/>
            <a:ext cx="7423673" cy="2278886"/>
            <a:chOff x="3403128" y="2131511"/>
            <a:chExt cx="7423673" cy="2278886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6CCB73E-62EA-B24F-867C-DA39FE0A51D8}"/>
                </a:ext>
              </a:extLst>
            </p:cNvPr>
            <p:cNvGrpSpPr/>
            <p:nvPr/>
          </p:nvGrpSpPr>
          <p:grpSpPr>
            <a:xfrm>
              <a:off x="6543122" y="4052037"/>
              <a:ext cx="4283679" cy="358360"/>
              <a:chOff x="6543122" y="4052037"/>
              <a:chExt cx="4283679" cy="358360"/>
            </a:xfrm>
            <a:solidFill>
              <a:schemeClr val="bg1"/>
            </a:solidFill>
          </p:grpSpPr>
          <p:grpSp>
            <p:nvGrpSpPr>
              <p:cNvPr id="98" name="Graphic 53">
                <a:extLst>
                  <a:ext uri="{FF2B5EF4-FFF2-40B4-BE49-F238E27FC236}">
                    <a16:creationId xmlns:a16="http://schemas.microsoft.com/office/drawing/2014/main" id="{26782BBB-F703-544A-B5CB-9469C4A08B8B}"/>
                  </a:ext>
                </a:extLst>
              </p:cNvPr>
              <p:cNvGrpSpPr/>
              <p:nvPr/>
            </p:nvGrpSpPr>
            <p:grpSpPr>
              <a:xfrm>
                <a:off x="8095457" y="4052037"/>
                <a:ext cx="1513841" cy="358360"/>
                <a:chOff x="3535278" y="4757698"/>
                <a:chExt cx="819023" cy="193881"/>
              </a:xfrm>
              <a:grpFill/>
            </p:grpSpPr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8D3F4206-7EC6-0A41-9A11-D295993735A9}"/>
                    </a:ext>
                  </a:extLst>
                </p:cNvPr>
                <p:cNvSpPr/>
                <p:nvPr/>
              </p:nvSpPr>
              <p:spPr>
                <a:xfrm>
                  <a:off x="3535278" y="4763905"/>
                  <a:ext cx="289975" cy="186613"/>
                </a:xfrm>
                <a:custGeom>
                  <a:avLst/>
                  <a:gdLst>
                    <a:gd name="connsiteX0" fmla="*/ 144733 w 289975"/>
                    <a:gd name="connsiteY0" fmla="*/ 67318 h 186613"/>
                    <a:gd name="connsiteX1" fmla="*/ 99344 w 289975"/>
                    <a:gd name="connsiteY1" fmla="*/ 186451 h 186613"/>
                    <a:gd name="connsiteX2" fmla="*/ 99854 w 289975"/>
                    <a:gd name="connsiteY2" fmla="*/ 186247 h 186613"/>
                    <a:gd name="connsiteX3" fmla="*/ 83229 w 289975"/>
                    <a:gd name="connsiteY3" fmla="*/ 175537 h 186613"/>
                    <a:gd name="connsiteX4" fmla="*/ 26417 w 289975"/>
                    <a:gd name="connsiteY4" fmla="*/ 27539 h 186613"/>
                    <a:gd name="connsiteX5" fmla="*/ 2652 w 289975"/>
                    <a:gd name="connsiteY5" fmla="*/ 5202 h 186613"/>
                    <a:gd name="connsiteX6" fmla="*/ 0 w 289975"/>
                    <a:gd name="connsiteY6" fmla="*/ 2346 h 186613"/>
                    <a:gd name="connsiteX7" fmla="*/ 3264 w 289975"/>
                    <a:gd name="connsiteY7" fmla="*/ 204 h 186613"/>
                    <a:gd name="connsiteX8" fmla="*/ 56404 w 289975"/>
                    <a:gd name="connsiteY8" fmla="*/ 204 h 186613"/>
                    <a:gd name="connsiteX9" fmla="*/ 59872 w 289975"/>
                    <a:gd name="connsiteY9" fmla="*/ 2142 h 186613"/>
                    <a:gd name="connsiteX10" fmla="*/ 56812 w 289975"/>
                    <a:gd name="connsiteY10" fmla="*/ 5406 h 186613"/>
                    <a:gd name="connsiteX11" fmla="*/ 47326 w 289975"/>
                    <a:gd name="connsiteY11" fmla="*/ 25193 h 186613"/>
                    <a:gd name="connsiteX12" fmla="*/ 94857 w 289975"/>
                    <a:gd name="connsiteY12" fmla="*/ 150854 h 186613"/>
                    <a:gd name="connsiteX13" fmla="*/ 99242 w 289975"/>
                    <a:gd name="connsiteY13" fmla="*/ 160645 h 186613"/>
                    <a:gd name="connsiteX14" fmla="*/ 103322 w 289975"/>
                    <a:gd name="connsiteY14" fmla="*/ 153710 h 186613"/>
                    <a:gd name="connsiteX15" fmla="*/ 136267 w 289975"/>
                    <a:gd name="connsiteY15" fmla="*/ 68746 h 186613"/>
                    <a:gd name="connsiteX16" fmla="*/ 136471 w 289975"/>
                    <a:gd name="connsiteY16" fmla="*/ 46307 h 186613"/>
                    <a:gd name="connsiteX17" fmla="*/ 125659 w 289975"/>
                    <a:gd name="connsiteY17" fmla="*/ 20297 h 186613"/>
                    <a:gd name="connsiteX18" fmla="*/ 106994 w 289975"/>
                    <a:gd name="connsiteY18" fmla="*/ 5406 h 186613"/>
                    <a:gd name="connsiteX19" fmla="*/ 102098 w 289975"/>
                    <a:gd name="connsiteY19" fmla="*/ 2244 h 186613"/>
                    <a:gd name="connsiteX20" fmla="*/ 103118 w 289975"/>
                    <a:gd name="connsiteY20" fmla="*/ 102 h 186613"/>
                    <a:gd name="connsiteX21" fmla="*/ 159420 w 289975"/>
                    <a:gd name="connsiteY21" fmla="*/ 204 h 186613"/>
                    <a:gd name="connsiteX22" fmla="*/ 162786 w 289975"/>
                    <a:gd name="connsiteY22" fmla="*/ 2244 h 186613"/>
                    <a:gd name="connsiteX23" fmla="*/ 159522 w 289975"/>
                    <a:gd name="connsiteY23" fmla="*/ 5304 h 186613"/>
                    <a:gd name="connsiteX24" fmla="*/ 150036 w 289975"/>
                    <a:gd name="connsiteY24" fmla="*/ 25397 h 186613"/>
                    <a:gd name="connsiteX25" fmla="*/ 198383 w 289975"/>
                    <a:gd name="connsiteY25" fmla="*/ 152180 h 186613"/>
                    <a:gd name="connsiteX26" fmla="*/ 202360 w 289975"/>
                    <a:gd name="connsiteY26" fmla="*/ 160543 h 186613"/>
                    <a:gd name="connsiteX27" fmla="*/ 206440 w 289975"/>
                    <a:gd name="connsiteY27" fmla="*/ 153404 h 186613"/>
                    <a:gd name="connsiteX28" fmla="*/ 255398 w 289975"/>
                    <a:gd name="connsiteY28" fmla="*/ 25397 h 186613"/>
                    <a:gd name="connsiteX29" fmla="*/ 244281 w 289975"/>
                    <a:gd name="connsiteY29" fmla="*/ 6018 h 186613"/>
                    <a:gd name="connsiteX30" fmla="*/ 238161 w 289975"/>
                    <a:gd name="connsiteY30" fmla="*/ 0 h 186613"/>
                    <a:gd name="connsiteX31" fmla="*/ 287119 w 289975"/>
                    <a:gd name="connsiteY31" fmla="*/ 102 h 186613"/>
                    <a:gd name="connsiteX32" fmla="*/ 289975 w 289975"/>
                    <a:gd name="connsiteY32" fmla="*/ 2040 h 186613"/>
                    <a:gd name="connsiteX33" fmla="*/ 287527 w 289975"/>
                    <a:gd name="connsiteY33" fmla="*/ 5202 h 186613"/>
                    <a:gd name="connsiteX34" fmla="*/ 282530 w 289975"/>
                    <a:gd name="connsiteY34" fmla="*/ 6630 h 186613"/>
                    <a:gd name="connsiteX35" fmla="*/ 265598 w 289975"/>
                    <a:gd name="connsiteY35" fmla="*/ 21725 h 186613"/>
                    <a:gd name="connsiteX36" fmla="*/ 207562 w 289975"/>
                    <a:gd name="connsiteY36" fmla="*/ 172885 h 186613"/>
                    <a:gd name="connsiteX37" fmla="*/ 203788 w 289975"/>
                    <a:gd name="connsiteY37" fmla="*/ 186349 h 186613"/>
                    <a:gd name="connsiteX38" fmla="*/ 193283 w 289975"/>
                    <a:gd name="connsiteY38" fmla="*/ 186145 h 186613"/>
                    <a:gd name="connsiteX39" fmla="*/ 188183 w 289975"/>
                    <a:gd name="connsiteY39" fmla="*/ 180637 h 186613"/>
                    <a:gd name="connsiteX40" fmla="*/ 147690 w 289975"/>
                    <a:gd name="connsiteY40" fmla="*/ 74764 h 186613"/>
                    <a:gd name="connsiteX41" fmla="*/ 144733 w 289975"/>
                    <a:gd name="connsiteY41" fmla="*/ 67318 h 186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289975" h="186613">
                      <a:moveTo>
                        <a:pt x="144733" y="67318"/>
                      </a:moveTo>
                      <a:cubicBezTo>
                        <a:pt x="129331" y="107811"/>
                        <a:pt x="114542" y="146570"/>
                        <a:pt x="99344" y="186451"/>
                      </a:cubicBezTo>
                      <a:cubicBezTo>
                        <a:pt x="100670" y="185941"/>
                        <a:pt x="100262" y="186145"/>
                        <a:pt x="99854" y="186247"/>
                      </a:cubicBezTo>
                      <a:cubicBezTo>
                        <a:pt x="87615" y="186961"/>
                        <a:pt x="87513" y="186961"/>
                        <a:pt x="83229" y="175537"/>
                      </a:cubicBezTo>
                      <a:cubicBezTo>
                        <a:pt x="64258" y="126170"/>
                        <a:pt x="45388" y="76804"/>
                        <a:pt x="26417" y="27539"/>
                      </a:cubicBezTo>
                      <a:cubicBezTo>
                        <a:pt x="22133" y="16320"/>
                        <a:pt x="16523" y="6426"/>
                        <a:pt x="2652" y="5202"/>
                      </a:cubicBezTo>
                      <a:cubicBezTo>
                        <a:pt x="1734" y="5100"/>
                        <a:pt x="918" y="3366"/>
                        <a:pt x="0" y="2346"/>
                      </a:cubicBezTo>
                      <a:cubicBezTo>
                        <a:pt x="1122" y="1632"/>
                        <a:pt x="2244" y="204"/>
                        <a:pt x="3264" y="204"/>
                      </a:cubicBezTo>
                      <a:cubicBezTo>
                        <a:pt x="21011" y="102"/>
                        <a:pt x="38656" y="102"/>
                        <a:pt x="56404" y="204"/>
                      </a:cubicBezTo>
                      <a:cubicBezTo>
                        <a:pt x="57628" y="204"/>
                        <a:pt x="58750" y="1428"/>
                        <a:pt x="59872" y="2142"/>
                      </a:cubicBezTo>
                      <a:cubicBezTo>
                        <a:pt x="58852" y="3264"/>
                        <a:pt x="58036" y="4998"/>
                        <a:pt x="56812" y="5406"/>
                      </a:cubicBezTo>
                      <a:cubicBezTo>
                        <a:pt x="41818" y="10506"/>
                        <a:pt x="41818" y="10506"/>
                        <a:pt x="47326" y="25193"/>
                      </a:cubicBezTo>
                      <a:cubicBezTo>
                        <a:pt x="63136" y="67114"/>
                        <a:pt x="78945" y="108933"/>
                        <a:pt x="94857" y="150854"/>
                      </a:cubicBezTo>
                      <a:cubicBezTo>
                        <a:pt x="95876" y="153608"/>
                        <a:pt x="97304" y="156259"/>
                        <a:pt x="99242" y="160645"/>
                      </a:cubicBezTo>
                      <a:cubicBezTo>
                        <a:pt x="101180" y="157483"/>
                        <a:pt x="102608" y="155749"/>
                        <a:pt x="103322" y="153710"/>
                      </a:cubicBezTo>
                      <a:cubicBezTo>
                        <a:pt x="114338" y="125456"/>
                        <a:pt x="125251" y="97101"/>
                        <a:pt x="136267" y="68746"/>
                      </a:cubicBezTo>
                      <a:cubicBezTo>
                        <a:pt x="139123" y="61300"/>
                        <a:pt x="139225" y="53651"/>
                        <a:pt x="136471" y="46307"/>
                      </a:cubicBezTo>
                      <a:cubicBezTo>
                        <a:pt x="133207" y="37535"/>
                        <a:pt x="129535" y="28865"/>
                        <a:pt x="125659" y="20297"/>
                      </a:cubicBezTo>
                      <a:cubicBezTo>
                        <a:pt x="121987" y="12240"/>
                        <a:pt x="115868" y="7038"/>
                        <a:pt x="106994" y="5406"/>
                      </a:cubicBezTo>
                      <a:cubicBezTo>
                        <a:pt x="105260" y="5100"/>
                        <a:pt x="103730" y="3366"/>
                        <a:pt x="102098" y="2244"/>
                      </a:cubicBezTo>
                      <a:cubicBezTo>
                        <a:pt x="102404" y="1530"/>
                        <a:pt x="102812" y="816"/>
                        <a:pt x="103118" y="102"/>
                      </a:cubicBezTo>
                      <a:cubicBezTo>
                        <a:pt x="121886" y="102"/>
                        <a:pt x="140653" y="102"/>
                        <a:pt x="159420" y="204"/>
                      </a:cubicBezTo>
                      <a:cubicBezTo>
                        <a:pt x="160542" y="204"/>
                        <a:pt x="161664" y="1530"/>
                        <a:pt x="162786" y="2244"/>
                      </a:cubicBezTo>
                      <a:cubicBezTo>
                        <a:pt x="161766" y="3264"/>
                        <a:pt x="160848" y="4896"/>
                        <a:pt x="159522" y="5304"/>
                      </a:cubicBezTo>
                      <a:cubicBezTo>
                        <a:pt x="144733" y="10098"/>
                        <a:pt x="144427" y="10710"/>
                        <a:pt x="150036" y="25397"/>
                      </a:cubicBezTo>
                      <a:cubicBezTo>
                        <a:pt x="166152" y="67624"/>
                        <a:pt x="182267" y="109953"/>
                        <a:pt x="198383" y="152180"/>
                      </a:cubicBezTo>
                      <a:cubicBezTo>
                        <a:pt x="199301" y="154525"/>
                        <a:pt x="200524" y="156769"/>
                        <a:pt x="202360" y="160543"/>
                      </a:cubicBezTo>
                      <a:cubicBezTo>
                        <a:pt x="204298" y="157177"/>
                        <a:pt x="205624" y="155443"/>
                        <a:pt x="206440" y="153404"/>
                      </a:cubicBezTo>
                      <a:cubicBezTo>
                        <a:pt x="222760" y="110769"/>
                        <a:pt x="239079" y="68134"/>
                        <a:pt x="255398" y="25397"/>
                      </a:cubicBezTo>
                      <a:cubicBezTo>
                        <a:pt x="259580" y="14280"/>
                        <a:pt x="256418" y="9282"/>
                        <a:pt x="244281" y="6018"/>
                      </a:cubicBezTo>
                      <a:cubicBezTo>
                        <a:pt x="241731" y="5304"/>
                        <a:pt x="236223" y="6936"/>
                        <a:pt x="238161" y="0"/>
                      </a:cubicBezTo>
                      <a:cubicBezTo>
                        <a:pt x="254481" y="0"/>
                        <a:pt x="270800" y="0"/>
                        <a:pt x="287119" y="102"/>
                      </a:cubicBezTo>
                      <a:cubicBezTo>
                        <a:pt x="288037" y="102"/>
                        <a:pt x="289057" y="1326"/>
                        <a:pt x="289975" y="2040"/>
                      </a:cubicBezTo>
                      <a:cubicBezTo>
                        <a:pt x="289159" y="3162"/>
                        <a:pt x="288547" y="4590"/>
                        <a:pt x="287527" y="5202"/>
                      </a:cubicBezTo>
                      <a:cubicBezTo>
                        <a:pt x="285997" y="6018"/>
                        <a:pt x="284161" y="6222"/>
                        <a:pt x="282530" y="6630"/>
                      </a:cubicBezTo>
                      <a:cubicBezTo>
                        <a:pt x="274268" y="8772"/>
                        <a:pt x="268658" y="13770"/>
                        <a:pt x="265598" y="21725"/>
                      </a:cubicBezTo>
                      <a:cubicBezTo>
                        <a:pt x="246219" y="72112"/>
                        <a:pt x="226840" y="122498"/>
                        <a:pt x="207562" y="172885"/>
                      </a:cubicBezTo>
                      <a:cubicBezTo>
                        <a:pt x="206032" y="176965"/>
                        <a:pt x="205216" y="181249"/>
                        <a:pt x="203788" y="186349"/>
                      </a:cubicBezTo>
                      <a:cubicBezTo>
                        <a:pt x="200524" y="186349"/>
                        <a:pt x="196751" y="187063"/>
                        <a:pt x="193283" y="186145"/>
                      </a:cubicBezTo>
                      <a:cubicBezTo>
                        <a:pt x="191243" y="185533"/>
                        <a:pt x="189101" y="182881"/>
                        <a:pt x="188183" y="180637"/>
                      </a:cubicBezTo>
                      <a:cubicBezTo>
                        <a:pt x="174515" y="145346"/>
                        <a:pt x="161154" y="110055"/>
                        <a:pt x="147690" y="74764"/>
                      </a:cubicBezTo>
                      <a:cubicBezTo>
                        <a:pt x="146976" y="72826"/>
                        <a:pt x="146160" y="70990"/>
                        <a:pt x="144733" y="67318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BF7A31D9-0780-BA47-A306-B18813285392}"/>
                    </a:ext>
                  </a:extLst>
                </p:cNvPr>
                <p:cNvSpPr/>
                <p:nvPr/>
              </p:nvSpPr>
              <p:spPr>
                <a:xfrm>
                  <a:off x="3809954" y="4757698"/>
                  <a:ext cx="149322" cy="193783"/>
                </a:xfrm>
                <a:custGeom>
                  <a:avLst/>
                  <a:gdLst>
                    <a:gd name="connsiteX0" fmla="*/ 149323 w 149322"/>
                    <a:gd name="connsiteY0" fmla="*/ 184804 h 193783"/>
                    <a:gd name="connsiteX1" fmla="*/ 124844 w 149322"/>
                    <a:gd name="connsiteY1" fmla="*/ 193066 h 193783"/>
                    <a:gd name="connsiteX2" fmla="*/ 114542 w 149322"/>
                    <a:gd name="connsiteY2" fmla="*/ 176644 h 193783"/>
                    <a:gd name="connsiteX3" fmla="*/ 114338 w 149322"/>
                    <a:gd name="connsiteY3" fmla="*/ 112386 h 193783"/>
                    <a:gd name="connsiteX4" fmla="*/ 111686 w 149322"/>
                    <a:gd name="connsiteY4" fmla="*/ 91681 h 193783"/>
                    <a:gd name="connsiteX5" fmla="*/ 84249 w 149322"/>
                    <a:gd name="connsiteY5" fmla="*/ 66895 h 193783"/>
                    <a:gd name="connsiteX6" fmla="*/ 46816 w 149322"/>
                    <a:gd name="connsiteY6" fmla="*/ 82807 h 193783"/>
                    <a:gd name="connsiteX7" fmla="*/ 39575 w 149322"/>
                    <a:gd name="connsiteY7" fmla="*/ 106164 h 193783"/>
                    <a:gd name="connsiteX8" fmla="*/ 39065 w 149322"/>
                    <a:gd name="connsiteY8" fmla="*/ 173074 h 193783"/>
                    <a:gd name="connsiteX9" fmla="*/ 48754 w 149322"/>
                    <a:gd name="connsiteY9" fmla="*/ 185212 h 193783"/>
                    <a:gd name="connsiteX10" fmla="*/ 55078 w 149322"/>
                    <a:gd name="connsiteY10" fmla="*/ 186640 h 193783"/>
                    <a:gd name="connsiteX11" fmla="*/ 58444 w 149322"/>
                    <a:gd name="connsiteY11" fmla="*/ 189700 h 193783"/>
                    <a:gd name="connsiteX12" fmla="*/ 54568 w 149322"/>
                    <a:gd name="connsiteY12" fmla="*/ 191842 h 193783"/>
                    <a:gd name="connsiteX13" fmla="*/ 25703 w 149322"/>
                    <a:gd name="connsiteY13" fmla="*/ 191944 h 193783"/>
                    <a:gd name="connsiteX14" fmla="*/ 1530 w 149322"/>
                    <a:gd name="connsiteY14" fmla="*/ 191944 h 193783"/>
                    <a:gd name="connsiteX15" fmla="*/ 510 w 149322"/>
                    <a:gd name="connsiteY15" fmla="*/ 190006 h 193783"/>
                    <a:gd name="connsiteX16" fmla="*/ 4692 w 149322"/>
                    <a:gd name="connsiteY16" fmla="*/ 186538 h 193783"/>
                    <a:gd name="connsiteX17" fmla="*/ 20297 w 149322"/>
                    <a:gd name="connsiteY17" fmla="*/ 166445 h 193783"/>
                    <a:gd name="connsiteX18" fmla="*/ 20297 w 149322"/>
                    <a:gd name="connsiteY18" fmla="*/ 37826 h 193783"/>
                    <a:gd name="connsiteX19" fmla="*/ 20297 w 149322"/>
                    <a:gd name="connsiteY19" fmla="*/ 28443 h 193783"/>
                    <a:gd name="connsiteX20" fmla="*/ 3876 w 149322"/>
                    <a:gd name="connsiteY20" fmla="*/ 11613 h 193783"/>
                    <a:gd name="connsiteX21" fmla="*/ 0 w 149322"/>
                    <a:gd name="connsiteY21" fmla="*/ 9573 h 193783"/>
                    <a:gd name="connsiteX22" fmla="*/ 4794 w 149322"/>
                    <a:gd name="connsiteY22" fmla="*/ 6411 h 193783"/>
                    <a:gd name="connsiteX23" fmla="*/ 27029 w 149322"/>
                    <a:gd name="connsiteY23" fmla="*/ 801 h 193783"/>
                    <a:gd name="connsiteX24" fmla="*/ 39065 w 149322"/>
                    <a:gd name="connsiteY24" fmla="*/ 10389 h 193783"/>
                    <a:gd name="connsiteX25" fmla="*/ 39167 w 149322"/>
                    <a:gd name="connsiteY25" fmla="*/ 64346 h 193783"/>
                    <a:gd name="connsiteX26" fmla="*/ 40697 w 149322"/>
                    <a:gd name="connsiteY26" fmla="*/ 78319 h 193783"/>
                    <a:gd name="connsiteX27" fmla="*/ 49060 w 149322"/>
                    <a:gd name="connsiteY27" fmla="*/ 71485 h 193783"/>
                    <a:gd name="connsiteX28" fmla="*/ 84351 w 149322"/>
                    <a:gd name="connsiteY28" fmla="*/ 54656 h 193783"/>
                    <a:gd name="connsiteX29" fmla="*/ 132493 w 149322"/>
                    <a:gd name="connsiteY29" fmla="*/ 94537 h 193783"/>
                    <a:gd name="connsiteX30" fmla="*/ 133207 w 149322"/>
                    <a:gd name="connsiteY30" fmla="*/ 136457 h 193783"/>
                    <a:gd name="connsiteX31" fmla="*/ 133207 w 149322"/>
                    <a:gd name="connsiteY31" fmla="*/ 171850 h 193783"/>
                    <a:gd name="connsiteX32" fmla="*/ 145345 w 149322"/>
                    <a:gd name="connsiteY32" fmla="*/ 184192 h 193783"/>
                    <a:gd name="connsiteX33" fmla="*/ 149323 w 149322"/>
                    <a:gd name="connsiteY33" fmla="*/ 184804 h 193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49322" h="193783">
                      <a:moveTo>
                        <a:pt x="149323" y="184804"/>
                      </a:moveTo>
                      <a:cubicBezTo>
                        <a:pt x="144427" y="191842"/>
                        <a:pt x="133105" y="195412"/>
                        <a:pt x="124844" y="193066"/>
                      </a:cubicBezTo>
                      <a:cubicBezTo>
                        <a:pt x="118316" y="191230"/>
                        <a:pt x="114644" y="185926"/>
                        <a:pt x="114542" y="176644"/>
                      </a:cubicBezTo>
                      <a:cubicBezTo>
                        <a:pt x="114338" y="155225"/>
                        <a:pt x="114644" y="133806"/>
                        <a:pt x="114338" y="112386"/>
                      </a:cubicBezTo>
                      <a:cubicBezTo>
                        <a:pt x="114236" y="105450"/>
                        <a:pt x="113522" y="98311"/>
                        <a:pt x="111686" y="91681"/>
                      </a:cubicBezTo>
                      <a:cubicBezTo>
                        <a:pt x="107912" y="77911"/>
                        <a:pt x="98936" y="68935"/>
                        <a:pt x="84249" y="66895"/>
                      </a:cubicBezTo>
                      <a:cubicBezTo>
                        <a:pt x="68644" y="64754"/>
                        <a:pt x="55078" y="68935"/>
                        <a:pt x="46816" y="82807"/>
                      </a:cubicBezTo>
                      <a:cubicBezTo>
                        <a:pt x="42737" y="89641"/>
                        <a:pt x="39881" y="98209"/>
                        <a:pt x="39575" y="106164"/>
                      </a:cubicBezTo>
                      <a:cubicBezTo>
                        <a:pt x="38555" y="128400"/>
                        <a:pt x="39167" y="150737"/>
                        <a:pt x="39065" y="173074"/>
                      </a:cubicBezTo>
                      <a:cubicBezTo>
                        <a:pt x="39065" y="179806"/>
                        <a:pt x="42533" y="183580"/>
                        <a:pt x="48754" y="185212"/>
                      </a:cubicBezTo>
                      <a:cubicBezTo>
                        <a:pt x="50896" y="185722"/>
                        <a:pt x="53140" y="185824"/>
                        <a:pt x="55078" y="186640"/>
                      </a:cubicBezTo>
                      <a:cubicBezTo>
                        <a:pt x="56404" y="187150"/>
                        <a:pt x="57322" y="188680"/>
                        <a:pt x="58444" y="189700"/>
                      </a:cubicBezTo>
                      <a:cubicBezTo>
                        <a:pt x="57118" y="190414"/>
                        <a:pt x="55894" y="191842"/>
                        <a:pt x="54568" y="191842"/>
                      </a:cubicBezTo>
                      <a:cubicBezTo>
                        <a:pt x="44980" y="192046"/>
                        <a:pt x="35291" y="191944"/>
                        <a:pt x="25703" y="191944"/>
                      </a:cubicBezTo>
                      <a:cubicBezTo>
                        <a:pt x="17645" y="191944"/>
                        <a:pt x="9588" y="191944"/>
                        <a:pt x="1530" y="191944"/>
                      </a:cubicBezTo>
                      <a:cubicBezTo>
                        <a:pt x="1224" y="191332"/>
                        <a:pt x="816" y="190618"/>
                        <a:pt x="510" y="190006"/>
                      </a:cubicBezTo>
                      <a:cubicBezTo>
                        <a:pt x="1938" y="188782"/>
                        <a:pt x="3162" y="186946"/>
                        <a:pt x="4692" y="186538"/>
                      </a:cubicBezTo>
                      <a:cubicBezTo>
                        <a:pt x="19481" y="182662"/>
                        <a:pt x="20297" y="181846"/>
                        <a:pt x="20297" y="166445"/>
                      </a:cubicBezTo>
                      <a:cubicBezTo>
                        <a:pt x="20297" y="120750"/>
                        <a:pt x="20297" y="83521"/>
                        <a:pt x="20297" y="37826"/>
                      </a:cubicBezTo>
                      <a:cubicBezTo>
                        <a:pt x="20297" y="35888"/>
                        <a:pt x="20297" y="30381"/>
                        <a:pt x="20297" y="28443"/>
                      </a:cubicBezTo>
                      <a:cubicBezTo>
                        <a:pt x="19991" y="14367"/>
                        <a:pt x="17747" y="12123"/>
                        <a:pt x="3876" y="11613"/>
                      </a:cubicBezTo>
                      <a:cubicBezTo>
                        <a:pt x="2856" y="11613"/>
                        <a:pt x="1836" y="11307"/>
                        <a:pt x="0" y="9573"/>
                      </a:cubicBezTo>
                      <a:cubicBezTo>
                        <a:pt x="1632" y="8451"/>
                        <a:pt x="3060" y="6921"/>
                        <a:pt x="4794" y="6411"/>
                      </a:cubicBezTo>
                      <a:cubicBezTo>
                        <a:pt x="12138" y="4371"/>
                        <a:pt x="19583" y="2637"/>
                        <a:pt x="27029" y="801"/>
                      </a:cubicBezTo>
                      <a:cubicBezTo>
                        <a:pt x="36107" y="-1443"/>
                        <a:pt x="39065" y="801"/>
                        <a:pt x="39065" y="10389"/>
                      </a:cubicBezTo>
                      <a:cubicBezTo>
                        <a:pt x="39167" y="30075"/>
                        <a:pt x="39065" y="44762"/>
                        <a:pt x="39167" y="64346"/>
                      </a:cubicBezTo>
                      <a:cubicBezTo>
                        <a:pt x="39167" y="68323"/>
                        <a:pt x="39983" y="72301"/>
                        <a:pt x="40697" y="78319"/>
                      </a:cubicBezTo>
                      <a:cubicBezTo>
                        <a:pt x="44573" y="75157"/>
                        <a:pt x="47020" y="73525"/>
                        <a:pt x="49060" y="71485"/>
                      </a:cubicBezTo>
                      <a:cubicBezTo>
                        <a:pt x="58954" y="61898"/>
                        <a:pt x="70377" y="55778"/>
                        <a:pt x="84351" y="54656"/>
                      </a:cubicBezTo>
                      <a:cubicBezTo>
                        <a:pt x="110360" y="52412"/>
                        <a:pt x="130249" y="68323"/>
                        <a:pt x="132493" y="94537"/>
                      </a:cubicBezTo>
                      <a:cubicBezTo>
                        <a:pt x="133717" y="108408"/>
                        <a:pt x="133105" y="122484"/>
                        <a:pt x="133207" y="136457"/>
                      </a:cubicBezTo>
                      <a:cubicBezTo>
                        <a:pt x="133309" y="148289"/>
                        <a:pt x="133207" y="160121"/>
                        <a:pt x="133207" y="171850"/>
                      </a:cubicBezTo>
                      <a:cubicBezTo>
                        <a:pt x="133309" y="182356"/>
                        <a:pt x="135043" y="184090"/>
                        <a:pt x="145345" y="184192"/>
                      </a:cubicBezTo>
                      <a:cubicBezTo>
                        <a:pt x="146365" y="184498"/>
                        <a:pt x="147385" y="184702"/>
                        <a:pt x="149323" y="184804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32E447AF-DAB7-CF48-AD7F-8ADEB7721DDC}"/>
                    </a:ext>
                  </a:extLst>
                </p:cNvPr>
                <p:cNvSpPr/>
                <p:nvPr/>
              </p:nvSpPr>
              <p:spPr>
                <a:xfrm>
                  <a:off x="3979348" y="4811671"/>
                  <a:ext cx="128537" cy="139866"/>
                </a:xfrm>
                <a:custGeom>
                  <a:avLst/>
                  <a:gdLst>
                    <a:gd name="connsiteX0" fmla="*/ 128537 w 128537"/>
                    <a:gd name="connsiteY0" fmla="*/ 131443 h 139866"/>
                    <a:gd name="connsiteX1" fmla="*/ 105282 w 128537"/>
                    <a:gd name="connsiteY1" fmla="*/ 139194 h 139866"/>
                    <a:gd name="connsiteX2" fmla="*/ 92737 w 128537"/>
                    <a:gd name="connsiteY2" fmla="*/ 115531 h 139866"/>
                    <a:gd name="connsiteX3" fmla="*/ 87127 w 128537"/>
                    <a:gd name="connsiteY3" fmla="*/ 120529 h 139866"/>
                    <a:gd name="connsiteX4" fmla="*/ 25521 w 128537"/>
                    <a:gd name="connsiteY4" fmla="*/ 138072 h 139866"/>
                    <a:gd name="connsiteX5" fmla="*/ 940 w 128537"/>
                    <a:gd name="connsiteY5" fmla="*/ 114613 h 139866"/>
                    <a:gd name="connsiteX6" fmla="*/ 12772 w 128537"/>
                    <a:gd name="connsiteY6" fmla="*/ 80036 h 139866"/>
                    <a:gd name="connsiteX7" fmla="*/ 54896 w 128537"/>
                    <a:gd name="connsiteY7" fmla="*/ 63105 h 139866"/>
                    <a:gd name="connsiteX8" fmla="*/ 86617 w 128537"/>
                    <a:gd name="connsiteY8" fmla="*/ 58209 h 139866"/>
                    <a:gd name="connsiteX9" fmla="*/ 93859 w 128537"/>
                    <a:gd name="connsiteY9" fmla="*/ 50049 h 139866"/>
                    <a:gd name="connsiteX10" fmla="*/ 93859 w 128537"/>
                    <a:gd name="connsiteY10" fmla="*/ 44133 h 139866"/>
                    <a:gd name="connsiteX11" fmla="*/ 45716 w 128537"/>
                    <a:gd name="connsiteY11" fmla="*/ 7720 h 139866"/>
                    <a:gd name="connsiteX12" fmla="*/ 29805 w 128537"/>
                    <a:gd name="connsiteY12" fmla="*/ 26692 h 139866"/>
                    <a:gd name="connsiteX13" fmla="*/ 29193 w 128537"/>
                    <a:gd name="connsiteY13" fmla="*/ 33831 h 139866"/>
                    <a:gd name="connsiteX14" fmla="*/ 18585 w 128537"/>
                    <a:gd name="connsiteY14" fmla="*/ 43317 h 139866"/>
                    <a:gd name="connsiteX15" fmla="*/ 9508 w 128537"/>
                    <a:gd name="connsiteY15" fmla="*/ 33016 h 139866"/>
                    <a:gd name="connsiteX16" fmla="*/ 18789 w 128537"/>
                    <a:gd name="connsiteY16" fmla="*/ 12004 h 139866"/>
                    <a:gd name="connsiteX17" fmla="*/ 37659 w 128537"/>
                    <a:gd name="connsiteY17" fmla="*/ 3334 h 139866"/>
                    <a:gd name="connsiteX18" fmla="*/ 79273 w 128537"/>
                    <a:gd name="connsiteY18" fmla="*/ 1498 h 139866"/>
                    <a:gd name="connsiteX19" fmla="*/ 111198 w 128537"/>
                    <a:gd name="connsiteY19" fmla="*/ 33219 h 139866"/>
                    <a:gd name="connsiteX20" fmla="*/ 112422 w 128537"/>
                    <a:gd name="connsiteY20" fmla="*/ 49539 h 139866"/>
                    <a:gd name="connsiteX21" fmla="*/ 112524 w 128537"/>
                    <a:gd name="connsiteY21" fmla="*/ 116449 h 139866"/>
                    <a:gd name="connsiteX22" fmla="*/ 126191 w 128537"/>
                    <a:gd name="connsiteY22" fmla="*/ 130627 h 139866"/>
                    <a:gd name="connsiteX23" fmla="*/ 128537 w 128537"/>
                    <a:gd name="connsiteY23" fmla="*/ 131443 h 139866"/>
                    <a:gd name="connsiteX24" fmla="*/ 93961 w 128537"/>
                    <a:gd name="connsiteY24" fmla="*/ 84014 h 139866"/>
                    <a:gd name="connsiteX25" fmla="*/ 93961 w 128537"/>
                    <a:gd name="connsiteY25" fmla="*/ 83402 h 139866"/>
                    <a:gd name="connsiteX26" fmla="*/ 73459 w 128537"/>
                    <a:gd name="connsiteY26" fmla="*/ 65858 h 139866"/>
                    <a:gd name="connsiteX27" fmla="*/ 31947 w 128537"/>
                    <a:gd name="connsiteY27" fmla="*/ 80648 h 139866"/>
                    <a:gd name="connsiteX28" fmla="*/ 21951 w 128537"/>
                    <a:gd name="connsiteY28" fmla="*/ 110329 h 139866"/>
                    <a:gd name="connsiteX29" fmla="*/ 46430 w 128537"/>
                    <a:gd name="connsiteY29" fmla="*/ 128791 h 139866"/>
                    <a:gd name="connsiteX30" fmla="*/ 93961 w 128537"/>
                    <a:gd name="connsiteY30" fmla="*/ 84014 h 13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28537" h="139866">
                      <a:moveTo>
                        <a:pt x="128537" y="131443"/>
                      </a:moveTo>
                      <a:cubicBezTo>
                        <a:pt x="123540" y="137868"/>
                        <a:pt x="113034" y="141438"/>
                        <a:pt x="105282" y="139194"/>
                      </a:cubicBezTo>
                      <a:cubicBezTo>
                        <a:pt x="94063" y="135930"/>
                        <a:pt x="94165" y="125935"/>
                        <a:pt x="92737" y="115531"/>
                      </a:cubicBezTo>
                      <a:cubicBezTo>
                        <a:pt x="90391" y="117673"/>
                        <a:pt x="88759" y="119101"/>
                        <a:pt x="87127" y="120529"/>
                      </a:cubicBezTo>
                      <a:cubicBezTo>
                        <a:pt x="69583" y="137052"/>
                        <a:pt x="48980" y="142968"/>
                        <a:pt x="25521" y="138072"/>
                      </a:cubicBezTo>
                      <a:cubicBezTo>
                        <a:pt x="12772" y="135421"/>
                        <a:pt x="3694" y="127975"/>
                        <a:pt x="940" y="114613"/>
                      </a:cubicBezTo>
                      <a:cubicBezTo>
                        <a:pt x="-1916" y="100844"/>
                        <a:pt x="1654" y="88910"/>
                        <a:pt x="12772" y="80036"/>
                      </a:cubicBezTo>
                      <a:cubicBezTo>
                        <a:pt x="25113" y="70142"/>
                        <a:pt x="39903" y="66063"/>
                        <a:pt x="54896" y="63105"/>
                      </a:cubicBezTo>
                      <a:cubicBezTo>
                        <a:pt x="65402" y="61065"/>
                        <a:pt x="76009" y="59535"/>
                        <a:pt x="86617" y="58209"/>
                      </a:cubicBezTo>
                      <a:cubicBezTo>
                        <a:pt x="91717" y="57495"/>
                        <a:pt x="93961" y="55047"/>
                        <a:pt x="93859" y="50049"/>
                      </a:cubicBezTo>
                      <a:cubicBezTo>
                        <a:pt x="93859" y="48111"/>
                        <a:pt x="93859" y="46071"/>
                        <a:pt x="93859" y="44133"/>
                      </a:cubicBezTo>
                      <a:cubicBezTo>
                        <a:pt x="93553" y="15880"/>
                        <a:pt x="73357" y="580"/>
                        <a:pt x="45716" y="7720"/>
                      </a:cubicBezTo>
                      <a:cubicBezTo>
                        <a:pt x="35415" y="10372"/>
                        <a:pt x="30621" y="16186"/>
                        <a:pt x="29805" y="26692"/>
                      </a:cubicBezTo>
                      <a:cubicBezTo>
                        <a:pt x="29601" y="29038"/>
                        <a:pt x="29601" y="31486"/>
                        <a:pt x="29193" y="33831"/>
                      </a:cubicBezTo>
                      <a:cubicBezTo>
                        <a:pt x="27969" y="40257"/>
                        <a:pt x="24093" y="43725"/>
                        <a:pt x="18585" y="43317"/>
                      </a:cubicBezTo>
                      <a:cubicBezTo>
                        <a:pt x="12466" y="42807"/>
                        <a:pt x="10120" y="38523"/>
                        <a:pt x="9508" y="33016"/>
                      </a:cubicBezTo>
                      <a:cubicBezTo>
                        <a:pt x="8488" y="24244"/>
                        <a:pt x="11548" y="16696"/>
                        <a:pt x="18789" y="12004"/>
                      </a:cubicBezTo>
                      <a:cubicBezTo>
                        <a:pt x="24603" y="8230"/>
                        <a:pt x="31029" y="5170"/>
                        <a:pt x="37659" y="3334"/>
                      </a:cubicBezTo>
                      <a:cubicBezTo>
                        <a:pt x="51224" y="-440"/>
                        <a:pt x="65300" y="-950"/>
                        <a:pt x="79273" y="1498"/>
                      </a:cubicBezTo>
                      <a:cubicBezTo>
                        <a:pt x="97531" y="4660"/>
                        <a:pt x="108138" y="15064"/>
                        <a:pt x="111198" y="33219"/>
                      </a:cubicBezTo>
                      <a:cubicBezTo>
                        <a:pt x="112116" y="38625"/>
                        <a:pt x="112320" y="44133"/>
                        <a:pt x="112422" y="49539"/>
                      </a:cubicBezTo>
                      <a:cubicBezTo>
                        <a:pt x="112524" y="71876"/>
                        <a:pt x="112422" y="94112"/>
                        <a:pt x="112524" y="116449"/>
                      </a:cubicBezTo>
                      <a:cubicBezTo>
                        <a:pt x="112524" y="129097"/>
                        <a:pt x="113442" y="130015"/>
                        <a:pt x="126191" y="130627"/>
                      </a:cubicBezTo>
                      <a:cubicBezTo>
                        <a:pt x="126803" y="130525"/>
                        <a:pt x="127415" y="130933"/>
                        <a:pt x="128537" y="131443"/>
                      </a:cubicBezTo>
                      <a:close/>
                      <a:moveTo>
                        <a:pt x="93961" y="84014"/>
                      </a:moveTo>
                      <a:cubicBezTo>
                        <a:pt x="93961" y="83810"/>
                        <a:pt x="93961" y="83606"/>
                        <a:pt x="93961" y="83402"/>
                      </a:cubicBezTo>
                      <a:cubicBezTo>
                        <a:pt x="93961" y="63411"/>
                        <a:pt x="93246" y="62697"/>
                        <a:pt x="73459" y="65858"/>
                      </a:cubicBezTo>
                      <a:cubicBezTo>
                        <a:pt x="58772" y="68204"/>
                        <a:pt x="44186" y="71366"/>
                        <a:pt x="31947" y="80648"/>
                      </a:cubicBezTo>
                      <a:cubicBezTo>
                        <a:pt x="22155" y="87992"/>
                        <a:pt x="18687" y="99008"/>
                        <a:pt x="21951" y="110329"/>
                      </a:cubicBezTo>
                      <a:cubicBezTo>
                        <a:pt x="25011" y="121039"/>
                        <a:pt x="34089" y="127873"/>
                        <a:pt x="46430" y="128791"/>
                      </a:cubicBezTo>
                      <a:cubicBezTo>
                        <a:pt x="75193" y="131035"/>
                        <a:pt x="93961" y="113389"/>
                        <a:pt x="93961" y="84014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4C45ED6C-F1EF-434D-8EAB-D691C3D80D5A}"/>
                    </a:ext>
                  </a:extLst>
                </p:cNvPr>
                <p:cNvSpPr/>
                <p:nvPr/>
              </p:nvSpPr>
              <p:spPr>
                <a:xfrm>
                  <a:off x="4249304" y="4811736"/>
                  <a:ext cx="104997" cy="139843"/>
                </a:xfrm>
                <a:custGeom>
                  <a:avLst/>
                  <a:gdLst>
                    <a:gd name="connsiteX0" fmla="*/ 49416 w 104997"/>
                    <a:gd name="connsiteY0" fmla="*/ 139843 h 139843"/>
                    <a:gd name="connsiteX1" fmla="*/ 10963 w 104997"/>
                    <a:gd name="connsiteY1" fmla="*/ 130663 h 139843"/>
                    <a:gd name="connsiteX2" fmla="*/ 1069 w 104997"/>
                    <a:gd name="connsiteY2" fmla="*/ 102410 h 139843"/>
                    <a:gd name="connsiteX3" fmla="*/ 6373 w 104997"/>
                    <a:gd name="connsiteY3" fmla="*/ 97616 h 139843"/>
                    <a:gd name="connsiteX4" fmla="*/ 12187 w 104997"/>
                    <a:gd name="connsiteY4" fmla="*/ 101696 h 139843"/>
                    <a:gd name="connsiteX5" fmla="*/ 14329 w 104997"/>
                    <a:gd name="connsiteY5" fmla="*/ 106490 h 139843"/>
                    <a:gd name="connsiteX6" fmla="*/ 65939 w 104997"/>
                    <a:gd name="connsiteY6" fmla="*/ 132601 h 139843"/>
                    <a:gd name="connsiteX7" fmla="*/ 83992 w 104997"/>
                    <a:gd name="connsiteY7" fmla="*/ 117404 h 139843"/>
                    <a:gd name="connsiteX8" fmla="*/ 77057 w 104997"/>
                    <a:gd name="connsiteY8" fmla="*/ 91701 h 139843"/>
                    <a:gd name="connsiteX9" fmla="*/ 59003 w 104997"/>
                    <a:gd name="connsiteY9" fmla="*/ 81399 h 139843"/>
                    <a:gd name="connsiteX10" fmla="*/ 32178 w 104997"/>
                    <a:gd name="connsiteY10" fmla="*/ 70893 h 139843"/>
                    <a:gd name="connsiteX11" fmla="*/ 15859 w 104997"/>
                    <a:gd name="connsiteY11" fmla="*/ 61407 h 139843"/>
                    <a:gd name="connsiteX12" fmla="*/ 16573 w 104997"/>
                    <a:gd name="connsiteY12" fmla="*/ 10511 h 139843"/>
                    <a:gd name="connsiteX13" fmla="*/ 91336 w 104997"/>
                    <a:gd name="connsiteY13" fmla="*/ 9695 h 139843"/>
                    <a:gd name="connsiteX14" fmla="*/ 97354 w 104997"/>
                    <a:gd name="connsiteY14" fmla="*/ 35806 h 139843"/>
                    <a:gd name="connsiteX15" fmla="*/ 87052 w 104997"/>
                    <a:gd name="connsiteY15" fmla="*/ 36214 h 139843"/>
                    <a:gd name="connsiteX16" fmla="*/ 81646 w 104997"/>
                    <a:gd name="connsiteY16" fmla="*/ 24994 h 139843"/>
                    <a:gd name="connsiteX17" fmla="*/ 37992 w 104997"/>
                    <a:gd name="connsiteY17" fmla="*/ 7043 h 139843"/>
                    <a:gd name="connsiteX18" fmla="*/ 28302 w 104997"/>
                    <a:gd name="connsiteY18" fmla="*/ 45598 h 139843"/>
                    <a:gd name="connsiteX19" fmla="*/ 43908 w 104997"/>
                    <a:gd name="connsiteY19" fmla="*/ 56002 h 139843"/>
                    <a:gd name="connsiteX20" fmla="*/ 73793 w 104997"/>
                    <a:gd name="connsiteY20" fmla="*/ 67629 h 139843"/>
                    <a:gd name="connsiteX21" fmla="*/ 89092 w 104997"/>
                    <a:gd name="connsiteY21" fmla="*/ 75075 h 139843"/>
                    <a:gd name="connsiteX22" fmla="*/ 92050 w 104997"/>
                    <a:gd name="connsiteY22" fmla="*/ 127297 h 139843"/>
                    <a:gd name="connsiteX23" fmla="*/ 49416 w 104997"/>
                    <a:gd name="connsiteY23" fmla="*/ 139843 h 139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4997" h="139843">
                      <a:moveTo>
                        <a:pt x="49416" y="139843"/>
                      </a:moveTo>
                      <a:cubicBezTo>
                        <a:pt x="35952" y="139537"/>
                        <a:pt x="22795" y="137803"/>
                        <a:pt x="10963" y="130663"/>
                      </a:cubicBezTo>
                      <a:cubicBezTo>
                        <a:pt x="3007" y="125870"/>
                        <a:pt x="-2398" y="110978"/>
                        <a:pt x="1069" y="102410"/>
                      </a:cubicBezTo>
                      <a:cubicBezTo>
                        <a:pt x="1885" y="100370"/>
                        <a:pt x="4435" y="97820"/>
                        <a:pt x="6373" y="97616"/>
                      </a:cubicBezTo>
                      <a:cubicBezTo>
                        <a:pt x="8209" y="97412"/>
                        <a:pt x="10555" y="99962"/>
                        <a:pt x="12187" y="101696"/>
                      </a:cubicBezTo>
                      <a:cubicBezTo>
                        <a:pt x="13309" y="102920"/>
                        <a:pt x="13615" y="104858"/>
                        <a:pt x="14329" y="106490"/>
                      </a:cubicBezTo>
                      <a:cubicBezTo>
                        <a:pt x="24121" y="128725"/>
                        <a:pt x="42174" y="137905"/>
                        <a:pt x="65939" y="132601"/>
                      </a:cubicBezTo>
                      <a:cubicBezTo>
                        <a:pt x="74609" y="130663"/>
                        <a:pt x="81545" y="126481"/>
                        <a:pt x="83992" y="117404"/>
                      </a:cubicBezTo>
                      <a:cubicBezTo>
                        <a:pt x="86542" y="107612"/>
                        <a:pt x="85012" y="98228"/>
                        <a:pt x="77057" y="91701"/>
                      </a:cubicBezTo>
                      <a:cubicBezTo>
                        <a:pt x="71753" y="87315"/>
                        <a:pt x="65327" y="84255"/>
                        <a:pt x="59003" y="81399"/>
                      </a:cubicBezTo>
                      <a:cubicBezTo>
                        <a:pt x="50231" y="77523"/>
                        <a:pt x="40950" y="74769"/>
                        <a:pt x="32178" y="70893"/>
                      </a:cubicBezTo>
                      <a:cubicBezTo>
                        <a:pt x="26467" y="68343"/>
                        <a:pt x="20755" y="65283"/>
                        <a:pt x="15859" y="61407"/>
                      </a:cubicBezTo>
                      <a:cubicBezTo>
                        <a:pt x="-1072" y="48046"/>
                        <a:pt x="-562" y="23669"/>
                        <a:pt x="16573" y="10511"/>
                      </a:cubicBezTo>
                      <a:cubicBezTo>
                        <a:pt x="34218" y="-3157"/>
                        <a:pt x="73283" y="-3565"/>
                        <a:pt x="91336" y="9695"/>
                      </a:cubicBezTo>
                      <a:cubicBezTo>
                        <a:pt x="96844" y="13775"/>
                        <a:pt x="100516" y="29788"/>
                        <a:pt x="97354" y="35806"/>
                      </a:cubicBezTo>
                      <a:cubicBezTo>
                        <a:pt x="94906" y="40498"/>
                        <a:pt x="89704" y="40804"/>
                        <a:pt x="87052" y="36214"/>
                      </a:cubicBezTo>
                      <a:cubicBezTo>
                        <a:pt x="85012" y="32644"/>
                        <a:pt x="83686" y="28564"/>
                        <a:pt x="81646" y="24994"/>
                      </a:cubicBezTo>
                      <a:cubicBezTo>
                        <a:pt x="72671" y="8981"/>
                        <a:pt x="55535" y="2045"/>
                        <a:pt x="37992" y="7043"/>
                      </a:cubicBezTo>
                      <a:cubicBezTo>
                        <a:pt x="21571" y="11735"/>
                        <a:pt x="15961" y="32644"/>
                        <a:pt x="28302" y="45598"/>
                      </a:cubicBezTo>
                      <a:cubicBezTo>
                        <a:pt x="32484" y="50086"/>
                        <a:pt x="38298" y="53452"/>
                        <a:pt x="43908" y="56002"/>
                      </a:cubicBezTo>
                      <a:cubicBezTo>
                        <a:pt x="53597" y="60387"/>
                        <a:pt x="63899" y="63651"/>
                        <a:pt x="73793" y="67629"/>
                      </a:cubicBezTo>
                      <a:cubicBezTo>
                        <a:pt x="78995" y="69771"/>
                        <a:pt x="84298" y="72117"/>
                        <a:pt x="89092" y="75075"/>
                      </a:cubicBezTo>
                      <a:cubicBezTo>
                        <a:pt x="109083" y="87519"/>
                        <a:pt x="110409" y="112610"/>
                        <a:pt x="92050" y="127297"/>
                      </a:cubicBezTo>
                      <a:cubicBezTo>
                        <a:pt x="79606" y="137395"/>
                        <a:pt x="64715" y="139435"/>
                        <a:pt x="49416" y="139843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87CD3769-75AD-8040-B8EA-B4249C58420E}"/>
                    </a:ext>
                  </a:extLst>
                </p:cNvPr>
                <p:cNvSpPr/>
                <p:nvPr/>
              </p:nvSpPr>
              <p:spPr>
                <a:xfrm>
                  <a:off x="4117167" y="4783794"/>
                  <a:ext cx="77415" cy="167410"/>
                </a:xfrm>
                <a:custGeom>
                  <a:avLst/>
                  <a:gdLst>
                    <a:gd name="connsiteX0" fmla="*/ 77211 w 77415"/>
                    <a:gd name="connsiteY0" fmla="*/ 155035 h 167410"/>
                    <a:gd name="connsiteX1" fmla="*/ 77007 w 77415"/>
                    <a:gd name="connsiteY1" fmla="*/ 157585 h 167410"/>
                    <a:gd name="connsiteX2" fmla="*/ 45286 w 77415"/>
                    <a:gd name="connsiteY2" fmla="*/ 166765 h 167410"/>
                    <a:gd name="connsiteX3" fmla="*/ 23357 w 77415"/>
                    <a:gd name="connsiteY3" fmla="*/ 148712 h 167410"/>
                    <a:gd name="connsiteX4" fmla="*/ 21113 w 77415"/>
                    <a:gd name="connsiteY4" fmla="*/ 131882 h 167410"/>
                    <a:gd name="connsiteX5" fmla="*/ 21011 w 77415"/>
                    <a:gd name="connsiteY5" fmla="*/ 50591 h 167410"/>
                    <a:gd name="connsiteX6" fmla="*/ 8975 w 77415"/>
                    <a:gd name="connsiteY6" fmla="*/ 38249 h 167410"/>
                    <a:gd name="connsiteX7" fmla="*/ 1326 w 77415"/>
                    <a:gd name="connsiteY7" fmla="*/ 38249 h 167410"/>
                    <a:gd name="connsiteX8" fmla="*/ 0 w 77415"/>
                    <a:gd name="connsiteY8" fmla="*/ 36515 h 167410"/>
                    <a:gd name="connsiteX9" fmla="*/ 4284 w 77415"/>
                    <a:gd name="connsiteY9" fmla="*/ 31007 h 167410"/>
                    <a:gd name="connsiteX10" fmla="*/ 31109 w 77415"/>
                    <a:gd name="connsiteY10" fmla="*/ 4692 h 167410"/>
                    <a:gd name="connsiteX11" fmla="*/ 37330 w 77415"/>
                    <a:gd name="connsiteY11" fmla="*/ 0 h 167410"/>
                    <a:gd name="connsiteX12" fmla="*/ 39779 w 77415"/>
                    <a:gd name="connsiteY12" fmla="*/ 7242 h 167410"/>
                    <a:gd name="connsiteX13" fmla="*/ 39676 w 77415"/>
                    <a:gd name="connsiteY13" fmla="*/ 21011 h 167410"/>
                    <a:gd name="connsiteX14" fmla="*/ 48856 w 77415"/>
                    <a:gd name="connsiteY14" fmla="*/ 30497 h 167410"/>
                    <a:gd name="connsiteX15" fmla="*/ 73131 w 77415"/>
                    <a:gd name="connsiteY15" fmla="*/ 30701 h 167410"/>
                    <a:gd name="connsiteX16" fmla="*/ 77415 w 77415"/>
                    <a:gd name="connsiteY16" fmla="*/ 31007 h 167410"/>
                    <a:gd name="connsiteX17" fmla="*/ 77415 w 77415"/>
                    <a:gd name="connsiteY17" fmla="*/ 39983 h 167410"/>
                    <a:gd name="connsiteX18" fmla="*/ 52222 w 77415"/>
                    <a:gd name="connsiteY18" fmla="*/ 38861 h 167410"/>
                    <a:gd name="connsiteX19" fmla="*/ 39574 w 77415"/>
                    <a:gd name="connsiteY19" fmla="*/ 51101 h 167410"/>
                    <a:gd name="connsiteX20" fmla="*/ 39574 w 77415"/>
                    <a:gd name="connsiteY20" fmla="*/ 127802 h 167410"/>
                    <a:gd name="connsiteX21" fmla="*/ 40186 w 77415"/>
                    <a:gd name="connsiteY21" fmla="*/ 140858 h 167410"/>
                    <a:gd name="connsiteX22" fmla="*/ 69765 w 77415"/>
                    <a:gd name="connsiteY22" fmla="*/ 157789 h 167410"/>
                    <a:gd name="connsiteX23" fmla="*/ 77211 w 77415"/>
                    <a:gd name="connsiteY23" fmla="*/ 155035 h 167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77415" h="167410">
                      <a:moveTo>
                        <a:pt x="77211" y="155035"/>
                      </a:moveTo>
                      <a:cubicBezTo>
                        <a:pt x="77007" y="157177"/>
                        <a:pt x="77109" y="157483"/>
                        <a:pt x="77007" y="157585"/>
                      </a:cubicBezTo>
                      <a:cubicBezTo>
                        <a:pt x="68541" y="167785"/>
                        <a:pt x="57016" y="168295"/>
                        <a:pt x="45286" y="166765"/>
                      </a:cubicBezTo>
                      <a:cubicBezTo>
                        <a:pt x="34475" y="165337"/>
                        <a:pt x="26519" y="159421"/>
                        <a:pt x="23357" y="148712"/>
                      </a:cubicBezTo>
                      <a:cubicBezTo>
                        <a:pt x="21827" y="143306"/>
                        <a:pt x="21215" y="137594"/>
                        <a:pt x="21113" y="131882"/>
                      </a:cubicBezTo>
                      <a:cubicBezTo>
                        <a:pt x="20909" y="104751"/>
                        <a:pt x="21011" y="77722"/>
                        <a:pt x="21011" y="50591"/>
                      </a:cubicBezTo>
                      <a:cubicBezTo>
                        <a:pt x="21011" y="38759"/>
                        <a:pt x="20501" y="38249"/>
                        <a:pt x="8975" y="38249"/>
                      </a:cubicBezTo>
                      <a:cubicBezTo>
                        <a:pt x="6426" y="38249"/>
                        <a:pt x="3876" y="38249"/>
                        <a:pt x="1326" y="38249"/>
                      </a:cubicBezTo>
                      <a:cubicBezTo>
                        <a:pt x="918" y="37637"/>
                        <a:pt x="510" y="37127"/>
                        <a:pt x="0" y="36515"/>
                      </a:cubicBezTo>
                      <a:cubicBezTo>
                        <a:pt x="1428" y="34577"/>
                        <a:pt x="2346" y="31925"/>
                        <a:pt x="4284" y="31007"/>
                      </a:cubicBezTo>
                      <a:cubicBezTo>
                        <a:pt x="15809" y="24785"/>
                        <a:pt x="24377" y="15810"/>
                        <a:pt x="31109" y="4692"/>
                      </a:cubicBezTo>
                      <a:cubicBezTo>
                        <a:pt x="32333" y="2652"/>
                        <a:pt x="35189" y="1530"/>
                        <a:pt x="37330" y="0"/>
                      </a:cubicBezTo>
                      <a:cubicBezTo>
                        <a:pt x="38146" y="2448"/>
                        <a:pt x="39574" y="4794"/>
                        <a:pt x="39779" y="7242"/>
                      </a:cubicBezTo>
                      <a:cubicBezTo>
                        <a:pt x="40084" y="11832"/>
                        <a:pt x="39676" y="16422"/>
                        <a:pt x="39676" y="21011"/>
                      </a:cubicBezTo>
                      <a:cubicBezTo>
                        <a:pt x="39676" y="28559"/>
                        <a:pt x="41104" y="30191"/>
                        <a:pt x="48856" y="30497"/>
                      </a:cubicBezTo>
                      <a:cubicBezTo>
                        <a:pt x="56914" y="30803"/>
                        <a:pt x="65073" y="30599"/>
                        <a:pt x="73131" y="30701"/>
                      </a:cubicBezTo>
                      <a:cubicBezTo>
                        <a:pt x="74457" y="30701"/>
                        <a:pt x="75681" y="30905"/>
                        <a:pt x="77415" y="31007"/>
                      </a:cubicBezTo>
                      <a:cubicBezTo>
                        <a:pt x="77415" y="33965"/>
                        <a:pt x="77415" y="36617"/>
                        <a:pt x="77415" y="39983"/>
                      </a:cubicBezTo>
                      <a:cubicBezTo>
                        <a:pt x="68745" y="39575"/>
                        <a:pt x="60484" y="38963"/>
                        <a:pt x="52222" y="38861"/>
                      </a:cubicBezTo>
                      <a:cubicBezTo>
                        <a:pt x="41104" y="38657"/>
                        <a:pt x="39574" y="40187"/>
                        <a:pt x="39574" y="51101"/>
                      </a:cubicBezTo>
                      <a:cubicBezTo>
                        <a:pt x="39574" y="76702"/>
                        <a:pt x="39574" y="102201"/>
                        <a:pt x="39574" y="127802"/>
                      </a:cubicBezTo>
                      <a:cubicBezTo>
                        <a:pt x="39574" y="132188"/>
                        <a:pt x="39676" y="136574"/>
                        <a:pt x="40186" y="140858"/>
                      </a:cubicBezTo>
                      <a:cubicBezTo>
                        <a:pt x="42022" y="157687"/>
                        <a:pt x="54058" y="164419"/>
                        <a:pt x="69765" y="157789"/>
                      </a:cubicBezTo>
                      <a:cubicBezTo>
                        <a:pt x="72009" y="156667"/>
                        <a:pt x="74253" y="156055"/>
                        <a:pt x="77211" y="155035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137060BC-CA89-0546-B0CD-89DB4374380F}"/>
                    </a:ext>
                  </a:extLst>
                </p:cNvPr>
                <p:cNvSpPr/>
                <p:nvPr/>
              </p:nvSpPr>
              <p:spPr>
                <a:xfrm>
                  <a:off x="4215899" y="4759213"/>
                  <a:ext cx="31924" cy="55486"/>
                </a:xfrm>
                <a:custGeom>
                  <a:avLst/>
                  <a:gdLst>
                    <a:gd name="connsiteX0" fmla="*/ 8874 w 31924"/>
                    <a:gd name="connsiteY0" fmla="*/ 51610 h 55486"/>
                    <a:gd name="connsiteX1" fmla="*/ 18767 w 31924"/>
                    <a:gd name="connsiteY1" fmla="*/ 34271 h 55486"/>
                    <a:gd name="connsiteX2" fmla="*/ 13974 w 31924"/>
                    <a:gd name="connsiteY2" fmla="*/ 28865 h 55486"/>
                    <a:gd name="connsiteX3" fmla="*/ 0 w 31924"/>
                    <a:gd name="connsiteY3" fmla="*/ 14586 h 55486"/>
                    <a:gd name="connsiteX4" fmla="*/ 15198 w 31924"/>
                    <a:gd name="connsiteY4" fmla="*/ 0 h 55486"/>
                    <a:gd name="connsiteX5" fmla="*/ 31925 w 31924"/>
                    <a:gd name="connsiteY5" fmla="*/ 20603 h 55486"/>
                    <a:gd name="connsiteX6" fmla="*/ 11934 w 31924"/>
                    <a:gd name="connsiteY6" fmla="*/ 55486 h 55486"/>
                    <a:gd name="connsiteX7" fmla="*/ 8874 w 31924"/>
                    <a:gd name="connsiteY7" fmla="*/ 51610 h 55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924" h="55486">
                      <a:moveTo>
                        <a:pt x="8874" y="51610"/>
                      </a:moveTo>
                      <a:cubicBezTo>
                        <a:pt x="13974" y="47123"/>
                        <a:pt x="18767" y="38453"/>
                        <a:pt x="18767" y="34271"/>
                      </a:cubicBezTo>
                      <a:cubicBezTo>
                        <a:pt x="18767" y="30701"/>
                        <a:pt x="16728" y="28865"/>
                        <a:pt x="13974" y="28865"/>
                      </a:cubicBezTo>
                      <a:cubicBezTo>
                        <a:pt x="6222" y="28865"/>
                        <a:pt x="0" y="23153"/>
                        <a:pt x="0" y="14586"/>
                      </a:cubicBezTo>
                      <a:cubicBezTo>
                        <a:pt x="0" y="5304"/>
                        <a:pt x="7446" y="0"/>
                        <a:pt x="15198" y="0"/>
                      </a:cubicBezTo>
                      <a:cubicBezTo>
                        <a:pt x="26825" y="0"/>
                        <a:pt x="31925" y="10098"/>
                        <a:pt x="31925" y="20603"/>
                      </a:cubicBezTo>
                      <a:cubicBezTo>
                        <a:pt x="31925" y="32843"/>
                        <a:pt x="24785" y="47429"/>
                        <a:pt x="11934" y="55486"/>
                      </a:cubicBezTo>
                      <a:lnTo>
                        <a:pt x="8874" y="51610"/>
                      </a:ln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" name="Graphic 53">
                <a:extLst>
                  <a:ext uri="{FF2B5EF4-FFF2-40B4-BE49-F238E27FC236}">
                    <a16:creationId xmlns:a16="http://schemas.microsoft.com/office/drawing/2014/main" id="{C7AFD64E-8949-8C4E-BFB3-6BA983646EC8}"/>
                  </a:ext>
                </a:extLst>
              </p:cNvPr>
              <p:cNvGrpSpPr/>
              <p:nvPr/>
            </p:nvGrpSpPr>
            <p:grpSpPr>
              <a:xfrm>
                <a:off x="9784638" y="4062210"/>
                <a:ext cx="1042163" cy="348067"/>
                <a:chOff x="4449164" y="4763202"/>
                <a:chExt cx="563834" cy="188312"/>
              </a:xfrm>
              <a:grpFill/>
            </p:grpSpPr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4A28DE56-DAD2-C545-B9C7-D5453875E7AB}"/>
                    </a:ext>
                  </a:extLst>
                </p:cNvPr>
                <p:cNvSpPr/>
                <p:nvPr/>
              </p:nvSpPr>
              <p:spPr>
                <a:xfrm>
                  <a:off x="4449164" y="4763202"/>
                  <a:ext cx="172577" cy="186568"/>
                </a:xfrm>
                <a:custGeom>
                  <a:avLst/>
                  <a:gdLst>
                    <a:gd name="connsiteX0" fmla="*/ 148200 w 172577"/>
                    <a:gd name="connsiteY0" fmla="*/ 148191 h 186568"/>
                    <a:gd name="connsiteX1" fmla="*/ 148200 w 172577"/>
                    <a:gd name="connsiteY1" fmla="*/ 142479 h 186568"/>
                    <a:gd name="connsiteX2" fmla="*/ 148200 w 172577"/>
                    <a:gd name="connsiteY2" fmla="*/ 23142 h 186568"/>
                    <a:gd name="connsiteX3" fmla="*/ 135349 w 172577"/>
                    <a:gd name="connsiteY3" fmla="*/ 5497 h 186568"/>
                    <a:gd name="connsiteX4" fmla="*/ 131065 w 172577"/>
                    <a:gd name="connsiteY4" fmla="*/ 2029 h 186568"/>
                    <a:gd name="connsiteX5" fmla="*/ 132085 w 172577"/>
                    <a:gd name="connsiteY5" fmla="*/ 91 h 186568"/>
                    <a:gd name="connsiteX6" fmla="*/ 169314 w 172577"/>
                    <a:gd name="connsiteY6" fmla="*/ 193 h 186568"/>
                    <a:gd name="connsiteX7" fmla="*/ 172578 w 172577"/>
                    <a:gd name="connsiteY7" fmla="*/ 2335 h 186568"/>
                    <a:gd name="connsiteX8" fmla="*/ 169824 w 172577"/>
                    <a:gd name="connsiteY8" fmla="*/ 5293 h 186568"/>
                    <a:gd name="connsiteX9" fmla="*/ 163500 w 172577"/>
                    <a:gd name="connsiteY9" fmla="*/ 7027 h 186568"/>
                    <a:gd name="connsiteX10" fmla="*/ 155850 w 172577"/>
                    <a:gd name="connsiteY10" fmla="*/ 16512 h 186568"/>
                    <a:gd name="connsiteX11" fmla="*/ 155646 w 172577"/>
                    <a:gd name="connsiteY11" fmla="*/ 24366 h 186568"/>
                    <a:gd name="connsiteX12" fmla="*/ 155646 w 172577"/>
                    <a:gd name="connsiteY12" fmla="*/ 177872 h 186568"/>
                    <a:gd name="connsiteX13" fmla="*/ 155646 w 172577"/>
                    <a:gd name="connsiteY13" fmla="*/ 185624 h 186568"/>
                    <a:gd name="connsiteX14" fmla="*/ 144223 w 172577"/>
                    <a:gd name="connsiteY14" fmla="*/ 182054 h 186568"/>
                    <a:gd name="connsiteX15" fmla="*/ 31211 w 172577"/>
                    <a:gd name="connsiteY15" fmla="*/ 29058 h 186568"/>
                    <a:gd name="connsiteX16" fmla="*/ 26009 w 172577"/>
                    <a:gd name="connsiteY16" fmla="*/ 22326 h 186568"/>
                    <a:gd name="connsiteX17" fmla="*/ 25499 w 172577"/>
                    <a:gd name="connsiteY17" fmla="*/ 28956 h 186568"/>
                    <a:gd name="connsiteX18" fmla="*/ 25499 w 172577"/>
                    <a:gd name="connsiteY18" fmla="*/ 164714 h 186568"/>
                    <a:gd name="connsiteX19" fmla="*/ 37433 w 172577"/>
                    <a:gd name="connsiteY19" fmla="*/ 181136 h 186568"/>
                    <a:gd name="connsiteX20" fmla="*/ 42022 w 172577"/>
                    <a:gd name="connsiteY20" fmla="*/ 184400 h 186568"/>
                    <a:gd name="connsiteX21" fmla="*/ 41104 w 172577"/>
                    <a:gd name="connsiteY21" fmla="*/ 186134 h 186568"/>
                    <a:gd name="connsiteX22" fmla="*/ 1428 w 172577"/>
                    <a:gd name="connsiteY22" fmla="*/ 186134 h 186568"/>
                    <a:gd name="connsiteX23" fmla="*/ 204 w 172577"/>
                    <a:gd name="connsiteY23" fmla="*/ 184910 h 186568"/>
                    <a:gd name="connsiteX24" fmla="*/ 4386 w 172577"/>
                    <a:gd name="connsiteY24" fmla="*/ 181238 h 186568"/>
                    <a:gd name="connsiteX25" fmla="*/ 18053 w 172577"/>
                    <a:gd name="connsiteY25" fmla="*/ 162980 h 186568"/>
                    <a:gd name="connsiteX26" fmla="*/ 18053 w 172577"/>
                    <a:gd name="connsiteY26" fmla="*/ 23958 h 186568"/>
                    <a:gd name="connsiteX27" fmla="*/ 4182 w 172577"/>
                    <a:gd name="connsiteY27" fmla="*/ 5293 h 186568"/>
                    <a:gd name="connsiteX28" fmla="*/ 0 w 172577"/>
                    <a:gd name="connsiteY28" fmla="*/ 1927 h 186568"/>
                    <a:gd name="connsiteX29" fmla="*/ 1020 w 172577"/>
                    <a:gd name="connsiteY29" fmla="*/ 91 h 186568"/>
                    <a:gd name="connsiteX30" fmla="*/ 33659 w 172577"/>
                    <a:gd name="connsiteY30" fmla="*/ 295 h 186568"/>
                    <a:gd name="connsiteX31" fmla="*/ 39880 w 172577"/>
                    <a:gd name="connsiteY31" fmla="*/ 5191 h 186568"/>
                    <a:gd name="connsiteX32" fmla="*/ 141979 w 172577"/>
                    <a:gd name="connsiteY32" fmla="*/ 142581 h 186568"/>
                    <a:gd name="connsiteX33" fmla="*/ 146772 w 172577"/>
                    <a:gd name="connsiteY33" fmla="*/ 148701 h 186568"/>
                    <a:gd name="connsiteX34" fmla="*/ 148200 w 172577"/>
                    <a:gd name="connsiteY34" fmla="*/ 148191 h 18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72577" h="186568">
                      <a:moveTo>
                        <a:pt x="148200" y="148191"/>
                      </a:moveTo>
                      <a:cubicBezTo>
                        <a:pt x="148200" y="146253"/>
                        <a:pt x="148200" y="144417"/>
                        <a:pt x="148200" y="142479"/>
                      </a:cubicBezTo>
                      <a:cubicBezTo>
                        <a:pt x="148200" y="102700"/>
                        <a:pt x="148200" y="62921"/>
                        <a:pt x="148200" y="23142"/>
                      </a:cubicBezTo>
                      <a:cubicBezTo>
                        <a:pt x="148200" y="10495"/>
                        <a:pt x="147180" y="9271"/>
                        <a:pt x="135349" y="5497"/>
                      </a:cubicBezTo>
                      <a:cubicBezTo>
                        <a:pt x="133717" y="4987"/>
                        <a:pt x="132493" y="3253"/>
                        <a:pt x="131065" y="2029"/>
                      </a:cubicBezTo>
                      <a:cubicBezTo>
                        <a:pt x="131371" y="1417"/>
                        <a:pt x="131779" y="703"/>
                        <a:pt x="132085" y="91"/>
                      </a:cubicBezTo>
                      <a:cubicBezTo>
                        <a:pt x="144529" y="91"/>
                        <a:pt x="156972" y="-11"/>
                        <a:pt x="169314" y="193"/>
                      </a:cubicBezTo>
                      <a:cubicBezTo>
                        <a:pt x="170436" y="193"/>
                        <a:pt x="171456" y="1621"/>
                        <a:pt x="172578" y="2335"/>
                      </a:cubicBezTo>
                      <a:cubicBezTo>
                        <a:pt x="171659" y="3355"/>
                        <a:pt x="170946" y="4783"/>
                        <a:pt x="169824" y="5293"/>
                      </a:cubicBezTo>
                      <a:cubicBezTo>
                        <a:pt x="167886" y="6211"/>
                        <a:pt x="165642" y="6313"/>
                        <a:pt x="163500" y="7027"/>
                      </a:cubicBezTo>
                      <a:cubicBezTo>
                        <a:pt x="158808" y="8455"/>
                        <a:pt x="156156" y="11617"/>
                        <a:pt x="155850" y="16512"/>
                      </a:cubicBezTo>
                      <a:cubicBezTo>
                        <a:pt x="155646" y="19165"/>
                        <a:pt x="155646" y="21714"/>
                        <a:pt x="155646" y="24366"/>
                      </a:cubicBezTo>
                      <a:cubicBezTo>
                        <a:pt x="155646" y="75569"/>
                        <a:pt x="155646" y="126669"/>
                        <a:pt x="155646" y="177872"/>
                      </a:cubicBezTo>
                      <a:cubicBezTo>
                        <a:pt x="155646" y="180422"/>
                        <a:pt x="155646" y="183074"/>
                        <a:pt x="155646" y="185624"/>
                      </a:cubicBezTo>
                      <a:cubicBezTo>
                        <a:pt x="150342" y="187765"/>
                        <a:pt x="147282" y="186134"/>
                        <a:pt x="144223" y="182054"/>
                      </a:cubicBezTo>
                      <a:cubicBezTo>
                        <a:pt x="106688" y="130953"/>
                        <a:pt x="68949" y="80057"/>
                        <a:pt x="31211" y="29058"/>
                      </a:cubicBezTo>
                      <a:cubicBezTo>
                        <a:pt x="29783" y="27120"/>
                        <a:pt x="28355" y="25284"/>
                        <a:pt x="26009" y="22326"/>
                      </a:cubicBezTo>
                      <a:cubicBezTo>
                        <a:pt x="25805" y="25386"/>
                        <a:pt x="25499" y="27222"/>
                        <a:pt x="25499" y="28956"/>
                      </a:cubicBezTo>
                      <a:cubicBezTo>
                        <a:pt x="25499" y="74243"/>
                        <a:pt x="25499" y="119427"/>
                        <a:pt x="25499" y="164714"/>
                      </a:cubicBezTo>
                      <a:cubicBezTo>
                        <a:pt x="25499" y="176036"/>
                        <a:pt x="26723" y="177566"/>
                        <a:pt x="37433" y="181136"/>
                      </a:cubicBezTo>
                      <a:cubicBezTo>
                        <a:pt x="39166" y="181748"/>
                        <a:pt x="40492" y="183278"/>
                        <a:pt x="42022" y="184400"/>
                      </a:cubicBezTo>
                      <a:cubicBezTo>
                        <a:pt x="41716" y="185012"/>
                        <a:pt x="41410" y="185624"/>
                        <a:pt x="41104" y="186134"/>
                      </a:cubicBezTo>
                      <a:cubicBezTo>
                        <a:pt x="27845" y="186134"/>
                        <a:pt x="14687" y="186134"/>
                        <a:pt x="1428" y="186134"/>
                      </a:cubicBezTo>
                      <a:cubicBezTo>
                        <a:pt x="1020" y="185726"/>
                        <a:pt x="612" y="185318"/>
                        <a:pt x="204" y="184910"/>
                      </a:cubicBezTo>
                      <a:cubicBezTo>
                        <a:pt x="1530" y="183686"/>
                        <a:pt x="2754" y="181748"/>
                        <a:pt x="4386" y="181238"/>
                      </a:cubicBezTo>
                      <a:cubicBezTo>
                        <a:pt x="17339" y="177362"/>
                        <a:pt x="18053" y="176444"/>
                        <a:pt x="18053" y="162980"/>
                      </a:cubicBezTo>
                      <a:cubicBezTo>
                        <a:pt x="18053" y="116674"/>
                        <a:pt x="18053" y="70265"/>
                        <a:pt x="18053" y="23958"/>
                      </a:cubicBezTo>
                      <a:cubicBezTo>
                        <a:pt x="18053" y="9985"/>
                        <a:pt x="17339" y="9169"/>
                        <a:pt x="4182" y="5293"/>
                      </a:cubicBezTo>
                      <a:cubicBezTo>
                        <a:pt x="2550" y="4783"/>
                        <a:pt x="1326" y="3049"/>
                        <a:pt x="0" y="1927"/>
                      </a:cubicBezTo>
                      <a:cubicBezTo>
                        <a:pt x="306" y="1315"/>
                        <a:pt x="714" y="703"/>
                        <a:pt x="1020" y="91"/>
                      </a:cubicBezTo>
                      <a:cubicBezTo>
                        <a:pt x="11934" y="91"/>
                        <a:pt x="22847" y="-215"/>
                        <a:pt x="33659" y="295"/>
                      </a:cubicBezTo>
                      <a:cubicBezTo>
                        <a:pt x="35801" y="397"/>
                        <a:pt x="38350" y="3049"/>
                        <a:pt x="39880" y="5191"/>
                      </a:cubicBezTo>
                      <a:cubicBezTo>
                        <a:pt x="73947" y="50988"/>
                        <a:pt x="107912" y="96784"/>
                        <a:pt x="141979" y="142581"/>
                      </a:cubicBezTo>
                      <a:cubicBezTo>
                        <a:pt x="143509" y="144621"/>
                        <a:pt x="145140" y="146661"/>
                        <a:pt x="146772" y="148701"/>
                      </a:cubicBezTo>
                      <a:cubicBezTo>
                        <a:pt x="147282" y="148497"/>
                        <a:pt x="147690" y="148293"/>
                        <a:pt x="148200" y="148191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CF465394-91F9-DA42-BAA5-2D72ACCC37BE}"/>
                    </a:ext>
                  </a:extLst>
                </p:cNvPr>
                <p:cNvSpPr/>
                <p:nvPr/>
              </p:nvSpPr>
              <p:spPr>
                <a:xfrm>
                  <a:off x="4776674" y="4814699"/>
                  <a:ext cx="140346" cy="134737"/>
                </a:xfrm>
                <a:custGeom>
                  <a:avLst/>
                  <a:gdLst>
                    <a:gd name="connsiteX0" fmla="*/ 54058 w 140346"/>
                    <a:gd name="connsiteY0" fmla="*/ 134738 h 134737"/>
                    <a:gd name="connsiteX1" fmla="*/ 1122 w 140346"/>
                    <a:gd name="connsiteY1" fmla="*/ 134738 h 134737"/>
                    <a:gd name="connsiteX2" fmla="*/ 0 w 140346"/>
                    <a:gd name="connsiteY2" fmla="*/ 133208 h 134737"/>
                    <a:gd name="connsiteX3" fmla="*/ 4488 w 140346"/>
                    <a:gd name="connsiteY3" fmla="*/ 129128 h 134737"/>
                    <a:gd name="connsiteX4" fmla="*/ 35597 w 140346"/>
                    <a:gd name="connsiteY4" fmla="*/ 107505 h 134737"/>
                    <a:gd name="connsiteX5" fmla="*/ 63136 w 140346"/>
                    <a:gd name="connsiteY5" fmla="*/ 71602 h 134737"/>
                    <a:gd name="connsiteX6" fmla="*/ 22439 w 140346"/>
                    <a:gd name="connsiteY6" fmla="*/ 17441 h 134737"/>
                    <a:gd name="connsiteX7" fmla="*/ 6120 w 140346"/>
                    <a:gd name="connsiteY7" fmla="*/ 5814 h 134737"/>
                    <a:gd name="connsiteX8" fmla="*/ 1530 w 140346"/>
                    <a:gd name="connsiteY8" fmla="*/ 1530 h 134737"/>
                    <a:gd name="connsiteX9" fmla="*/ 2652 w 140346"/>
                    <a:gd name="connsiteY9" fmla="*/ 0 h 134737"/>
                    <a:gd name="connsiteX10" fmla="*/ 58138 w 140346"/>
                    <a:gd name="connsiteY10" fmla="*/ 0 h 134737"/>
                    <a:gd name="connsiteX11" fmla="*/ 59362 w 140346"/>
                    <a:gd name="connsiteY11" fmla="*/ 1428 h 134737"/>
                    <a:gd name="connsiteX12" fmla="*/ 54874 w 140346"/>
                    <a:gd name="connsiteY12" fmla="*/ 5610 h 134737"/>
                    <a:gd name="connsiteX13" fmla="*/ 49570 w 140346"/>
                    <a:gd name="connsiteY13" fmla="*/ 20807 h 134737"/>
                    <a:gd name="connsiteX14" fmla="*/ 74457 w 140346"/>
                    <a:gd name="connsiteY14" fmla="*/ 56608 h 134737"/>
                    <a:gd name="connsiteX15" fmla="*/ 95570 w 140346"/>
                    <a:gd name="connsiteY15" fmla="*/ 21113 h 134737"/>
                    <a:gd name="connsiteX16" fmla="*/ 88737 w 140346"/>
                    <a:gd name="connsiteY16" fmla="*/ 5814 h 134737"/>
                    <a:gd name="connsiteX17" fmla="*/ 83943 w 140346"/>
                    <a:gd name="connsiteY17" fmla="*/ 1734 h 134737"/>
                    <a:gd name="connsiteX18" fmla="*/ 85065 w 140346"/>
                    <a:gd name="connsiteY18" fmla="*/ 102 h 134737"/>
                    <a:gd name="connsiteX19" fmla="*/ 140347 w 140346"/>
                    <a:gd name="connsiteY19" fmla="*/ 102 h 134737"/>
                    <a:gd name="connsiteX20" fmla="*/ 135145 w 140346"/>
                    <a:gd name="connsiteY20" fmla="*/ 5304 h 134737"/>
                    <a:gd name="connsiteX21" fmla="*/ 102812 w 140346"/>
                    <a:gd name="connsiteY21" fmla="*/ 28457 h 134737"/>
                    <a:gd name="connsiteX22" fmla="*/ 77823 w 140346"/>
                    <a:gd name="connsiteY22" fmla="*/ 62116 h 134737"/>
                    <a:gd name="connsiteX23" fmla="*/ 117296 w 140346"/>
                    <a:gd name="connsiteY23" fmla="*/ 115461 h 134737"/>
                    <a:gd name="connsiteX24" fmla="*/ 135553 w 140346"/>
                    <a:gd name="connsiteY24" fmla="*/ 128822 h 134737"/>
                    <a:gd name="connsiteX25" fmla="*/ 140347 w 140346"/>
                    <a:gd name="connsiteY25" fmla="*/ 133004 h 134737"/>
                    <a:gd name="connsiteX26" fmla="*/ 139327 w 140346"/>
                    <a:gd name="connsiteY26" fmla="*/ 134738 h 134737"/>
                    <a:gd name="connsiteX27" fmla="*/ 80883 w 140346"/>
                    <a:gd name="connsiteY27" fmla="*/ 134738 h 134737"/>
                    <a:gd name="connsiteX28" fmla="*/ 86289 w 140346"/>
                    <a:gd name="connsiteY28" fmla="*/ 129230 h 134737"/>
                    <a:gd name="connsiteX29" fmla="*/ 91593 w 140346"/>
                    <a:gd name="connsiteY29" fmla="*/ 113625 h 134737"/>
                    <a:gd name="connsiteX30" fmla="*/ 65890 w 140346"/>
                    <a:gd name="connsiteY30" fmla="*/ 76396 h 134737"/>
                    <a:gd name="connsiteX31" fmla="*/ 44980 w 140346"/>
                    <a:gd name="connsiteY31" fmla="*/ 112911 h 134737"/>
                    <a:gd name="connsiteX32" fmla="*/ 51508 w 140346"/>
                    <a:gd name="connsiteY32" fmla="*/ 129128 h 134737"/>
                    <a:gd name="connsiteX33" fmla="*/ 55690 w 140346"/>
                    <a:gd name="connsiteY33" fmla="*/ 133310 h 134737"/>
                    <a:gd name="connsiteX34" fmla="*/ 54058 w 140346"/>
                    <a:gd name="connsiteY34" fmla="*/ 134738 h 13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40346" h="134737">
                      <a:moveTo>
                        <a:pt x="54058" y="134738"/>
                      </a:moveTo>
                      <a:cubicBezTo>
                        <a:pt x="36413" y="134738"/>
                        <a:pt x="18767" y="134738"/>
                        <a:pt x="1122" y="134738"/>
                      </a:cubicBezTo>
                      <a:cubicBezTo>
                        <a:pt x="714" y="134228"/>
                        <a:pt x="306" y="133718"/>
                        <a:pt x="0" y="133208"/>
                      </a:cubicBezTo>
                      <a:cubicBezTo>
                        <a:pt x="1530" y="131780"/>
                        <a:pt x="2754" y="129536"/>
                        <a:pt x="4488" y="129128"/>
                      </a:cubicBezTo>
                      <a:cubicBezTo>
                        <a:pt x="17849" y="126068"/>
                        <a:pt x="27539" y="117908"/>
                        <a:pt x="35597" y="107505"/>
                      </a:cubicBezTo>
                      <a:cubicBezTo>
                        <a:pt x="44674" y="95775"/>
                        <a:pt x="53650" y="83944"/>
                        <a:pt x="63136" y="71602"/>
                      </a:cubicBezTo>
                      <a:cubicBezTo>
                        <a:pt x="49468" y="53344"/>
                        <a:pt x="36515" y="34985"/>
                        <a:pt x="22439" y="17441"/>
                      </a:cubicBezTo>
                      <a:cubicBezTo>
                        <a:pt x="18461" y="12444"/>
                        <a:pt x="11526" y="9690"/>
                        <a:pt x="6120" y="5814"/>
                      </a:cubicBezTo>
                      <a:cubicBezTo>
                        <a:pt x="4386" y="4590"/>
                        <a:pt x="3060" y="2958"/>
                        <a:pt x="1530" y="1530"/>
                      </a:cubicBezTo>
                      <a:cubicBezTo>
                        <a:pt x="1938" y="1020"/>
                        <a:pt x="2346" y="510"/>
                        <a:pt x="2652" y="0"/>
                      </a:cubicBezTo>
                      <a:cubicBezTo>
                        <a:pt x="21113" y="0"/>
                        <a:pt x="39677" y="0"/>
                        <a:pt x="58138" y="0"/>
                      </a:cubicBezTo>
                      <a:cubicBezTo>
                        <a:pt x="58546" y="510"/>
                        <a:pt x="58954" y="1020"/>
                        <a:pt x="59362" y="1428"/>
                      </a:cubicBezTo>
                      <a:cubicBezTo>
                        <a:pt x="57934" y="2856"/>
                        <a:pt x="56608" y="4794"/>
                        <a:pt x="54874" y="5610"/>
                      </a:cubicBezTo>
                      <a:cubicBezTo>
                        <a:pt x="46306" y="9690"/>
                        <a:pt x="44572" y="13056"/>
                        <a:pt x="49570" y="20807"/>
                      </a:cubicBezTo>
                      <a:cubicBezTo>
                        <a:pt x="57220" y="32741"/>
                        <a:pt x="65686" y="44063"/>
                        <a:pt x="74457" y="56608"/>
                      </a:cubicBezTo>
                      <a:cubicBezTo>
                        <a:pt x="82923" y="44675"/>
                        <a:pt x="91389" y="34169"/>
                        <a:pt x="95570" y="21113"/>
                      </a:cubicBezTo>
                      <a:cubicBezTo>
                        <a:pt x="98120" y="13260"/>
                        <a:pt x="96183" y="9588"/>
                        <a:pt x="88737" y="5814"/>
                      </a:cubicBezTo>
                      <a:cubicBezTo>
                        <a:pt x="86901" y="4896"/>
                        <a:pt x="85575" y="3060"/>
                        <a:pt x="83943" y="1734"/>
                      </a:cubicBezTo>
                      <a:cubicBezTo>
                        <a:pt x="84351" y="1224"/>
                        <a:pt x="84657" y="612"/>
                        <a:pt x="85065" y="102"/>
                      </a:cubicBezTo>
                      <a:cubicBezTo>
                        <a:pt x="102710" y="102"/>
                        <a:pt x="120356" y="102"/>
                        <a:pt x="140347" y="102"/>
                      </a:cubicBezTo>
                      <a:cubicBezTo>
                        <a:pt x="137899" y="2652"/>
                        <a:pt x="136675" y="4998"/>
                        <a:pt x="135145" y="5304"/>
                      </a:cubicBezTo>
                      <a:cubicBezTo>
                        <a:pt x="121069" y="8568"/>
                        <a:pt x="111074" y="17238"/>
                        <a:pt x="102812" y="28457"/>
                      </a:cubicBezTo>
                      <a:cubicBezTo>
                        <a:pt x="94550" y="39473"/>
                        <a:pt x="86391" y="50590"/>
                        <a:pt x="77823" y="62116"/>
                      </a:cubicBezTo>
                      <a:cubicBezTo>
                        <a:pt x="90981" y="80170"/>
                        <a:pt x="103526" y="98223"/>
                        <a:pt x="117296" y="115461"/>
                      </a:cubicBezTo>
                      <a:cubicBezTo>
                        <a:pt x="121784" y="121172"/>
                        <a:pt x="129433" y="124334"/>
                        <a:pt x="135553" y="128822"/>
                      </a:cubicBezTo>
                      <a:cubicBezTo>
                        <a:pt x="137287" y="130046"/>
                        <a:pt x="138817" y="131576"/>
                        <a:pt x="140347" y="133004"/>
                      </a:cubicBezTo>
                      <a:cubicBezTo>
                        <a:pt x="140041" y="133616"/>
                        <a:pt x="139633" y="134126"/>
                        <a:pt x="139327" y="134738"/>
                      </a:cubicBezTo>
                      <a:cubicBezTo>
                        <a:pt x="120662" y="134738"/>
                        <a:pt x="101996" y="134738"/>
                        <a:pt x="80883" y="134738"/>
                      </a:cubicBezTo>
                      <a:cubicBezTo>
                        <a:pt x="83433" y="131984"/>
                        <a:pt x="84555" y="129944"/>
                        <a:pt x="86289" y="129230"/>
                      </a:cubicBezTo>
                      <a:cubicBezTo>
                        <a:pt x="95265" y="124946"/>
                        <a:pt x="96795" y="121784"/>
                        <a:pt x="91593" y="113625"/>
                      </a:cubicBezTo>
                      <a:cubicBezTo>
                        <a:pt x="83841" y="101589"/>
                        <a:pt x="75375" y="90063"/>
                        <a:pt x="65890" y="76396"/>
                      </a:cubicBezTo>
                      <a:cubicBezTo>
                        <a:pt x="58240" y="89655"/>
                        <a:pt x="50896" y="100977"/>
                        <a:pt x="44980" y="112911"/>
                      </a:cubicBezTo>
                      <a:cubicBezTo>
                        <a:pt x="41002" y="120968"/>
                        <a:pt x="43348" y="124844"/>
                        <a:pt x="51508" y="129128"/>
                      </a:cubicBezTo>
                      <a:cubicBezTo>
                        <a:pt x="53140" y="129944"/>
                        <a:pt x="54262" y="131882"/>
                        <a:pt x="55690" y="133310"/>
                      </a:cubicBezTo>
                      <a:cubicBezTo>
                        <a:pt x="55078" y="133616"/>
                        <a:pt x="54568" y="134228"/>
                        <a:pt x="54058" y="134738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E75A56C8-C3C8-064B-8F60-AC0F35E5F0B5}"/>
                    </a:ext>
                  </a:extLst>
                </p:cNvPr>
                <p:cNvSpPr/>
                <p:nvPr/>
              </p:nvSpPr>
              <p:spPr>
                <a:xfrm>
                  <a:off x="4934156" y="4783590"/>
                  <a:ext cx="78842" cy="167924"/>
                </a:xfrm>
                <a:custGeom>
                  <a:avLst/>
                  <a:gdLst>
                    <a:gd name="connsiteX0" fmla="*/ 78843 w 78842"/>
                    <a:gd name="connsiteY0" fmla="*/ 31109 h 167924"/>
                    <a:gd name="connsiteX1" fmla="*/ 78843 w 78842"/>
                    <a:gd name="connsiteY1" fmla="*/ 39881 h 167924"/>
                    <a:gd name="connsiteX2" fmla="*/ 58750 w 78842"/>
                    <a:gd name="connsiteY2" fmla="*/ 38963 h 167924"/>
                    <a:gd name="connsiteX3" fmla="*/ 40798 w 78842"/>
                    <a:gd name="connsiteY3" fmla="*/ 56098 h 167924"/>
                    <a:gd name="connsiteX4" fmla="*/ 40798 w 78842"/>
                    <a:gd name="connsiteY4" fmla="*/ 125660 h 167924"/>
                    <a:gd name="connsiteX5" fmla="*/ 41206 w 78842"/>
                    <a:gd name="connsiteY5" fmla="*/ 139430 h 167924"/>
                    <a:gd name="connsiteX6" fmla="*/ 71805 w 78842"/>
                    <a:gd name="connsiteY6" fmla="*/ 157585 h 167924"/>
                    <a:gd name="connsiteX7" fmla="*/ 77313 w 78842"/>
                    <a:gd name="connsiteY7" fmla="*/ 155341 h 167924"/>
                    <a:gd name="connsiteX8" fmla="*/ 78537 w 78842"/>
                    <a:gd name="connsiteY8" fmla="*/ 156871 h 167924"/>
                    <a:gd name="connsiteX9" fmla="*/ 75987 w 78842"/>
                    <a:gd name="connsiteY9" fmla="*/ 160441 h 167924"/>
                    <a:gd name="connsiteX10" fmla="*/ 39982 w 78842"/>
                    <a:gd name="connsiteY10" fmla="*/ 165235 h 167924"/>
                    <a:gd name="connsiteX11" fmla="*/ 22643 w 78842"/>
                    <a:gd name="connsiteY11" fmla="*/ 140450 h 167924"/>
                    <a:gd name="connsiteX12" fmla="*/ 22031 w 78842"/>
                    <a:gd name="connsiteY12" fmla="*/ 114237 h 167924"/>
                    <a:gd name="connsiteX13" fmla="*/ 22031 w 78842"/>
                    <a:gd name="connsiteY13" fmla="*/ 48041 h 167924"/>
                    <a:gd name="connsiteX14" fmla="*/ 12137 w 78842"/>
                    <a:gd name="connsiteY14" fmla="*/ 38249 h 167924"/>
                    <a:gd name="connsiteX15" fmla="*/ 0 w 78842"/>
                    <a:gd name="connsiteY15" fmla="*/ 38249 h 167924"/>
                    <a:gd name="connsiteX16" fmla="*/ 5304 w 78842"/>
                    <a:gd name="connsiteY16" fmla="*/ 31109 h 167924"/>
                    <a:gd name="connsiteX17" fmla="*/ 32435 w 78842"/>
                    <a:gd name="connsiteY17" fmla="*/ 4284 h 167924"/>
                    <a:gd name="connsiteX18" fmla="*/ 38759 w 78842"/>
                    <a:gd name="connsiteY18" fmla="*/ 0 h 167924"/>
                    <a:gd name="connsiteX19" fmla="*/ 40900 w 78842"/>
                    <a:gd name="connsiteY19" fmla="*/ 6834 h 167924"/>
                    <a:gd name="connsiteX20" fmla="*/ 40696 w 78842"/>
                    <a:gd name="connsiteY20" fmla="*/ 21215 h 167924"/>
                    <a:gd name="connsiteX21" fmla="*/ 49366 w 78842"/>
                    <a:gd name="connsiteY21" fmla="*/ 30599 h 167924"/>
                    <a:gd name="connsiteX22" fmla="*/ 74253 w 78842"/>
                    <a:gd name="connsiteY22" fmla="*/ 30803 h 167924"/>
                    <a:gd name="connsiteX23" fmla="*/ 78843 w 78842"/>
                    <a:gd name="connsiteY23" fmla="*/ 31109 h 167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78842" h="167924">
                      <a:moveTo>
                        <a:pt x="78843" y="31109"/>
                      </a:moveTo>
                      <a:cubicBezTo>
                        <a:pt x="78843" y="34169"/>
                        <a:pt x="78843" y="36515"/>
                        <a:pt x="78843" y="39881"/>
                      </a:cubicBezTo>
                      <a:cubicBezTo>
                        <a:pt x="72009" y="39575"/>
                        <a:pt x="65380" y="39167"/>
                        <a:pt x="58750" y="38963"/>
                      </a:cubicBezTo>
                      <a:cubicBezTo>
                        <a:pt x="41002" y="38249"/>
                        <a:pt x="40798" y="38453"/>
                        <a:pt x="40798" y="56098"/>
                      </a:cubicBezTo>
                      <a:cubicBezTo>
                        <a:pt x="40798" y="79252"/>
                        <a:pt x="40798" y="102405"/>
                        <a:pt x="40798" y="125660"/>
                      </a:cubicBezTo>
                      <a:cubicBezTo>
                        <a:pt x="40798" y="130250"/>
                        <a:pt x="40798" y="134840"/>
                        <a:pt x="41206" y="139430"/>
                      </a:cubicBezTo>
                      <a:cubicBezTo>
                        <a:pt x="42532" y="157891"/>
                        <a:pt x="54874" y="165235"/>
                        <a:pt x="71805" y="157585"/>
                      </a:cubicBezTo>
                      <a:cubicBezTo>
                        <a:pt x="73641" y="156769"/>
                        <a:pt x="75477" y="156157"/>
                        <a:pt x="77313" y="155341"/>
                      </a:cubicBezTo>
                      <a:cubicBezTo>
                        <a:pt x="77721" y="155851"/>
                        <a:pt x="78129" y="156361"/>
                        <a:pt x="78537" y="156871"/>
                      </a:cubicBezTo>
                      <a:cubicBezTo>
                        <a:pt x="77721" y="158095"/>
                        <a:pt x="77109" y="159625"/>
                        <a:pt x="75987" y="160441"/>
                      </a:cubicBezTo>
                      <a:cubicBezTo>
                        <a:pt x="64971" y="169213"/>
                        <a:pt x="52528" y="169519"/>
                        <a:pt x="39982" y="165235"/>
                      </a:cubicBezTo>
                      <a:cubicBezTo>
                        <a:pt x="28559" y="161359"/>
                        <a:pt x="23459" y="151976"/>
                        <a:pt x="22643" y="140450"/>
                      </a:cubicBezTo>
                      <a:cubicBezTo>
                        <a:pt x="22031" y="131780"/>
                        <a:pt x="22133" y="123008"/>
                        <a:pt x="22031" y="114237"/>
                      </a:cubicBezTo>
                      <a:cubicBezTo>
                        <a:pt x="21929" y="92205"/>
                        <a:pt x="22031" y="70072"/>
                        <a:pt x="22031" y="48041"/>
                      </a:cubicBezTo>
                      <a:cubicBezTo>
                        <a:pt x="22031" y="39167"/>
                        <a:pt x="21011" y="38351"/>
                        <a:pt x="12137" y="38249"/>
                      </a:cubicBezTo>
                      <a:cubicBezTo>
                        <a:pt x="8874" y="38249"/>
                        <a:pt x="5712" y="38249"/>
                        <a:pt x="0" y="38249"/>
                      </a:cubicBezTo>
                      <a:cubicBezTo>
                        <a:pt x="2550" y="34781"/>
                        <a:pt x="3468" y="32027"/>
                        <a:pt x="5304" y="31109"/>
                      </a:cubicBezTo>
                      <a:cubicBezTo>
                        <a:pt x="17033" y="24785"/>
                        <a:pt x="25703" y="15606"/>
                        <a:pt x="32435" y="4284"/>
                      </a:cubicBezTo>
                      <a:cubicBezTo>
                        <a:pt x="33659" y="2244"/>
                        <a:pt x="36617" y="1428"/>
                        <a:pt x="38759" y="0"/>
                      </a:cubicBezTo>
                      <a:cubicBezTo>
                        <a:pt x="39472" y="2244"/>
                        <a:pt x="40798" y="4488"/>
                        <a:pt x="40900" y="6834"/>
                      </a:cubicBezTo>
                      <a:cubicBezTo>
                        <a:pt x="41206" y="11628"/>
                        <a:pt x="41206" y="16421"/>
                        <a:pt x="40696" y="21215"/>
                      </a:cubicBezTo>
                      <a:cubicBezTo>
                        <a:pt x="40084" y="27743"/>
                        <a:pt x="43246" y="30497"/>
                        <a:pt x="49366" y="30599"/>
                      </a:cubicBezTo>
                      <a:cubicBezTo>
                        <a:pt x="57628" y="30701"/>
                        <a:pt x="65991" y="30701"/>
                        <a:pt x="74253" y="30803"/>
                      </a:cubicBezTo>
                      <a:cubicBezTo>
                        <a:pt x="75579" y="30803"/>
                        <a:pt x="76905" y="31007"/>
                        <a:pt x="78843" y="31109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" name="Graphic 53">
                <a:extLst>
                  <a:ext uri="{FF2B5EF4-FFF2-40B4-BE49-F238E27FC236}">
                    <a16:creationId xmlns:a16="http://schemas.microsoft.com/office/drawing/2014/main" id="{408E1658-AE0C-694F-9295-7F7D14DCE726}"/>
                  </a:ext>
                </a:extLst>
              </p:cNvPr>
              <p:cNvGrpSpPr/>
              <p:nvPr/>
            </p:nvGrpSpPr>
            <p:grpSpPr>
              <a:xfrm>
                <a:off x="6543122" y="4054089"/>
                <a:ext cx="1466352" cy="356288"/>
                <a:chOff x="2695429" y="4758808"/>
                <a:chExt cx="793330" cy="192760"/>
              </a:xfrm>
              <a:grpFill/>
            </p:grpSpPr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E9027B07-CE62-5B45-8072-349A3B7149C1}"/>
                    </a:ext>
                  </a:extLst>
                </p:cNvPr>
                <p:cNvSpPr/>
                <p:nvPr/>
              </p:nvSpPr>
              <p:spPr>
                <a:xfrm>
                  <a:off x="2695429" y="4758808"/>
                  <a:ext cx="168653" cy="192760"/>
                </a:xfrm>
                <a:custGeom>
                  <a:avLst/>
                  <a:gdLst>
                    <a:gd name="connsiteX0" fmla="*/ 19902 w 168653"/>
                    <a:gd name="connsiteY0" fmla="*/ 84145 h 192760"/>
                    <a:gd name="connsiteX1" fmla="*/ 112820 w 168653"/>
                    <a:gd name="connsiteY1" fmla="*/ 176452 h 192760"/>
                    <a:gd name="connsiteX2" fmla="*/ 161166 w 168653"/>
                    <a:gd name="connsiteY2" fmla="*/ 155135 h 192760"/>
                    <a:gd name="connsiteX3" fmla="*/ 165348 w 168653"/>
                    <a:gd name="connsiteY3" fmla="*/ 151055 h 192760"/>
                    <a:gd name="connsiteX4" fmla="*/ 168102 w 168653"/>
                    <a:gd name="connsiteY4" fmla="*/ 150851 h 192760"/>
                    <a:gd name="connsiteX5" fmla="*/ 168510 w 168653"/>
                    <a:gd name="connsiteY5" fmla="*/ 153605 h 192760"/>
                    <a:gd name="connsiteX6" fmla="*/ 164532 w 168653"/>
                    <a:gd name="connsiteY6" fmla="*/ 159623 h 192760"/>
                    <a:gd name="connsiteX7" fmla="*/ 54376 w 168653"/>
                    <a:gd name="connsiteY7" fmla="*/ 183796 h 192760"/>
                    <a:gd name="connsiteX8" fmla="*/ 522 w 168653"/>
                    <a:gd name="connsiteY8" fmla="*/ 106890 h 192760"/>
                    <a:gd name="connsiteX9" fmla="*/ 126080 w 168653"/>
                    <a:gd name="connsiteY9" fmla="*/ 4281 h 192760"/>
                    <a:gd name="connsiteX10" fmla="*/ 161064 w 168653"/>
                    <a:gd name="connsiteY10" fmla="*/ 29169 h 192760"/>
                    <a:gd name="connsiteX11" fmla="*/ 166062 w 168653"/>
                    <a:gd name="connsiteY11" fmla="*/ 50792 h 192760"/>
                    <a:gd name="connsiteX12" fmla="*/ 152089 w 168653"/>
                    <a:gd name="connsiteY12" fmla="*/ 62216 h 192760"/>
                    <a:gd name="connsiteX13" fmla="*/ 139543 w 168653"/>
                    <a:gd name="connsiteY13" fmla="*/ 50894 h 192760"/>
                    <a:gd name="connsiteX14" fmla="*/ 137197 w 168653"/>
                    <a:gd name="connsiteY14" fmla="*/ 38756 h 192760"/>
                    <a:gd name="connsiteX15" fmla="*/ 96195 w 168653"/>
                    <a:gd name="connsiteY15" fmla="*/ 9381 h 192760"/>
                    <a:gd name="connsiteX16" fmla="*/ 19800 w 168653"/>
                    <a:gd name="connsiteY16" fmla="*/ 81493 h 192760"/>
                    <a:gd name="connsiteX17" fmla="*/ 19902 w 168653"/>
                    <a:gd name="connsiteY17" fmla="*/ 84145 h 192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68653" h="192760">
                      <a:moveTo>
                        <a:pt x="19902" y="84145"/>
                      </a:moveTo>
                      <a:cubicBezTo>
                        <a:pt x="20106" y="138306"/>
                        <a:pt x="59476" y="177370"/>
                        <a:pt x="112820" y="176452"/>
                      </a:cubicBezTo>
                      <a:cubicBezTo>
                        <a:pt x="131996" y="176146"/>
                        <a:pt x="147907" y="168599"/>
                        <a:pt x="161166" y="155135"/>
                      </a:cubicBezTo>
                      <a:cubicBezTo>
                        <a:pt x="162594" y="153707"/>
                        <a:pt x="163818" y="152177"/>
                        <a:pt x="165348" y="151055"/>
                      </a:cubicBezTo>
                      <a:cubicBezTo>
                        <a:pt x="165960" y="150545"/>
                        <a:pt x="167592" y="150341"/>
                        <a:pt x="168102" y="150851"/>
                      </a:cubicBezTo>
                      <a:cubicBezTo>
                        <a:pt x="168612" y="151361"/>
                        <a:pt x="168816" y="152891"/>
                        <a:pt x="168510" y="153605"/>
                      </a:cubicBezTo>
                      <a:cubicBezTo>
                        <a:pt x="167388" y="155747"/>
                        <a:pt x="165960" y="157685"/>
                        <a:pt x="164532" y="159623"/>
                      </a:cubicBezTo>
                      <a:cubicBezTo>
                        <a:pt x="139849" y="191650"/>
                        <a:pt x="93543" y="202054"/>
                        <a:pt x="54376" y="183796"/>
                      </a:cubicBezTo>
                      <a:cubicBezTo>
                        <a:pt x="21840" y="168599"/>
                        <a:pt x="3888" y="142487"/>
                        <a:pt x="522" y="106890"/>
                      </a:cubicBezTo>
                      <a:cubicBezTo>
                        <a:pt x="-6923" y="26721"/>
                        <a:pt x="66718" y="-13874"/>
                        <a:pt x="126080" y="4281"/>
                      </a:cubicBezTo>
                      <a:cubicBezTo>
                        <a:pt x="140461" y="8667"/>
                        <a:pt x="152701" y="16317"/>
                        <a:pt x="161064" y="29169"/>
                      </a:cubicBezTo>
                      <a:cubicBezTo>
                        <a:pt x="165348" y="35696"/>
                        <a:pt x="168000" y="42734"/>
                        <a:pt x="166062" y="50792"/>
                      </a:cubicBezTo>
                      <a:cubicBezTo>
                        <a:pt x="164328" y="58034"/>
                        <a:pt x="158923" y="62420"/>
                        <a:pt x="152089" y="62216"/>
                      </a:cubicBezTo>
                      <a:cubicBezTo>
                        <a:pt x="145765" y="62114"/>
                        <a:pt x="141277" y="58034"/>
                        <a:pt x="139543" y="50894"/>
                      </a:cubicBezTo>
                      <a:cubicBezTo>
                        <a:pt x="138625" y="46916"/>
                        <a:pt x="138319" y="42734"/>
                        <a:pt x="137197" y="38756"/>
                      </a:cubicBezTo>
                      <a:cubicBezTo>
                        <a:pt x="132302" y="22437"/>
                        <a:pt x="116288" y="11115"/>
                        <a:pt x="96195" y="9381"/>
                      </a:cubicBezTo>
                      <a:cubicBezTo>
                        <a:pt x="50807" y="5403"/>
                        <a:pt x="21024" y="33555"/>
                        <a:pt x="19800" y="81493"/>
                      </a:cubicBezTo>
                      <a:cubicBezTo>
                        <a:pt x="19902" y="82411"/>
                        <a:pt x="19902" y="83227"/>
                        <a:pt x="19902" y="84145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0C31ABE2-F585-704B-B0BA-38C49A4D0AD9}"/>
                    </a:ext>
                  </a:extLst>
                </p:cNvPr>
                <p:cNvSpPr/>
                <p:nvPr/>
              </p:nvSpPr>
              <p:spPr>
                <a:xfrm>
                  <a:off x="3146634" y="4811790"/>
                  <a:ext cx="128757" cy="138488"/>
                </a:xfrm>
                <a:custGeom>
                  <a:avLst/>
                  <a:gdLst>
                    <a:gd name="connsiteX0" fmla="*/ 128758 w 128757"/>
                    <a:gd name="connsiteY0" fmla="*/ 129182 h 138488"/>
                    <a:gd name="connsiteX1" fmla="*/ 105808 w 128757"/>
                    <a:gd name="connsiteY1" fmla="*/ 137954 h 138488"/>
                    <a:gd name="connsiteX2" fmla="*/ 92855 w 128757"/>
                    <a:gd name="connsiteY2" fmla="*/ 114086 h 138488"/>
                    <a:gd name="connsiteX3" fmla="*/ 87347 w 128757"/>
                    <a:gd name="connsiteY3" fmla="*/ 119084 h 138488"/>
                    <a:gd name="connsiteX4" fmla="*/ 24619 w 128757"/>
                    <a:gd name="connsiteY4" fmla="*/ 136526 h 138488"/>
                    <a:gd name="connsiteX5" fmla="*/ 1058 w 128757"/>
                    <a:gd name="connsiteY5" fmla="*/ 113780 h 138488"/>
                    <a:gd name="connsiteX6" fmla="*/ 11360 w 128757"/>
                    <a:gd name="connsiteY6" fmla="*/ 80835 h 138488"/>
                    <a:gd name="connsiteX7" fmla="*/ 39001 w 128757"/>
                    <a:gd name="connsiteY7" fmla="*/ 66658 h 138488"/>
                    <a:gd name="connsiteX8" fmla="*/ 85205 w 128757"/>
                    <a:gd name="connsiteY8" fmla="*/ 57784 h 138488"/>
                    <a:gd name="connsiteX9" fmla="*/ 93773 w 128757"/>
                    <a:gd name="connsiteY9" fmla="*/ 48196 h 138488"/>
                    <a:gd name="connsiteX10" fmla="*/ 93773 w 128757"/>
                    <a:gd name="connsiteY10" fmla="*/ 44320 h 138488"/>
                    <a:gd name="connsiteX11" fmla="*/ 45835 w 128757"/>
                    <a:gd name="connsiteY11" fmla="*/ 7398 h 138488"/>
                    <a:gd name="connsiteX12" fmla="*/ 30025 w 128757"/>
                    <a:gd name="connsiteY12" fmla="*/ 25655 h 138488"/>
                    <a:gd name="connsiteX13" fmla="*/ 28597 w 128757"/>
                    <a:gd name="connsiteY13" fmla="*/ 35957 h 138488"/>
                    <a:gd name="connsiteX14" fmla="*/ 19418 w 128757"/>
                    <a:gd name="connsiteY14" fmla="*/ 42485 h 138488"/>
                    <a:gd name="connsiteX15" fmla="*/ 10748 w 128757"/>
                    <a:gd name="connsiteY15" fmla="*/ 36161 h 138488"/>
                    <a:gd name="connsiteX16" fmla="*/ 17480 w 128757"/>
                    <a:gd name="connsiteY16" fmla="*/ 12701 h 138488"/>
                    <a:gd name="connsiteX17" fmla="*/ 97139 w 128757"/>
                    <a:gd name="connsiteY17" fmla="*/ 8213 h 138488"/>
                    <a:gd name="connsiteX18" fmla="*/ 111622 w 128757"/>
                    <a:gd name="connsiteY18" fmla="*/ 35549 h 138488"/>
                    <a:gd name="connsiteX19" fmla="*/ 112642 w 128757"/>
                    <a:gd name="connsiteY19" fmla="*/ 105927 h 138488"/>
                    <a:gd name="connsiteX20" fmla="*/ 112642 w 128757"/>
                    <a:gd name="connsiteY20" fmla="*/ 118370 h 138488"/>
                    <a:gd name="connsiteX21" fmla="*/ 124066 w 128757"/>
                    <a:gd name="connsiteY21" fmla="*/ 129386 h 138488"/>
                    <a:gd name="connsiteX22" fmla="*/ 128758 w 128757"/>
                    <a:gd name="connsiteY22" fmla="*/ 129182 h 138488"/>
                    <a:gd name="connsiteX23" fmla="*/ 93467 w 128757"/>
                    <a:gd name="connsiteY23" fmla="*/ 82671 h 138488"/>
                    <a:gd name="connsiteX24" fmla="*/ 93365 w 128757"/>
                    <a:gd name="connsiteY24" fmla="*/ 70330 h 138488"/>
                    <a:gd name="connsiteX25" fmla="*/ 86021 w 128757"/>
                    <a:gd name="connsiteY25" fmla="*/ 63598 h 138488"/>
                    <a:gd name="connsiteX26" fmla="*/ 32167 w 128757"/>
                    <a:gd name="connsiteY26" fmla="*/ 79407 h 138488"/>
                    <a:gd name="connsiteX27" fmla="*/ 21763 w 128757"/>
                    <a:gd name="connsiteY27" fmla="*/ 108783 h 138488"/>
                    <a:gd name="connsiteX28" fmla="*/ 46039 w 128757"/>
                    <a:gd name="connsiteY28" fmla="*/ 127448 h 138488"/>
                    <a:gd name="connsiteX29" fmla="*/ 93467 w 128757"/>
                    <a:gd name="connsiteY29" fmla="*/ 82671 h 13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28757" h="138488">
                      <a:moveTo>
                        <a:pt x="128758" y="129182"/>
                      </a:moveTo>
                      <a:cubicBezTo>
                        <a:pt x="124576" y="136016"/>
                        <a:pt x="113866" y="139994"/>
                        <a:pt x="105808" y="137954"/>
                      </a:cubicBezTo>
                      <a:cubicBezTo>
                        <a:pt x="94079" y="134894"/>
                        <a:pt x="93977" y="124898"/>
                        <a:pt x="92855" y="114086"/>
                      </a:cubicBezTo>
                      <a:cubicBezTo>
                        <a:pt x="90509" y="116126"/>
                        <a:pt x="88877" y="117554"/>
                        <a:pt x="87347" y="119084"/>
                      </a:cubicBezTo>
                      <a:cubicBezTo>
                        <a:pt x="69498" y="136016"/>
                        <a:pt x="48487" y="141728"/>
                        <a:pt x="24619" y="136526"/>
                      </a:cubicBezTo>
                      <a:cubicBezTo>
                        <a:pt x="12482" y="133874"/>
                        <a:pt x="3812" y="126428"/>
                        <a:pt x="1058" y="113780"/>
                      </a:cubicBezTo>
                      <a:cubicBezTo>
                        <a:pt x="-1696" y="100929"/>
                        <a:pt x="650" y="88791"/>
                        <a:pt x="11360" y="80835"/>
                      </a:cubicBezTo>
                      <a:cubicBezTo>
                        <a:pt x="19622" y="74716"/>
                        <a:pt x="29209" y="69514"/>
                        <a:pt x="39001" y="66658"/>
                      </a:cubicBezTo>
                      <a:cubicBezTo>
                        <a:pt x="53994" y="62374"/>
                        <a:pt x="69702" y="60130"/>
                        <a:pt x="85205" y="57784"/>
                      </a:cubicBezTo>
                      <a:cubicBezTo>
                        <a:pt x="91427" y="56764"/>
                        <a:pt x="94385" y="54418"/>
                        <a:pt x="93773" y="48196"/>
                      </a:cubicBezTo>
                      <a:cubicBezTo>
                        <a:pt x="93671" y="46870"/>
                        <a:pt x="93773" y="45544"/>
                        <a:pt x="93773" y="44320"/>
                      </a:cubicBezTo>
                      <a:cubicBezTo>
                        <a:pt x="93569" y="15557"/>
                        <a:pt x="74087" y="564"/>
                        <a:pt x="45835" y="7398"/>
                      </a:cubicBezTo>
                      <a:cubicBezTo>
                        <a:pt x="35941" y="9743"/>
                        <a:pt x="31045" y="15557"/>
                        <a:pt x="30025" y="25655"/>
                      </a:cubicBezTo>
                      <a:cubicBezTo>
                        <a:pt x="29719" y="29123"/>
                        <a:pt x="29515" y="32693"/>
                        <a:pt x="28597" y="35957"/>
                      </a:cubicBezTo>
                      <a:cubicBezTo>
                        <a:pt x="27373" y="40342"/>
                        <a:pt x="23905" y="43504"/>
                        <a:pt x="19418" y="42485"/>
                      </a:cubicBezTo>
                      <a:cubicBezTo>
                        <a:pt x="16154" y="41668"/>
                        <a:pt x="12278" y="39017"/>
                        <a:pt x="10748" y="36161"/>
                      </a:cubicBezTo>
                      <a:cubicBezTo>
                        <a:pt x="7076" y="28919"/>
                        <a:pt x="10442" y="18923"/>
                        <a:pt x="17480" y="12701"/>
                      </a:cubicBezTo>
                      <a:cubicBezTo>
                        <a:pt x="34207" y="-1986"/>
                        <a:pt x="78983" y="-4536"/>
                        <a:pt x="97139" y="8213"/>
                      </a:cubicBezTo>
                      <a:cubicBezTo>
                        <a:pt x="106522" y="14843"/>
                        <a:pt x="111214" y="24635"/>
                        <a:pt x="111622" y="35549"/>
                      </a:cubicBezTo>
                      <a:cubicBezTo>
                        <a:pt x="112438" y="59008"/>
                        <a:pt x="112336" y="82467"/>
                        <a:pt x="112642" y="105927"/>
                      </a:cubicBezTo>
                      <a:cubicBezTo>
                        <a:pt x="112642" y="110108"/>
                        <a:pt x="112642" y="114188"/>
                        <a:pt x="112642" y="118370"/>
                      </a:cubicBezTo>
                      <a:cubicBezTo>
                        <a:pt x="112846" y="127346"/>
                        <a:pt x="114886" y="129284"/>
                        <a:pt x="124066" y="129386"/>
                      </a:cubicBezTo>
                      <a:cubicBezTo>
                        <a:pt x="125290" y="129182"/>
                        <a:pt x="126616" y="129182"/>
                        <a:pt x="128758" y="129182"/>
                      </a:cubicBezTo>
                      <a:close/>
                      <a:moveTo>
                        <a:pt x="93467" y="82671"/>
                      </a:moveTo>
                      <a:cubicBezTo>
                        <a:pt x="93467" y="78591"/>
                        <a:pt x="93671" y="74409"/>
                        <a:pt x="93365" y="70330"/>
                      </a:cubicBezTo>
                      <a:cubicBezTo>
                        <a:pt x="93059" y="65944"/>
                        <a:pt x="90305" y="63292"/>
                        <a:pt x="86021" y="63598"/>
                      </a:cubicBezTo>
                      <a:cubicBezTo>
                        <a:pt x="67050" y="65128"/>
                        <a:pt x="48282" y="68086"/>
                        <a:pt x="32167" y="79407"/>
                      </a:cubicBezTo>
                      <a:cubicBezTo>
                        <a:pt x="22171" y="86445"/>
                        <a:pt x="18602" y="97563"/>
                        <a:pt x="21763" y="108783"/>
                      </a:cubicBezTo>
                      <a:cubicBezTo>
                        <a:pt x="24721" y="119390"/>
                        <a:pt x="33799" y="126326"/>
                        <a:pt x="46039" y="127448"/>
                      </a:cubicBezTo>
                      <a:cubicBezTo>
                        <a:pt x="74903" y="130100"/>
                        <a:pt x="93875" y="112352"/>
                        <a:pt x="93467" y="82671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B872434C-2D0E-DB46-A19E-FBC00B884850}"/>
                    </a:ext>
                  </a:extLst>
                </p:cNvPr>
                <p:cNvSpPr/>
                <p:nvPr/>
              </p:nvSpPr>
              <p:spPr>
                <a:xfrm>
                  <a:off x="3006638" y="4811455"/>
                  <a:ext cx="119442" cy="138654"/>
                </a:xfrm>
                <a:custGeom>
                  <a:avLst/>
                  <a:gdLst>
                    <a:gd name="connsiteX0" fmla="*/ 115861 w 119442"/>
                    <a:gd name="connsiteY0" fmla="*/ 107485 h 138654"/>
                    <a:gd name="connsiteX1" fmla="*/ 117187 w 119442"/>
                    <a:gd name="connsiteY1" fmla="*/ 114931 h 138654"/>
                    <a:gd name="connsiteX2" fmla="*/ 65169 w 119442"/>
                    <a:gd name="connsiteY2" fmla="*/ 138594 h 138654"/>
                    <a:gd name="connsiteX3" fmla="*/ 809 w 119442"/>
                    <a:gd name="connsiteY3" fmla="*/ 57507 h 138654"/>
                    <a:gd name="connsiteX4" fmla="*/ 85466 w 119442"/>
                    <a:gd name="connsiteY4" fmla="*/ 2326 h 138654"/>
                    <a:gd name="connsiteX5" fmla="*/ 114739 w 119442"/>
                    <a:gd name="connsiteY5" fmla="*/ 41493 h 138654"/>
                    <a:gd name="connsiteX6" fmla="*/ 100867 w 119442"/>
                    <a:gd name="connsiteY6" fmla="*/ 58731 h 138654"/>
                    <a:gd name="connsiteX7" fmla="*/ 70167 w 119442"/>
                    <a:gd name="connsiteY7" fmla="*/ 64851 h 138654"/>
                    <a:gd name="connsiteX8" fmla="*/ 31612 w 119442"/>
                    <a:gd name="connsiteY8" fmla="*/ 66789 h 138654"/>
                    <a:gd name="connsiteX9" fmla="*/ 21208 w 119442"/>
                    <a:gd name="connsiteY9" fmla="*/ 79538 h 138654"/>
                    <a:gd name="connsiteX10" fmla="*/ 69657 w 119442"/>
                    <a:gd name="connsiteY10" fmla="*/ 123805 h 138654"/>
                    <a:gd name="connsiteX11" fmla="*/ 115861 w 119442"/>
                    <a:gd name="connsiteY11" fmla="*/ 107485 h 138654"/>
                    <a:gd name="connsiteX12" fmla="*/ 47931 w 119442"/>
                    <a:gd name="connsiteY12" fmla="*/ 60771 h 138654"/>
                    <a:gd name="connsiteX13" fmla="*/ 48033 w 119442"/>
                    <a:gd name="connsiteY13" fmla="*/ 61281 h 138654"/>
                    <a:gd name="connsiteX14" fmla="*/ 79142 w 119442"/>
                    <a:gd name="connsiteY14" fmla="*/ 58119 h 138654"/>
                    <a:gd name="connsiteX15" fmla="*/ 92402 w 119442"/>
                    <a:gd name="connsiteY15" fmla="*/ 48633 h 138654"/>
                    <a:gd name="connsiteX16" fmla="*/ 71594 w 119442"/>
                    <a:gd name="connsiteY16" fmla="*/ 7834 h 138654"/>
                    <a:gd name="connsiteX17" fmla="*/ 19984 w 119442"/>
                    <a:gd name="connsiteY17" fmla="*/ 54141 h 138654"/>
                    <a:gd name="connsiteX18" fmla="*/ 27124 w 119442"/>
                    <a:gd name="connsiteY18" fmla="*/ 60873 h 138654"/>
                    <a:gd name="connsiteX19" fmla="*/ 47931 w 119442"/>
                    <a:gd name="connsiteY19" fmla="*/ 60771 h 138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9442" h="138654">
                      <a:moveTo>
                        <a:pt x="115861" y="107485"/>
                      </a:moveTo>
                      <a:cubicBezTo>
                        <a:pt x="121573" y="109423"/>
                        <a:pt x="119227" y="112177"/>
                        <a:pt x="117187" y="114931"/>
                      </a:cubicBezTo>
                      <a:cubicBezTo>
                        <a:pt x="104029" y="131965"/>
                        <a:pt x="86384" y="139410"/>
                        <a:pt x="65169" y="138594"/>
                      </a:cubicBezTo>
                      <a:cubicBezTo>
                        <a:pt x="22942" y="137064"/>
                        <a:pt x="-5209" y="101161"/>
                        <a:pt x="809" y="57507"/>
                      </a:cubicBezTo>
                      <a:cubicBezTo>
                        <a:pt x="7439" y="9568"/>
                        <a:pt x="51093" y="-6547"/>
                        <a:pt x="85466" y="2326"/>
                      </a:cubicBezTo>
                      <a:cubicBezTo>
                        <a:pt x="105253" y="7426"/>
                        <a:pt x="117085" y="23644"/>
                        <a:pt x="114739" y="41493"/>
                      </a:cubicBezTo>
                      <a:cubicBezTo>
                        <a:pt x="113617" y="50163"/>
                        <a:pt x="108925" y="56385"/>
                        <a:pt x="100867" y="58731"/>
                      </a:cubicBezTo>
                      <a:cubicBezTo>
                        <a:pt x="90872" y="61587"/>
                        <a:pt x="80570" y="63729"/>
                        <a:pt x="70167" y="64851"/>
                      </a:cubicBezTo>
                      <a:cubicBezTo>
                        <a:pt x="57417" y="66176"/>
                        <a:pt x="44463" y="66176"/>
                        <a:pt x="31612" y="66789"/>
                      </a:cubicBezTo>
                      <a:cubicBezTo>
                        <a:pt x="21922" y="67299"/>
                        <a:pt x="19780" y="69950"/>
                        <a:pt x="21208" y="79538"/>
                      </a:cubicBezTo>
                      <a:cubicBezTo>
                        <a:pt x="24472" y="102691"/>
                        <a:pt x="44668" y="121153"/>
                        <a:pt x="69657" y="123805"/>
                      </a:cubicBezTo>
                      <a:cubicBezTo>
                        <a:pt x="87710" y="125845"/>
                        <a:pt x="104029" y="122683"/>
                        <a:pt x="115861" y="107485"/>
                      </a:cubicBezTo>
                      <a:close/>
                      <a:moveTo>
                        <a:pt x="47931" y="60771"/>
                      </a:moveTo>
                      <a:cubicBezTo>
                        <a:pt x="47931" y="60975"/>
                        <a:pt x="47931" y="61077"/>
                        <a:pt x="48033" y="61281"/>
                      </a:cubicBezTo>
                      <a:cubicBezTo>
                        <a:pt x="58437" y="60261"/>
                        <a:pt x="68841" y="59547"/>
                        <a:pt x="79142" y="58119"/>
                      </a:cubicBezTo>
                      <a:cubicBezTo>
                        <a:pt x="84854" y="57303"/>
                        <a:pt x="89852" y="54345"/>
                        <a:pt x="92402" y="48633"/>
                      </a:cubicBezTo>
                      <a:cubicBezTo>
                        <a:pt x="99746" y="32110"/>
                        <a:pt x="89240" y="10996"/>
                        <a:pt x="71594" y="7834"/>
                      </a:cubicBezTo>
                      <a:cubicBezTo>
                        <a:pt x="36814" y="1510"/>
                        <a:pt x="20698" y="25888"/>
                        <a:pt x="19984" y="54141"/>
                      </a:cubicBezTo>
                      <a:cubicBezTo>
                        <a:pt x="19882" y="58629"/>
                        <a:pt x="22636" y="60771"/>
                        <a:pt x="27124" y="60873"/>
                      </a:cubicBezTo>
                      <a:cubicBezTo>
                        <a:pt x="34060" y="60771"/>
                        <a:pt x="40996" y="60771"/>
                        <a:pt x="47931" y="60771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AA2B74C8-43E1-F141-974F-4DE59EAEC365}"/>
                    </a:ext>
                  </a:extLst>
                </p:cNvPr>
                <p:cNvSpPr/>
                <p:nvPr/>
              </p:nvSpPr>
              <p:spPr>
                <a:xfrm>
                  <a:off x="3369825" y="4810984"/>
                  <a:ext cx="118933" cy="139286"/>
                </a:xfrm>
                <a:custGeom>
                  <a:avLst/>
                  <a:gdLst>
                    <a:gd name="connsiteX0" fmla="*/ 115781 w 118933"/>
                    <a:gd name="connsiteY0" fmla="*/ 108058 h 139286"/>
                    <a:gd name="connsiteX1" fmla="*/ 116597 w 118933"/>
                    <a:gd name="connsiteY1" fmla="*/ 115402 h 139286"/>
                    <a:gd name="connsiteX2" fmla="*/ 47852 w 118933"/>
                    <a:gd name="connsiteY2" fmla="*/ 136618 h 139286"/>
                    <a:gd name="connsiteX3" fmla="*/ 219 w 118933"/>
                    <a:gd name="connsiteY3" fmla="*/ 77561 h 139286"/>
                    <a:gd name="connsiteX4" fmla="*/ 2769 w 118933"/>
                    <a:gd name="connsiteY4" fmla="*/ 47268 h 139286"/>
                    <a:gd name="connsiteX5" fmla="*/ 91812 w 118933"/>
                    <a:gd name="connsiteY5" fmla="*/ 5245 h 139286"/>
                    <a:gd name="connsiteX6" fmla="*/ 114353 w 118933"/>
                    <a:gd name="connsiteY6" fmla="*/ 38904 h 139286"/>
                    <a:gd name="connsiteX7" fmla="*/ 100788 w 118933"/>
                    <a:gd name="connsiteY7" fmla="*/ 59100 h 139286"/>
                    <a:gd name="connsiteX8" fmla="*/ 68863 w 118933"/>
                    <a:gd name="connsiteY8" fmla="*/ 65526 h 139286"/>
                    <a:gd name="connsiteX9" fmla="*/ 30308 w 118933"/>
                    <a:gd name="connsiteY9" fmla="*/ 67464 h 139286"/>
                    <a:gd name="connsiteX10" fmla="*/ 20517 w 118933"/>
                    <a:gd name="connsiteY10" fmla="*/ 78989 h 139286"/>
                    <a:gd name="connsiteX11" fmla="*/ 69169 w 118933"/>
                    <a:gd name="connsiteY11" fmla="*/ 124480 h 139286"/>
                    <a:gd name="connsiteX12" fmla="*/ 115781 w 118933"/>
                    <a:gd name="connsiteY12" fmla="*/ 108058 h 139286"/>
                    <a:gd name="connsiteX13" fmla="*/ 47546 w 118933"/>
                    <a:gd name="connsiteY13" fmla="*/ 61242 h 139286"/>
                    <a:gd name="connsiteX14" fmla="*/ 47546 w 118933"/>
                    <a:gd name="connsiteY14" fmla="*/ 60630 h 139286"/>
                    <a:gd name="connsiteX15" fmla="*/ 63253 w 118933"/>
                    <a:gd name="connsiteY15" fmla="*/ 60528 h 139286"/>
                    <a:gd name="connsiteX16" fmla="*/ 78757 w 118933"/>
                    <a:gd name="connsiteY16" fmla="*/ 58488 h 139286"/>
                    <a:gd name="connsiteX17" fmla="*/ 92118 w 118933"/>
                    <a:gd name="connsiteY17" fmla="*/ 48288 h 139286"/>
                    <a:gd name="connsiteX18" fmla="*/ 68863 w 118933"/>
                    <a:gd name="connsiteY18" fmla="*/ 7795 h 139286"/>
                    <a:gd name="connsiteX19" fmla="*/ 19293 w 118933"/>
                    <a:gd name="connsiteY19" fmla="*/ 54714 h 139286"/>
                    <a:gd name="connsiteX20" fmla="*/ 26534 w 118933"/>
                    <a:gd name="connsiteY20" fmla="*/ 61242 h 139286"/>
                    <a:gd name="connsiteX21" fmla="*/ 47546 w 118933"/>
                    <a:gd name="connsiteY21" fmla="*/ 61242 h 139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18933" h="139286">
                      <a:moveTo>
                        <a:pt x="115781" y="108058"/>
                      </a:moveTo>
                      <a:cubicBezTo>
                        <a:pt x="120983" y="109996"/>
                        <a:pt x="118637" y="112648"/>
                        <a:pt x="116597" y="115402"/>
                      </a:cubicBezTo>
                      <a:cubicBezTo>
                        <a:pt x="101910" y="135598"/>
                        <a:pt x="74269" y="144063"/>
                        <a:pt x="47852" y="136618"/>
                      </a:cubicBezTo>
                      <a:cubicBezTo>
                        <a:pt x="21027" y="128968"/>
                        <a:pt x="1953" y="106019"/>
                        <a:pt x="219" y="77561"/>
                      </a:cubicBezTo>
                      <a:cubicBezTo>
                        <a:pt x="-393" y="67566"/>
                        <a:pt x="219" y="56958"/>
                        <a:pt x="2769" y="47268"/>
                      </a:cubicBezTo>
                      <a:cubicBezTo>
                        <a:pt x="12561" y="10039"/>
                        <a:pt x="56317" y="-10258"/>
                        <a:pt x="91812" y="5245"/>
                      </a:cubicBezTo>
                      <a:cubicBezTo>
                        <a:pt x="106397" y="11671"/>
                        <a:pt x="114455" y="23707"/>
                        <a:pt x="114353" y="38904"/>
                      </a:cubicBezTo>
                      <a:cubicBezTo>
                        <a:pt x="114251" y="48696"/>
                        <a:pt x="110171" y="56244"/>
                        <a:pt x="100788" y="59100"/>
                      </a:cubicBezTo>
                      <a:cubicBezTo>
                        <a:pt x="90384" y="62160"/>
                        <a:pt x="79674" y="64302"/>
                        <a:pt x="68863" y="65526"/>
                      </a:cubicBezTo>
                      <a:cubicBezTo>
                        <a:pt x="56113" y="66954"/>
                        <a:pt x="43160" y="66852"/>
                        <a:pt x="30308" y="67464"/>
                      </a:cubicBezTo>
                      <a:cubicBezTo>
                        <a:pt x="21639" y="67872"/>
                        <a:pt x="19599" y="70320"/>
                        <a:pt x="20517" y="78989"/>
                      </a:cubicBezTo>
                      <a:cubicBezTo>
                        <a:pt x="23067" y="102551"/>
                        <a:pt x="43568" y="121726"/>
                        <a:pt x="69169" y="124480"/>
                      </a:cubicBezTo>
                      <a:cubicBezTo>
                        <a:pt x="89568" y="126520"/>
                        <a:pt x="99564" y="123052"/>
                        <a:pt x="115781" y="108058"/>
                      </a:cubicBezTo>
                      <a:close/>
                      <a:moveTo>
                        <a:pt x="47546" y="61242"/>
                      </a:moveTo>
                      <a:cubicBezTo>
                        <a:pt x="47546" y="61038"/>
                        <a:pt x="47546" y="60834"/>
                        <a:pt x="47546" y="60630"/>
                      </a:cubicBezTo>
                      <a:cubicBezTo>
                        <a:pt x="52748" y="60630"/>
                        <a:pt x="58051" y="60936"/>
                        <a:pt x="63253" y="60528"/>
                      </a:cubicBezTo>
                      <a:cubicBezTo>
                        <a:pt x="68455" y="60222"/>
                        <a:pt x="73657" y="59610"/>
                        <a:pt x="78757" y="58488"/>
                      </a:cubicBezTo>
                      <a:cubicBezTo>
                        <a:pt x="84774" y="57264"/>
                        <a:pt x="89772" y="54408"/>
                        <a:pt x="92118" y="48288"/>
                      </a:cubicBezTo>
                      <a:cubicBezTo>
                        <a:pt x="99054" y="30541"/>
                        <a:pt x="87630" y="10753"/>
                        <a:pt x="68863" y="7795"/>
                      </a:cubicBezTo>
                      <a:cubicBezTo>
                        <a:pt x="40100" y="3205"/>
                        <a:pt x="16539" y="25543"/>
                        <a:pt x="19293" y="54714"/>
                      </a:cubicBezTo>
                      <a:cubicBezTo>
                        <a:pt x="19701" y="59304"/>
                        <a:pt x="22250" y="61242"/>
                        <a:pt x="26534" y="61242"/>
                      </a:cubicBezTo>
                      <a:cubicBezTo>
                        <a:pt x="33572" y="61242"/>
                        <a:pt x="40610" y="61242"/>
                        <a:pt x="47546" y="61242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29AD20AD-69EB-1648-A355-DF11A47F3BC3}"/>
                    </a:ext>
                  </a:extLst>
                </p:cNvPr>
                <p:cNvSpPr/>
                <p:nvPr/>
              </p:nvSpPr>
              <p:spPr>
                <a:xfrm>
                  <a:off x="2883318" y="4811962"/>
                  <a:ext cx="110091" cy="136149"/>
                </a:xfrm>
                <a:custGeom>
                  <a:avLst/>
                  <a:gdLst>
                    <a:gd name="connsiteX0" fmla="*/ 57424 w 110091"/>
                    <a:gd name="connsiteY0" fmla="*/ 136150 h 136149"/>
                    <a:gd name="connsiteX1" fmla="*/ 1326 w 110091"/>
                    <a:gd name="connsiteY1" fmla="*/ 136150 h 136149"/>
                    <a:gd name="connsiteX2" fmla="*/ 0 w 110091"/>
                    <a:gd name="connsiteY2" fmla="*/ 134926 h 136149"/>
                    <a:gd name="connsiteX3" fmla="*/ 4080 w 110091"/>
                    <a:gd name="connsiteY3" fmla="*/ 131152 h 136149"/>
                    <a:gd name="connsiteX4" fmla="*/ 19787 w 110091"/>
                    <a:gd name="connsiteY4" fmla="*/ 111262 h 136149"/>
                    <a:gd name="connsiteX5" fmla="*/ 19787 w 110091"/>
                    <a:gd name="connsiteY5" fmla="*/ 29665 h 136149"/>
                    <a:gd name="connsiteX6" fmla="*/ 3264 w 110091"/>
                    <a:gd name="connsiteY6" fmla="*/ 11509 h 136149"/>
                    <a:gd name="connsiteX7" fmla="*/ 102 w 110091"/>
                    <a:gd name="connsiteY7" fmla="*/ 10081 h 136149"/>
                    <a:gd name="connsiteX8" fmla="*/ 2346 w 110091"/>
                    <a:gd name="connsiteY8" fmla="*/ 6919 h 136149"/>
                    <a:gd name="connsiteX9" fmla="*/ 30293 w 110091"/>
                    <a:gd name="connsiteY9" fmla="*/ 188 h 136149"/>
                    <a:gd name="connsiteX10" fmla="*/ 37943 w 110091"/>
                    <a:gd name="connsiteY10" fmla="*/ 6919 h 136149"/>
                    <a:gd name="connsiteX11" fmla="*/ 38248 w 110091"/>
                    <a:gd name="connsiteY11" fmla="*/ 16711 h 136149"/>
                    <a:gd name="connsiteX12" fmla="*/ 39983 w 110091"/>
                    <a:gd name="connsiteY12" fmla="*/ 20485 h 136149"/>
                    <a:gd name="connsiteX13" fmla="*/ 43960 w 110091"/>
                    <a:gd name="connsiteY13" fmla="*/ 19159 h 136149"/>
                    <a:gd name="connsiteX14" fmla="*/ 57220 w 110091"/>
                    <a:gd name="connsiteY14" fmla="*/ 8551 h 136149"/>
                    <a:gd name="connsiteX15" fmla="*/ 95366 w 110091"/>
                    <a:gd name="connsiteY15" fmla="*/ 1922 h 136149"/>
                    <a:gd name="connsiteX16" fmla="*/ 109952 w 110091"/>
                    <a:gd name="connsiteY16" fmla="*/ 23137 h 136149"/>
                    <a:gd name="connsiteX17" fmla="*/ 98834 w 110091"/>
                    <a:gd name="connsiteY17" fmla="*/ 33847 h 136149"/>
                    <a:gd name="connsiteX18" fmla="*/ 87921 w 110091"/>
                    <a:gd name="connsiteY18" fmla="*/ 24157 h 136149"/>
                    <a:gd name="connsiteX19" fmla="*/ 72519 w 110091"/>
                    <a:gd name="connsiteY19" fmla="*/ 11101 h 136149"/>
                    <a:gd name="connsiteX20" fmla="*/ 48856 w 110091"/>
                    <a:gd name="connsiteY20" fmla="*/ 23035 h 136149"/>
                    <a:gd name="connsiteX21" fmla="*/ 38351 w 110091"/>
                    <a:gd name="connsiteY21" fmla="*/ 54042 h 136149"/>
                    <a:gd name="connsiteX22" fmla="*/ 38248 w 110091"/>
                    <a:gd name="connsiteY22" fmla="*/ 117382 h 136149"/>
                    <a:gd name="connsiteX23" fmla="*/ 52630 w 110091"/>
                    <a:gd name="connsiteY23" fmla="*/ 130948 h 136149"/>
                    <a:gd name="connsiteX24" fmla="*/ 57424 w 110091"/>
                    <a:gd name="connsiteY24" fmla="*/ 136150 h 136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10091" h="136149">
                      <a:moveTo>
                        <a:pt x="57424" y="136150"/>
                      </a:moveTo>
                      <a:cubicBezTo>
                        <a:pt x="38758" y="136150"/>
                        <a:pt x="20093" y="136150"/>
                        <a:pt x="1326" y="136150"/>
                      </a:cubicBezTo>
                      <a:cubicBezTo>
                        <a:pt x="918" y="135742"/>
                        <a:pt x="408" y="135334"/>
                        <a:pt x="0" y="134926"/>
                      </a:cubicBezTo>
                      <a:cubicBezTo>
                        <a:pt x="1326" y="133600"/>
                        <a:pt x="2448" y="131560"/>
                        <a:pt x="4080" y="131152"/>
                      </a:cubicBezTo>
                      <a:cubicBezTo>
                        <a:pt x="18869" y="127276"/>
                        <a:pt x="19787" y="126256"/>
                        <a:pt x="19787" y="111262"/>
                      </a:cubicBezTo>
                      <a:cubicBezTo>
                        <a:pt x="19787" y="84029"/>
                        <a:pt x="19685" y="56898"/>
                        <a:pt x="19787" y="29665"/>
                      </a:cubicBezTo>
                      <a:cubicBezTo>
                        <a:pt x="19787" y="17527"/>
                        <a:pt x="17849" y="10591"/>
                        <a:pt x="3264" y="11509"/>
                      </a:cubicBezTo>
                      <a:cubicBezTo>
                        <a:pt x="2244" y="11611"/>
                        <a:pt x="1224" y="10591"/>
                        <a:pt x="102" y="10081"/>
                      </a:cubicBezTo>
                      <a:cubicBezTo>
                        <a:pt x="816" y="8959"/>
                        <a:pt x="1428" y="7225"/>
                        <a:pt x="2346" y="6919"/>
                      </a:cubicBezTo>
                      <a:cubicBezTo>
                        <a:pt x="11628" y="4471"/>
                        <a:pt x="20909" y="2126"/>
                        <a:pt x="30293" y="188"/>
                      </a:cubicBezTo>
                      <a:cubicBezTo>
                        <a:pt x="35189" y="-832"/>
                        <a:pt x="37535" y="2432"/>
                        <a:pt x="37943" y="6919"/>
                      </a:cubicBezTo>
                      <a:cubicBezTo>
                        <a:pt x="38248" y="10183"/>
                        <a:pt x="37943" y="13447"/>
                        <a:pt x="38248" y="16711"/>
                      </a:cubicBezTo>
                      <a:cubicBezTo>
                        <a:pt x="38351" y="18037"/>
                        <a:pt x="39064" y="20077"/>
                        <a:pt x="39983" y="20485"/>
                      </a:cubicBezTo>
                      <a:cubicBezTo>
                        <a:pt x="41003" y="20893"/>
                        <a:pt x="42838" y="19975"/>
                        <a:pt x="43960" y="19159"/>
                      </a:cubicBezTo>
                      <a:cubicBezTo>
                        <a:pt x="48448" y="15691"/>
                        <a:pt x="52426" y="11611"/>
                        <a:pt x="57220" y="8551"/>
                      </a:cubicBezTo>
                      <a:cubicBezTo>
                        <a:pt x="68949" y="1004"/>
                        <a:pt x="81699" y="-1750"/>
                        <a:pt x="95366" y="1922"/>
                      </a:cubicBezTo>
                      <a:cubicBezTo>
                        <a:pt x="105362" y="4574"/>
                        <a:pt x="111074" y="13243"/>
                        <a:pt x="109952" y="23137"/>
                      </a:cubicBezTo>
                      <a:cubicBezTo>
                        <a:pt x="109238" y="29461"/>
                        <a:pt x="104852" y="33745"/>
                        <a:pt x="98834" y="33847"/>
                      </a:cubicBezTo>
                      <a:cubicBezTo>
                        <a:pt x="92715" y="33949"/>
                        <a:pt x="89145" y="30889"/>
                        <a:pt x="87921" y="24157"/>
                      </a:cubicBezTo>
                      <a:cubicBezTo>
                        <a:pt x="86391" y="15895"/>
                        <a:pt x="80985" y="11203"/>
                        <a:pt x="72519" y="11101"/>
                      </a:cubicBezTo>
                      <a:cubicBezTo>
                        <a:pt x="62626" y="10999"/>
                        <a:pt x="54874" y="15487"/>
                        <a:pt x="48856" y="23035"/>
                      </a:cubicBezTo>
                      <a:cubicBezTo>
                        <a:pt x="41614" y="32113"/>
                        <a:pt x="38555" y="42720"/>
                        <a:pt x="38351" y="54042"/>
                      </a:cubicBezTo>
                      <a:cubicBezTo>
                        <a:pt x="38045" y="75155"/>
                        <a:pt x="38147" y="96269"/>
                        <a:pt x="38248" y="117382"/>
                      </a:cubicBezTo>
                      <a:cubicBezTo>
                        <a:pt x="38248" y="125848"/>
                        <a:pt x="41614" y="128704"/>
                        <a:pt x="52630" y="130948"/>
                      </a:cubicBezTo>
                      <a:cubicBezTo>
                        <a:pt x="55690" y="131254"/>
                        <a:pt x="59362" y="130948"/>
                        <a:pt x="57424" y="136150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3C298DD2-254E-6D4B-A8F5-72E732DA7E6C}"/>
                    </a:ext>
                  </a:extLst>
                </p:cNvPr>
                <p:cNvSpPr/>
                <p:nvPr/>
              </p:nvSpPr>
              <p:spPr>
                <a:xfrm>
                  <a:off x="3278553" y="4783692"/>
                  <a:ext cx="77109" cy="166413"/>
                </a:xfrm>
                <a:custGeom>
                  <a:avLst/>
                  <a:gdLst>
                    <a:gd name="connsiteX0" fmla="*/ 76497 w 77109"/>
                    <a:gd name="connsiteY0" fmla="*/ 156055 h 166413"/>
                    <a:gd name="connsiteX1" fmla="*/ 39371 w 77109"/>
                    <a:gd name="connsiteY1" fmla="*/ 164317 h 166413"/>
                    <a:gd name="connsiteX2" fmla="*/ 20501 w 77109"/>
                    <a:gd name="connsiteY2" fmla="*/ 135860 h 166413"/>
                    <a:gd name="connsiteX3" fmla="*/ 20399 w 77109"/>
                    <a:gd name="connsiteY3" fmla="*/ 58954 h 166413"/>
                    <a:gd name="connsiteX4" fmla="*/ 20399 w 77109"/>
                    <a:gd name="connsiteY4" fmla="*/ 54364 h 166413"/>
                    <a:gd name="connsiteX5" fmla="*/ 4692 w 77109"/>
                    <a:gd name="connsiteY5" fmla="*/ 37841 h 166413"/>
                    <a:gd name="connsiteX6" fmla="*/ 0 w 77109"/>
                    <a:gd name="connsiteY6" fmla="*/ 35699 h 166413"/>
                    <a:gd name="connsiteX7" fmla="*/ 2856 w 77109"/>
                    <a:gd name="connsiteY7" fmla="*/ 31211 h 166413"/>
                    <a:gd name="connsiteX8" fmla="*/ 31313 w 77109"/>
                    <a:gd name="connsiteY8" fmla="*/ 3162 h 166413"/>
                    <a:gd name="connsiteX9" fmla="*/ 37025 w 77109"/>
                    <a:gd name="connsiteY9" fmla="*/ 0 h 166413"/>
                    <a:gd name="connsiteX10" fmla="*/ 39065 w 77109"/>
                    <a:gd name="connsiteY10" fmla="*/ 5508 h 166413"/>
                    <a:gd name="connsiteX11" fmla="*/ 38963 w 77109"/>
                    <a:gd name="connsiteY11" fmla="*/ 21113 h 166413"/>
                    <a:gd name="connsiteX12" fmla="*/ 47326 w 77109"/>
                    <a:gd name="connsiteY12" fmla="*/ 30089 h 166413"/>
                    <a:gd name="connsiteX13" fmla="*/ 76701 w 77109"/>
                    <a:gd name="connsiteY13" fmla="*/ 30089 h 166413"/>
                    <a:gd name="connsiteX14" fmla="*/ 77109 w 77109"/>
                    <a:gd name="connsiteY14" fmla="*/ 38657 h 166413"/>
                    <a:gd name="connsiteX15" fmla="*/ 56098 w 77109"/>
                    <a:gd name="connsiteY15" fmla="*/ 38657 h 166413"/>
                    <a:gd name="connsiteX16" fmla="*/ 38963 w 77109"/>
                    <a:gd name="connsiteY16" fmla="*/ 54568 h 166413"/>
                    <a:gd name="connsiteX17" fmla="*/ 38963 w 77109"/>
                    <a:gd name="connsiteY17" fmla="*/ 127598 h 166413"/>
                    <a:gd name="connsiteX18" fmla="*/ 39677 w 77109"/>
                    <a:gd name="connsiteY18" fmla="*/ 139940 h 166413"/>
                    <a:gd name="connsiteX19" fmla="*/ 69460 w 77109"/>
                    <a:gd name="connsiteY19" fmla="*/ 156259 h 166413"/>
                    <a:gd name="connsiteX20" fmla="*/ 75885 w 77109"/>
                    <a:gd name="connsiteY20" fmla="*/ 154117 h 166413"/>
                    <a:gd name="connsiteX21" fmla="*/ 76497 w 77109"/>
                    <a:gd name="connsiteY21" fmla="*/ 156055 h 166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77109" h="166413">
                      <a:moveTo>
                        <a:pt x="76497" y="156055"/>
                      </a:moveTo>
                      <a:cubicBezTo>
                        <a:pt x="68644" y="165643"/>
                        <a:pt x="53446" y="169009"/>
                        <a:pt x="39371" y="164317"/>
                      </a:cubicBezTo>
                      <a:cubicBezTo>
                        <a:pt x="27641" y="160441"/>
                        <a:pt x="20705" y="150446"/>
                        <a:pt x="20501" y="135860"/>
                      </a:cubicBezTo>
                      <a:cubicBezTo>
                        <a:pt x="20195" y="110259"/>
                        <a:pt x="20399" y="84556"/>
                        <a:pt x="20399" y="58954"/>
                      </a:cubicBezTo>
                      <a:cubicBezTo>
                        <a:pt x="20399" y="57424"/>
                        <a:pt x="20399" y="55894"/>
                        <a:pt x="20399" y="54364"/>
                      </a:cubicBezTo>
                      <a:cubicBezTo>
                        <a:pt x="20297" y="39779"/>
                        <a:pt x="22235" y="36821"/>
                        <a:pt x="4692" y="37841"/>
                      </a:cubicBezTo>
                      <a:cubicBezTo>
                        <a:pt x="3162" y="37943"/>
                        <a:pt x="1530" y="36515"/>
                        <a:pt x="0" y="35699"/>
                      </a:cubicBezTo>
                      <a:cubicBezTo>
                        <a:pt x="918" y="34169"/>
                        <a:pt x="1530" y="31925"/>
                        <a:pt x="2856" y="31211"/>
                      </a:cubicBezTo>
                      <a:cubicBezTo>
                        <a:pt x="15299" y="24785"/>
                        <a:pt x="24377" y="15198"/>
                        <a:pt x="31313" y="3162"/>
                      </a:cubicBezTo>
                      <a:cubicBezTo>
                        <a:pt x="32231" y="1530"/>
                        <a:pt x="35087" y="1020"/>
                        <a:pt x="37025" y="0"/>
                      </a:cubicBezTo>
                      <a:cubicBezTo>
                        <a:pt x="37739" y="1836"/>
                        <a:pt x="38963" y="3672"/>
                        <a:pt x="39065" y="5508"/>
                      </a:cubicBezTo>
                      <a:cubicBezTo>
                        <a:pt x="39269" y="10710"/>
                        <a:pt x="39269" y="15912"/>
                        <a:pt x="38963" y="21113"/>
                      </a:cubicBezTo>
                      <a:cubicBezTo>
                        <a:pt x="38555" y="27233"/>
                        <a:pt x="41308" y="30089"/>
                        <a:pt x="47326" y="30089"/>
                      </a:cubicBezTo>
                      <a:cubicBezTo>
                        <a:pt x="56914" y="30089"/>
                        <a:pt x="66502" y="30089"/>
                        <a:pt x="76701" y="30089"/>
                      </a:cubicBezTo>
                      <a:cubicBezTo>
                        <a:pt x="76803" y="33353"/>
                        <a:pt x="76905" y="35801"/>
                        <a:pt x="77109" y="38657"/>
                      </a:cubicBezTo>
                      <a:cubicBezTo>
                        <a:pt x="69867" y="38657"/>
                        <a:pt x="62932" y="38861"/>
                        <a:pt x="56098" y="38657"/>
                      </a:cubicBezTo>
                      <a:cubicBezTo>
                        <a:pt x="39677" y="37943"/>
                        <a:pt x="38963" y="38555"/>
                        <a:pt x="38963" y="54568"/>
                      </a:cubicBezTo>
                      <a:cubicBezTo>
                        <a:pt x="38963" y="78946"/>
                        <a:pt x="38963" y="103221"/>
                        <a:pt x="38963" y="127598"/>
                      </a:cubicBezTo>
                      <a:cubicBezTo>
                        <a:pt x="38963" y="131678"/>
                        <a:pt x="39167" y="135860"/>
                        <a:pt x="39677" y="139940"/>
                      </a:cubicBezTo>
                      <a:cubicBezTo>
                        <a:pt x="41921" y="156667"/>
                        <a:pt x="53854" y="163093"/>
                        <a:pt x="69460" y="156259"/>
                      </a:cubicBezTo>
                      <a:cubicBezTo>
                        <a:pt x="71499" y="155341"/>
                        <a:pt x="73743" y="154831"/>
                        <a:pt x="75885" y="154117"/>
                      </a:cubicBezTo>
                      <a:cubicBezTo>
                        <a:pt x="76089" y="154831"/>
                        <a:pt x="76293" y="155443"/>
                        <a:pt x="76497" y="156055"/>
                      </a:cubicBezTo>
                      <a:close/>
                    </a:path>
                  </a:pathLst>
                </a:custGeom>
                <a:grpFill/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81016DF6-4EDA-F142-975E-B638675FBDD0}"/>
                  </a:ext>
                </a:extLst>
              </p:cNvPr>
              <p:cNvSpPr/>
              <p:nvPr/>
            </p:nvSpPr>
            <p:spPr>
              <a:xfrm>
                <a:off x="10138701" y="4151399"/>
                <a:ext cx="220772" cy="256281"/>
              </a:xfrm>
              <a:custGeom>
                <a:avLst/>
                <a:gdLst>
                  <a:gd name="connsiteX0" fmla="*/ 115861 w 119443"/>
                  <a:gd name="connsiteY0" fmla="*/ 107485 h 138654"/>
                  <a:gd name="connsiteX1" fmla="*/ 117187 w 119443"/>
                  <a:gd name="connsiteY1" fmla="*/ 114931 h 138654"/>
                  <a:gd name="connsiteX2" fmla="*/ 65169 w 119443"/>
                  <a:gd name="connsiteY2" fmla="*/ 138594 h 138654"/>
                  <a:gd name="connsiteX3" fmla="*/ 809 w 119443"/>
                  <a:gd name="connsiteY3" fmla="*/ 57507 h 138654"/>
                  <a:gd name="connsiteX4" fmla="*/ 85466 w 119443"/>
                  <a:gd name="connsiteY4" fmla="*/ 2326 h 138654"/>
                  <a:gd name="connsiteX5" fmla="*/ 114739 w 119443"/>
                  <a:gd name="connsiteY5" fmla="*/ 41493 h 138654"/>
                  <a:gd name="connsiteX6" fmla="*/ 100868 w 119443"/>
                  <a:gd name="connsiteY6" fmla="*/ 58731 h 138654"/>
                  <a:gd name="connsiteX7" fmla="*/ 70167 w 119443"/>
                  <a:gd name="connsiteY7" fmla="*/ 64851 h 138654"/>
                  <a:gd name="connsiteX8" fmla="*/ 31612 w 119443"/>
                  <a:gd name="connsiteY8" fmla="*/ 66789 h 138654"/>
                  <a:gd name="connsiteX9" fmla="*/ 21208 w 119443"/>
                  <a:gd name="connsiteY9" fmla="*/ 79538 h 138654"/>
                  <a:gd name="connsiteX10" fmla="*/ 69657 w 119443"/>
                  <a:gd name="connsiteY10" fmla="*/ 123805 h 138654"/>
                  <a:gd name="connsiteX11" fmla="*/ 115861 w 119443"/>
                  <a:gd name="connsiteY11" fmla="*/ 107485 h 138654"/>
                  <a:gd name="connsiteX12" fmla="*/ 48033 w 119443"/>
                  <a:gd name="connsiteY12" fmla="*/ 60771 h 138654"/>
                  <a:gd name="connsiteX13" fmla="*/ 48136 w 119443"/>
                  <a:gd name="connsiteY13" fmla="*/ 61281 h 138654"/>
                  <a:gd name="connsiteX14" fmla="*/ 79244 w 119443"/>
                  <a:gd name="connsiteY14" fmla="*/ 58119 h 138654"/>
                  <a:gd name="connsiteX15" fmla="*/ 92504 w 119443"/>
                  <a:gd name="connsiteY15" fmla="*/ 48633 h 138654"/>
                  <a:gd name="connsiteX16" fmla="*/ 71697 w 119443"/>
                  <a:gd name="connsiteY16" fmla="*/ 7834 h 138654"/>
                  <a:gd name="connsiteX17" fmla="*/ 20087 w 119443"/>
                  <a:gd name="connsiteY17" fmla="*/ 54141 h 138654"/>
                  <a:gd name="connsiteX18" fmla="*/ 27226 w 119443"/>
                  <a:gd name="connsiteY18" fmla="*/ 60873 h 138654"/>
                  <a:gd name="connsiteX19" fmla="*/ 48033 w 119443"/>
                  <a:gd name="connsiteY19" fmla="*/ 60771 h 138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9443" h="138654">
                    <a:moveTo>
                      <a:pt x="115861" y="107485"/>
                    </a:moveTo>
                    <a:cubicBezTo>
                      <a:pt x="121573" y="109423"/>
                      <a:pt x="119227" y="112177"/>
                      <a:pt x="117187" y="114931"/>
                    </a:cubicBezTo>
                    <a:cubicBezTo>
                      <a:pt x="104029" y="131965"/>
                      <a:pt x="86384" y="139410"/>
                      <a:pt x="65169" y="138594"/>
                    </a:cubicBezTo>
                    <a:cubicBezTo>
                      <a:pt x="22942" y="137064"/>
                      <a:pt x="-5209" y="101161"/>
                      <a:pt x="809" y="57507"/>
                    </a:cubicBezTo>
                    <a:cubicBezTo>
                      <a:pt x="7439" y="9568"/>
                      <a:pt x="51093" y="-6547"/>
                      <a:pt x="85466" y="2326"/>
                    </a:cubicBezTo>
                    <a:cubicBezTo>
                      <a:pt x="105253" y="7426"/>
                      <a:pt x="117085" y="23644"/>
                      <a:pt x="114739" y="41493"/>
                    </a:cubicBezTo>
                    <a:cubicBezTo>
                      <a:pt x="113617" y="50163"/>
                      <a:pt x="108925" y="56385"/>
                      <a:pt x="100868" y="58731"/>
                    </a:cubicBezTo>
                    <a:cubicBezTo>
                      <a:pt x="90872" y="61587"/>
                      <a:pt x="80570" y="63729"/>
                      <a:pt x="70167" y="64851"/>
                    </a:cubicBezTo>
                    <a:cubicBezTo>
                      <a:pt x="57417" y="66176"/>
                      <a:pt x="44464" y="66176"/>
                      <a:pt x="31612" y="66789"/>
                    </a:cubicBezTo>
                    <a:cubicBezTo>
                      <a:pt x="21922" y="67299"/>
                      <a:pt x="19781" y="69950"/>
                      <a:pt x="21208" y="79538"/>
                    </a:cubicBezTo>
                    <a:cubicBezTo>
                      <a:pt x="24472" y="102691"/>
                      <a:pt x="44668" y="121153"/>
                      <a:pt x="69657" y="123805"/>
                    </a:cubicBezTo>
                    <a:cubicBezTo>
                      <a:pt x="87710" y="125845"/>
                      <a:pt x="104029" y="122683"/>
                      <a:pt x="115861" y="107485"/>
                    </a:cubicBezTo>
                    <a:close/>
                    <a:moveTo>
                      <a:pt x="48033" y="60771"/>
                    </a:moveTo>
                    <a:cubicBezTo>
                      <a:pt x="48033" y="60975"/>
                      <a:pt x="48033" y="61077"/>
                      <a:pt x="48136" y="61281"/>
                    </a:cubicBezTo>
                    <a:cubicBezTo>
                      <a:pt x="58539" y="60261"/>
                      <a:pt x="68943" y="59547"/>
                      <a:pt x="79244" y="58119"/>
                    </a:cubicBezTo>
                    <a:cubicBezTo>
                      <a:pt x="84956" y="57303"/>
                      <a:pt x="89954" y="54345"/>
                      <a:pt x="92504" y="48633"/>
                    </a:cubicBezTo>
                    <a:cubicBezTo>
                      <a:pt x="99848" y="32110"/>
                      <a:pt x="89342" y="10996"/>
                      <a:pt x="71697" y="7834"/>
                    </a:cubicBezTo>
                    <a:cubicBezTo>
                      <a:pt x="36916" y="1510"/>
                      <a:pt x="20801" y="25888"/>
                      <a:pt x="20087" y="54141"/>
                    </a:cubicBezTo>
                    <a:cubicBezTo>
                      <a:pt x="19984" y="58629"/>
                      <a:pt x="22738" y="60771"/>
                      <a:pt x="27226" y="60873"/>
                    </a:cubicBezTo>
                    <a:cubicBezTo>
                      <a:pt x="34060" y="60771"/>
                      <a:pt x="40996" y="60771"/>
                      <a:pt x="48033" y="60771"/>
                    </a:cubicBezTo>
                    <a:close/>
                  </a:path>
                </a:pathLst>
              </a:custGeom>
              <a:grpFill/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E5BA7E2-82D1-D14B-92C2-1DF6258767F6}"/>
                </a:ext>
              </a:extLst>
            </p:cNvPr>
            <p:cNvGrpSpPr/>
            <p:nvPr/>
          </p:nvGrpSpPr>
          <p:grpSpPr>
            <a:xfrm>
              <a:off x="3403128" y="3057128"/>
              <a:ext cx="5484428" cy="746785"/>
              <a:chOff x="3403128" y="3057128"/>
              <a:chExt cx="5484428" cy="746785"/>
            </a:xfrm>
            <a:solidFill>
              <a:schemeClr val="bg1"/>
            </a:solidFill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4CFD83B3-B9D3-C946-85D6-0FD75CBC7424}"/>
                  </a:ext>
                </a:extLst>
              </p:cNvPr>
              <p:cNvSpPr/>
              <p:nvPr/>
            </p:nvSpPr>
            <p:spPr>
              <a:xfrm>
                <a:off x="7266913" y="3231058"/>
                <a:ext cx="395259" cy="572855"/>
              </a:xfrm>
              <a:custGeom>
                <a:avLst/>
                <a:gdLst>
                  <a:gd name="connsiteX0" fmla="*/ 151508 w 213844"/>
                  <a:gd name="connsiteY0" fmla="*/ 6525 h 309928"/>
                  <a:gd name="connsiteX1" fmla="*/ 151508 w 213844"/>
                  <a:gd name="connsiteY1" fmla="*/ 29871 h 309928"/>
                  <a:gd name="connsiteX2" fmla="*/ 150589 w 213844"/>
                  <a:gd name="connsiteY2" fmla="*/ 29871 h 309928"/>
                  <a:gd name="connsiteX3" fmla="*/ 90904 w 213844"/>
                  <a:gd name="connsiteY3" fmla="*/ 0 h 309928"/>
                  <a:gd name="connsiteX4" fmla="*/ 0 w 213844"/>
                  <a:gd name="connsiteY4" fmla="*/ 109902 h 309928"/>
                  <a:gd name="connsiteX5" fmla="*/ 90904 w 213844"/>
                  <a:gd name="connsiteY5" fmla="*/ 219805 h 309928"/>
                  <a:gd name="connsiteX6" fmla="*/ 150589 w 213844"/>
                  <a:gd name="connsiteY6" fmla="*/ 189933 h 309928"/>
                  <a:gd name="connsiteX7" fmla="*/ 151508 w 213844"/>
                  <a:gd name="connsiteY7" fmla="*/ 189933 h 309928"/>
                  <a:gd name="connsiteX8" fmla="*/ 151508 w 213844"/>
                  <a:gd name="connsiteY8" fmla="*/ 214707 h 309928"/>
                  <a:gd name="connsiteX9" fmla="*/ 105290 w 213844"/>
                  <a:gd name="connsiteY9" fmla="*/ 263337 h 309928"/>
                  <a:gd name="connsiteX10" fmla="*/ 57746 w 213844"/>
                  <a:gd name="connsiteY10" fmla="*/ 236932 h 309928"/>
                  <a:gd name="connsiteX11" fmla="*/ 15712 w 213844"/>
                  <a:gd name="connsiteY11" fmla="*/ 261604 h 309928"/>
                  <a:gd name="connsiteX12" fmla="*/ 107331 w 213844"/>
                  <a:gd name="connsiteY12" fmla="*/ 309929 h 309928"/>
                  <a:gd name="connsiteX13" fmla="*/ 213845 w 213844"/>
                  <a:gd name="connsiteY13" fmla="*/ 199517 h 309928"/>
                  <a:gd name="connsiteX14" fmla="*/ 213845 w 213844"/>
                  <a:gd name="connsiteY14" fmla="*/ 6525 h 309928"/>
                  <a:gd name="connsiteX15" fmla="*/ 151508 w 213844"/>
                  <a:gd name="connsiteY15" fmla="*/ 6525 h 309928"/>
                  <a:gd name="connsiteX16" fmla="*/ 109473 w 213844"/>
                  <a:gd name="connsiteY16" fmla="*/ 172908 h 309928"/>
                  <a:gd name="connsiteX17" fmla="*/ 67337 w 213844"/>
                  <a:gd name="connsiteY17" fmla="*/ 109902 h 309928"/>
                  <a:gd name="connsiteX18" fmla="*/ 109473 w 213844"/>
                  <a:gd name="connsiteY18" fmla="*/ 46897 h 309928"/>
                  <a:gd name="connsiteX19" fmla="*/ 151609 w 213844"/>
                  <a:gd name="connsiteY19" fmla="*/ 109902 h 309928"/>
                  <a:gd name="connsiteX20" fmla="*/ 109473 w 213844"/>
                  <a:gd name="connsiteY20" fmla="*/ 172908 h 309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844" h="309928">
                    <a:moveTo>
                      <a:pt x="151508" y="6525"/>
                    </a:moveTo>
                    <a:lnTo>
                      <a:pt x="151508" y="29871"/>
                    </a:lnTo>
                    <a:lnTo>
                      <a:pt x="150589" y="29871"/>
                    </a:lnTo>
                    <a:cubicBezTo>
                      <a:pt x="146814" y="23143"/>
                      <a:pt x="131409" y="0"/>
                      <a:pt x="90904" y="0"/>
                    </a:cubicBezTo>
                    <a:cubicBezTo>
                      <a:pt x="24282" y="0"/>
                      <a:pt x="0" y="54441"/>
                      <a:pt x="0" y="109902"/>
                    </a:cubicBezTo>
                    <a:cubicBezTo>
                      <a:pt x="0" y="165465"/>
                      <a:pt x="24282" y="219805"/>
                      <a:pt x="90904" y="219805"/>
                    </a:cubicBezTo>
                    <a:cubicBezTo>
                      <a:pt x="132123" y="219805"/>
                      <a:pt x="147427" y="195744"/>
                      <a:pt x="150589" y="189933"/>
                    </a:cubicBezTo>
                    <a:lnTo>
                      <a:pt x="151508" y="189933"/>
                    </a:lnTo>
                    <a:lnTo>
                      <a:pt x="151508" y="214707"/>
                    </a:lnTo>
                    <a:cubicBezTo>
                      <a:pt x="151508" y="244681"/>
                      <a:pt x="130184" y="263337"/>
                      <a:pt x="105290" y="263337"/>
                    </a:cubicBezTo>
                    <a:cubicBezTo>
                      <a:pt x="76825" y="263337"/>
                      <a:pt x="61827" y="244375"/>
                      <a:pt x="57746" y="236932"/>
                    </a:cubicBezTo>
                    <a:cubicBezTo>
                      <a:pt x="52135" y="239787"/>
                      <a:pt x="15712" y="261604"/>
                      <a:pt x="15712" y="261604"/>
                    </a:cubicBezTo>
                    <a:cubicBezTo>
                      <a:pt x="20201" y="270780"/>
                      <a:pt x="38871" y="309929"/>
                      <a:pt x="107331" y="309929"/>
                    </a:cubicBezTo>
                    <a:cubicBezTo>
                      <a:pt x="179361" y="309929"/>
                      <a:pt x="213845" y="263949"/>
                      <a:pt x="213845" y="199517"/>
                    </a:cubicBezTo>
                    <a:lnTo>
                      <a:pt x="213845" y="6525"/>
                    </a:lnTo>
                    <a:lnTo>
                      <a:pt x="151508" y="6525"/>
                    </a:lnTo>
                    <a:close/>
                    <a:moveTo>
                      <a:pt x="109473" y="172908"/>
                    </a:moveTo>
                    <a:cubicBezTo>
                      <a:pt x="73866" y="172908"/>
                      <a:pt x="67337" y="138041"/>
                      <a:pt x="67337" y="109902"/>
                    </a:cubicBezTo>
                    <a:cubicBezTo>
                      <a:pt x="67337" y="77788"/>
                      <a:pt x="76315" y="46897"/>
                      <a:pt x="109473" y="46897"/>
                    </a:cubicBezTo>
                    <a:cubicBezTo>
                      <a:pt x="142427" y="46897"/>
                      <a:pt x="151609" y="77890"/>
                      <a:pt x="151609" y="109902"/>
                    </a:cubicBezTo>
                    <a:cubicBezTo>
                      <a:pt x="151508" y="138143"/>
                      <a:pt x="144264" y="172908"/>
                      <a:pt x="109473" y="172908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D5F94B17-6AF4-EF4A-A658-321FC0E9E9E4}"/>
                  </a:ext>
                </a:extLst>
              </p:cNvPr>
              <p:cNvSpPr/>
              <p:nvPr/>
            </p:nvSpPr>
            <p:spPr>
              <a:xfrm>
                <a:off x="4995108" y="3142113"/>
                <a:ext cx="205927" cy="515004"/>
              </a:xfrm>
              <a:custGeom>
                <a:avLst/>
                <a:gdLst>
                  <a:gd name="connsiteX0" fmla="*/ 0 w 111411"/>
                  <a:gd name="connsiteY0" fmla="*/ 0 h 278629"/>
                  <a:gd name="connsiteX1" fmla="*/ 62337 w 111411"/>
                  <a:gd name="connsiteY1" fmla="*/ 0 h 278629"/>
                  <a:gd name="connsiteX2" fmla="*/ 62337 w 111411"/>
                  <a:gd name="connsiteY2" fmla="*/ 54645 h 278629"/>
                  <a:gd name="connsiteX3" fmla="*/ 111412 w 111411"/>
                  <a:gd name="connsiteY3" fmla="*/ 54645 h 278629"/>
                  <a:gd name="connsiteX4" fmla="*/ 111412 w 111411"/>
                  <a:gd name="connsiteY4" fmla="*/ 97974 h 278629"/>
                  <a:gd name="connsiteX5" fmla="*/ 62337 w 111411"/>
                  <a:gd name="connsiteY5" fmla="*/ 97974 h 278629"/>
                  <a:gd name="connsiteX6" fmla="*/ 62337 w 111411"/>
                  <a:gd name="connsiteY6" fmla="*/ 204206 h 278629"/>
                  <a:gd name="connsiteX7" fmla="*/ 92537 w 111411"/>
                  <a:gd name="connsiteY7" fmla="*/ 236015 h 278629"/>
                  <a:gd name="connsiteX8" fmla="*/ 110085 w 111411"/>
                  <a:gd name="connsiteY8" fmla="*/ 234587 h 278629"/>
                  <a:gd name="connsiteX9" fmla="*/ 110085 w 111411"/>
                  <a:gd name="connsiteY9" fmla="*/ 272105 h 278629"/>
                  <a:gd name="connsiteX10" fmla="*/ 66929 w 111411"/>
                  <a:gd name="connsiteY10" fmla="*/ 278630 h 278629"/>
                  <a:gd name="connsiteX11" fmla="*/ 0 w 111411"/>
                  <a:gd name="connsiteY11" fmla="*/ 204920 h 278629"/>
                  <a:gd name="connsiteX12" fmla="*/ 0 w 111411"/>
                  <a:gd name="connsiteY12" fmla="*/ 0 h 27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411" h="278629">
                    <a:moveTo>
                      <a:pt x="0" y="0"/>
                    </a:moveTo>
                    <a:lnTo>
                      <a:pt x="62337" y="0"/>
                    </a:lnTo>
                    <a:lnTo>
                      <a:pt x="62337" y="54645"/>
                    </a:lnTo>
                    <a:lnTo>
                      <a:pt x="111412" y="54645"/>
                    </a:lnTo>
                    <a:lnTo>
                      <a:pt x="111412" y="97974"/>
                    </a:lnTo>
                    <a:lnTo>
                      <a:pt x="62337" y="97974"/>
                    </a:lnTo>
                    <a:lnTo>
                      <a:pt x="62337" y="204206"/>
                    </a:lnTo>
                    <a:cubicBezTo>
                      <a:pt x="62337" y="222965"/>
                      <a:pt x="73662" y="236015"/>
                      <a:pt x="92537" y="236015"/>
                    </a:cubicBezTo>
                    <a:cubicBezTo>
                      <a:pt x="102637" y="236015"/>
                      <a:pt x="108351" y="234995"/>
                      <a:pt x="110085" y="234587"/>
                    </a:cubicBezTo>
                    <a:lnTo>
                      <a:pt x="110085" y="272105"/>
                    </a:lnTo>
                    <a:cubicBezTo>
                      <a:pt x="106923" y="273125"/>
                      <a:pt x="89884" y="278630"/>
                      <a:pt x="66929" y="278630"/>
                    </a:cubicBezTo>
                    <a:cubicBezTo>
                      <a:pt x="16120" y="278630"/>
                      <a:pt x="0" y="246210"/>
                      <a:pt x="0" y="204920"/>
                    </a:cubicBezTo>
                    <a:lnTo>
                      <a:pt x="0" y="0"/>
                    </a:lnTo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5604F7D3-9779-2B49-AC36-90B6E7386DBD}"/>
                  </a:ext>
                </a:extLst>
              </p:cNvPr>
              <p:cNvSpPr/>
              <p:nvPr/>
            </p:nvSpPr>
            <p:spPr>
              <a:xfrm>
                <a:off x="5944979" y="3231058"/>
                <a:ext cx="376402" cy="414189"/>
              </a:xfrm>
              <a:custGeom>
                <a:avLst/>
                <a:gdLst>
                  <a:gd name="connsiteX0" fmla="*/ 62337 w 203642"/>
                  <a:gd name="connsiteY0" fmla="*/ 6525 h 224086"/>
                  <a:gd name="connsiteX1" fmla="*/ 0 w 203642"/>
                  <a:gd name="connsiteY1" fmla="*/ 6525 h 224086"/>
                  <a:gd name="connsiteX2" fmla="*/ 0 w 203642"/>
                  <a:gd name="connsiteY2" fmla="*/ 224087 h 224086"/>
                  <a:gd name="connsiteX3" fmla="*/ 62746 w 203642"/>
                  <a:gd name="connsiteY3" fmla="*/ 224087 h 224086"/>
                  <a:gd name="connsiteX4" fmla="*/ 62746 w 203642"/>
                  <a:gd name="connsiteY4" fmla="*/ 93182 h 224086"/>
                  <a:gd name="connsiteX5" fmla="*/ 101515 w 203642"/>
                  <a:gd name="connsiteY5" fmla="*/ 49752 h 224086"/>
                  <a:gd name="connsiteX6" fmla="*/ 140897 w 203642"/>
                  <a:gd name="connsiteY6" fmla="*/ 93182 h 224086"/>
                  <a:gd name="connsiteX7" fmla="*/ 140897 w 203642"/>
                  <a:gd name="connsiteY7" fmla="*/ 224087 h 224086"/>
                  <a:gd name="connsiteX8" fmla="*/ 203643 w 203642"/>
                  <a:gd name="connsiteY8" fmla="*/ 224087 h 224086"/>
                  <a:gd name="connsiteX9" fmla="*/ 203643 w 203642"/>
                  <a:gd name="connsiteY9" fmla="*/ 78604 h 224086"/>
                  <a:gd name="connsiteX10" fmla="*/ 125593 w 203642"/>
                  <a:gd name="connsiteY10" fmla="*/ 0 h 224086"/>
                  <a:gd name="connsiteX11" fmla="*/ 63154 w 203642"/>
                  <a:gd name="connsiteY11" fmla="*/ 32930 h 224086"/>
                  <a:gd name="connsiteX12" fmla="*/ 62235 w 203642"/>
                  <a:gd name="connsiteY12" fmla="*/ 32930 h 224086"/>
                  <a:gd name="connsiteX13" fmla="*/ 62337 w 203642"/>
                  <a:gd name="connsiteY13" fmla="*/ 6525 h 224086"/>
                  <a:gd name="connsiteX14" fmla="*/ 62337 w 203642"/>
                  <a:gd name="connsiteY14" fmla="*/ 6525 h 22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3642" h="224086">
                    <a:moveTo>
                      <a:pt x="62337" y="6525"/>
                    </a:moveTo>
                    <a:lnTo>
                      <a:pt x="0" y="6525"/>
                    </a:lnTo>
                    <a:lnTo>
                      <a:pt x="0" y="224087"/>
                    </a:lnTo>
                    <a:lnTo>
                      <a:pt x="62746" y="224087"/>
                    </a:lnTo>
                    <a:lnTo>
                      <a:pt x="62746" y="93182"/>
                    </a:lnTo>
                    <a:cubicBezTo>
                      <a:pt x="62746" y="67083"/>
                      <a:pt x="76723" y="49752"/>
                      <a:pt x="101515" y="49752"/>
                    </a:cubicBezTo>
                    <a:cubicBezTo>
                      <a:pt x="129572" y="49752"/>
                      <a:pt x="140897" y="70346"/>
                      <a:pt x="140897" y="93182"/>
                    </a:cubicBezTo>
                    <a:lnTo>
                      <a:pt x="140897" y="224087"/>
                    </a:lnTo>
                    <a:lnTo>
                      <a:pt x="203643" y="224087"/>
                    </a:lnTo>
                    <a:lnTo>
                      <a:pt x="203643" y="78604"/>
                    </a:lnTo>
                    <a:cubicBezTo>
                      <a:pt x="203643" y="33644"/>
                      <a:pt x="178544" y="0"/>
                      <a:pt x="125593" y="0"/>
                    </a:cubicBezTo>
                    <a:cubicBezTo>
                      <a:pt x="82436" y="0"/>
                      <a:pt x="67337" y="25691"/>
                      <a:pt x="63154" y="32930"/>
                    </a:cubicBezTo>
                    <a:lnTo>
                      <a:pt x="62235" y="32930"/>
                    </a:lnTo>
                    <a:lnTo>
                      <a:pt x="62337" y="6525"/>
                    </a:lnTo>
                    <a:lnTo>
                      <a:pt x="62337" y="6525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4D1B8D65-9C29-AC4E-9D30-CEF88DD1811A}"/>
                  </a:ext>
                </a:extLst>
              </p:cNvPr>
              <p:cNvSpPr/>
              <p:nvPr/>
            </p:nvSpPr>
            <p:spPr>
              <a:xfrm>
                <a:off x="5662677" y="3231058"/>
                <a:ext cx="242888" cy="414189"/>
              </a:xfrm>
              <a:custGeom>
                <a:avLst/>
                <a:gdLst>
                  <a:gd name="connsiteX0" fmla="*/ 131409 w 131408"/>
                  <a:gd name="connsiteY0" fmla="*/ 0 h 224086"/>
                  <a:gd name="connsiteX1" fmla="*/ 57134 w 131408"/>
                  <a:gd name="connsiteY1" fmla="*/ 41902 h 224086"/>
                  <a:gd name="connsiteX2" fmla="*/ 56216 w 131408"/>
                  <a:gd name="connsiteY2" fmla="*/ 41902 h 224086"/>
                  <a:gd name="connsiteX3" fmla="*/ 56216 w 131408"/>
                  <a:gd name="connsiteY3" fmla="*/ 6525 h 224086"/>
                  <a:gd name="connsiteX4" fmla="*/ 0 w 131408"/>
                  <a:gd name="connsiteY4" fmla="*/ 6525 h 224086"/>
                  <a:gd name="connsiteX5" fmla="*/ 0 w 131408"/>
                  <a:gd name="connsiteY5" fmla="*/ 224087 h 224086"/>
                  <a:gd name="connsiteX6" fmla="*/ 62746 w 131408"/>
                  <a:gd name="connsiteY6" fmla="*/ 224087 h 224086"/>
                  <a:gd name="connsiteX7" fmla="*/ 62746 w 131408"/>
                  <a:gd name="connsiteY7" fmla="*/ 116121 h 224086"/>
                  <a:gd name="connsiteX8" fmla="*/ 131307 w 131408"/>
                  <a:gd name="connsiteY8" fmla="*/ 50058 h 224086"/>
                  <a:gd name="connsiteX9" fmla="*/ 131307 w 131408"/>
                  <a:gd name="connsiteY9" fmla="*/ 0 h 224086"/>
                  <a:gd name="connsiteX10" fmla="*/ 131409 w 131408"/>
                  <a:gd name="connsiteY10" fmla="*/ 0 h 22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408" h="224086">
                    <a:moveTo>
                      <a:pt x="131409" y="0"/>
                    </a:moveTo>
                    <a:cubicBezTo>
                      <a:pt x="74785" y="0"/>
                      <a:pt x="61521" y="31808"/>
                      <a:pt x="57134" y="41902"/>
                    </a:cubicBezTo>
                    <a:lnTo>
                      <a:pt x="56216" y="41902"/>
                    </a:lnTo>
                    <a:lnTo>
                      <a:pt x="56216" y="6525"/>
                    </a:lnTo>
                    <a:lnTo>
                      <a:pt x="0" y="6525"/>
                    </a:lnTo>
                    <a:lnTo>
                      <a:pt x="0" y="224087"/>
                    </a:lnTo>
                    <a:lnTo>
                      <a:pt x="62746" y="224087"/>
                    </a:lnTo>
                    <a:lnTo>
                      <a:pt x="62746" y="116121"/>
                    </a:lnTo>
                    <a:cubicBezTo>
                      <a:pt x="62746" y="69326"/>
                      <a:pt x="93965" y="50058"/>
                      <a:pt x="131307" y="50058"/>
                    </a:cubicBezTo>
                    <a:lnTo>
                      <a:pt x="131307" y="0"/>
                    </a:lnTo>
                    <a:lnTo>
                      <a:pt x="131409" y="0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92CE31F1-88DA-5C48-953E-04EEAD1F6CD5}"/>
                  </a:ext>
                </a:extLst>
              </p:cNvPr>
              <p:cNvSpPr/>
              <p:nvPr/>
            </p:nvSpPr>
            <p:spPr>
              <a:xfrm>
                <a:off x="4599848" y="3231058"/>
                <a:ext cx="347172" cy="426250"/>
              </a:xfrm>
              <a:custGeom>
                <a:avLst/>
                <a:gdLst>
                  <a:gd name="connsiteX0" fmla="*/ 142121 w 187828"/>
                  <a:gd name="connsiteY0" fmla="*/ 67695 h 230611"/>
                  <a:gd name="connsiteX1" fmla="*/ 182319 w 187828"/>
                  <a:gd name="connsiteY1" fmla="*/ 40576 h 230611"/>
                  <a:gd name="connsiteX2" fmla="*/ 93251 w 187828"/>
                  <a:gd name="connsiteY2" fmla="*/ 0 h 230611"/>
                  <a:gd name="connsiteX3" fmla="*/ 7856 w 187828"/>
                  <a:gd name="connsiteY3" fmla="*/ 66370 h 230611"/>
                  <a:gd name="connsiteX4" fmla="*/ 68153 w 187828"/>
                  <a:gd name="connsiteY4" fmla="*/ 134472 h 230611"/>
                  <a:gd name="connsiteX5" fmla="*/ 95292 w 187828"/>
                  <a:gd name="connsiteY5" fmla="*/ 142730 h 230611"/>
                  <a:gd name="connsiteX6" fmla="*/ 125287 w 187828"/>
                  <a:gd name="connsiteY6" fmla="*/ 165873 h 230611"/>
                  <a:gd name="connsiteX7" fmla="*/ 89680 w 187828"/>
                  <a:gd name="connsiteY7" fmla="*/ 185753 h 230611"/>
                  <a:gd name="connsiteX8" fmla="*/ 42034 w 187828"/>
                  <a:gd name="connsiteY8" fmla="*/ 160572 h 230611"/>
                  <a:gd name="connsiteX9" fmla="*/ 0 w 187828"/>
                  <a:gd name="connsiteY9" fmla="*/ 184122 h 230611"/>
                  <a:gd name="connsiteX10" fmla="*/ 93557 w 187828"/>
                  <a:gd name="connsiteY10" fmla="*/ 230611 h 230611"/>
                  <a:gd name="connsiteX11" fmla="*/ 187829 w 187828"/>
                  <a:gd name="connsiteY11" fmla="*/ 161489 h 230611"/>
                  <a:gd name="connsiteX12" fmla="*/ 126001 w 187828"/>
                  <a:gd name="connsiteY12" fmla="*/ 92877 h 230611"/>
                  <a:gd name="connsiteX13" fmla="*/ 101617 w 187828"/>
                  <a:gd name="connsiteY13" fmla="*/ 85434 h 230611"/>
                  <a:gd name="connsiteX14" fmla="*/ 70397 w 187828"/>
                  <a:gd name="connsiteY14" fmla="*/ 62292 h 230611"/>
                  <a:gd name="connsiteX15" fmla="*/ 98965 w 187828"/>
                  <a:gd name="connsiteY15" fmla="*/ 44960 h 230611"/>
                  <a:gd name="connsiteX16" fmla="*/ 142121 w 187828"/>
                  <a:gd name="connsiteY16" fmla="*/ 67695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7828" h="230611">
                    <a:moveTo>
                      <a:pt x="142121" y="67695"/>
                    </a:moveTo>
                    <a:lnTo>
                      <a:pt x="182319" y="40576"/>
                    </a:lnTo>
                    <a:cubicBezTo>
                      <a:pt x="177116" y="31808"/>
                      <a:pt x="155793" y="0"/>
                      <a:pt x="93251" y="0"/>
                    </a:cubicBezTo>
                    <a:cubicBezTo>
                      <a:pt x="46626" y="0"/>
                      <a:pt x="7856" y="23958"/>
                      <a:pt x="7856" y="66370"/>
                    </a:cubicBezTo>
                    <a:cubicBezTo>
                      <a:pt x="7856" y="105926"/>
                      <a:pt x="36525" y="124685"/>
                      <a:pt x="68153" y="134472"/>
                    </a:cubicBezTo>
                    <a:cubicBezTo>
                      <a:pt x="77539" y="137327"/>
                      <a:pt x="86926" y="140080"/>
                      <a:pt x="95292" y="142730"/>
                    </a:cubicBezTo>
                    <a:cubicBezTo>
                      <a:pt x="112228" y="148134"/>
                      <a:pt x="125287" y="152823"/>
                      <a:pt x="125287" y="165873"/>
                    </a:cubicBezTo>
                    <a:cubicBezTo>
                      <a:pt x="125287" y="177495"/>
                      <a:pt x="112330" y="185753"/>
                      <a:pt x="89680" y="185753"/>
                    </a:cubicBezTo>
                    <a:cubicBezTo>
                      <a:pt x="60399" y="185753"/>
                      <a:pt x="46932" y="168014"/>
                      <a:pt x="42034" y="160572"/>
                    </a:cubicBezTo>
                    <a:lnTo>
                      <a:pt x="0" y="184122"/>
                    </a:lnTo>
                    <a:cubicBezTo>
                      <a:pt x="4081" y="194317"/>
                      <a:pt x="26833" y="230611"/>
                      <a:pt x="93557" y="230611"/>
                    </a:cubicBezTo>
                    <a:cubicBezTo>
                      <a:pt x="144468" y="230611"/>
                      <a:pt x="187829" y="209202"/>
                      <a:pt x="187829" y="161489"/>
                    </a:cubicBezTo>
                    <a:cubicBezTo>
                      <a:pt x="187829" y="121729"/>
                      <a:pt x="159466" y="103174"/>
                      <a:pt x="126001" y="92877"/>
                    </a:cubicBezTo>
                    <a:cubicBezTo>
                      <a:pt x="117533" y="90328"/>
                      <a:pt x="109167" y="87677"/>
                      <a:pt x="101617" y="85434"/>
                    </a:cubicBezTo>
                    <a:cubicBezTo>
                      <a:pt x="86415" y="80847"/>
                      <a:pt x="70397" y="76667"/>
                      <a:pt x="70397" y="62292"/>
                    </a:cubicBezTo>
                    <a:cubicBezTo>
                      <a:pt x="70397" y="51689"/>
                      <a:pt x="80498" y="44960"/>
                      <a:pt x="98965" y="44960"/>
                    </a:cubicBezTo>
                    <a:cubicBezTo>
                      <a:pt x="128042" y="44960"/>
                      <a:pt x="137938" y="61578"/>
                      <a:pt x="142121" y="67695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3945867D-030D-E14E-BD23-93109253EBA0}"/>
                  </a:ext>
                </a:extLst>
              </p:cNvPr>
              <p:cNvSpPr/>
              <p:nvPr/>
            </p:nvSpPr>
            <p:spPr>
              <a:xfrm>
                <a:off x="3403128" y="3066926"/>
                <a:ext cx="807115" cy="578321"/>
              </a:xfrm>
              <a:custGeom>
                <a:avLst/>
                <a:gdLst>
                  <a:gd name="connsiteX0" fmla="*/ 375657 w 436668"/>
                  <a:gd name="connsiteY0" fmla="*/ 0 h 312885"/>
                  <a:gd name="connsiteX1" fmla="*/ 318727 w 436668"/>
                  <a:gd name="connsiteY1" fmla="*/ 222965 h 312885"/>
                  <a:gd name="connsiteX2" fmla="*/ 261797 w 436668"/>
                  <a:gd name="connsiteY2" fmla="*/ 0 h 312885"/>
                  <a:gd name="connsiteX3" fmla="*/ 183442 w 436668"/>
                  <a:gd name="connsiteY3" fmla="*/ 0 h 312885"/>
                  <a:gd name="connsiteX4" fmla="*/ 124981 w 436668"/>
                  <a:gd name="connsiteY4" fmla="*/ 229388 h 312885"/>
                  <a:gd name="connsiteX5" fmla="*/ 66418 w 436668"/>
                  <a:gd name="connsiteY5" fmla="*/ 0 h 312885"/>
                  <a:gd name="connsiteX6" fmla="*/ 0 w 436668"/>
                  <a:gd name="connsiteY6" fmla="*/ 0 h 312885"/>
                  <a:gd name="connsiteX7" fmla="*/ 80906 w 436668"/>
                  <a:gd name="connsiteY7" fmla="*/ 312885 h 312885"/>
                  <a:gd name="connsiteX8" fmla="*/ 164057 w 436668"/>
                  <a:gd name="connsiteY8" fmla="*/ 312885 h 312885"/>
                  <a:gd name="connsiteX9" fmla="*/ 220681 w 436668"/>
                  <a:gd name="connsiteY9" fmla="*/ 91144 h 312885"/>
                  <a:gd name="connsiteX10" fmla="*/ 277305 w 436668"/>
                  <a:gd name="connsiteY10" fmla="*/ 312885 h 312885"/>
                  <a:gd name="connsiteX11" fmla="*/ 355762 w 436668"/>
                  <a:gd name="connsiteY11" fmla="*/ 312885 h 312885"/>
                  <a:gd name="connsiteX12" fmla="*/ 436668 w 436668"/>
                  <a:gd name="connsiteY12" fmla="*/ 0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668" h="312885">
                    <a:moveTo>
                      <a:pt x="375657" y="0"/>
                    </a:moveTo>
                    <a:lnTo>
                      <a:pt x="318727" y="222965"/>
                    </a:lnTo>
                    <a:lnTo>
                      <a:pt x="261797" y="0"/>
                    </a:lnTo>
                    <a:lnTo>
                      <a:pt x="183442" y="0"/>
                    </a:lnTo>
                    <a:lnTo>
                      <a:pt x="124981" y="229388"/>
                    </a:lnTo>
                    <a:lnTo>
                      <a:pt x="66418" y="0"/>
                    </a:lnTo>
                    <a:lnTo>
                      <a:pt x="0" y="0"/>
                    </a:lnTo>
                    <a:lnTo>
                      <a:pt x="80906" y="312885"/>
                    </a:lnTo>
                    <a:lnTo>
                      <a:pt x="164057" y="312885"/>
                    </a:lnTo>
                    <a:lnTo>
                      <a:pt x="220681" y="91144"/>
                    </a:lnTo>
                    <a:lnTo>
                      <a:pt x="277305" y="312885"/>
                    </a:lnTo>
                    <a:lnTo>
                      <a:pt x="355762" y="312885"/>
                    </a:lnTo>
                    <a:lnTo>
                      <a:pt x="436668" y="0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689588AF-4881-F246-ADFD-6F0EE2C5FE41}"/>
                  </a:ext>
                </a:extLst>
              </p:cNvPr>
              <p:cNvSpPr/>
              <p:nvPr/>
            </p:nvSpPr>
            <p:spPr>
              <a:xfrm>
                <a:off x="4175923" y="3231058"/>
                <a:ext cx="400162" cy="426250"/>
              </a:xfrm>
              <a:custGeom>
                <a:avLst/>
                <a:gdLst>
                  <a:gd name="connsiteX0" fmla="*/ 216396 w 216497"/>
                  <a:gd name="connsiteY0" fmla="*/ 115306 h 230611"/>
                  <a:gd name="connsiteX1" fmla="*/ 108351 w 216497"/>
                  <a:gd name="connsiteY1" fmla="*/ 0 h 230611"/>
                  <a:gd name="connsiteX2" fmla="*/ 0 w 216497"/>
                  <a:gd name="connsiteY2" fmla="*/ 115306 h 230611"/>
                  <a:gd name="connsiteX3" fmla="*/ 111004 w 216497"/>
                  <a:gd name="connsiteY3" fmla="*/ 230611 h 230611"/>
                  <a:gd name="connsiteX4" fmla="*/ 201194 w 216497"/>
                  <a:gd name="connsiteY4" fmla="*/ 182287 h 230611"/>
                  <a:gd name="connsiteX5" fmla="*/ 158955 w 216497"/>
                  <a:gd name="connsiteY5" fmla="*/ 158023 h 230611"/>
                  <a:gd name="connsiteX6" fmla="*/ 111310 w 216497"/>
                  <a:gd name="connsiteY6" fmla="*/ 185753 h 230611"/>
                  <a:gd name="connsiteX7" fmla="*/ 62542 w 216497"/>
                  <a:gd name="connsiteY7" fmla="*/ 134472 h 230611"/>
                  <a:gd name="connsiteX8" fmla="*/ 216498 w 216497"/>
                  <a:gd name="connsiteY8" fmla="*/ 134472 h 230611"/>
                  <a:gd name="connsiteX9" fmla="*/ 216396 w 216497"/>
                  <a:gd name="connsiteY9" fmla="*/ 115306 h 230611"/>
                  <a:gd name="connsiteX10" fmla="*/ 62440 w 216497"/>
                  <a:gd name="connsiteY10" fmla="*/ 91042 h 230611"/>
                  <a:gd name="connsiteX11" fmla="*/ 108351 w 216497"/>
                  <a:gd name="connsiteY11" fmla="*/ 44756 h 230611"/>
                  <a:gd name="connsiteX12" fmla="*/ 153752 w 216497"/>
                  <a:gd name="connsiteY12" fmla="*/ 91042 h 230611"/>
                  <a:gd name="connsiteX13" fmla="*/ 62440 w 216497"/>
                  <a:gd name="connsiteY13" fmla="*/ 91042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497" h="230611">
                    <a:moveTo>
                      <a:pt x="216396" y="115306"/>
                    </a:moveTo>
                    <a:cubicBezTo>
                      <a:pt x="216396" y="58214"/>
                      <a:pt x="182217" y="0"/>
                      <a:pt x="108351" y="0"/>
                    </a:cubicBezTo>
                    <a:cubicBezTo>
                      <a:pt x="41932" y="0"/>
                      <a:pt x="0" y="49854"/>
                      <a:pt x="0" y="115306"/>
                    </a:cubicBezTo>
                    <a:cubicBezTo>
                      <a:pt x="0" y="179738"/>
                      <a:pt x="41218" y="230611"/>
                      <a:pt x="111004" y="230611"/>
                    </a:cubicBezTo>
                    <a:cubicBezTo>
                      <a:pt x="172219" y="230611"/>
                      <a:pt x="195583" y="194215"/>
                      <a:pt x="201194" y="182287"/>
                    </a:cubicBezTo>
                    <a:lnTo>
                      <a:pt x="158955" y="158023"/>
                    </a:lnTo>
                    <a:cubicBezTo>
                      <a:pt x="155997" y="163426"/>
                      <a:pt x="145386" y="185753"/>
                      <a:pt x="111310" y="185753"/>
                    </a:cubicBezTo>
                    <a:cubicBezTo>
                      <a:pt x="83865" y="185753"/>
                      <a:pt x="64480" y="164344"/>
                      <a:pt x="62542" y="134472"/>
                    </a:cubicBezTo>
                    <a:lnTo>
                      <a:pt x="216498" y="134472"/>
                    </a:lnTo>
                    <a:cubicBezTo>
                      <a:pt x="216396" y="134370"/>
                      <a:pt x="216396" y="115612"/>
                      <a:pt x="216396" y="115306"/>
                    </a:cubicBezTo>
                    <a:close/>
                    <a:moveTo>
                      <a:pt x="62440" y="91042"/>
                    </a:moveTo>
                    <a:cubicBezTo>
                      <a:pt x="64888" y="66573"/>
                      <a:pt x="78355" y="44756"/>
                      <a:pt x="108351" y="44756"/>
                    </a:cubicBezTo>
                    <a:cubicBezTo>
                      <a:pt x="136510" y="44756"/>
                      <a:pt x="151406" y="64840"/>
                      <a:pt x="153752" y="91042"/>
                    </a:cubicBezTo>
                    <a:lnTo>
                      <a:pt x="62440" y="91042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BB9E8CDD-578A-D443-8EC9-FD195A5AE53A}"/>
                  </a:ext>
                </a:extLst>
              </p:cNvPr>
              <p:cNvSpPr/>
              <p:nvPr/>
            </p:nvSpPr>
            <p:spPr>
              <a:xfrm>
                <a:off x="5209711" y="3231058"/>
                <a:ext cx="399974" cy="426250"/>
              </a:xfrm>
              <a:custGeom>
                <a:avLst/>
                <a:gdLst>
                  <a:gd name="connsiteX0" fmla="*/ 216396 w 216395"/>
                  <a:gd name="connsiteY0" fmla="*/ 115306 h 230611"/>
                  <a:gd name="connsiteX1" fmla="*/ 108351 w 216395"/>
                  <a:gd name="connsiteY1" fmla="*/ 0 h 230611"/>
                  <a:gd name="connsiteX2" fmla="*/ 0 w 216395"/>
                  <a:gd name="connsiteY2" fmla="*/ 115306 h 230611"/>
                  <a:gd name="connsiteX3" fmla="*/ 111003 w 216395"/>
                  <a:gd name="connsiteY3" fmla="*/ 230611 h 230611"/>
                  <a:gd name="connsiteX4" fmla="*/ 201194 w 216395"/>
                  <a:gd name="connsiteY4" fmla="*/ 182287 h 230611"/>
                  <a:gd name="connsiteX5" fmla="*/ 158955 w 216395"/>
                  <a:gd name="connsiteY5" fmla="*/ 158023 h 230611"/>
                  <a:gd name="connsiteX6" fmla="*/ 111310 w 216395"/>
                  <a:gd name="connsiteY6" fmla="*/ 185753 h 230611"/>
                  <a:gd name="connsiteX7" fmla="*/ 62541 w 216395"/>
                  <a:gd name="connsiteY7" fmla="*/ 134472 h 230611"/>
                  <a:gd name="connsiteX8" fmla="*/ 216396 w 216395"/>
                  <a:gd name="connsiteY8" fmla="*/ 134472 h 230611"/>
                  <a:gd name="connsiteX9" fmla="*/ 216396 w 216395"/>
                  <a:gd name="connsiteY9" fmla="*/ 115306 h 230611"/>
                  <a:gd name="connsiteX10" fmla="*/ 62439 w 216395"/>
                  <a:gd name="connsiteY10" fmla="*/ 91042 h 230611"/>
                  <a:gd name="connsiteX11" fmla="*/ 108351 w 216395"/>
                  <a:gd name="connsiteY11" fmla="*/ 44756 h 230611"/>
                  <a:gd name="connsiteX12" fmla="*/ 153752 w 216395"/>
                  <a:gd name="connsiteY12" fmla="*/ 91042 h 230611"/>
                  <a:gd name="connsiteX13" fmla="*/ 62439 w 216395"/>
                  <a:gd name="connsiteY13" fmla="*/ 91042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395" h="230611">
                    <a:moveTo>
                      <a:pt x="216396" y="115306"/>
                    </a:moveTo>
                    <a:cubicBezTo>
                      <a:pt x="216396" y="58214"/>
                      <a:pt x="182217" y="0"/>
                      <a:pt x="108351" y="0"/>
                    </a:cubicBezTo>
                    <a:cubicBezTo>
                      <a:pt x="41932" y="0"/>
                      <a:pt x="0" y="49854"/>
                      <a:pt x="0" y="115306"/>
                    </a:cubicBezTo>
                    <a:cubicBezTo>
                      <a:pt x="0" y="179738"/>
                      <a:pt x="41218" y="230611"/>
                      <a:pt x="111003" y="230611"/>
                    </a:cubicBezTo>
                    <a:cubicBezTo>
                      <a:pt x="172219" y="230611"/>
                      <a:pt x="195582" y="194215"/>
                      <a:pt x="201194" y="182287"/>
                    </a:cubicBezTo>
                    <a:lnTo>
                      <a:pt x="158955" y="158023"/>
                    </a:lnTo>
                    <a:cubicBezTo>
                      <a:pt x="155997" y="163426"/>
                      <a:pt x="145386" y="185753"/>
                      <a:pt x="111310" y="185753"/>
                    </a:cubicBezTo>
                    <a:cubicBezTo>
                      <a:pt x="83865" y="185753"/>
                      <a:pt x="64480" y="164344"/>
                      <a:pt x="62541" y="134472"/>
                    </a:cubicBezTo>
                    <a:lnTo>
                      <a:pt x="216396" y="134472"/>
                    </a:lnTo>
                    <a:cubicBezTo>
                      <a:pt x="216396" y="134370"/>
                      <a:pt x="216396" y="115612"/>
                      <a:pt x="216396" y="115306"/>
                    </a:cubicBezTo>
                    <a:close/>
                    <a:moveTo>
                      <a:pt x="62439" y="91042"/>
                    </a:moveTo>
                    <a:cubicBezTo>
                      <a:pt x="64888" y="66573"/>
                      <a:pt x="78355" y="44756"/>
                      <a:pt x="108351" y="44756"/>
                    </a:cubicBezTo>
                    <a:cubicBezTo>
                      <a:pt x="136510" y="44756"/>
                      <a:pt x="151406" y="64840"/>
                      <a:pt x="153752" y="91042"/>
                    </a:cubicBezTo>
                    <a:lnTo>
                      <a:pt x="62439" y="91042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97FA6A7-F21F-1F44-BFAA-8D45ED6BDC83}"/>
                  </a:ext>
                </a:extLst>
              </p:cNvPr>
              <p:cNvSpPr/>
              <p:nvPr/>
            </p:nvSpPr>
            <p:spPr>
              <a:xfrm>
                <a:off x="7934105" y="3142113"/>
                <a:ext cx="205927" cy="515004"/>
              </a:xfrm>
              <a:custGeom>
                <a:avLst/>
                <a:gdLst>
                  <a:gd name="connsiteX0" fmla="*/ 0 w 111411"/>
                  <a:gd name="connsiteY0" fmla="*/ 0 h 278629"/>
                  <a:gd name="connsiteX1" fmla="*/ 62337 w 111411"/>
                  <a:gd name="connsiteY1" fmla="*/ 0 h 278629"/>
                  <a:gd name="connsiteX2" fmla="*/ 62337 w 111411"/>
                  <a:gd name="connsiteY2" fmla="*/ 54645 h 278629"/>
                  <a:gd name="connsiteX3" fmla="*/ 111412 w 111411"/>
                  <a:gd name="connsiteY3" fmla="*/ 54645 h 278629"/>
                  <a:gd name="connsiteX4" fmla="*/ 111412 w 111411"/>
                  <a:gd name="connsiteY4" fmla="*/ 97974 h 278629"/>
                  <a:gd name="connsiteX5" fmla="*/ 62337 w 111411"/>
                  <a:gd name="connsiteY5" fmla="*/ 97974 h 278629"/>
                  <a:gd name="connsiteX6" fmla="*/ 62337 w 111411"/>
                  <a:gd name="connsiteY6" fmla="*/ 204206 h 278629"/>
                  <a:gd name="connsiteX7" fmla="*/ 92537 w 111411"/>
                  <a:gd name="connsiteY7" fmla="*/ 236015 h 278629"/>
                  <a:gd name="connsiteX8" fmla="*/ 110085 w 111411"/>
                  <a:gd name="connsiteY8" fmla="*/ 234587 h 278629"/>
                  <a:gd name="connsiteX9" fmla="*/ 110085 w 111411"/>
                  <a:gd name="connsiteY9" fmla="*/ 272105 h 278629"/>
                  <a:gd name="connsiteX10" fmla="*/ 66928 w 111411"/>
                  <a:gd name="connsiteY10" fmla="*/ 278630 h 278629"/>
                  <a:gd name="connsiteX11" fmla="*/ 0 w 111411"/>
                  <a:gd name="connsiteY11" fmla="*/ 204920 h 278629"/>
                  <a:gd name="connsiteX12" fmla="*/ 0 w 111411"/>
                  <a:gd name="connsiteY12" fmla="*/ 0 h 27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411" h="278629">
                    <a:moveTo>
                      <a:pt x="0" y="0"/>
                    </a:moveTo>
                    <a:lnTo>
                      <a:pt x="62337" y="0"/>
                    </a:lnTo>
                    <a:lnTo>
                      <a:pt x="62337" y="54645"/>
                    </a:lnTo>
                    <a:lnTo>
                      <a:pt x="111412" y="54645"/>
                    </a:lnTo>
                    <a:lnTo>
                      <a:pt x="111412" y="97974"/>
                    </a:lnTo>
                    <a:lnTo>
                      <a:pt x="62337" y="97974"/>
                    </a:lnTo>
                    <a:lnTo>
                      <a:pt x="62337" y="204206"/>
                    </a:lnTo>
                    <a:cubicBezTo>
                      <a:pt x="62337" y="222965"/>
                      <a:pt x="73662" y="236015"/>
                      <a:pt x="92537" y="236015"/>
                    </a:cubicBezTo>
                    <a:cubicBezTo>
                      <a:pt x="102637" y="236015"/>
                      <a:pt x="108351" y="234995"/>
                      <a:pt x="110085" y="234587"/>
                    </a:cubicBezTo>
                    <a:lnTo>
                      <a:pt x="110085" y="272105"/>
                    </a:lnTo>
                    <a:cubicBezTo>
                      <a:pt x="106922" y="273125"/>
                      <a:pt x="89884" y="278630"/>
                      <a:pt x="66928" y="278630"/>
                    </a:cubicBezTo>
                    <a:cubicBezTo>
                      <a:pt x="16120" y="278630"/>
                      <a:pt x="0" y="246210"/>
                      <a:pt x="0" y="204920"/>
                    </a:cubicBezTo>
                    <a:lnTo>
                      <a:pt x="0" y="0"/>
                    </a:lnTo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42256096-9CE9-A24A-B683-B92E2FD27296}"/>
                  </a:ext>
                </a:extLst>
              </p:cNvPr>
              <p:cNvSpPr/>
              <p:nvPr/>
            </p:nvSpPr>
            <p:spPr>
              <a:xfrm>
                <a:off x="6542961" y="3066926"/>
                <a:ext cx="490303" cy="578321"/>
              </a:xfrm>
              <a:custGeom>
                <a:avLst/>
                <a:gdLst>
                  <a:gd name="connsiteX0" fmla="*/ 106820 w 265265"/>
                  <a:gd name="connsiteY0" fmla="*/ 0 h 312885"/>
                  <a:gd name="connsiteX1" fmla="*/ 0 w 265265"/>
                  <a:gd name="connsiteY1" fmla="*/ 0 h 312885"/>
                  <a:gd name="connsiteX2" fmla="*/ 0 w 265265"/>
                  <a:gd name="connsiteY2" fmla="*/ 312885 h 312885"/>
                  <a:gd name="connsiteX3" fmla="*/ 106820 w 265265"/>
                  <a:gd name="connsiteY3" fmla="*/ 312885 h 312885"/>
                  <a:gd name="connsiteX4" fmla="*/ 265266 w 265265"/>
                  <a:gd name="connsiteY4" fmla="*/ 156392 h 312885"/>
                  <a:gd name="connsiteX5" fmla="*/ 106820 w 265265"/>
                  <a:gd name="connsiteY5" fmla="*/ 0 h 312885"/>
                  <a:gd name="connsiteX6" fmla="*/ 102841 w 265265"/>
                  <a:gd name="connsiteY6" fmla="*/ 260891 h 312885"/>
                  <a:gd name="connsiteX7" fmla="*/ 67235 w 265265"/>
                  <a:gd name="connsiteY7" fmla="*/ 260891 h 312885"/>
                  <a:gd name="connsiteX8" fmla="*/ 67235 w 265265"/>
                  <a:gd name="connsiteY8" fmla="*/ 51995 h 312885"/>
                  <a:gd name="connsiteX9" fmla="*/ 102841 w 265265"/>
                  <a:gd name="connsiteY9" fmla="*/ 51995 h 312885"/>
                  <a:gd name="connsiteX10" fmla="*/ 196195 w 265265"/>
                  <a:gd name="connsiteY10" fmla="*/ 156494 h 312885"/>
                  <a:gd name="connsiteX11" fmla="*/ 102841 w 265265"/>
                  <a:gd name="connsiteY11" fmla="*/ 260891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5265" h="312885">
                    <a:moveTo>
                      <a:pt x="106820" y="0"/>
                    </a:moveTo>
                    <a:lnTo>
                      <a:pt x="0" y="0"/>
                    </a:lnTo>
                    <a:lnTo>
                      <a:pt x="0" y="312885"/>
                    </a:lnTo>
                    <a:lnTo>
                      <a:pt x="106820" y="312885"/>
                    </a:lnTo>
                    <a:cubicBezTo>
                      <a:pt x="206295" y="312885"/>
                      <a:pt x="265266" y="265173"/>
                      <a:pt x="265266" y="156392"/>
                    </a:cubicBezTo>
                    <a:cubicBezTo>
                      <a:pt x="265164" y="47611"/>
                      <a:pt x="204153" y="0"/>
                      <a:pt x="106820" y="0"/>
                    </a:cubicBezTo>
                    <a:close/>
                    <a:moveTo>
                      <a:pt x="102841" y="260891"/>
                    </a:moveTo>
                    <a:lnTo>
                      <a:pt x="67235" y="260891"/>
                    </a:lnTo>
                    <a:lnTo>
                      <a:pt x="67235" y="51995"/>
                    </a:lnTo>
                    <a:lnTo>
                      <a:pt x="102841" y="51995"/>
                    </a:lnTo>
                    <a:cubicBezTo>
                      <a:pt x="183646" y="51995"/>
                      <a:pt x="196195" y="106640"/>
                      <a:pt x="196195" y="156494"/>
                    </a:cubicBezTo>
                    <a:cubicBezTo>
                      <a:pt x="196195" y="206245"/>
                      <a:pt x="184360" y="260891"/>
                      <a:pt x="102841" y="260891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EB95A812-D1A9-B146-9E45-51CC33D7B718}"/>
                  </a:ext>
                </a:extLst>
              </p:cNvPr>
              <p:cNvSpPr/>
              <p:nvPr/>
            </p:nvSpPr>
            <p:spPr>
              <a:xfrm>
                <a:off x="8604313" y="3066926"/>
                <a:ext cx="118991" cy="578321"/>
              </a:xfrm>
              <a:custGeom>
                <a:avLst/>
                <a:gdLst>
                  <a:gd name="connsiteX0" fmla="*/ 0 w 64377"/>
                  <a:gd name="connsiteY0" fmla="*/ 0 h 312885"/>
                  <a:gd name="connsiteX1" fmla="*/ 64378 w 64377"/>
                  <a:gd name="connsiteY1" fmla="*/ 0 h 312885"/>
                  <a:gd name="connsiteX2" fmla="*/ 64378 w 64377"/>
                  <a:gd name="connsiteY2" fmla="*/ 312885 h 312885"/>
                  <a:gd name="connsiteX3" fmla="*/ 0 w 64377"/>
                  <a:gd name="connsiteY3" fmla="*/ 312885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312885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312885"/>
                    </a:lnTo>
                    <a:lnTo>
                      <a:pt x="0" y="312885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9" name="Graphic 133">
                <a:extLst>
                  <a:ext uri="{FF2B5EF4-FFF2-40B4-BE49-F238E27FC236}">
                    <a16:creationId xmlns:a16="http://schemas.microsoft.com/office/drawing/2014/main" id="{98053189-3B16-774E-9295-8954EA62F3C9}"/>
                  </a:ext>
                </a:extLst>
              </p:cNvPr>
              <p:cNvGrpSpPr/>
              <p:nvPr/>
            </p:nvGrpSpPr>
            <p:grpSpPr>
              <a:xfrm>
                <a:off x="8787610" y="3557624"/>
                <a:ext cx="99946" cy="99683"/>
                <a:chOff x="10186981" y="5710830"/>
                <a:chExt cx="54073" cy="53931"/>
              </a:xfrm>
              <a:grpFill/>
            </p:grpSpPr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EA13E5FD-7BCD-8248-BF01-3C70AA6ADD74}"/>
                    </a:ext>
                  </a:extLst>
                </p:cNvPr>
                <p:cNvSpPr/>
                <p:nvPr/>
              </p:nvSpPr>
              <p:spPr>
                <a:xfrm>
                  <a:off x="10186981" y="5710830"/>
                  <a:ext cx="54073" cy="53931"/>
                </a:xfrm>
                <a:custGeom>
                  <a:avLst/>
                  <a:gdLst>
                    <a:gd name="connsiteX0" fmla="*/ 27139 w 54073"/>
                    <a:gd name="connsiteY0" fmla="*/ 0 h 53931"/>
                    <a:gd name="connsiteX1" fmla="*/ 0 w 54073"/>
                    <a:gd name="connsiteY1" fmla="*/ 26915 h 53931"/>
                    <a:gd name="connsiteX2" fmla="*/ 27139 w 54073"/>
                    <a:gd name="connsiteY2" fmla="*/ 53932 h 53931"/>
                    <a:gd name="connsiteX3" fmla="*/ 54073 w 54073"/>
                    <a:gd name="connsiteY3" fmla="*/ 26915 h 53931"/>
                    <a:gd name="connsiteX4" fmla="*/ 27139 w 54073"/>
                    <a:gd name="connsiteY4" fmla="*/ 0 h 53931"/>
                    <a:gd name="connsiteX5" fmla="*/ 27139 w 54073"/>
                    <a:gd name="connsiteY5" fmla="*/ 49242 h 53931"/>
                    <a:gd name="connsiteX6" fmla="*/ 4795 w 54073"/>
                    <a:gd name="connsiteY6" fmla="*/ 26915 h 53931"/>
                    <a:gd name="connsiteX7" fmla="*/ 27139 w 54073"/>
                    <a:gd name="connsiteY7" fmla="*/ 4690 h 53931"/>
                    <a:gd name="connsiteX8" fmla="*/ 49380 w 54073"/>
                    <a:gd name="connsiteY8" fmla="*/ 26915 h 53931"/>
                    <a:gd name="connsiteX9" fmla="*/ 27139 w 54073"/>
                    <a:gd name="connsiteY9" fmla="*/ 49242 h 53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4073" h="53931">
                      <a:moveTo>
                        <a:pt x="27139" y="0"/>
                      </a:moveTo>
                      <a:cubicBezTo>
                        <a:pt x="12141" y="0"/>
                        <a:pt x="0" y="12030"/>
                        <a:pt x="0" y="26915"/>
                      </a:cubicBezTo>
                      <a:cubicBezTo>
                        <a:pt x="0" y="41902"/>
                        <a:pt x="12039" y="53932"/>
                        <a:pt x="27139" y="53932"/>
                      </a:cubicBezTo>
                      <a:cubicBezTo>
                        <a:pt x="42034" y="53932"/>
                        <a:pt x="54073" y="41902"/>
                        <a:pt x="54073" y="26915"/>
                      </a:cubicBezTo>
                      <a:cubicBezTo>
                        <a:pt x="54073" y="12030"/>
                        <a:pt x="42137" y="0"/>
                        <a:pt x="27139" y="0"/>
                      </a:cubicBezTo>
                      <a:close/>
                      <a:moveTo>
                        <a:pt x="27139" y="49242"/>
                      </a:moveTo>
                      <a:cubicBezTo>
                        <a:pt x="14794" y="49242"/>
                        <a:pt x="4795" y="39251"/>
                        <a:pt x="4795" y="26915"/>
                      </a:cubicBezTo>
                      <a:cubicBezTo>
                        <a:pt x="4795" y="14681"/>
                        <a:pt x="14794" y="4690"/>
                        <a:pt x="27139" y="4690"/>
                      </a:cubicBezTo>
                      <a:cubicBezTo>
                        <a:pt x="39382" y="4690"/>
                        <a:pt x="49380" y="14681"/>
                        <a:pt x="49380" y="26915"/>
                      </a:cubicBezTo>
                      <a:cubicBezTo>
                        <a:pt x="49380" y="39251"/>
                        <a:pt x="39484" y="49242"/>
                        <a:pt x="27139" y="49242"/>
                      </a:cubicBezTo>
                      <a:close/>
                    </a:path>
                  </a:pathLst>
                </a:custGeom>
                <a:grpFill/>
                <a:ln w="10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4EAD62D4-130A-0C41-A8FE-34AC098CACE0}"/>
                    </a:ext>
                  </a:extLst>
                </p:cNvPr>
                <p:cNvSpPr/>
                <p:nvPr/>
              </p:nvSpPr>
              <p:spPr>
                <a:xfrm>
                  <a:off x="10203815" y="5721432"/>
                  <a:ext cx="21425" cy="31808"/>
                </a:xfrm>
                <a:custGeom>
                  <a:avLst/>
                  <a:gdLst>
                    <a:gd name="connsiteX0" fmla="*/ 20303 w 21425"/>
                    <a:gd name="connsiteY0" fmla="*/ 22531 h 31808"/>
                    <a:gd name="connsiteX1" fmla="*/ 15304 w 21425"/>
                    <a:gd name="connsiteY1" fmla="*/ 16312 h 31808"/>
                    <a:gd name="connsiteX2" fmla="*/ 15304 w 21425"/>
                    <a:gd name="connsiteY2" fmla="*/ 16210 h 31808"/>
                    <a:gd name="connsiteX3" fmla="*/ 21323 w 21425"/>
                    <a:gd name="connsiteY3" fmla="*/ 8768 h 31808"/>
                    <a:gd name="connsiteX4" fmla="*/ 9896 w 21425"/>
                    <a:gd name="connsiteY4" fmla="*/ 0 h 31808"/>
                    <a:gd name="connsiteX5" fmla="*/ 0 w 21425"/>
                    <a:gd name="connsiteY5" fmla="*/ 0 h 31808"/>
                    <a:gd name="connsiteX6" fmla="*/ 0 w 21425"/>
                    <a:gd name="connsiteY6" fmla="*/ 31707 h 31808"/>
                    <a:gd name="connsiteX7" fmla="*/ 5407 w 21425"/>
                    <a:gd name="connsiteY7" fmla="*/ 31707 h 31808"/>
                    <a:gd name="connsiteX8" fmla="*/ 5407 w 21425"/>
                    <a:gd name="connsiteY8" fmla="*/ 18453 h 31808"/>
                    <a:gd name="connsiteX9" fmla="*/ 8774 w 21425"/>
                    <a:gd name="connsiteY9" fmla="*/ 18453 h 31808"/>
                    <a:gd name="connsiteX10" fmla="*/ 15406 w 21425"/>
                    <a:gd name="connsiteY10" fmla="*/ 26099 h 31808"/>
                    <a:gd name="connsiteX11" fmla="*/ 16120 w 21425"/>
                    <a:gd name="connsiteY11" fmla="*/ 31808 h 31808"/>
                    <a:gd name="connsiteX12" fmla="*/ 21425 w 21425"/>
                    <a:gd name="connsiteY12" fmla="*/ 31808 h 31808"/>
                    <a:gd name="connsiteX13" fmla="*/ 20303 w 21425"/>
                    <a:gd name="connsiteY13" fmla="*/ 22531 h 31808"/>
                    <a:gd name="connsiteX14" fmla="*/ 10203 w 21425"/>
                    <a:gd name="connsiteY14" fmla="*/ 14069 h 31808"/>
                    <a:gd name="connsiteX15" fmla="*/ 5407 w 21425"/>
                    <a:gd name="connsiteY15" fmla="*/ 14069 h 31808"/>
                    <a:gd name="connsiteX16" fmla="*/ 5407 w 21425"/>
                    <a:gd name="connsiteY16" fmla="*/ 4486 h 31808"/>
                    <a:gd name="connsiteX17" fmla="*/ 10203 w 21425"/>
                    <a:gd name="connsiteY17" fmla="*/ 4486 h 31808"/>
                    <a:gd name="connsiteX18" fmla="*/ 15814 w 21425"/>
                    <a:gd name="connsiteY18" fmla="*/ 9278 h 31808"/>
                    <a:gd name="connsiteX19" fmla="*/ 10203 w 21425"/>
                    <a:gd name="connsiteY19" fmla="*/ 14069 h 31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1425" h="31808">
                      <a:moveTo>
                        <a:pt x="20303" y="22531"/>
                      </a:moveTo>
                      <a:cubicBezTo>
                        <a:pt x="19895" y="19065"/>
                        <a:pt x="18467" y="17026"/>
                        <a:pt x="15304" y="16312"/>
                      </a:cubicBezTo>
                      <a:lnTo>
                        <a:pt x="15304" y="16210"/>
                      </a:lnTo>
                      <a:cubicBezTo>
                        <a:pt x="18365" y="15598"/>
                        <a:pt x="21323" y="13559"/>
                        <a:pt x="21323" y="8768"/>
                      </a:cubicBezTo>
                      <a:cubicBezTo>
                        <a:pt x="21323" y="2549"/>
                        <a:pt x="16324" y="0"/>
                        <a:pt x="9896" y="0"/>
                      </a:cubicBezTo>
                      <a:lnTo>
                        <a:pt x="0" y="0"/>
                      </a:lnTo>
                      <a:lnTo>
                        <a:pt x="0" y="31707"/>
                      </a:lnTo>
                      <a:lnTo>
                        <a:pt x="5407" y="31707"/>
                      </a:lnTo>
                      <a:lnTo>
                        <a:pt x="5407" y="18453"/>
                      </a:lnTo>
                      <a:lnTo>
                        <a:pt x="8774" y="18453"/>
                      </a:lnTo>
                      <a:cubicBezTo>
                        <a:pt x="12855" y="18453"/>
                        <a:pt x="14692" y="20492"/>
                        <a:pt x="15406" y="26099"/>
                      </a:cubicBezTo>
                      <a:cubicBezTo>
                        <a:pt x="15610" y="28036"/>
                        <a:pt x="16120" y="31808"/>
                        <a:pt x="16120" y="31808"/>
                      </a:cubicBezTo>
                      <a:lnTo>
                        <a:pt x="21425" y="31808"/>
                      </a:lnTo>
                      <a:cubicBezTo>
                        <a:pt x="21425" y="31808"/>
                        <a:pt x="20711" y="25895"/>
                        <a:pt x="20303" y="22531"/>
                      </a:cubicBezTo>
                      <a:close/>
                      <a:moveTo>
                        <a:pt x="10203" y="14069"/>
                      </a:moveTo>
                      <a:lnTo>
                        <a:pt x="5407" y="14069"/>
                      </a:lnTo>
                      <a:lnTo>
                        <a:pt x="5407" y="4486"/>
                      </a:lnTo>
                      <a:lnTo>
                        <a:pt x="10203" y="4486"/>
                      </a:lnTo>
                      <a:cubicBezTo>
                        <a:pt x="14182" y="4486"/>
                        <a:pt x="15814" y="6933"/>
                        <a:pt x="15814" y="9278"/>
                      </a:cubicBezTo>
                      <a:cubicBezTo>
                        <a:pt x="15814" y="11724"/>
                        <a:pt x="13977" y="14069"/>
                        <a:pt x="10203" y="14069"/>
                      </a:cubicBezTo>
                      <a:close/>
                    </a:path>
                  </a:pathLst>
                </a:custGeom>
                <a:grpFill/>
                <a:ln w="10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06068AE4-36C3-5643-A506-01A996069A7D}"/>
                  </a:ext>
                </a:extLst>
              </p:cNvPr>
              <p:cNvSpPr/>
              <p:nvPr/>
            </p:nvSpPr>
            <p:spPr>
              <a:xfrm>
                <a:off x="8164171" y="3231058"/>
                <a:ext cx="360938" cy="425873"/>
              </a:xfrm>
              <a:custGeom>
                <a:avLst/>
                <a:gdLst>
                  <a:gd name="connsiteX0" fmla="*/ 91415 w 195276"/>
                  <a:gd name="connsiteY0" fmla="*/ 0 h 230407"/>
                  <a:gd name="connsiteX1" fmla="*/ 5917 w 195276"/>
                  <a:gd name="connsiteY1" fmla="*/ 38639 h 230407"/>
                  <a:gd name="connsiteX2" fmla="*/ 42238 w 195276"/>
                  <a:gd name="connsiteY2" fmla="*/ 66370 h 230407"/>
                  <a:gd name="connsiteX3" fmla="*/ 87027 w 195276"/>
                  <a:gd name="connsiteY3" fmla="*/ 44654 h 230407"/>
                  <a:gd name="connsiteX4" fmla="*/ 132633 w 195276"/>
                  <a:gd name="connsiteY4" fmla="*/ 81662 h 230407"/>
                  <a:gd name="connsiteX5" fmla="*/ 132633 w 195276"/>
                  <a:gd name="connsiteY5" fmla="*/ 86454 h 230407"/>
                  <a:gd name="connsiteX6" fmla="*/ 104984 w 195276"/>
                  <a:gd name="connsiteY6" fmla="*/ 86454 h 230407"/>
                  <a:gd name="connsiteX7" fmla="*/ 0 w 195276"/>
                  <a:gd name="connsiteY7" fmla="*/ 159858 h 230407"/>
                  <a:gd name="connsiteX8" fmla="*/ 71213 w 195276"/>
                  <a:gd name="connsiteY8" fmla="*/ 230408 h 230407"/>
                  <a:gd name="connsiteX9" fmla="*/ 133551 w 195276"/>
                  <a:gd name="connsiteY9" fmla="*/ 202167 h 230407"/>
                  <a:gd name="connsiteX10" fmla="*/ 134367 w 195276"/>
                  <a:gd name="connsiteY10" fmla="*/ 202167 h 230407"/>
                  <a:gd name="connsiteX11" fmla="*/ 134367 w 195276"/>
                  <a:gd name="connsiteY11" fmla="*/ 223883 h 230407"/>
                  <a:gd name="connsiteX12" fmla="*/ 195276 w 195276"/>
                  <a:gd name="connsiteY12" fmla="*/ 223883 h 230407"/>
                  <a:gd name="connsiteX13" fmla="*/ 195276 w 195276"/>
                  <a:gd name="connsiteY13" fmla="*/ 86250 h 230407"/>
                  <a:gd name="connsiteX14" fmla="*/ 91415 w 195276"/>
                  <a:gd name="connsiteY14" fmla="*/ 0 h 230407"/>
                  <a:gd name="connsiteX15" fmla="*/ 132633 w 195276"/>
                  <a:gd name="connsiteY15" fmla="*/ 137531 h 230407"/>
                  <a:gd name="connsiteX16" fmla="*/ 94271 w 195276"/>
                  <a:gd name="connsiteY16" fmla="*/ 185651 h 230407"/>
                  <a:gd name="connsiteX17" fmla="*/ 62541 w 195276"/>
                  <a:gd name="connsiteY17" fmla="*/ 156290 h 230407"/>
                  <a:gd name="connsiteX18" fmla="*/ 107943 w 195276"/>
                  <a:gd name="connsiteY18" fmla="*/ 124379 h 230407"/>
                  <a:gd name="connsiteX19" fmla="*/ 132633 w 195276"/>
                  <a:gd name="connsiteY19" fmla="*/ 124379 h 230407"/>
                  <a:gd name="connsiteX20" fmla="*/ 132633 w 195276"/>
                  <a:gd name="connsiteY20" fmla="*/ 137531 h 230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5276" h="230407">
                    <a:moveTo>
                      <a:pt x="91415" y="0"/>
                    </a:moveTo>
                    <a:cubicBezTo>
                      <a:pt x="33668" y="0"/>
                      <a:pt x="11937" y="30993"/>
                      <a:pt x="5917" y="38639"/>
                    </a:cubicBezTo>
                    <a:lnTo>
                      <a:pt x="42238" y="66370"/>
                    </a:lnTo>
                    <a:cubicBezTo>
                      <a:pt x="48054" y="58417"/>
                      <a:pt x="62133" y="44654"/>
                      <a:pt x="87027" y="44654"/>
                    </a:cubicBezTo>
                    <a:cubicBezTo>
                      <a:pt x="115084" y="44654"/>
                      <a:pt x="132633" y="58214"/>
                      <a:pt x="132633" y="81662"/>
                    </a:cubicBezTo>
                    <a:lnTo>
                      <a:pt x="132633" y="86454"/>
                    </a:lnTo>
                    <a:cubicBezTo>
                      <a:pt x="132633" y="86454"/>
                      <a:pt x="107943" y="86454"/>
                      <a:pt x="104984" y="86454"/>
                    </a:cubicBezTo>
                    <a:cubicBezTo>
                      <a:pt x="41422" y="86454"/>
                      <a:pt x="0" y="109902"/>
                      <a:pt x="0" y="159858"/>
                    </a:cubicBezTo>
                    <a:cubicBezTo>
                      <a:pt x="0" y="202371"/>
                      <a:pt x="30403" y="230408"/>
                      <a:pt x="71213" y="230408"/>
                    </a:cubicBezTo>
                    <a:cubicBezTo>
                      <a:pt x="115186" y="230408"/>
                      <a:pt x="130286" y="206551"/>
                      <a:pt x="133551" y="202167"/>
                    </a:cubicBezTo>
                    <a:lnTo>
                      <a:pt x="134367" y="202167"/>
                    </a:lnTo>
                    <a:cubicBezTo>
                      <a:pt x="134367" y="211241"/>
                      <a:pt x="134367" y="223883"/>
                      <a:pt x="134367" y="223883"/>
                    </a:cubicBezTo>
                    <a:lnTo>
                      <a:pt x="195276" y="223883"/>
                    </a:lnTo>
                    <a:lnTo>
                      <a:pt x="195276" y="86250"/>
                    </a:lnTo>
                    <a:cubicBezTo>
                      <a:pt x="195276" y="24060"/>
                      <a:pt x="145488" y="0"/>
                      <a:pt x="91415" y="0"/>
                    </a:cubicBezTo>
                    <a:close/>
                    <a:moveTo>
                      <a:pt x="132633" y="137531"/>
                    </a:moveTo>
                    <a:cubicBezTo>
                      <a:pt x="132531" y="163120"/>
                      <a:pt x="121410" y="185651"/>
                      <a:pt x="94271" y="185651"/>
                    </a:cubicBezTo>
                    <a:cubicBezTo>
                      <a:pt x="76111" y="185651"/>
                      <a:pt x="62541" y="174539"/>
                      <a:pt x="62541" y="156290"/>
                    </a:cubicBezTo>
                    <a:cubicBezTo>
                      <a:pt x="62541" y="138041"/>
                      <a:pt x="75090" y="124379"/>
                      <a:pt x="107943" y="124379"/>
                    </a:cubicBezTo>
                    <a:cubicBezTo>
                      <a:pt x="109575" y="124379"/>
                      <a:pt x="132633" y="124379"/>
                      <a:pt x="132633" y="124379"/>
                    </a:cubicBezTo>
                    <a:cubicBezTo>
                      <a:pt x="132633" y="124379"/>
                      <a:pt x="132633" y="137225"/>
                      <a:pt x="132633" y="137531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0CB94559-20F3-0848-AE03-80A1322B07B9}"/>
                  </a:ext>
                </a:extLst>
              </p:cNvPr>
              <p:cNvSpPr/>
              <p:nvPr/>
            </p:nvSpPr>
            <p:spPr>
              <a:xfrm>
                <a:off x="7094176" y="3243118"/>
                <a:ext cx="118991" cy="402129"/>
              </a:xfrm>
              <a:custGeom>
                <a:avLst/>
                <a:gdLst>
                  <a:gd name="connsiteX0" fmla="*/ 0 w 64377"/>
                  <a:gd name="connsiteY0" fmla="*/ 0 h 217561"/>
                  <a:gd name="connsiteX1" fmla="*/ 64378 w 64377"/>
                  <a:gd name="connsiteY1" fmla="*/ 0 h 217561"/>
                  <a:gd name="connsiteX2" fmla="*/ 64378 w 64377"/>
                  <a:gd name="connsiteY2" fmla="*/ 217562 h 217561"/>
                  <a:gd name="connsiteX3" fmla="*/ 0 w 64377"/>
                  <a:gd name="connsiteY3" fmla="*/ 217562 h 21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217561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217562"/>
                    </a:lnTo>
                    <a:lnTo>
                      <a:pt x="0" y="217562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20643B3B-21E1-D447-8FF4-86D05B33D14F}"/>
                  </a:ext>
                </a:extLst>
              </p:cNvPr>
              <p:cNvSpPr/>
              <p:nvPr/>
            </p:nvSpPr>
            <p:spPr>
              <a:xfrm>
                <a:off x="7088707" y="3057128"/>
                <a:ext cx="129741" cy="129645"/>
              </a:xfrm>
              <a:custGeom>
                <a:avLst/>
                <a:gdLst>
                  <a:gd name="connsiteX0" fmla="*/ 70194 w 70193"/>
                  <a:gd name="connsiteY0" fmla="*/ 35071 h 70141"/>
                  <a:gd name="connsiteX1" fmla="*/ 35097 w 70193"/>
                  <a:gd name="connsiteY1" fmla="*/ 70142 h 70141"/>
                  <a:gd name="connsiteX2" fmla="*/ 0 w 70193"/>
                  <a:gd name="connsiteY2" fmla="*/ 35071 h 70141"/>
                  <a:gd name="connsiteX3" fmla="*/ 35097 w 70193"/>
                  <a:gd name="connsiteY3" fmla="*/ 0 h 70141"/>
                  <a:gd name="connsiteX4" fmla="*/ 70194 w 70193"/>
                  <a:gd name="connsiteY4" fmla="*/ 35071 h 7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3" h="70141">
                    <a:moveTo>
                      <a:pt x="70194" y="35071"/>
                    </a:moveTo>
                    <a:cubicBezTo>
                      <a:pt x="70194" y="54440"/>
                      <a:pt x="54480" y="70142"/>
                      <a:pt x="35097" y="70142"/>
                    </a:cubicBezTo>
                    <a:cubicBezTo>
                      <a:pt x="15714" y="70142"/>
                      <a:pt x="0" y="54440"/>
                      <a:pt x="0" y="35071"/>
                    </a:cubicBezTo>
                    <a:cubicBezTo>
                      <a:pt x="0" y="15702"/>
                      <a:pt x="15714" y="0"/>
                      <a:pt x="35097" y="0"/>
                    </a:cubicBezTo>
                    <a:cubicBezTo>
                      <a:pt x="54480" y="0"/>
                      <a:pt x="70194" y="15702"/>
                      <a:pt x="70194" y="35071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A81A5EF8-4F1A-B04D-82D4-D47C7EC57CEA}"/>
                  </a:ext>
                </a:extLst>
              </p:cNvPr>
              <p:cNvSpPr/>
              <p:nvPr/>
            </p:nvSpPr>
            <p:spPr>
              <a:xfrm>
                <a:off x="7740246" y="3243118"/>
                <a:ext cx="118991" cy="402129"/>
              </a:xfrm>
              <a:custGeom>
                <a:avLst/>
                <a:gdLst>
                  <a:gd name="connsiteX0" fmla="*/ 0 w 64377"/>
                  <a:gd name="connsiteY0" fmla="*/ 0 h 217561"/>
                  <a:gd name="connsiteX1" fmla="*/ 64378 w 64377"/>
                  <a:gd name="connsiteY1" fmla="*/ 0 h 217561"/>
                  <a:gd name="connsiteX2" fmla="*/ 64378 w 64377"/>
                  <a:gd name="connsiteY2" fmla="*/ 217562 h 217561"/>
                  <a:gd name="connsiteX3" fmla="*/ 0 w 64377"/>
                  <a:gd name="connsiteY3" fmla="*/ 217562 h 21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217561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217562"/>
                    </a:lnTo>
                    <a:lnTo>
                      <a:pt x="0" y="217562"/>
                    </a:ln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6A000963-2FE6-714F-9EF5-4FCC95AAD373}"/>
                  </a:ext>
                </a:extLst>
              </p:cNvPr>
              <p:cNvSpPr/>
              <p:nvPr/>
            </p:nvSpPr>
            <p:spPr>
              <a:xfrm>
                <a:off x="7734777" y="3057128"/>
                <a:ext cx="129741" cy="129645"/>
              </a:xfrm>
              <a:custGeom>
                <a:avLst/>
                <a:gdLst>
                  <a:gd name="connsiteX0" fmla="*/ 70193 w 70193"/>
                  <a:gd name="connsiteY0" fmla="*/ 35071 h 70141"/>
                  <a:gd name="connsiteX1" fmla="*/ 35097 w 70193"/>
                  <a:gd name="connsiteY1" fmla="*/ 70142 h 70141"/>
                  <a:gd name="connsiteX2" fmla="*/ 0 w 70193"/>
                  <a:gd name="connsiteY2" fmla="*/ 35071 h 70141"/>
                  <a:gd name="connsiteX3" fmla="*/ 35097 w 70193"/>
                  <a:gd name="connsiteY3" fmla="*/ 0 h 70141"/>
                  <a:gd name="connsiteX4" fmla="*/ 70193 w 70193"/>
                  <a:gd name="connsiteY4" fmla="*/ 35071 h 7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3" h="70141">
                    <a:moveTo>
                      <a:pt x="70193" y="35071"/>
                    </a:moveTo>
                    <a:cubicBezTo>
                      <a:pt x="70193" y="54440"/>
                      <a:pt x="54480" y="70142"/>
                      <a:pt x="35097" y="70142"/>
                    </a:cubicBezTo>
                    <a:cubicBezTo>
                      <a:pt x="15713" y="70142"/>
                      <a:pt x="0" y="54440"/>
                      <a:pt x="0" y="35071"/>
                    </a:cubicBezTo>
                    <a:cubicBezTo>
                      <a:pt x="0" y="15702"/>
                      <a:pt x="15713" y="0"/>
                      <a:pt x="35097" y="0"/>
                    </a:cubicBezTo>
                    <a:cubicBezTo>
                      <a:pt x="54480" y="0"/>
                      <a:pt x="70193" y="15702"/>
                      <a:pt x="70193" y="35071"/>
                    </a:cubicBezTo>
                    <a:close/>
                  </a:path>
                </a:pathLst>
              </a:custGeom>
              <a:grpFill/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F14141F4-BA3B-E74B-AD6E-903694A5E279}"/>
                </a:ext>
              </a:extLst>
            </p:cNvPr>
            <p:cNvGrpSpPr/>
            <p:nvPr/>
          </p:nvGrpSpPr>
          <p:grpSpPr>
            <a:xfrm>
              <a:off x="7662373" y="2131511"/>
              <a:ext cx="1218017" cy="651426"/>
              <a:chOff x="7662373" y="2131511"/>
              <a:chExt cx="1218017" cy="651426"/>
            </a:xfrm>
          </p:grpSpPr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C8A8B685-7EBF-CA44-9E31-09A99E3E3DDB}"/>
                  </a:ext>
                </a:extLst>
              </p:cNvPr>
              <p:cNvSpPr/>
              <p:nvPr/>
            </p:nvSpPr>
            <p:spPr>
              <a:xfrm>
                <a:off x="8438751" y="2131511"/>
                <a:ext cx="284365" cy="284156"/>
              </a:xfrm>
              <a:custGeom>
                <a:avLst/>
                <a:gdLst>
                  <a:gd name="connsiteX0" fmla="*/ 35703 w 153848"/>
                  <a:gd name="connsiteY0" fmla="*/ 0 h 153735"/>
                  <a:gd name="connsiteX1" fmla="*/ 118242 w 153848"/>
                  <a:gd name="connsiteY1" fmla="*/ 0 h 153735"/>
                  <a:gd name="connsiteX2" fmla="*/ 153848 w 153848"/>
                  <a:gd name="connsiteY2" fmla="*/ 35581 h 153735"/>
                  <a:gd name="connsiteX3" fmla="*/ 153848 w 153848"/>
                  <a:gd name="connsiteY3" fmla="*/ 118058 h 153735"/>
                  <a:gd name="connsiteX4" fmla="*/ 93041 w 153848"/>
                  <a:gd name="connsiteY4" fmla="*/ 143240 h 153735"/>
                  <a:gd name="connsiteX5" fmla="*/ 10503 w 153848"/>
                  <a:gd name="connsiteY5" fmla="*/ 60762 h 153735"/>
                  <a:gd name="connsiteX6" fmla="*/ 35703 w 153848"/>
                  <a:gd name="connsiteY6" fmla="*/ 0 h 153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3848" h="153735">
                    <a:moveTo>
                      <a:pt x="35703" y="0"/>
                    </a:moveTo>
                    <a:lnTo>
                      <a:pt x="118242" y="0"/>
                    </a:lnTo>
                    <a:cubicBezTo>
                      <a:pt x="137932" y="0"/>
                      <a:pt x="153848" y="15904"/>
                      <a:pt x="153848" y="35581"/>
                    </a:cubicBezTo>
                    <a:lnTo>
                      <a:pt x="153848" y="118058"/>
                    </a:lnTo>
                    <a:cubicBezTo>
                      <a:pt x="153848" y="149765"/>
                      <a:pt x="115487" y="165669"/>
                      <a:pt x="93041" y="143240"/>
                    </a:cubicBezTo>
                    <a:lnTo>
                      <a:pt x="10503" y="60762"/>
                    </a:lnTo>
                    <a:cubicBezTo>
                      <a:pt x="-11943" y="38333"/>
                      <a:pt x="3973" y="0"/>
                      <a:pt x="35703" y="0"/>
                    </a:cubicBezTo>
                    <a:close/>
                  </a:path>
                </a:pathLst>
              </a:custGeom>
              <a:solidFill>
                <a:srgbClr val="5DA7FB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41F903C7-BE45-7B48-ACA3-1A4DCAD8CA87}"/>
                  </a:ext>
                </a:extLst>
              </p:cNvPr>
              <p:cNvSpPr/>
              <p:nvPr/>
            </p:nvSpPr>
            <p:spPr>
              <a:xfrm>
                <a:off x="7662373" y="2131700"/>
                <a:ext cx="651715" cy="651237"/>
              </a:xfrm>
              <a:custGeom>
                <a:avLst/>
                <a:gdLst>
                  <a:gd name="connsiteX0" fmla="*/ 275769 w 352593"/>
                  <a:gd name="connsiteY0" fmla="*/ 198497 h 352334"/>
                  <a:gd name="connsiteX1" fmla="*/ 216798 w 352593"/>
                  <a:gd name="connsiteY1" fmla="*/ 198497 h 352334"/>
                  <a:gd name="connsiteX2" fmla="*/ 216798 w 352593"/>
                  <a:gd name="connsiteY2" fmla="*/ 198497 h 352334"/>
                  <a:gd name="connsiteX3" fmla="*/ 153849 w 352593"/>
                  <a:gd name="connsiteY3" fmla="*/ 135594 h 352334"/>
                  <a:gd name="connsiteX4" fmla="*/ 153849 w 352593"/>
                  <a:gd name="connsiteY4" fmla="*/ 135594 h 352334"/>
                  <a:gd name="connsiteX5" fmla="*/ 153849 w 352593"/>
                  <a:gd name="connsiteY5" fmla="*/ 135288 h 352334"/>
                  <a:gd name="connsiteX6" fmla="*/ 153849 w 352593"/>
                  <a:gd name="connsiteY6" fmla="*/ 135288 h 352334"/>
                  <a:gd name="connsiteX7" fmla="*/ 153849 w 352593"/>
                  <a:gd name="connsiteY7" fmla="*/ 135288 h 352334"/>
                  <a:gd name="connsiteX8" fmla="*/ 153849 w 352593"/>
                  <a:gd name="connsiteY8" fmla="*/ 76769 h 352334"/>
                  <a:gd name="connsiteX9" fmla="*/ 153849 w 352593"/>
                  <a:gd name="connsiteY9" fmla="*/ 35581 h 352334"/>
                  <a:gd name="connsiteX10" fmla="*/ 118242 w 352593"/>
                  <a:gd name="connsiteY10" fmla="*/ 0 h 352334"/>
                  <a:gd name="connsiteX11" fmla="*/ 35703 w 352593"/>
                  <a:gd name="connsiteY11" fmla="*/ 0 h 352334"/>
                  <a:gd name="connsiteX12" fmla="*/ 10503 w 352593"/>
                  <a:gd name="connsiteY12" fmla="*/ 60762 h 352334"/>
                  <a:gd name="connsiteX13" fmla="*/ 42029 w 352593"/>
                  <a:gd name="connsiteY13" fmla="*/ 92265 h 352334"/>
                  <a:gd name="connsiteX14" fmla="*/ 84879 w 352593"/>
                  <a:gd name="connsiteY14" fmla="*/ 135084 h 352334"/>
                  <a:gd name="connsiteX15" fmla="*/ 85593 w 352593"/>
                  <a:gd name="connsiteY15" fmla="*/ 135798 h 352334"/>
                  <a:gd name="connsiteX16" fmla="*/ 93041 w 352593"/>
                  <a:gd name="connsiteY16" fmla="*/ 143240 h 352334"/>
                  <a:gd name="connsiteX17" fmla="*/ 209350 w 352593"/>
                  <a:gd name="connsiteY17" fmla="*/ 259463 h 352334"/>
                  <a:gd name="connsiteX18" fmla="*/ 219247 w 352593"/>
                  <a:gd name="connsiteY18" fmla="*/ 269353 h 352334"/>
                  <a:gd name="connsiteX19" fmla="*/ 222410 w 352593"/>
                  <a:gd name="connsiteY19" fmla="*/ 272513 h 352334"/>
                  <a:gd name="connsiteX20" fmla="*/ 265260 w 352593"/>
                  <a:gd name="connsiteY20" fmla="*/ 315332 h 352334"/>
                  <a:gd name="connsiteX21" fmla="*/ 291787 w 352593"/>
                  <a:gd name="connsiteY21" fmla="*/ 341839 h 352334"/>
                  <a:gd name="connsiteX22" fmla="*/ 352594 w 352593"/>
                  <a:gd name="connsiteY22" fmla="*/ 316657 h 352334"/>
                  <a:gd name="connsiteX23" fmla="*/ 352594 w 352593"/>
                  <a:gd name="connsiteY23" fmla="*/ 234180 h 352334"/>
                  <a:gd name="connsiteX24" fmla="*/ 316987 w 352593"/>
                  <a:gd name="connsiteY24" fmla="*/ 198599 h 352334"/>
                  <a:gd name="connsiteX25" fmla="*/ 275769 w 352593"/>
                  <a:gd name="connsiteY25" fmla="*/ 198599 h 352334"/>
                  <a:gd name="connsiteX26" fmla="*/ 275769 w 352593"/>
                  <a:gd name="connsiteY26" fmla="*/ 198497 h 352334"/>
                  <a:gd name="connsiteX27" fmla="*/ 275769 w 352593"/>
                  <a:gd name="connsiteY27" fmla="*/ 198497 h 352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2593" h="352334">
                    <a:moveTo>
                      <a:pt x="275769" y="198497"/>
                    </a:moveTo>
                    <a:lnTo>
                      <a:pt x="216798" y="198497"/>
                    </a:lnTo>
                    <a:lnTo>
                      <a:pt x="216798" y="198497"/>
                    </a:lnTo>
                    <a:cubicBezTo>
                      <a:pt x="182110" y="198293"/>
                      <a:pt x="154053" y="170257"/>
                      <a:pt x="153849" y="135594"/>
                    </a:cubicBezTo>
                    <a:lnTo>
                      <a:pt x="153849" y="135594"/>
                    </a:lnTo>
                    <a:lnTo>
                      <a:pt x="153849" y="135288"/>
                    </a:lnTo>
                    <a:lnTo>
                      <a:pt x="153849" y="135288"/>
                    </a:lnTo>
                    <a:lnTo>
                      <a:pt x="153849" y="135288"/>
                    </a:lnTo>
                    <a:lnTo>
                      <a:pt x="153849" y="76769"/>
                    </a:lnTo>
                    <a:lnTo>
                      <a:pt x="153849" y="35581"/>
                    </a:lnTo>
                    <a:cubicBezTo>
                      <a:pt x="153849" y="15904"/>
                      <a:pt x="137932" y="0"/>
                      <a:pt x="118242" y="0"/>
                    </a:cubicBezTo>
                    <a:lnTo>
                      <a:pt x="35703" y="0"/>
                    </a:lnTo>
                    <a:cubicBezTo>
                      <a:pt x="3973" y="0"/>
                      <a:pt x="-11943" y="38333"/>
                      <a:pt x="10503" y="60762"/>
                    </a:cubicBezTo>
                    <a:lnTo>
                      <a:pt x="42029" y="92265"/>
                    </a:lnTo>
                    <a:lnTo>
                      <a:pt x="84879" y="135084"/>
                    </a:lnTo>
                    <a:lnTo>
                      <a:pt x="85593" y="135798"/>
                    </a:lnTo>
                    <a:lnTo>
                      <a:pt x="93041" y="143240"/>
                    </a:lnTo>
                    <a:lnTo>
                      <a:pt x="209350" y="259463"/>
                    </a:lnTo>
                    <a:lnTo>
                      <a:pt x="219247" y="269353"/>
                    </a:lnTo>
                    <a:lnTo>
                      <a:pt x="222410" y="272513"/>
                    </a:lnTo>
                    <a:lnTo>
                      <a:pt x="265260" y="315332"/>
                    </a:lnTo>
                    <a:lnTo>
                      <a:pt x="291787" y="341839"/>
                    </a:lnTo>
                    <a:cubicBezTo>
                      <a:pt x="314232" y="364268"/>
                      <a:pt x="352594" y="348364"/>
                      <a:pt x="352594" y="316657"/>
                    </a:cubicBezTo>
                    <a:lnTo>
                      <a:pt x="352594" y="234180"/>
                    </a:lnTo>
                    <a:cubicBezTo>
                      <a:pt x="352594" y="214503"/>
                      <a:pt x="336678" y="198599"/>
                      <a:pt x="316987" y="198599"/>
                    </a:cubicBezTo>
                    <a:lnTo>
                      <a:pt x="275769" y="198599"/>
                    </a:lnTo>
                    <a:lnTo>
                      <a:pt x="275769" y="198497"/>
                    </a:lnTo>
                    <a:lnTo>
                      <a:pt x="275769" y="198497"/>
                    </a:lnTo>
                    <a:close/>
                  </a:path>
                </a:pathLst>
              </a:custGeom>
              <a:solidFill>
                <a:srgbClr val="FC1859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AC711B17-9136-C04D-8AC6-92781ACC01A4}"/>
                  </a:ext>
                </a:extLst>
              </p:cNvPr>
              <p:cNvSpPr/>
              <p:nvPr/>
            </p:nvSpPr>
            <p:spPr>
              <a:xfrm>
                <a:off x="8071400" y="2131700"/>
                <a:ext cx="651715" cy="651237"/>
              </a:xfrm>
              <a:custGeom>
                <a:avLst/>
                <a:gdLst>
                  <a:gd name="connsiteX0" fmla="*/ 275769 w 352593"/>
                  <a:gd name="connsiteY0" fmla="*/ 198497 h 352334"/>
                  <a:gd name="connsiteX1" fmla="*/ 216798 w 352593"/>
                  <a:gd name="connsiteY1" fmla="*/ 198497 h 352334"/>
                  <a:gd name="connsiteX2" fmla="*/ 216798 w 352593"/>
                  <a:gd name="connsiteY2" fmla="*/ 198497 h 352334"/>
                  <a:gd name="connsiteX3" fmla="*/ 153848 w 352593"/>
                  <a:gd name="connsiteY3" fmla="*/ 135594 h 352334"/>
                  <a:gd name="connsiteX4" fmla="*/ 153848 w 352593"/>
                  <a:gd name="connsiteY4" fmla="*/ 135594 h 352334"/>
                  <a:gd name="connsiteX5" fmla="*/ 153848 w 352593"/>
                  <a:gd name="connsiteY5" fmla="*/ 135288 h 352334"/>
                  <a:gd name="connsiteX6" fmla="*/ 153848 w 352593"/>
                  <a:gd name="connsiteY6" fmla="*/ 135288 h 352334"/>
                  <a:gd name="connsiteX7" fmla="*/ 153848 w 352593"/>
                  <a:gd name="connsiteY7" fmla="*/ 135288 h 352334"/>
                  <a:gd name="connsiteX8" fmla="*/ 153848 w 352593"/>
                  <a:gd name="connsiteY8" fmla="*/ 76769 h 352334"/>
                  <a:gd name="connsiteX9" fmla="*/ 153848 w 352593"/>
                  <a:gd name="connsiteY9" fmla="*/ 35581 h 352334"/>
                  <a:gd name="connsiteX10" fmla="*/ 118242 w 352593"/>
                  <a:gd name="connsiteY10" fmla="*/ 0 h 352334"/>
                  <a:gd name="connsiteX11" fmla="*/ 35703 w 352593"/>
                  <a:gd name="connsiteY11" fmla="*/ 0 h 352334"/>
                  <a:gd name="connsiteX12" fmla="*/ 10503 w 352593"/>
                  <a:gd name="connsiteY12" fmla="*/ 60762 h 352334"/>
                  <a:gd name="connsiteX13" fmla="*/ 42029 w 352593"/>
                  <a:gd name="connsiteY13" fmla="*/ 92265 h 352334"/>
                  <a:gd name="connsiteX14" fmla="*/ 84880 w 352593"/>
                  <a:gd name="connsiteY14" fmla="*/ 135084 h 352334"/>
                  <a:gd name="connsiteX15" fmla="*/ 85594 w 352593"/>
                  <a:gd name="connsiteY15" fmla="*/ 135798 h 352334"/>
                  <a:gd name="connsiteX16" fmla="*/ 93042 w 352593"/>
                  <a:gd name="connsiteY16" fmla="*/ 143240 h 352334"/>
                  <a:gd name="connsiteX17" fmla="*/ 209350 w 352593"/>
                  <a:gd name="connsiteY17" fmla="*/ 259463 h 352334"/>
                  <a:gd name="connsiteX18" fmla="*/ 219247 w 352593"/>
                  <a:gd name="connsiteY18" fmla="*/ 269353 h 352334"/>
                  <a:gd name="connsiteX19" fmla="*/ 222409 w 352593"/>
                  <a:gd name="connsiteY19" fmla="*/ 272513 h 352334"/>
                  <a:gd name="connsiteX20" fmla="*/ 265260 w 352593"/>
                  <a:gd name="connsiteY20" fmla="*/ 315332 h 352334"/>
                  <a:gd name="connsiteX21" fmla="*/ 291787 w 352593"/>
                  <a:gd name="connsiteY21" fmla="*/ 341839 h 352334"/>
                  <a:gd name="connsiteX22" fmla="*/ 352594 w 352593"/>
                  <a:gd name="connsiteY22" fmla="*/ 316657 h 352334"/>
                  <a:gd name="connsiteX23" fmla="*/ 352594 w 352593"/>
                  <a:gd name="connsiteY23" fmla="*/ 234180 h 352334"/>
                  <a:gd name="connsiteX24" fmla="*/ 316987 w 352593"/>
                  <a:gd name="connsiteY24" fmla="*/ 198599 h 352334"/>
                  <a:gd name="connsiteX25" fmla="*/ 275769 w 352593"/>
                  <a:gd name="connsiteY25" fmla="*/ 198599 h 352334"/>
                  <a:gd name="connsiteX26" fmla="*/ 275769 w 352593"/>
                  <a:gd name="connsiteY26" fmla="*/ 198497 h 352334"/>
                  <a:gd name="connsiteX27" fmla="*/ 275769 w 352593"/>
                  <a:gd name="connsiteY27" fmla="*/ 198497 h 352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2593" h="352334">
                    <a:moveTo>
                      <a:pt x="275769" y="198497"/>
                    </a:moveTo>
                    <a:lnTo>
                      <a:pt x="216798" y="198497"/>
                    </a:lnTo>
                    <a:lnTo>
                      <a:pt x="216798" y="198497"/>
                    </a:lnTo>
                    <a:cubicBezTo>
                      <a:pt x="182109" y="198293"/>
                      <a:pt x="154052" y="170257"/>
                      <a:pt x="153848" y="135594"/>
                    </a:cubicBezTo>
                    <a:lnTo>
                      <a:pt x="153848" y="135594"/>
                    </a:lnTo>
                    <a:lnTo>
                      <a:pt x="153848" y="135288"/>
                    </a:lnTo>
                    <a:lnTo>
                      <a:pt x="153848" y="135288"/>
                    </a:lnTo>
                    <a:lnTo>
                      <a:pt x="153848" y="135288"/>
                    </a:lnTo>
                    <a:lnTo>
                      <a:pt x="153848" y="76769"/>
                    </a:lnTo>
                    <a:lnTo>
                      <a:pt x="153848" y="35581"/>
                    </a:lnTo>
                    <a:cubicBezTo>
                      <a:pt x="153848" y="15904"/>
                      <a:pt x="137933" y="0"/>
                      <a:pt x="118242" y="0"/>
                    </a:cubicBezTo>
                    <a:lnTo>
                      <a:pt x="35703" y="0"/>
                    </a:lnTo>
                    <a:cubicBezTo>
                      <a:pt x="3973" y="0"/>
                      <a:pt x="-11943" y="38333"/>
                      <a:pt x="10503" y="60762"/>
                    </a:cubicBezTo>
                    <a:lnTo>
                      <a:pt x="42029" y="92265"/>
                    </a:lnTo>
                    <a:lnTo>
                      <a:pt x="84880" y="135084"/>
                    </a:lnTo>
                    <a:lnTo>
                      <a:pt x="85594" y="135798"/>
                    </a:lnTo>
                    <a:lnTo>
                      <a:pt x="93042" y="143240"/>
                    </a:lnTo>
                    <a:lnTo>
                      <a:pt x="209350" y="259463"/>
                    </a:lnTo>
                    <a:lnTo>
                      <a:pt x="219247" y="269353"/>
                    </a:lnTo>
                    <a:lnTo>
                      <a:pt x="222409" y="272513"/>
                    </a:lnTo>
                    <a:lnTo>
                      <a:pt x="265260" y="315332"/>
                    </a:lnTo>
                    <a:lnTo>
                      <a:pt x="291787" y="341839"/>
                    </a:lnTo>
                    <a:cubicBezTo>
                      <a:pt x="314232" y="364268"/>
                      <a:pt x="352594" y="348364"/>
                      <a:pt x="352594" y="316657"/>
                    </a:cubicBezTo>
                    <a:lnTo>
                      <a:pt x="352594" y="234180"/>
                    </a:lnTo>
                    <a:cubicBezTo>
                      <a:pt x="352594" y="214503"/>
                      <a:pt x="336678" y="198599"/>
                      <a:pt x="316987" y="198599"/>
                    </a:cubicBezTo>
                    <a:lnTo>
                      <a:pt x="275769" y="198599"/>
                    </a:lnTo>
                    <a:lnTo>
                      <a:pt x="275769" y="198497"/>
                    </a:lnTo>
                    <a:lnTo>
                      <a:pt x="275769" y="198497"/>
                    </a:lnTo>
                    <a:close/>
                  </a:path>
                </a:pathLst>
              </a:custGeom>
              <a:solidFill>
                <a:srgbClr val="995DFF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EECCEB1B-BB38-A343-BBE6-CEA6862E01FB}"/>
                  </a:ext>
                </a:extLst>
              </p:cNvPr>
              <p:cNvSpPr/>
              <p:nvPr/>
            </p:nvSpPr>
            <p:spPr>
              <a:xfrm>
                <a:off x="8785159" y="2737722"/>
                <a:ext cx="95231" cy="45037"/>
              </a:xfrm>
              <a:custGeom>
                <a:avLst/>
                <a:gdLst>
                  <a:gd name="connsiteX0" fmla="*/ 19589 w 51522"/>
                  <a:gd name="connsiteY0" fmla="*/ 3874 h 24366"/>
                  <a:gd name="connsiteX1" fmla="*/ 12141 w 51522"/>
                  <a:gd name="connsiteY1" fmla="*/ 3874 h 24366"/>
                  <a:gd name="connsiteX2" fmla="*/ 12141 w 51522"/>
                  <a:gd name="connsiteY2" fmla="*/ 24366 h 24366"/>
                  <a:gd name="connsiteX3" fmla="*/ 7448 w 51522"/>
                  <a:gd name="connsiteY3" fmla="*/ 24366 h 24366"/>
                  <a:gd name="connsiteX4" fmla="*/ 7448 w 51522"/>
                  <a:gd name="connsiteY4" fmla="*/ 3874 h 24366"/>
                  <a:gd name="connsiteX5" fmla="*/ 0 w 51522"/>
                  <a:gd name="connsiteY5" fmla="*/ 3874 h 24366"/>
                  <a:gd name="connsiteX6" fmla="*/ 0 w 51522"/>
                  <a:gd name="connsiteY6" fmla="*/ 0 h 24366"/>
                  <a:gd name="connsiteX7" fmla="*/ 19589 w 51522"/>
                  <a:gd name="connsiteY7" fmla="*/ 0 h 24366"/>
                  <a:gd name="connsiteX8" fmla="*/ 19589 w 51522"/>
                  <a:gd name="connsiteY8" fmla="*/ 3874 h 24366"/>
                  <a:gd name="connsiteX9" fmla="*/ 19589 w 51522"/>
                  <a:gd name="connsiteY9" fmla="*/ 3874 h 24366"/>
                  <a:gd name="connsiteX10" fmla="*/ 38055 w 51522"/>
                  <a:gd name="connsiteY10" fmla="*/ 17230 h 24366"/>
                  <a:gd name="connsiteX11" fmla="*/ 44687 w 51522"/>
                  <a:gd name="connsiteY11" fmla="*/ 0 h 24366"/>
                  <a:gd name="connsiteX12" fmla="*/ 51523 w 51522"/>
                  <a:gd name="connsiteY12" fmla="*/ 0 h 24366"/>
                  <a:gd name="connsiteX13" fmla="*/ 51523 w 51522"/>
                  <a:gd name="connsiteY13" fmla="*/ 24264 h 24366"/>
                  <a:gd name="connsiteX14" fmla="*/ 47136 w 51522"/>
                  <a:gd name="connsiteY14" fmla="*/ 24264 h 24366"/>
                  <a:gd name="connsiteX15" fmla="*/ 47136 w 51522"/>
                  <a:gd name="connsiteY15" fmla="*/ 5301 h 24366"/>
                  <a:gd name="connsiteX16" fmla="*/ 47034 w 51522"/>
                  <a:gd name="connsiteY16" fmla="*/ 5301 h 24366"/>
                  <a:gd name="connsiteX17" fmla="*/ 39790 w 51522"/>
                  <a:gd name="connsiteY17" fmla="*/ 24264 h 24366"/>
                  <a:gd name="connsiteX18" fmla="*/ 36525 w 51522"/>
                  <a:gd name="connsiteY18" fmla="*/ 24264 h 24366"/>
                  <a:gd name="connsiteX19" fmla="*/ 29281 w 51522"/>
                  <a:gd name="connsiteY19" fmla="*/ 5301 h 24366"/>
                  <a:gd name="connsiteX20" fmla="*/ 29179 w 51522"/>
                  <a:gd name="connsiteY20" fmla="*/ 5301 h 24366"/>
                  <a:gd name="connsiteX21" fmla="*/ 29179 w 51522"/>
                  <a:gd name="connsiteY21" fmla="*/ 24264 h 24366"/>
                  <a:gd name="connsiteX22" fmla="*/ 24792 w 51522"/>
                  <a:gd name="connsiteY22" fmla="*/ 24264 h 24366"/>
                  <a:gd name="connsiteX23" fmla="*/ 24792 w 51522"/>
                  <a:gd name="connsiteY23" fmla="*/ 0 h 24366"/>
                  <a:gd name="connsiteX24" fmla="*/ 31628 w 51522"/>
                  <a:gd name="connsiteY24" fmla="*/ 0 h 24366"/>
                  <a:gd name="connsiteX25" fmla="*/ 38055 w 51522"/>
                  <a:gd name="connsiteY25" fmla="*/ 17230 h 24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1522" h="24366">
                    <a:moveTo>
                      <a:pt x="19589" y="3874"/>
                    </a:moveTo>
                    <a:lnTo>
                      <a:pt x="12141" y="3874"/>
                    </a:lnTo>
                    <a:lnTo>
                      <a:pt x="12141" y="24366"/>
                    </a:lnTo>
                    <a:lnTo>
                      <a:pt x="7448" y="24366"/>
                    </a:lnTo>
                    <a:lnTo>
                      <a:pt x="7448" y="3874"/>
                    </a:lnTo>
                    <a:lnTo>
                      <a:pt x="0" y="3874"/>
                    </a:lnTo>
                    <a:lnTo>
                      <a:pt x="0" y="0"/>
                    </a:lnTo>
                    <a:lnTo>
                      <a:pt x="19589" y="0"/>
                    </a:lnTo>
                    <a:lnTo>
                      <a:pt x="19589" y="3874"/>
                    </a:lnTo>
                    <a:lnTo>
                      <a:pt x="19589" y="3874"/>
                    </a:lnTo>
                    <a:close/>
                    <a:moveTo>
                      <a:pt x="38055" y="17230"/>
                    </a:moveTo>
                    <a:lnTo>
                      <a:pt x="44687" y="0"/>
                    </a:lnTo>
                    <a:lnTo>
                      <a:pt x="51523" y="0"/>
                    </a:lnTo>
                    <a:lnTo>
                      <a:pt x="51523" y="24264"/>
                    </a:lnTo>
                    <a:lnTo>
                      <a:pt x="47136" y="24264"/>
                    </a:lnTo>
                    <a:lnTo>
                      <a:pt x="47136" y="5301"/>
                    </a:lnTo>
                    <a:lnTo>
                      <a:pt x="47034" y="5301"/>
                    </a:lnTo>
                    <a:lnTo>
                      <a:pt x="39790" y="24264"/>
                    </a:lnTo>
                    <a:lnTo>
                      <a:pt x="36525" y="24264"/>
                    </a:lnTo>
                    <a:lnTo>
                      <a:pt x="29281" y="5301"/>
                    </a:lnTo>
                    <a:lnTo>
                      <a:pt x="29179" y="5301"/>
                    </a:lnTo>
                    <a:lnTo>
                      <a:pt x="29179" y="24264"/>
                    </a:lnTo>
                    <a:lnTo>
                      <a:pt x="24792" y="24264"/>
                    </a:lnTo>
                    <a:lnTo>
                      <a:pt x="24792" y="0"/>
                    </a:lnTo>
                    <a:lnTo>
                      <a:pt x="31628" y="0"/>
                    </a:lnTo>
                    <a:lnTo>
                      <a:pt x="38055" y="17230"/>
                    </a:lnTo>
                    <a:close/>
                  </a:path>
                </a:pathLst>
              </a:custGeom>
              <a:solidFill>
                <a:srgbClr val="995DFF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5061040"/>
      </p:ext>
    </p:extLst>
  </p:cSld>
  <p:clrMapOvr>
    <a:masterClrMapping/>
  </p:clrMapOvr>
  <p:transition>
    <p:fade/>
  </p:transition>
  <p:hf hd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and Tag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9C09998-F03C-C942-A8EB-96D31D7F330A}"/>
              </a:ext>
            </a:extLst>
          </p:cNvPr>
          <p:cNvGrpSpPr/>
          <p:nvPr/>
        </p:nvGrpSpPr>
        <p:grpSpPr>
          <a:xfrm>
            <a:off x="2384164" y="2131511"/>
            <a:ext cx="7423673" cy="2278886"/>
            <a:chOff x="3403128" y="2131511"/>
            <a:chExt cx="7423673" cy="22788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86C7E1-2D3E-7545-86EA-5682B4AE4D5E}"/>
                </a:ext>
              </a:extLst>
            </p:cNvPr>
            <p:cNvGrpSpPr/>
            <p:nvPr/>
          </p:nvGrpSpPr>
          <p:grpSpPr>
            <a:xfrm>
              <a:off x="6543122" y="4052037"/>
              <a:ext cx="4283679" cy="358360"/>
              <a:chOff x="6543122" y="4052037"/>
              <a:chExt cx="4283679" cy="358360"/>
            </a:xfrm>
          </p:grpSpPr>
          <p:grpSp>
            <p:nvGrpSpPr>
              <p:cNvPr id="79" name="Graphic 53">
                <a:extLst>
                  <a:ext uri="{FF2B5EF4-FFF2-40B4-BE49-F238E27FC236}">
                    <a16:creationId xmlns:a16="http://schemas.microsoft.com/office/drawing/2014/main" id="{F6512944-057A-1640-B657-CD17CDACD170}"/>
                  </a:ext>
                </a:extLst>
              </p:cNvPr>
              <p:cNvGrpSpPr/>
              <p:nvPr/>
            </p:nvGrpSpPr>
            <p:grpSpPr>
              <a:xfrm>
                <a:off x="8095457" y="4052037"/>
                <a:ext cx="1513841" cy="358360"/>
                <a:chOff x="3535278" y="4757698"/>
                <a:chExt cx="819023" cy="193881"/>
              </a:xfrm>
              <a:solidFill>
                <a:srgbClr val="000000"/>
              </a:solidFill>
            </p:grpSpPr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A125C034-056B-0340-9AA8-30C0DF55BE4A}"/>
                    </a:ext>
                  </a:extLst>
                </p:cNvPr>
                <p:cNvSpPr/>
                <p:nvPr/>
              </p:nvSpPr>
              <p:spPr>
                <a:xfrm>
                  <a:off x="3535278" y="4763905"/>
                  <a:ext cx="289975" cy="186613"/>
                </a:xfrm>
                <a:custGeom>
                  <a:avLst/>
                  <a:gdLst>
                    <a:gd name="connsiteX0" fmla="*/ 144733 w 289975"/>
                    <a:gd name="connsiteY0" fmla="*/ 67318 h 186613"/>
                    <a:gd name="connsiteX1" fmla="*/ 99344 w 289975"/>
                    <a:gd name="connsiteY1" fmla="*/ 186451 h 186613"/>
                    <a:gd name="connsiteX2" fmla="*/ 99854 w 289975"/>
                    <a:gd name="connsiteY2" fmla="*/ 186247 h 186613"/>
                    <a:gd name="connsiteX3" fmla="*/ 83229 w 289975"/>
                    <a:gd name="connsiteY3" fmla="*/ 175537 h 186613"/>
                    <a:gd name="connsiteX4" fmla="*/ 26417 w 289975"/>
                    <a:gd name="connsiteY4" fmla="*/ 27539 h 186613"/>
                    <a:gd name="connsiteX5" fmla="*/ 2652 w 289975"/>
                    <a:gd name="connsiteY5" fmla="*/ 5202 h 186613"/>
                    <a:gd name="connsiteX6" fmla="*/ 0 w 289975"/>
                    <a:gd name="connsiteY6" fmla="*/ 2346 h 186613"/>
                    <a:gd name="connsiteX7" fmla="*/ 3264 w 289975"/>
                    <a:gd name="connsiteY7" fmla="*/ 204 h 186613"/>
                    <a:gd name="connsiteX8" fmla="*/ 56404 w 289975"/>
                    <a:gd name="connsiteY8" fmla="*/ 204 h 186613"/>
                    <a:gd name="connsiteX9" fmla="*/ 59872 w 289975"/>
                    <a:gd name="connsiteY9" fmla="*/ 2142 h 186613"/>
                    <a:gd name="connsiteX10" fmla="*/ 56812 w 289975"/>
                    <a:gd name="connsiteY10" fmla="*/ 5406 h 186613"/>
                    <a:gd name="connsiteX11" fmla="*/ 47326 w 289975"/>
                    <a:gd name="connsiteY11" fmla="*/ 25193 h 186613"/>
                    <a:gd name="connsiteX12" fmla="*/ 94857 w 289975"/>
                    <a:gd name="connsiteY12" fmla="*/ 150854 h 186613"/>
                    <a:gd name="connsiteX13" fmla="*/ 99242 w 289975"/>
                    <a:gd name="connsiteY13" fmla="*/ 160645 h 186613"/>
                    <a:gd name="connsiteX14" fmla="*/ 103322 w 289975"/>
                    <a:gd name="connsiteY14" fmla="*/ 153710 h 186613"/>
                    <a:gd name="connsiteX15" fmla="*/ 136267 w 289975"/>
                    <a:gd name="connsiteY15" fmla="*/ 68746 h 186613"/>
                    <a:gd name="connsiteX16" fmla="*/ 136471 w 289975"/>
                    <a:gd name="connsiteY16" fmla="*/ 46307 h 186613"/>
                    <a:gd name="connsiteX17" fmla="*/ 125659 w 289975"/>
                    <a:gd name="connsiteY17" fmla="*/ 20297 h 186613"/>
                    <a:gd name="connsiteX18" fmla="*/ 106994 w 289975"/>
                    <a:gd name="connsiteY18" fmla="*/ 5406 h 186613"/>
                    <a:gd name="connsiteX19" fmla="*/ 102098 w 289975"/>
                    <a:gd name="connsiteY19" fmla="*/ 2244 h 186613"/>
                    <a:gd name="connsiteX20" fmla="*/ 103118 w 289975"/>
                    <a:gd name="connsiteY20" fmla="*/ 102 h 186613"/>
                    <a:gd name="connsiteX21" fmla="*/ 159420 w 289975"/>
                    <a:gd name="connsiteY21" fmla="*/ 204 h 186613"/>
                    <a:gd name="connsiteX22" fmla="*/ 162786 w 289975"/>
                    <a:gd name="connsiteY22" fmla="*/ 2244 h 186613"/>
                    <a:gd name="connsiteX23" fmla="*/ 159522 w 289975"/>
                    <a:gd name="connsiteY23" fmla="*/ 5304 h 186613"/>
                    <a:gd name="connsiteX24" fmla="*/ 150036 w 289975"/>
                    <a:gd name="connsiteY24" fmla="*/ 25397 h 186613"/>
                    <a:gd name="connsiteX25" fmla="*/ 198383 w 289975"/>
                    <a:gd name="connsiteY25" fmla="*/ 152180 h 186613"/>
                    <a:gd name="connsiteX26" fmla="*/ 202360 w 289975"/>
                    <a:gd name="connsiteY26" fmla="*/ 160543 h 186613"/>
                    <a:gd name="connsiteX27" fmla="*/ 206440 w 289975"/>
                    <a:gd name="connsiteY27" fmla="*/ 153404 h 186613"/>
                    <a:gd name="connsiteX28" fmla="*/ 255398 w 289975"/>
                    <a:gd name="connsiteY28" fmla="*/ 25397 h 186613"/>
                    <a:gd name="connsiteX29" fmla="*/ 244281 w 289975"/>
                    <a:gd name="connsiteY29" fmla="*/ 6018 h 186613"/>
                    <a:gd name="connsiteX30" fmla="*/ 238161 w 289975"/>
                    <a:gd name="connsiteY30" fmla="*/ 0 h 186613"/>
                    <a:gd name="connsiteX31" fmla="*/ 287119 w 289975"/>
                    <a:gd name="connsiteY31" fmla="*/ 102 h 186613"/>
                    <a:gd name="connsiteX32" fmla="*/ 289975 w 289975"/>
                    <a:gd name="connsiteY32" fmla="*/ 2040 h 186613"/>
                    <a:gd name="connsiteX33" fmla="*/ 287527 w 289975"/>
                    <a:gd name="connsiteY33" fmla="*/ 5202 h 186613"/>
                    <a:gd name="connsiteX34" fmla="*/ 282530 w 289975"/>
                    <a:gd name="connsiteY34" fmla="*/ 6630 h 186613"/>
                    <a:gd name="connsiteX35" fmla="*/ 265598 w 289975"/>
                    <a:gd name="connsiteY35" fmla="*/ 21725 h 186613"/>
                    <a:gd name="connsiteX36" fmla="*/ 207562 w 289975"/>
                    <a:gd name="connsiteY36" fmla="*/ 172885 h 186613"/>
                    <a:gd name="connsiteX37" fmla="*/ 203788 w 289975"/>
                    <a:gd name="connsiteY37" fmla="*/ 186349 h 186613"/>
                    <a:gd name="connsiteX38" fmla="*/ 193283 w 289975"/>
                    <a:gd name="connsiteY38" fmla="*/ 186145 h 186613"/>
                    <a:gd name="connsiteX39" fmla="*/ 188183 w 289975"/>
                    <a:gd name="connsiteY39" fmla="*/ 180637 h 186613"/>
                    <a:gd name="connsiteX40" fmla="*/ 147690 w 289975"/>
                    <a:gd name="connsiteY40" fmla="*/ 74764 h 186613"/>
                    <a:gd name="connsiteX41" fmla="*/ 144733 w 289975"/>
                    <a:gd name="connsiteY41" fmla="*/ 67318 h 186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289975" h="186613">
                      <a:moveTo>
                        <a:pt x="144733" y="67318"/>
                      </a:moveTo>
                      <a:cubicBezTo>
                        <a:pt x="129331" y="107811"/>
                        <a:pt x="114542" y="146570"/>
                        <a:pt x="99344" y="186451"/>
                      </a:cubicBezTo>
                      <a:cubicBezTo>
                        <a:pt x="100670" y="185941"/>
                        <a:pt x="100262" y="186145"/>
                        <a:pt x="99854" y="186247"/>
                      </a:cubicBezTo>
                      <a:cubicBezTo>
                        <a:pt x="87615" y="186961"/>
                        <a:pt x="87513" y="186961"/>
                        <a:pt x="83229" y="175537"/>
                      </a:cubicBezTo>
                      <a:cubicBezTo>
                        <a:pt x="64258" y="126170"/>
                        <a:pt x="45388" y="76804"/>
                        <a:pt x="26417" y="27539"/>
                      </a:cubicBezTo>
                      <a:cubicBezTo>
                        <a:pt x="22133" y="16320"/>
                        <a:pt x="16523" y="6426"/>
                        <a:pt x="2652" y="5202"/>
                      </a:cubicBezTo>
                      <a:cubicBezTo>
                        <a:pt x="1734" y="5100"/>
                        <a:pt x="918" y="3366"/>
                        <a:pt x="0" y="2346"/>
                      </a:cubicBezTo>
                      <a:cubicBezTo>
                        <a:pt x="1122" y="1632"/>
                        <a:pt x="2244" y="204"/>
                        <a:pt x="3264" y="204"/>
                      </a:cubicBezTo>
                      <a:cubicBezTo>
                        <a:pt x="21011" y="102"/>
                        <a:pt x="38656" y="102"/>
                        <a:pt x="56404" y="204"/>
                      </a:cubicBezTo>
                      <a:cubicBezTo>
                        <a:pt x="57628" y="204"/>
                        <a:pt x="58750" y="1428"/>
                        <a:pt x="59872" y="2142"/>
                      </a:cubicBezTo>
                      <a:cubicBezTo>
                        <a:pt x="58852" y="3264"/>
                        <a:pt x="58036" y="4998"/>
                        <a:pt x="56812" y="5406"/>
                      </a:cubicBezTo>
                      <a:cubicBezTo>
                        <a:pt x="41818" y="10506"/>
                        <a:pt x="41818" y="10506"/>
                        <a:pt x="47326" y="25193"/>
                      </a:cubicBezTo>
                      <a:cubicBezTo>
                        <a:pt x="63136" y="67114"/>
                        <a:pt x="78945" y="108933"/>
                        <a:pt x="94857" y="150854"/>
                      </a:cubicBezTo>
                      <a:cubicBezTo>
                        <a:pt x="95876" y="153608"/>
                        <a:pt x="97304" y="156259"/>
                        <a:pt x="99242" y="160645"/>
                      </a:cubicBezTo>
                      <a:cubicBezTo>
                        <a:pt x="101180" y="157483"/>
                        <a:pt x="102608" y="155749"/>
                        <a:pt x="103322" y="153710"/>
                      </a:cubicBezTo>
                      <a:cubicBezTo>
                        <a:pt x="114338" y="125456"/>
                        <a:pt x="125251" y="97101"/>
                        <a:pt x="136267" y="68746"/>
                      </a:cubicBezTo>
                      <a:cubicBezTo>
                        <a:pt x="139123" y="61300"/>
                        <a:pt x="139225" y="53651"/>
                        <a:pt x="136471" y="46307"/>
                      </a:cubicBezTo>
                      <a:cubicBezTo>
                        <a:pt x="133207" y="37535"/>
                        <a:pt x="129535" y="28865"/>
                        <a:pt x="125659" y="20297"/>
                      </a:cubicBezTo>
                      <a:cubicBezTo>
                        <a:pt x="121987" y="12240"/>
                        <a:pt x="115868" y="7038"/>
                        <a:pt x="106994" y="5406"/>
                      </a:cubicBezTo>
                      <a:cubicBezTo>
                        <a:pt x="105260" y="5100"/>
                        <a:pt x="103730" y="3366"/>
                        <a:pt x="102098" y="2244"/>
                      </a:cubicBezTo>
                      <a:cubicBezTo>
                        <a:pt x="102404" y="1530"/>
                        <a:pt x="102812" y="816"/>
                        <a:pt x="103118" y="102"/>
                      </a:cubicBezTo>
                      <a:cubicBezTo>
                        <a:pt x="121886" y="102"/>
                        <a:pt x="140653" y="102"/>
                        <a:pt x="159420" y="204"/>
                      </a:cubicBezTo>
                      <a:cubicBezTo>
                        <a:pt x="160542" y="204"/>
                        <a:pt x="161664" y="1530"/>
                        <a:pt x="162786" y="2244"/>
                      </a:cubicBezTo>
                      <a:cubicBezTo>
                        <a:pt x="161766" y="3264"/>
                        <a:pt x="160848" y="4896"/>
                        <a:pt x="159522" y="5304"/>
                      </a:cubicBezTo>
                      <a:cubicBezTo>
                        <a:pt x="144733" y="10098"/>
                        <a:pt x="144427" y="10710"/>
                        <a:pt x="150036" y="25397"/>
                      </a:cubicBezTo>
                      <a:cubicBezTo>
                        <a:pt x="166152" y="67624"/>
                        <a:pt x="182267" y="109953"/>
                        <a:pt x="198383" y="152180"/>
                      </a:cubicBezTo>
                      <a:cubicBezTo>
                        <a:pt x="199301" y="154525"/>
                        <a:pt x="200524" y="156769"/>
                        <a:pt x="202360" y="160543"/>
                      </a:cubicBezTo>
                      <a:cubicBezTo>
                        <a:pt x="204298" y="157177"/>
                        <a:pt x="205624" y="155443"/>
                        <a:pt x="206440" y="153404"/>
                      </a:cubicBezTo>
                      <a:cubicBezTo>
                        <a:pt x="222760" y="110769"/>
                        <a:pt x="239079" y="68134"/>
                        <a:pt x="255398" y="25397"/>
                      </a:cubicBezTo>
                      <a:cubicBezTo>
                        <a:pt x="259580" y="14280"/>
                        <a:pt x="256418" y="9282"/>
                        <a:pt x="244281" y="6018"/>
                      </a:cubicBezTo>
                      <a:cubicBezTo>
                        <a:pt x="241731" y="5304"/>
                        <a:pt x="236223" y="6936"/>
                        <a:pt x="238161" y="0"/>
                      </a:cubicBezTo>
                      <a:cubicBezTo>
                        <a:pt x="254481" y="0"/>
                        <a:pt x="270800" y="0"/>
                        <a:pt x="287119" y="102"/>
                      </a:cubicBezTo>
                      <a:cubicBezTo>
                        <a:pt x="288037" y="102"/>
                        <a:pt x="289057" y="1326"/>
                        <a:pt x="289975" y="2040"/>
                      </a:cubicBezTo>
                      <a:cubicBezTo>
                        <a:pt x="289159" y="3162"/>
                        <a:pt x="288547" y="4590"/>
                        <a:pt x="287527" y="5202"/>
                      </a:cubicBezTo>
                      <a:cubicBezTo>
                        <a:pt x="285997" y="6018"/>
                        <a:pt x="284161" y="6222"/>
                        <a:pt x="282530" y="6630"/>
                      </a:cubicBezTo>
                      <a:cubicBezTo>
                        <a:pt x="274268" y="8772"/>
                        <a:pt x="268658" y="13770"/>
                        <a:pt x="265598" y="21725"/>
                      </a:cubicBezTo>
                      <a:cubicBezTo>
                        <a:pt x="246219" y="72112"/>
                        <a:pt x="226840" y="122498"/>
                        <a:pt x="207562" y="172885"/>
                      </a:cubicBezTo>
                      <a:cubicBezTo>
                        <a:pt x="206032" y="176965"/>
                        <a:pt x="205216" y="181249"/>
                        <a:pt x="203788" y="186349"/>
                      </a:cubicBezTo>
                      <a:cubicBezTo>
                        <a:pt x="200524" y="186349"/>
                        <a:pt x="196751" y="187063"/>
                        <a:pt x="193283" y="186145"/>
                      </a:cubicBezTo>
                      <a:cubicBezTo>
                        <a:pt x="191243" y="185533"/>
                        <a:pt x="189101" y="182881"/>
                        <a:pt x="188183" y="180637"/>
                      </a:cubicBezTo>
                      <a:cubicBezTo>
                        <a:pt x="174515" y="145346"/>
                        <a:pt x="161154" y="110055"/>
                        <a:pt x="147690" y="74764"/>
                      </a:cubicBezTo>
                      <a:cubicBezTo>
                        <a:pt x="146976" y="72826"/>
                        <a:pt x="146160" y="70990"/>
                        <a:pt x="144733" y="673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3D4CB3CA-E6C6-F148-8D30-987EF6551B83}"/>
                    </a:ext>
                  </a:extLst>
                </p:cNvPr>
                <p:cNvSpPr/>
                <p:nvPr/>
              </p:nvSpPr>
              <p:spPr>
                <a:xfrm>
                  <a:off x="3809954" y="4757698"/>
                  <a:ext cx="149322" cy="193783"/>
                </a:xfrm>
                <a:custGeom>
                  <a:avLst/>
                  <a:gdLst>
                    <a:gd name="connsiteX0" fmla="*/ 149323 w 149322"/>
                    <a:gd name="connsiteY0" fmla="*/ 184804 h 193783"/>
                    <a:gd name="connsiteX1" fmla="*/ 124844 w 149322"/>
                    <a:gd name="connsiteY1" fmla="*/ 193066 h 193783"/>
                    <a:gd name="connsiteX2" fmla="*/ 114542 w 149322"/>
                    <a:gd name="connsiteY2" fmla="*/ 176644 h 193783"/>
                    <a:gd name="connsiteX3" fmla="*/ 114338 w 149322"/>
                    <a:gd name="connsiteY3" fmla="*/ 112386 h 193783"/>
                    <a:gd name="connsiteX4" fmla="*/ 111686 w 149322"/>
                    <a:gd name="connsiteY4" fmla="*/ 91681 h 193783"/>
                    <a:gd name="connsiteX5" fmla="*/ 84249 w 149322"/>
                    <a:gd name="connsiteY5" fmla="*/ 66895 h 193783"/>
                    <a:gd name="connsiteX6" fmla="*/ 46816 w 149322"/>
                    <a:gd name="connsiteY6" fmla="*/ 82807 h 193783"/>
                    <a:gd name="connsiteX7" fmla="*/ 39575 w 149322"/>
                    <a:gd name="connsiteY7" fmla="*/ 106164 h 193783"/>
                    <a:gd name="connsiteX8" fmla="*/ 39065 w 149322"/>
                    <a:gd name="connsiteY8" fmla="*/ 173074 h 193783"/>
                    <a:gd name="connsiteX9" fmla="*/ 48754 w 149322"/>
                    <a:gd name="connsiteY9" fmla="*/ 185212 h 193783"/>
                    <a:gd name="connsiteX10" fmla="*/ 55078 w 149322"/>
                    <a:gd name="connsiteY10" fmla="*/ 186640 h 193783"/>
                    <a:gd name="connsiteX11" fmla="*/ 58444 w 149322"/>
                    <a:gd name="connsiteY11" fmla="*/ 189700 h 193783"/>
                    <a:gd name="connsiteX12" fmla="*/ 54568 w 149322"/>
                    <a:gd name="connsiteY12" fmla="*/ 191842 h 193783"/>
                    <a:gd name="connsiteX13" fmla="*/ 25703 w 149322"/>
                    <a:gd name="connsiteY13" fmla="*/ 191944 h 193783"/>
                    <a:gd name="connsiteX14" fmla="*/ 1530 w 149322"/>
                    <a:gd name="connsiteY14" fmla="*/ 191944 h 193783"/>
                    <a:gd name="connsiteX15" fmla="*/ 510 w 149322"/>
                    <a:gd name="connsiteY15" fmla="*/ 190006 h 193783"/>
                    <a:gd name="connsiteX16" fmla="*/ 4692 w 149322"/>
                    <a:gd name="connsiteY16" fmla="*/ 186538 h 193783"/>
                    <a:gd name="connsiteX17" fmla="*/ 20297 w 149322"/>
                    <a:gd name="connsiteY17" fmla="*/ 166445 h 193783"/>
                    <a:gd name="connsiteX18" fmla="*/ 20297 w 149322"/>
                    <a:gd name="connsiteY18" fmla="*/ 37826 h 193783"/>
                    <a:gd name="connsiteX19" fmla="*/ 20297 w 149322"/>
                    <a:gd name="connsiteY19" fmla="*/ 28443 h 193783"/>
                    <a:gd name="connsiteX20" fmla="*/ 3876 w 149322"/>
                    <a:gd name="connsiteY20" fmla="*/ 11613 h 193783"/>
                    <a:gd name="connsiteX21" fmla="*/ 0 w 149322"/>
                    <a:gd name="connsiteY21" fmla="*/ 9573 h 193783"/>
                    <a:gd name="connsiteX22" fmla="*/ 4794 w 149322"/>
                    <a:gd name="connsiteY22" fmla="*/ 6411 h 193783"/>
                    <a:gd name="connsiteX23" fmla="*/ 27029 w 149322"/>
                    <a:gd name="connsiteY23" fmla="*/ 801 h 193783"/>
                    <a:gd name="connsiteX24" fmla="*/ 39065 w 149322"/>
                    <a:gd name="connsiteY24" fmla="*/ 10389 h 193783"/>
                    <a:gd name="connsiteX25" fmla="*/ 39167 w 149322"/>
                    <a:gd name="connsiteY25" fmla="*/ 64346 h 193783"/>
                    <a:gd name="connsiteX26" fmla="*/ 40697 w 149322"/>
                    <a:gd name="connsiteY26" fmla="*/ 78319 h 193783"/>
                    <a:gd name="connsiteX27" fmla="*/ 49060 w 149322"/>
                    <a:gd name="connsiteY27" fmla="*/ 71485 h 193783"/>
                    <a:gd name="connsiteX28" fmla="*/ 84351 w 149322"/>
                    <a:gd name="connsiteY28" fmla="*/ 54656 h 193783"/>
                    <a:gd name="connsiteX29" fmla="*/ 132493 w 149322"/>
                    <a:gd name="connsiteY29" fmla="*/ 94537 h 193783"/>
                    <a:gd name="connsiteX30" fmla="*/ 133207 w 149322"/>
                    <a:gd name="connsiteY30" fmla="*/ 136457 h 193783"/>
                    <a:gd name="connsiteX31" fmla="*/ 133207 w 149322"/>
                    <a:gd name="connsiteY31" fmla="*/ 171850 h 193783"/>
                    <a:gd name="connsiteX32" fmla="*/ 145345 w 149322"/>
                    <a:gd name="connsiteY32" fmla="*/ 184192 h 193783"/>
                    <a:gd name="connsiteX33" fmla="*/ 149323 w 149322"/>
                    <a:gd name="connsiteY33" fmla="*/ 184804 h 193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49322" h="193783">
                      <a:moveTo>
                        <a:pt x="149323" y="184804"/>
                      </a:moveTo>
                      <a:cubicBezTo>
                        <a:pt x="144427" y="191842"/>
                        <a:pt x="133105" y="195412"/>
                        <a:pt x="124844" y="193066"/>
                      </a:cubicBezTo>
                      <a:cubicBezTo>
                        <a:pt x="118316" y="191230"/>
                        <a:pt x="114644" y="185926"/>
                        <a:pt x="114542" y="176644"/>
                      </a:cubicBezTo>
                      <a:cubicBezTo>
                        <a:pt x="114338" y="155225"/>
                        <a:pt x="114644" y="133806"/>
                        <a:pt x="114338" y="112386"/>
                      </a:cubicBezTo>
                      <a:cubicBezTo>
                        <a:pt x="114236" y="105450"/>
                        <a:pt x="113522" y="98311"/>
                        <a:pt x="111686" y="91681"/>
                      </a:cubicBezTo>
                      <a:cubicBezTo>
                        <a:pt x="107912" y="77911"/>
                        <a:pt x="98936" y="68935"/>
                        <a:pt x="84249" y="66895"/>
                      </a:cubicBezTo>
                      <a:cubicBezTo>
                        <a:pt x="68644" y="64754"/>
                        <a:pt x="55078" y="68935"/>
                        <a:pt x="46816" y="82807"/>
                      </a:cubicBezTo>
                      <a:cubicBezTo>
                        <a:pt x="42737" y="89641"/>
                        <a:pt x="39881" y="98209"/>
                        <a:pt x="39575" y="106164"/>
                      </a:cubicBezTo>
                      <a:cubicBezTo>
                        <a:pt x="38555" y="128400"/>
                        <a:pt x="39167" y="150737"/>
                        <a:pt x="39065" y="173074"/>
                      </a:cubicBezTo>
                      <a:cubicBezTo>
                        <a:pt x="39065" y="179806"/>
                        <a:pt x="42533" y="183580"/>
                        <a:pt x="48754" y="185212"/>
                      </a:cubicBezTo>
                      <a:cubicBezTo>
                        <a:pt x="50896" y="185722"/>
                        <a:pt x="53140" y="185824"/>
                        <a:pt x="55078" y="186640"/>
                      </a:cubicBezTo>
                      <a:cubicBezTo>
                        <a:pt x="56404" y="187150"/>
                        <a:pt x="57322" y="188680"/>
                        <a:pt x="58444" y="189700"/>
                      </a:cubicBezTo>
                      <a:cubicBezTo>
                        <a:pt x="57118" y="190414"/>
                        <a:pt x="55894" y="191842"/>
                        <a:pt x="54568" y="191842"/>
                      </a:cubicBezTo>
                      <a:cubicBezTo>
                        <a:pt x="44980" y="192046"/>
                        <a:pt x="35291" y="191944"/>
                        <a:pt x="25703" y="191944"/>
                      </a:cubicBezTo>
                      <a:cubicBezTo>
                        <a:pt x="17645" y="191944"/>
                        <a:pt x="9588" y="191944"/>
                        <a:pt x="1530" y="191944"/>
                      </a:cubicBezTo>
                      <a:cubicBezTo>
                        <a:pt x="1224" y="191332"/>
                        <a:pt x="816" y="190618"/>
                        <a:pt x="510" y="190006"/>
                      </a:cubicBezTo>
                      <a:cubicBezTo>
                        <a:pt x="1938" y="188782"/>
                        <a:pt x="3162" y="186946"/>
                        <a:pt x="4692" y="186538"/>
                      </a:cubicBezTo>
                      <a:cubicBezTo>
                        <a:pt x="19481" y="182662"/>
                        <a:pt x="20297" y="181846"/>
                        <a:pt x="20297" y="166445"/>
                      </a:cubicBezTo>
                      <a:cubicBezTo>
                        <a:pt x="20297" y="120750"/>
                        <a:pt x="20297" y="83521"/>
                        <a:pt x="20297" y="37826"/>
                      </a:cubicBezTo>
                      <a:cubicBezTo>
                        <a:pt x="20297" y="35888"/>
                        <a:pt x="20297" y="30381"/>
                        <a:pt x="20297" y="28443"/>
                      </a:cubicBezTo>
                      <a:cubicBezTo>
                        <a:pt x="19991" y="14367"/>
                        <a:pt x="17747" y="12123"/>
                        <a:pt x="3876" y="11613"/>
                      </a:cubicBezTo>
                      <a:cubicBezTo>
                        <a:pt x="2856" y="11613"/>
                        <a:pt x="1836" y="11307"/>
                        <a:pt x="0" y="9573"/>
                      </a:cubicBezTo>
                      <a:cubicBezTo>
                        <a:pt x="1632" y="8451"/>
                        <a:pt x="3060" y="6921"/>
                        <a:pt x="4794" y="6411"/>
                      </a:cubicBezTo>
                      <a:cubicBezTo>
                        <a:pt x="12138" y="4371"/>
                        <a:pt x="19583" y="2637"/>
                        <a:pt x="27029" y="801"/>
                      </a:cubicBezTo>
                      <a:cubicBezTo>
                        <a:pt x="36107" y="-1443"/>
                        <a:pt x="39065" y="801"/>
                        <a:pt x="39065" y="10389"/>
                      </a:cubicBezTo>
                      <a:cubicBezTo>
                        <a:pt x="39167" y="30075"/>
                        <a:pt x="39065" y="44762"/>
                        <a:pt x="39167" y="64346"/>
                      </a:cubicBezTo>
                      <a:cubicBezTo>
                        <a:pt x="39167" y="68323"/>
                        <a:pt x="39983" y="72301"/>
                        <a:pt x="40697" y="78319"/>
                      </a:cubicBezTo>
                      <a:cubicBezTo>
                        <a:pt x="44573" y="75157"/>
                        <a:pt x="47020" y="73525"/>
                        <a:pt x="49060" y="71485"/>
                      </a:cubicBezTo>
                      <a:cubicBezTo>
                        <a:pt x="58954" y="61898"/>
                        <a:pt x="70377" y="55778"/>
                        <a:pt x="84351" y="54656"/>
                      </a:cubicBezTo>
                      <a:cubicBezTo>
                        <a:pt x="110360" y="52412"/>
                        <a:pt x="130249" y="68323"/>
                        <a:pt x="132493" y="94537"/>
                      </a:cubicBezTo>
                      <a:cubicBezTo>
                        <a:pt x="133717" y="108408"/>
                        <a:pt x="133105" y="122484"/>
                        <a:pt x="133207" y="136457"/>
                      </a:cubicBezTo>
                      <a:cubicBezTo>
                        <a:pt x="133309" y="148289"/>
                        <a:pt x="133207" y="160121"/>
                        <a:pt x="133207" y="171850"/>
                      </a:cubicBezTo>
                      <a:cubicBezTo>
                        <a:pt x="133309" y="182356"/>
                        <a:pt x="135043" y="184090"/>
                        <a:pt x="145345" y="184192"/>
                      </a:cubicBezTo>
                      <a:cubicBezTo>
                        <a:pt x="146365" y="184498"/>
                        <a:pt x="147385" y="184702"/>
                        <a:pt x="149323" y="18480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6D802AA9-E7FD-964B-BB41-2D4BE3EF3546}"/>
                    </a:ext>
                  </a:extLst>
                </p:cNvPr>
                <p:cNvSpPr/>
                <p:nvPr/>
              </p:nvSpPr>
              <p:spPr>
                <a:xfrm>
                  <a:off x="3979348" y="4811671"/>
                  <a:ext cx="128537" cy="139866"/>
                </a:xfrm>
                <a:custGeom>
                  <a:avLst/>
                  <a:gdLst>
                    <a:gd name="connsiteX0" fmla="*/ 128537 w 128537"/>
                    <a:gd name="connsiteY0" fmla="*/ 131443 h 139866"/>
                    <a:gd name="connsiteX1" fmla="*/ 105282 w 128537"/>
                    <a:gd name="connsiteY1" fmla="*/ 139194 h 139866"/>
                    <a:gd name="connsiteX2" fmla="*/ 92737 w 128537"/>
                    <a:gd name="connsiteY2" fmla="*/ 115531 h 139866"/>
                    <a:gd name="connsiteX3" fmla="*/ 87127 w 128537"/>
                    <a:gd name="connsiteY3" fmla="*/ 120529 h 139866"/>
                    <a:gd name="connsiteX4" fmla="*/ 25521 w 128537"/>
                    <a:gd name="connsiteY4" fmla="*/ 138072 h 139866"/>
                    <a:gd name="connsiteX5" fmla="*/ 940 w 128537"/>
                    <a:gd name="connsiteY5" fmla="*/ 114613 h 139866"/>
                    <a:gd name="connsiteX6" fmla="*/ 12772 w 128537"/>
                    <a:gd name="connsiteY6" fmla="*/ 80036 h 139866"/>
                    <a:gd name="connsiteX7" fmla="*/ 54896 w 128537"/>
                    <a:gd name="connsiteY7" fmla="*/ 63105 h 139866"/>
                    <a:gd name="connsiteX8" fmla="*/ 86617 w 128537"/>
                    <a:gd name="connsiteY8" fmla="*/ 58209 h 139866"/>
                    <a:gd name="connsiteX9" fmla="*/ 93859 w 128537"/>
                    <a:gd name="connsiteY9" fmla="*/ 50049 h 139866"/>
                    <a:gd name="connsiteX10" fmla="*/ 93859 w 128537"/>
                    <a:gd name="connsiteY10" fmla="*/ 44133 h 139866"/>
                    <a:gd name="connsiteX11" fmla="*/ 45716 w 128537"/>
                    <a:gd name="connsiteY11" fmla="*/ 7720 h 139866"/>
                    <a:gd name="connsiteX12" fmla="*/ 29805 w 128537"/>
                    <a:gd name="connsiteY12" fmla="*/ 26692 h 139866"/>
                    <a:gd name="connsiteX13" fmla="*/ 29193 w 128537"/>
                    <a:gd name="connsiteY13" fmla="*/ 33831 h 139866"/>
                    <a:gd name="connsiteX14" fmla="*/ 18585 w 128537"/>
                    <a:gd name="connsiteY14" fmla="*/ 43317 h 139866"/>
                    <a:gd name="connsiteX15" fmla="*/ 9508 w 128537"/>
                    <a:gd name="connsiteY15" fmla="*/ 33016 h 139866"/>
                    <a:gd name="connsiteX16" fmla="*/ 18789 w 128537"/>
                    <a:gd name="connsiteY16" fmla="*/ 12004 h 139866"/>
                    <a:gd name="connsiteX17" fmla="*/ 37659 w 128537"/>
                    <a:gd name="connsiteY17" fmla="*/ 3334 h 139866"/>
                    <a:gd name="connsiteX18" fmla="*/ 79273 w 128537"/>
                    <a:gd name="connsiteY18" fmla="*/ 1498 h 139866"/>
                    <a:gd name="connsiteX19" fmla="*/ 111198 w 128537"/>
                    <a:gd name="connsiteY19" fmla="*/ 33219 h 139866"/>
                    <a:gd name="connsiteX20" fmla="*/ 112422 w 128537"/>
                    <a:gd name="connsiteY20" fmla="*/ 49539 h 139866"/>
                    <a:gd name="connsiteX21" fmla="*/ 112524 w 128537"/>
                    <a:gd name="connsiteY21" fmla="*/ 116449 h 139866"/>
                    <a:gd name="connsiteX22" fmla="*/ 126191 w 128537"/>
                    <a:gd name="connsiteY22" fmla="*/ 130627 h 139866"/>
                    <a:gd name="connsiteX23" fmla="*/ 128537 w 128537"/>
                    <a:gd name="connsiteY23" fmla="*/ 131443 h 139866"/>
                    <a:gd name="connsiteX24" fmla="*/ 93961 w 128537"/>
                    <a:gd name="connsiteY24" fmla="*/ 84014 h 139866"/>
                    <a:gd name="connsiteX25" fmla="*/ 93961 w 128537"/>
                    <a:gd name="connsiteY25" fmla="*/ 83402 h 139866"/>
                    <a:gd name="connsiteX26" fmla="*/ 73459 w 128537"/>
                    <a:gd name="connsiteY26" fmla="*/ 65858 h 139866"/>
                    <a:gd name="connsiteX27" fmla="*/ 31947 w 128537"/>
                    <a:gd name="connsiteY27" fmla="*/ 80648 h 139866"/>
                    <a:gd name="connsiteX28" fmla="*/ 21951 w 128537"/>
                    <a:gd name="connsiteY28" fmla="*/ 110329 h 139866"/>
                    <a:gd name="connsiteX29" fmla="*/ 46430 w 128537"/>
                    <a:gd name="connsiteY29" fmla="*/ 128791 h 139866"/>
                    <a:gd name="connsiteX30" fmla="*/ 93961 w 128537"/>
                    <a:gd name="connsiteY30" fmla="*/ 84014 h 13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128537" h="139866">
                      <a:moveTo>
                        <a:pt x="128537" y="131443"/>
                      </a:moveTo>
                      <a:cubicBezTo>
                        <a:pt x="123540" y="137868"/>
                        <a:pt x="113034" y="141438"/>
                        <a:pt x="105282" y="139194"/>
                      </a:cubicBezTo>
                      <a:cubicBezTo>
                        <a:pt x="94063" y="135930"/>
                        <a:pt x="94165" y="125935"/>
                        <a:pt x="92737" y="115531"/>
                      </a:cubicBezTo>
                      <a:cubicBezTo>
                        <a:pt x="90391" y="117673"/>
                        <a:pt x="88759" y="119101"/>
                        <a:pt x="87127" y="120529"/>
                      </a:cubicBezTo>
                      <a:cubicBezTo>
                        <a:pt x="69583" y="137052"/>
                        <a:pt x="48980" y="142968"/>
                        <a:pt x="25521" y="138072"/>
                      </a:cubicBezTo>
                      <a:cubicBezTo>
                        <a:pt x="12772" y="135421"/>
                        <a:pt x="3694" y="127975"/>
                        <a:pt x="940" y="114613"/>
                      </a:cubicBezTo>
                      <a:cubicBezTo>
                        <a:pt x="-1916" y="100844"/>
                        <a:pt x="1654" y="88910"/>
                        <a:pt x="12772" y="80036"/>
                      </a:cubicBezTo>
                      <a:cubicBezTo>
                        <a:pt x="25113" y="70142"/>
                        <a:pt x="39903" y="66063"/>
                        <a:pt x="54896" y="63105"/>
                      </a:cubicBezTo>
                      <a:cubicBezTo>
                        <a:pt x="65402" y="61065"/>
                        <a:pt x="76009" y="59535"/>
                        <a:pt x="86617" y="58209"/>
                      </a:cubicBezTo>
                      <a:cubicBezTo>
                        <a:pt x="91717" y="57495"/>
                        <a:pt x="93961" y="55047"/>
                        <a:pt x="93859" y="50049"/>
                      </a:cubicBezTo>
                      <a:cubicBezTo>
                        <a:pt x="93859" y="48111"/>
                        <a:pt x="93859" y="46071"/>
                        <a:pt x="93859" y="44133"/>
                      </a:cubicBezTo>
                      <a:cubicBezTo>
                        <a:pt x="93553" y="15880"/>
                        <a:pt x="73357" y="580"/>
                        <a:pt x="45716" y="7720"/>
                      </a:cubicBezTo>
                      <a:cubicBezTo>
                        <a:pt x="35415" y="10372"/>
                        <a:pt x="30621" y="16186"/>
                        <a:pt x="29805" y="26692"/>
                      </a:cubicBezTo>
                      <a:cubicBezTo>
                        <a:pt x="29601" y="29038"/>
                        <a:pt x="29601" y="31486"/>
                        <a:pt x="29193" y="33831"/>
                      </a:cubicBezTo>
                      <a:cubicBezTo>
                        <a:pt x="27969" y="40257"/>
                        <a:pt x="24093" y="43725"/>
                        <a:pt x="18585" y="43317"/>
                      </a:cubicBezTo>
                      <a:cubicBezTo>
                        <a:pt x="12466" y="42807"/>
                        <a:pt x="10120" y="38523"/>
                        <a:pt x="9508" y="33016"/>
                      </a:cubicBezTo>
                      <a:cubicBezTo>
                        <a:pt x="8488" y="24244"/>
                        <a:pt x="11548" y="16696"/>
                        <a:pt x="18789" y="12004"/>
                      </a:cubicBezTo>
                      <a:cubicBezTo>
                        <a:pt x="24603" y="8230"/>
                        <a:pt x="31029" y="5170"/>
                        <a:pt x="37659" y="3334"/>
                      </a:cubicBezTo>
                      <a:cubicBezTo>
                        <a:pt x="51224" y="-440"/>
                        <a:pt x="65300" y="-950"/>
                        <a:pt x="79273" y="1498"/>
                      </a:cubicBezTo>
                      <a:cubicBezTo>
                        <a:pt x="97531" y="4660"/>
                        <a:pt x="108138" y="15064"/>
                        <a:pt x="111198" y="33219"/>
                      </a:cubicBezTo>
                      <a:cubicBezTo>
                        <a:pt x="112116" y="38625"/>
                        <a:pt x="112320" y="44133"/>
                        <a:pt x="112422" y="49539"/>
                      </a:cubicBezTo>
                      <a:cubicBezTo>
                        <a:pt x="112524" y="71876"/>
                        <a:pt x="112422" y="94112"/>
                        <a:pt x="112524" y="116449"/>
                      </a:cubicBezTo>
                      <a:cubicBezTo>
                        <a:pt x="112524" y="129097"/>
                        <a:pt x="113442" y="130015"/>
                        <a:pt x="126191" y="130627"/>
                      </a:cubicBezTo>
                      <a:cubicBezTo>
                        <a:pt x="126803" y="130525"/>
                        <a:pt x="127415" y="130933"/>
                        <a:pt x="128537" y="131443"/>
                      </a:cubicBezTo>
                      <a:close/>
                      <a:moveTo>
                        <a:pt x="93961" y="84014"/>
                      </a:moveTo>
                      <a:cubicBezTo>
                        <a:pt x="93961" y="83810"/>
                        <a:pt x="93961" y="83606"/>
                        <a:pt x="93961" y="83402"/>
                      </a:cubicBezTo>
                      <a:cubicBezTo>
                        <a:pt x="93961" y="63411"/>
                        <a:pt x="93246" y="62697"/>
                        <a:pt x="73459" y="65858"/>
                      </a:cubicBezTo>
                      <a:cubicBezTo>
                        <a:pt x="58772" y="68204"/>
                        <a:pt x="44186" y="71366"/>
                        <a:pt x="31947" y="80648"/>
                      </a:cubicBezTo>
                      <a:cubicBezTo>
                        <a:pt x="22155" y="87992"/>
                        <a:pt x="18687" y="99008"/>
                        <a:pt x="21951" y="110329"/>
                      </a:cubicBezTo>
                      <a:cubicBezTo>
                        <a:pt x="25011" y="121039"/>
                        <a:pt x="34089" y="127873"/>
                        <a:pt x="46430" y="128791"/>
                      </a:cubicBezTo>
                      <a:cubicBezTo>
                        <a:pt x="75193" y="131035"/>
                        <a:pt x="93961" y="113389"/>
                        <a:pt x="93961" y="8401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94">
                  <a:extLst>
                    <a:ext uri="{FF2B5EF4-FFF2-40B4-BE49-F238E27FC236}">
                      <a16:creationId xmlns:a16="http://schemas.microsoft.com/office/drawing/2014/main" id="{3CAF57FE-98EB-2A40-A809-7B7E427B1422}"/>
                    </a:ext>
                  </a:extLst>
                </p:cNvPr>
                <p:cNvSpPr/>
                <p:nvPr/>
              </p:nvSpPr>
              <p:spPr>
                <a:xfrm>
                  <a:off x="4249304" y="4811736"/>
                  <a:ext cx="104997" cy="139843"/>
                </a:xfrm>
                <a:custGeom>
                  <a:avLst/>
                  <a:gdLst>
                    <a:gd name="connsiteX0" fmla="*/ 49416 w 104997"/>
                    <a:gd name="connsiteY0" fmla="*/ 139843 h 139843"/>
                    <a:gd name="connsiteX1" fmla="*/ 10963 w 104997"/>
                    <a:gd name="connsiteY1" fmla="*/ 130663 h 139843"/>
                    <a:gd name="connsiteX2" fmla="*/ 1069 w 104997"/>
                    <a:gd name="connsiteY2" fmla="*/ 102410 h 139843"/>
                    <a:gd name="connsiteX3" fmla="*/ 6373 w 104997"/>
                    <a:gd name="connsiteY3" fmla="*/ 97616 h 139843"/>
                    <a:gd name="connsiteX4" fmla="*/ 12187 w 104997"/>
                    <a:gd name="connsiteY4" fmla="*/ 101696 h 139843"/>
                    <a:gd name="connsiteX5" fmla="*/ 14329 w 104997"/>
                    <a:gd name="connsiteY5" fmla="*/ 106490 h 139843"/>
                    <a:gd name="connsiteX6" fmla="*/ 65939 w 104997"/>
                    <a:gd name="connsiteY6" fmla="*/ 132601 h 139843"/>
                    <a:gd name="connsiteX7" fmla="*/ 83992 w 104997"/>
                    <a:gd name="connsiteY7" fmla="*/ 117404 h 139843"/>
                    <a:gd name="connsiteX8" fmla="*/ 77057 w 104997"/>
                    <a:gd name="connsiteY8" fmla="*/ 91701 h 139843"/>
                    <a:gd name="connsiteX9" fmla="*/ 59003 w 104997"/>
                    <a:gd name="connsiteY9" fmla="*/ 81399 h 139843"/>
                    <a:gd name="connsiteX10" fmla="*/ 32178 w 104997"/>
                    <a:gd name="connsiteY10" fmla="*/ 70893 h 139843"/>
                    <a:gd name="connsiteX11" fmla="*/ 15859 w 104997"/>
                    <a:gd name="connsiteY11" fmla="*/ 61407 h 139843"/>
                    <a:gd name="connsiteX12" fmla="*/ 16573 w 104997"/>
                    <a:gd name="connsiteY12" fmla="*/ 10511 h 139843"/>
                    <a:gd name="connsiteX13" fmla="*/ 91336 w 104997"/>
                    <a:gd name="connsiteY13" fmla="*/ 9695 h 139843"/>
                    <a:gd name="connsiteX14" fmla="*/ 97354 w 104997"/>
                    <a:gd name="connsiteY14" fmla="*/ 35806 h 139843"/>
                    <a:gd name="connsiteX15" fmla="*/ 87052 w 104997"/>
                    <a:gd name="connsiteY15" fmla="*/ 36214 h 139843"/>
                    <a:gd name="connsiteX16" fmla="*/ 81646 w 104997"/>
                    <a:gd name="connsiteY16" fmla="*/ 24994 h 139843"/>
                    <a:gd name="connsiteX17" fmla="*/ 37992 w 104997"/>
                    <a:gd name="connsiteY17" fmla="*/ 7043 h 139843"/>
                    <a:gd name="connsiteX18" fmla="*/ 28302 w 104997"/>
                    <a:gd name="connsiteY18" fmla="*/ 45598 h 139843"/>
                    <a:gd name="connsiteX19" fmla="*/ 43908 w 104997"/>
                    <a:gd name="connsiteY19" fmla="*/ 56002 h 139843"/>
                    <a:gd name="connsiteX20" fmla="*/ 73793 w 104997"/>
                    <a:gd name="connsiteY20" fmla="*/ 67629 h 139843"/>
                    <a:gd name="connsiteX21" fmla="*/ 89092 w 104997"/>
                    <a:gd name="connsiteY21" fmla="*/ 75075 h 139843"/>
                    <a:gd name="connsiteX22" fmla="*/ 92050 w 104997"/>
                    <a:gd name="connsiteY22" fmla="*/ 127297 h 139843"/>
                    <a:gd name="connsiteX23" fmla="*/ 49416 w 104997"/>
                    <a:gd name="connsiteY23" fmla="*/ 139843 h 139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04997" h="139843">
                      <a:moveTo>
                        <a:pt x="49416" y="139843"/>
                      </a:moveTo>
                      <a:cubicBezTo>
                        <a:pt x="35952" y="139537"/>
                        <a:pt x="22795" y="137803"/>
                        <a:pt x="10963" y="130663"/>
                      </a:cubicBezTo>
                      <a:cubicBezTo>
                        <a:pt x="3007" y="125870"/>
                        <a:pt x="-2398" y="110978"/>
                        <a:pt x="1069" y="102410"/>
                      </a:cubicBezTo>
                      <a:cubicBezTo>
                        <a:pt x="1885" y="100370"/>
                        <a:pt x="4435" y="97820"/>
                        <a:pt x="6373" y="97616"/>
                      </a:cubicBezTo>
                      <a:cubicBezTo>
                        <a:pt x="8209" y="97412"/>
                        <a:pt x="10555" y="99962"/>
                        <a:pt x="12187" y="101696"/>
                      </a:cubicBezTo>
                      <a:cubicBezTo>
                        <a:pt x="13309" y="102920"/>
                        <a:pt x="13615" y="104858"/>
                        <a:pt x="14329" y="106490"/>
                      </a:cubicBezTo>
                      <a:cubicBezTo>
                        <a:pt x="24121" y="128725"/>
                        <a:pt x="42174" y="137905"/>
                        <a:pt x="65939" y="132601"/>
                      </a:cubicBezTo>
                      <a:cubicBezTo>
                        <a:pt x="74609" y="130663"/>
                        <a:pt x="81545" y="126481"/>
                        <a:pt x="83992" y="117404"/>
                      </a:cubicBezTo>
                      <a:cubicBezTo>
                        <a:pt x="86542" y="107612"/>
                        <a:pt x="85012" y="98228"/>
                        <a:pt x="77057" y="91701"/>
                      </a:cubicBezTo>
                      <a:cubicBezTo>
                        <a:pt x="71753" y="87315"/>
                        <a:pt x="65327" y="84255"/>
                        <a:pt x="59003" y="81399"/>
                      </a:cubicBezTo>
                      <a:cubicBezTo>
                        <a:pt x="50231" y="77523"/>
                        <a:pt x="40950" y="74769"/>
                        <a:pt x="32178" y="70893"/>
                      </a:cubicBezTo>
                      <a:cubicBezTo>
                        <a:pt x="26467" y="68343"/>
                        <a:pt x="20755" y="65283"/>
                        <a:pt x="15859" y="61407"/>
                      </a:cubicBezTo>
                      <a:cubicBezTo>
                        <a:pt x="-1072" y="48046"/>
                        <a:pt x="-562" y="23669"/>
                        <a:pt x="16573" y="10511"/>
                      </a:cubicBezTo>
                      <a:cubicBezTo>
                        <a:pt x="34218" y="-3157"/>
                        <a:pt x="73283" y="-3565"/>
                        <a:pt x="91336" y="9695"/>
                      </a:cubicBezTo>
                      <a:cubicBezTo>
                        <a:pt x="96844" y="13775"/>
                        <a:pt x="100516" y="29788"/>
                        <a:pt x="97354" y="35806"/>
                      </a:cubicBezTo>
                      <a:cubicBezTo>
                        <a:pt x="94906" y="40498"/>
                        <a:pt x="89704" y="40804"/>
                        <a:pt x="87052" y="36214"/>
                      </a:cubicBezTo>
                      <a:cubicBezTo>
                        <a:pt x="85012" y="32644"/>
                        <a:pt x="83686" y="28564"/>
                        <a:pt x="81646" y="24994"/>
                      </a:cubicBezTo>
                      <a:cubicBezTo>
                        <a:pt x="72671" y="8981"/>
                        <a:pt x="55535" y="2045"/>
                        <a:pt x="37992" y="7043"/>
                      </a:cubicBezTo>
                      <a:cubicBezTo>
                        <a:pt x="21571" y="11735"/>
                        <a:pt x="15961" y="32644"/>
                        <a:pt x="28302" y="45598"/>
                      </a:cubicBezTo>
                      <a:cubicBezTo>
                        <a:pt x="32484" y="50086"/>
                        <a:pt x="38298" y="53452"/>
                        <a:pt x="43908" y="56002"/>
                      </a:cubicBezTo>
                      <a:cubicBezTo>
                        <a:pt x="53597" y="60387"/>
                        <a:pt x="63899" y="63651"/>
                        <a:pt x="73793" y="67629"/>
                      </a:cubicBezTo>
                      <a:cubicBezTo>
                        <a:pt x="78995" y="69771"/>
                        <a:pt x="84298" y="72117"/>
                        <a:pt x="89092" y="75075"/>
                      </a:cubicBezTo>
                      <a:cubicBezTo>
                        <a:pt x="109083" y="87519"/>
                        <a:pt x="110409" y="112610"/>
                        <a:pt x="92050" y="127297"/>
                      </a:cubicBezTo>
                      <a:cubicBezTo>
                        <a:pt x="79606" y="137395"/>
                        <a:pt x="64715" y="139435"/>
                        <a:pt x="49416" y="1398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DEDE13C0-0579-2442-B10E-BE0B7C91DEEA}"/>
                    </a:ext>
                  </a:extLst>
                </p:cNvPr>
                <p:cNvSpPr/>
                <p:nvPr/>
              </p:nvSpPr>
              <p:spPr>
                <a:xfrm>
                  <a:off x="4117167" y="4783794"/>
                  <a:ext cx="77415" cy="167410"/>
                </a:xfrm>
                <a:custGeom>
                  <a:avLst/>
                  <a:gdLst>
                    <a:gd name="connsiteX0" fmla="*/ 77211 w 77415"/>
                    <a:gd name="connsiteY0" fmla="*/ 155035 h 167410"/>
                    <a:gd name="connsiteX1" fmla="*/ 77007 w 77415"/>
                    <a:gd name="connsiteY1" fmla="*/ 157585 h 167410"/>
                    <a:gd name="connsiteX2" fmla="*/ 45286 w 77415"/>
                    <a:gd name="connsiteY2" fmla="*/ 166765 h 167410"/>
                    <a:gd name="connsiteX3" fmla="*/ 23357 w 77415"/>
                    <a:gd name="connsiteY3" fmla="*/ 148712 h 167410"/>
                    <a:gd name="connsiteX4" fmla="*/ 21113 w 77415"/>
                    <a:gd name="connsiteY4" fmla="*/ 131882 h 167410"/>
                    <a:gd name="connsiteX5" fmla="*/ 21011 w 77415"/>
                    <a:gd name="connsiteY5" fmla="*/ 50591 h 167410"/>
                    <a:gd name="connsiteX6" fmla="*/ 8975 w 77415"/>
                    <a:gd name="connsiteY6" fmla="*/ 38249 h 167410"/>
                    <a:gd name="connsiteX7" fmla="*/ 1326 w 77415"/>
                    <a:gd name="connsiteY7" fmla="*/ 38249 h 167410"/>
                    <a:gd name="connsiteX8" fmla="*/ 0 w 77415"/>
                    <a:gd name="connsiteY8" fmla="*/ 36515 h 167410"/>
                    <a:gd name="connsiteX9" fmla="*/ 4284 w 77415"/>
                    <a:gd name="connsiteY9" fmla="*/ 31007 h 167410"/>
                    <a:gd name="connsiteX10" fmla="*/ 31109 w 77415"/>
                    <a:gd name="connsiteY10" fmla="*/ 4692 h 167410"/>
                    <a:gd name="connsiteX11" fmla="*/ 37330 w 77415"/>
                    <a:gd name="connsiteY11" fmla="*/ 0 h 167410"/>
                    <a:gd name="connsiteX12" fmla="*/ 39779 w 77415"/>
                    <a:gd name="connsiteY12" fmla="*/ 7242 h 167410"/>
                    <a:gd name="connsiteX13" fmla="*/ 39676 w 77415"/>
                    <a:gd name="connsiteY13" fmla="*/ 21011 h 167410"/>
                    <a:gd name="connsiteX14" fmla="*/ 48856 w 77415"/>
                    <a:gd name="connsiteY14" fmla="*/ 30497 h 167410"/>
                    <a:gd name="connsiteX15" fmla="*/ 73131 w 77415"/>
                    <a:gd name="connsiteY15" fmla="*/ 30701 h 167410"/>
                    <a:gd name="connsiteX16" fmla="*/ 77415 w 77415"/>
                    <a:gd name="connsiteY16" fmla="*/ 31007 h 167410"/>
                    <a:gd name="connsiteX17" fmla="*/ 77415 w 77415"/>
                    <a:gd name="connsiteY17" fmla="*/ 39983 h 167410"/>
                    <a:gd name="connsiteX18" fmla="*/ 52222 w 77415"/>
                    <a:gd name="connsiteY18" fmla="*/ 38861 h 167410"/>
                    <a:gd name="connsiteX19" fmla="*/ 39574 w 77415"/>
                    <a:gd name="connsiteY19" fmla="*/ 51101 h 167410"/>
                    <a:gd name="connsiteX20" fmla="*/ 39574 w 77415"/>
                    <a:gd name="connsiteY20" fmla="*/ 127802 h 167410"/>
                    <a:gd name="connsiteX21" fmla="*/ 40186 w 77415"/>
                    <a:gd name="connsiteY21" fmla="*/ 140858 h 167410"/>
                    <a:gd name="connsiteX22" fmla="*/ 69765 w 77415"/>
                    <a:gd name="connsiteY22" fmla="*/ 157789 h 167410"/>
                    <a:gd name="connsiteX23" fmla="*/ 77211 w 77415"/>
                    <a:gd name="connsiteY23" fmla="*/ 155035 h 167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77415" h="167410">
                      <a:moveTo>
                        <a:pt x="77211" y="155035"/>
                      </a:moveTo>
                      <a:cubicBezTo>
                        <a:pt x="77007" y="157177"/>
                        <a:pt x="77109" y="157483"/>
                        <a:pt x="77007" y="157585"/>
                      </a:cubicBezTo>
                      <a:cubicBezTo>
                        <a:pt x="68541" y="167785"/>
                        <a:pt x="57016" y="168295"/>
                        <a:pt x="45286" y="166765"/>
                      </a:cubicBezTo>
                      <a:cubicBezTo>
                        <a:pt x="34475" y="165337"/>
                        <a:pt x="26519" y="159421"/>
                        <a:pt x="23357" y="148712"/>
                      </a:cubicBezTo>
                      <a:cubicBezTo>
                        <a:pt x="21827" y="143306"/>
                        <a:pt x="21215" y="137594"/>
                        <a:pt x="21113" y="131882"/>
                      </a:cubicBezTo>
                      <a:cubicBezTo>
                        <a:pt x="20909" y="104751"/>
                        <a:pt x="21011" y="77722"/>
                        <a:pt x="21011" y="50591"/>
                      </a:cubicBezTo>
                      <a:cubicBezTo>
                        <a:pt x="21011" y="38759"/>
                        <a:pt x="20501" y="38249"/>
                        <a:pt x="8975" y="38249"/>
                      </a:cubicBezTo>
                      <a:cubicBezTo>
                        <a:pt x="6426" y="38249"/>
                        <a:pt x="3876" y="38249"/>
                        <a:pt x="1326" y="38249"/>
                      </a:cubicBezTo>
                      <a:cubicBezTo>
                        <a:pt x="918" y="37637"/>
                        <a:pt x="510" y="37127"/>
                        <a:pt x="0" y="36515"/>
                      </a:cubicBezTo>
                      <a:cubicBezTo>
                        <a:pt x="1428" y="34577"/>
                        <a:pt x="2346" y="31925"/>
                        <a:pt x="4284" y="31007"/>
                      </a:cubicBezTo>
                      <a:cubicBezTo>
                        <a:pt x="15809" y="24785"/>
                        <a:pt x="24377" y="15810"/>
                        <a:pt x="31109" y="4692"/>
                      </a:cubicBezTo>
                      <a:cubicBezTo>
                        <a:pt x="32333" y="2652"/>
                        <a:pt x="35189" y="1530"/>
                        <a:pt x="37330" y="0"/>
                      </a:cubicBezTo>
                      <a:cubicBezTo>
                        <a:pt x="38146" y="2448"/>
                        <a:pt x="39574" y="4794"/>
                        <a:pt x="39779" y="7242"/>
                      </a:cubicBezTo>
                      <a:cubicBezTo>
                        <a:pt x="40084" y="11832"/>
                        <a:pt x="39676" y="16422"/>
                        <a:pt x="39676" y="21011"/>
                      </a:cubicBezTo>
                      <a:cubicBezTo>
                        <a:pt x="39676" y="28559"/>
                        <a:pt x="41104" y="30191"/>
                        <a:pt x="48856" y="30497"/>
                      </a:cubicBezTo>
                      <a:cubicBezTo>
                        <a:pt x="56914" y="30803"/>
                        <a:pt x="65073" y="30599"/>
                        <a:pt x="73131" y="30701"/>
                      </a:cubicBezTo>
                      <a:cubicBezTo>
                        <a:pt x="74457" y="30701"/>
                        <a:pt x="75681" y="30905"/>
                        <a:pt x="77415" y="31007"/>
                      </a:cubicBezTo>
                      <a:cubicBezTo>
                        <a:pt x="77415" y="33965"/>
                        <a:pt x="77415" y="36617"/>
                        <a:pt x="77415" y="39983"/>
                      </a:cubicBezTo>
                      <a:cubicBezTo>
                        <a:pt x="68745" y="39575"/>
                        <a:pt x="60484" y="38963"/>
                        <a:pt x="52222" y="38861"/>
                      </a:cubicBezTo>
                      <a:cubicBezTo>
                        <a:pt x="41104" y="38657"/>
                        <a:pt x="39574" y="40187"/>
                        <a:pt x="39574" y="51101"/>
                      </a:cubicBezTo>
                      <a:cubicBezTo>
                        <a:pt x="39574" y="76702"/>
                        <a:pt x="39574" y="102201"/>
                        <a:pt x="39574" y="127802"/>
                      </a:cubicBezTo>
                      <a:cubicBezTo>
                        <a:pt x="39574" y="132188"/>
                        <a:pt x="39676" y="136574"/>
                        <a:pt x="40186" y="140858"/>
                      </a:cubicBezTo>
                      <a:cubicBezTo>
                        <a:pt x="42022" y="157687"/>
                        <a:pt x="54058" y="164419"/>
                        <a:pt x="69765" y="157789"/>
                      </a:cubicBezTo>
                      <a:cubicBezTo>
                        <a:pt x="72009" y="156667"/>
                        <a:pt x="74253" y="156055"/>
                        <a:pt x="77211" y="1550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308253AC-CE69-A348-BAFD-ECA191C727D4}"/>
                    </a:ext>
                  </a:extLst>
                </p:cNvPr>
                <p:cNvSpPr/>
                <p:nvPr/>
              </p:nvSpPr>
              <p:spPr>
                <a:xfrm>
                  <a:off x="4215899" y="4759213"/>
                  <a:ext cx="31924" cy="55486"/>
                </a:xfrm>
                <a:custGeom>
                  <a:avLst/>
                  <a:gdLst>
                    <a:gd name="connsiteX0" fmla="*/ 8874 w 31924"/>
                    <a:gd name="connsiteY0" fmla="*/ 51610 h 55486"/>
                    <a:gd name="connsiteX1" fmla="*/ 18767 w 31924"/>
                    <a:gd name="connsiteY1" fmla="*/ 34271 h 55486"/>
                    <a:gd name="connsiteX2" fmla="*/ 13974 w 31924"/>
                    <a:gd name="connsiteY2" fmla="*/ 28865 h 55486"/>
                    <a:gd name="connsiteX3" fmla="*/ 0 w 31924"/>
                    <a:gd name="connsiteY3" fmla="*/ 14586 h 55486"/>
                    <a:gd name="connsiteX4" fmla="*/ 15198 w 31924"/>
                    <a:gd name="connsiteY4" fmla="*/ 0 h 55486"/>
                    <a:gd name="connsiteX5" fmla="*/ 31925 w 31924"/>
                    <a:gd name="connsiteY5" fmla="*/ 20603 h 55486"/>
                    <a:gd name="connsiteX6" fmla="*/ 11934 w 31924"/>
                    <a:gd name="connsiteY6" fmla="*/ 55486 h 55486"/>
                    <a:gd name="connsiteX7" fmla="*/ 8874 w 31924"/>
                    <a:gd name="connsiteY7" fmla="*/ 51610 h 55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924" h="55486">
                      <a:moveTo>
                        <a:pt x="8874" y="51610"/>
                      </a:moveTo>
                      <a:cubicBezTo>
                        <a:pt x="13974" y="47123"/>
                        <a:pt x="18767" y="38453"/>
                        <a:pt x="18767" y="34271"/>
                      </a:cubicBezTo>
                      <a:cubicBezTo>
                        <a:pt x="18767" y="30701"/>
                        <a:pt x="16728" y="28865"/>
                        <a:pt x="13974" y="28865"/>
                      </a:cubicBezTo>
                      <a:cubicBezTo>
                        <a:pt x="6222" y="28865"/>
                        <a:pt x="0" y="23153"/>
                        <a:pt x="0" y="14586"/>
                      </a:cubicBezTo>
                      <a:cubicBezTo>
                        <a:pt x="0" y="5304"/>
                        <a:pt x="7446" y="0"/>
                        <a:pt x="15198" y="0"/>
                      </a:cubicBezTo>
                      <a:cubicBezTo>
                        <a:pt x="26825" y="0"/>
                        <a:pt x="31925" y="10098"/>
                        <a:pt x="31925" y="20603"/>
                      </a:cubicBezTo>
                      <a:cubicBezTo>
                        <a:pt x="31925" y="32843"/>
                        <a:pt x="24785" y="47429"/>
                        <a:pt x="11934" y="55486"/>
                      </a:cubicBezTo>
                      <a:lnTo>
                        <a:pt x="8874" y="516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" name="Graphic 53">
                <a:extLst>
                  <a:ext uri="{FF2B5EF4-FFF2-40B4-BE49-F238E27FC236}">
                    <a16:creationId xmlns:a16="http://schemas.microsoft.com/office/drawing/2014/main" id="{35F2CC9D-864A-6D42-9296-9905BAC11461}"/>
                  </a:ext>
                </a:extLst>
              </p:cNvPr>
              <p:cNvGrpSpPr/>
              <p:nvPr/>
            </p:nvGrpSpPr>
            <p:grpSpPr>
              <a:xfrm>
                <a:off x="9784638" y="4062210"/>
                <a:ext cx="1042163" cy="348067"/>
                <a:chOff x="4449164" y="4763202"/>
                <a:chExt cx="563834" cy="188312"/>
              </a:xfrm>
              <a:solidFill>
                <a:srgbClr val="000000"/>
              </a:solidFill>
            </p:grpSpPr>
            <p:sp>
              <p:nvSpPr>
                <p:cNvPr id="89" name="Freeform 88">
                  <a:extLst>
                    <a:ext uri="{FF2B5EF4-FFF2-40B4-BE49-F238E27FC236}">
                      <a16:creationId xmlns:a16="http://schemas.microsoft.com/office/drawing/2014/main" id="{8073C10C-BD85-7746-8C33-DBA137F0ED70}"/>
                    </a:ext>
                  </a:extLst>
                </p:cNvPr>
                <p:cNvSpPr/>
                <p:nvPr/>
              </p:nvSpPr>
              <p:spPr>
                <a:xfrm>
                  <a:off x="4449164" y="4763202"/>
                  <a:ext cx="172577" cy="186568"/>
                </a:xfrm>
                <a:custGeom>
                  <a:avLst/>
                  <a:gdLst>
                    <a:gd name="connsiteX0" fmla="*/ 148200 w 172577"/>
                    <a:gd name="connsiteY0" fmla="*/ 148191 h 186568"/>
                    <a:gd name="connsiteX1" fmla="*/ 148200 w 172577"/>
                    <a:gd name="connsiteY1" fmla="*/ 142479 h 186568"/>
                    <a:gd name="connsiteX2" fmla="*/ 148200 w 172577"/>
                    <a:gd name="connsiteY2" fmla="*/ 23142 h 186568"/>
                    <a:gd name="connsiteX3" fmla="*/ 135349 w 172577"/>
                    <a:gd name="connsiteY3" fmla="*/ 5497 h 186568"/>
                    <a:gd name="connsiteX4" fmla="*/ 131065 w 172577"/>
                    <a:gd name="connsiteY4" fmla="*/ 2029 h 186568"/>
                    <a:gd name="connsiteX5" fmla="*/ 132085 w 172577"/>
                    <a:gd name="connsiteY5" fmla="*/ 91 h 186568"/>
                    <a:gd name="connsiteX6" fmla="*/ 169314 w 172577"/>
                    <a:gd name="connsiteY6" fmla="*/ 193 h 186568"/>
                    <a:gd name="connsiteX7" fmla="*/ 172578 w 172577"/>
                    <a:gd name="connsiteY7" fmla="*/ 2335 h 186568"/>
                    <a:gd name="connsiteX8" fmla="*/ 169824 w 172577"/>
                    <a:gd name="connsiteY8" fmla="*/ 5293 h 186568"/>
                    <a:gd name="connsiteX9" fmla="*/ 163500 w 172577"/>
                    <a:gd name="connsiteY9" fmla="*/ 7027 h 186568"/>
                    <a:gd name="connsiteX10" fmla="*/ 155850 w 172577"/>
                    <a:gd name="connsiteY10" fmla="*/ 16512 h 186568"/>
                    <a:gd name="connsiteX11" fmla="*/ 155646 w 172577"/>
                    <a:gd name="connsiteY11" fmla="*/ 24366 h 186568"/>
                    <a:gd name="connsiteX12" fmla="*/ 155646 w 172577"/>
                    <a:gd name="connsiteY12" fmla="*/ 177872 h 186568"/>
                    <a:gd name="connsiteX13" fmla="*/ 155646 w 172577"/>
                    <a:gd name="connsiteY13" fmla="*/ 185624 h 186568"/>
                    <a:gd name="connsiteX14" fmla="*/ 144223 w 172577"/>
                    <a:gd name="connsiteY14" fmla="*/ 182054 h 186568"/>
                    <a:gd name="connsiteX15" fmla="*/ 31211 w 172577"/>
                    <a:gd name="connsiteY15" fmla="*/ 29058 h 186568"/>
                    <a:gd name="connsiteX16" fmla="*/ 26009 w 172577"/>
                    <a:gd name="connsiteY16" fmla="*/ 22326 h 186568"/>
                    <a:gd name="connsiteX17" fmla="*/ 25499 w 172577"/>
                    <a:gd name="connsiteY17" fmla="*/ 28956 h 186568"/>
                    <a:gd name="connsiteX18" fmla="*/ 25499 w 172577"/>
                    <a:gd name="connsiteY18" fmla="*/ 164714 h 186568"/>
                    <a:gd name="connsiteX19" fmla="*/ 37433 w 172577"/>
                    <a:gd name="connsiteY19" fmla="*/ 181136 h 186568"/>
                    <a:gd name="connsiteX20" fmla="*/ 42022 w 172577"/>
                    <a:gd name="connsiteY20" fmla="*/ 184400 h 186568"/>
                    <a:gd name="connsiteX21" fmla="*/ 41104 w 172577"/>
                    <a:gd name="connsiteY21" fmla="*/ 186134 h 186568"/>
                    <a:gd name="connsiteX22" fmla="*/ 1428 w 172577"/>
                    <a:gd name="connsiteY22" fmla="*/ 186134 h 186568"/>
                    <a:gd name="connsiteX23" fmla="*/ 204 w 172577"/>
                    <a:gd name="connsiteY23" fmla="*/ 184910 h 186568"/>
                    <a:gd name="connsiteX24" fmla="*/ 4386 w 172577"/>
                    <a:gd name="connsiteY24" fmla="*/ 181238 h 186568"/>
                    <a:gd name="connsiteX25" fmla="*/ 18053 w 172577"/>
                    <a:gd name="connsiteY25" fmla="*/ 162980 h 186568"/>
                    <a:gd name="connsiteX26" fmla="*/ 18053 w 172577"/>
                    <a:gd name="connsiteY26" fmla="*/ 23958 h 186568"/>
                    <a:gd name="connsiteX27" fmla="*/ 4182 w 172577"/>
                    <a:gd name="connsiteY27" fmla="*/ 5293 h 186568"/>
                    <a:gd name="connsiteX28" fmla="*/ 0 w 172577"/>
                    <a:gd name="connsiteY28" fmla="*/ 1927 h 186568"/>
                    <a:gd name="connsiteX29" fmla="*/ 1020 w 172577"/>
                    <a:gd name="connsiteY29" fmla="*/ 91 h 186568"/>
                    <a:gd name="connsiteX30" fmla="*/ 33659 w 172577"/>
                    <a:gd name="connsiteY30" fmla="*/ 295 h 186568"/>
                    <a:gd name="connsiteX31" fmla="*/ 39880 w 172577"/>
                    <a:gd name="connsiteY31" fmla="*/ 5191 h 186568"/>
                    <a:gd name="connsiteX32" fmla="*/ 141979 w 172577"/>
                    <a:gd name="connsiteY32" fmla="*/ 142581 h 186568"/>
                    <a:gd name="connsiteX33" fmla="*/ 146772 w 172577"/>
                    <a:gd name="connsiteY33" fmla="*/ 148701 h 186568"/>
                    <a:gd name="connsiteX34" fmla="*/ 148200 w 172577"/>
                    <a:gd name="connsiteY34" fmla="*/ 148191 h 18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72577" h="186568">
                      <a:moveTo>
                        <a:pt x="148200" y="148191"/>
                      </a:moveTo>
                      <a:cubicBezTo>
                        <a:pt x="148200" y="146253"/>
                        <a:pt x="148200" y="144417"/>
                        <a:pt x="148200" y="142479"/>
                      </a:cubicBezTo>
                      <a:cubicBezTo>
                        <a:pt x="148200" y="102700"/>
                        <a:pt x="148200" y="62921"/>
                        <a:pt x="148200" y="23142"/>
                      </a:cubicBezTo>
                      <a:cubicBezTo>
                        <a:pt x="148200" y="10495"/>
                        <a:pt x="147180" y="9271"/>
                        <a:pt x="135349" y="5497"/>
                      </a:cubicBezTo>
                      <a:cubicBezTo>
                        <a:pt x="133717" y="4987"/>
                        <a:pt x="132493" y="3253"/>
                        <a:pt x="131065" y="2029"/>
                      </a:cubicBezTo>
                      <a:cubicBezTo>
                        <a:pt x="131371" y="1417"/>
                        <a:pt x="131779" y="703"/>
                        <a:pt x="132085" y="91"/>
                      </a:cubicBezTo>
                      <a:cubicBezTo>
                        <a:pt x="144529" y="91"/>
                        <a:pt x="156972" y="-11"/>
                        <a:pt x="169314" y="193"/>
                      </a:cubicBezTo>
                      <a:cubicBezTo>
                        <a:pt x="170436" y="193"/>
                        <a:pt x="171456" y="1621"/>
                        <a:pt x="172578" y="2335"/>
                      </a:cubicBezTo>
                      <a:cubicBezTo>
                        <a:pt x="171659" y="3355"/>
                        <a:pt x="170946" y="4783"/>
                        <a:pt x="169824" y="5293"/>
                      </a:cubicBezTo>
                      <a:cubicBezTo>
                        <a:pt x="167886" y="6211"/>
                        <a:pt x="165642" y="6313"/>
                        <a:pt x="163500" y="7027"/>
                      </a:cubicBezTo>
                      <a:cubicBezTo>
                        <a:pt x="158808" y="8455"/>
                        <a:pt x="156156" y="11617"/>
                        <a:pt x="155850" y="16512"/>
                      </a:cubicBezTo>
                      <a:cubicBezTo>
                        <a:pt x="155646" y="19165"/>
                        <a:pt x="155646" y="21714"/>
                        <a:pt x="155646" y="24366"/>
                      </a:cubicBezTo>
                      <a:cubicBezTo>
                        <a:pt x="155646" y="75569"/>
                        <a:pt x="155646" y="126669"/>
                        <a:pt x="155646" y="177872"/>
                      </a:cubicBezTo>
                      <a:cubicBezTo>
                        <a:pt x="155646" y="180422"/>
                        <a:pt x="155646" y="183074"/>
                        <a:pt x="155646" y="185624"/>
                      </a:cubicBezTo>
                      <a:cubicBezTo>
                        <a:pt x="150342" y="187765"/>
                        <a:pt x="147282" y="186134"/>
                        <a:pt x="144223" y="182054"/>
                      </a:cubicBezTo>
                      <a:cubicBezTo>
                        <a:pt x="106688" y="130953"/>
                        <a:pt x="68949" y="80057"/>
                        <a:pt x="31211" y="29058"/>
                      </a:cubicBezTo>
                      <a:cubicBezTo>
                        <a:pt x="29783" y="27120"/>
                        <a:pt x="28355" y="25284"/>
                        <a:pt x="26009" y="22326"/>
                      </a:cubicBezTo>
                      <a:cubicBezTo>
                        <a:pt x="25805" y="25386"/>
                        <a:pt x="25499" y="27222"/>
                        <a:pt x="25499" y="28956"/>
                      </a:cubicBezTo>
                      <a:cubicBezTo>
                        <a:pt x="25499" y="74243"/>
                        <a:pt x="25499" y="119427"/>
                        <a:pt x="25499" y="164714"/>
                      </a:cubicBezTo>
                      <a:cubicBezTo>
                        <a:pt x="25499" y="176036"/>
                        <a:pt x="26723" y="177566"/>
                        <a:pt x="37433" y="181136"/>
                      </a:cubicBezTo>
                      <a:cubicBezTo>
                        <a:pt x="39166" y="181748"/>
                        <a:pt x="40492" y="183278"/>
                        <a:pt x="42022" y="184400"/>
                      </a:cubicBezTo>
                      <a:cubicBezTo>
                        <a:pt x="41716" y="185012"/>
                        <a:pt x="41410" y="185624"/>
                        <a:pt x="41104" y="186134"/>
                      </a:cubicBezTo>
                      <a:cubicBezTo>
                        <a:pt x="27845" y="186134"/>
                        <a:pt x="14687" y="186134"/>
                        <a:pt x="1428" y="186134"/>
                      </a:cubicBezTo>
                      <a:cubicBezTo>
                        <a:pt x="1020" y="185726"/>
                        <a:pt x="612" y="185318"/>
                        <a:pt x="204" y="184910"/>
                      </a:cubicBezTo>
                      <a:cubicBezTo>
                        <a:pt x="1530" y="183686"/>
                        <a:pt x="2754" y="181748"/>
                        <a:pt x="4386" y="181238"/>
                      </a:cubicBezTo>
                      <a:cubicBezTo>
                        <a:pt x="17339" y="177362"/>
                        <a:pt x="18053" y="176444"/>
                        <a:pt x="18053" y="162980"/>
                      </a:cubicBezTo>
                      <a:cubicBezTo>
                        <a:pt x="18053" y="116674"/>
                        <a:pt x="18053" y="70265"/>
                        <a:pt x="18053" y="23958"/>
                      </a:cubicBezTo>
                      <a:cubicBezTo>
                        <a:pt x="18053" y="9985"/>
                        <a:pt x="17339" y="9169"/>
                        <a:pt x="4182" y="5293"/>
                      </a:cubicBezTo>
                      <a:cubicBezTo>
                        <a:pt x="2550" y="4783"/>
                        <a:pt x="1326" y="3049"/>
                        <a:pt x="0" y="1927"/>
                      </a:cubicBezTo>
                      <a:cubicBezTo>
                        <a:pt x="306" y="1315"/>
                        <a:pt x="714" y="703"/>
                        <a:pt x="1020" y="91"/>
                      </a:cubicBezTo>
                      <a:cubicBezTo>
                        <a:pt x="11934" y="91"/>
                        <a:pt x="22847" y="-215"/>
                        <a:pt x="33659" y="295"/>
                      </a:cubicBezTo>
                      <a:cubicBezTo>
                        <a:pt x="35801" y="397"/>
                        <a:pt x="38350" y="3049"/>
                        <a:pt x="39880" y="5191"/>
                      </a:cubicBezTo>
                      <a:cubicBezTo>
                        <a:pt x="73947" y="50988"/>
                        <a:pt x="107912" y="96784"/>
                        <a:pt x="141979" y="142581"/>
                      </a:cubicBezTo>
                      <a:cubicBezTo>
                        <a:pt x="143509" y="144621"/>
                        <a:pt x="145140" y="146661"/>
                        <a:pt x="146772" y="148701"/>
                      </a:cubicBezTo>
                      <a:cubicBezTo>
                        <a:pt x="147282" y="148497"/>
                        <a:pt x="147690" y="148293"/>
                        <a:pt x="148200" y="1481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89">
                  <a:extLst>
                    <a:ext uri="{FF2B5EF4-FFF2-40B4-BE49-F238E27FC236}">
                      <a16:creationId xmlns:a16="http://schemas.microsoft.com/office/drawing/2014/main" id="{98FCD606-918F-884F-BE4F-E865E7039271}"/>
                    </a:ext>
                  </a:extLst>
                </p:cNvPr>
                <p:cNvSpPr/>
                <p:nvPr/>
              </p:nvSpPr>
              <p:spPr>
                <a:xfrm>
                  <a:off x="4776674" y="4814699"/>
                  <a:ext cx="140346" cy="134737"/>
                </a:xfrm>
                <a:custGeom>
                  <a:avLst/>
                  <a:gdLst>
                    <a:gd name="connsiteX0" fmla="*/ 54058 w 140346"/>
                    <a:gd name="connsiteY0" fmla="*/ 134738 h 134737"/>
                    <a:gd name="connsiteX1" fmla="*/ 1122 w 140346"/>
                    <a:gd name="connsiteY1" fmla="*/ 134738 h 134737"/>
                    <a:gd name="connsiteX2" fmla="*/ 0 w 140346"/>
                    <a:gd name="connsiteY2" fmla="*/ 133208 h 134737"/>
                    <a:gd name="connsiteX3" fmla="*/ 4488 w 140346"/>
                    <a:gd name="connsiteY3" fmla="*/ 129128 h 134737"/>
                    <a:gd name="connsiteX4" fmla="*/ 35597 w 140346"/>
                    <a:gd name="connsiteY4" fmla="*/ 107505 h 134737"/>
                    <a:gd name="connsiteX5" fmla="*/ 63136 w 140346"/>
                    <a:gd name="connsiteY5" fmla="*/ 71602 h 134737"/>
                    <a:gd name="connsiteX6" fmla="*/ 22439 w 140346"/>
                    <a:gd name="connsiteY6" fmla="*/ 17441 h 134737"/>
                    <a:gd name="connsiteX7" fmla="*/ 6120 w 140346"/>
                    <a:gd name="connsiteY7" fmla="*/ 5814 h 134737"/>
                    <a:gd name="connsiteX8" fmla="*/ 1530 w 140346"/>
                    <a:gd name="connsiteY8" fmla="*/ 1530 h 134737"/>
                    <a:gd name="connsiteX9" fmla="*/ 2652 w 140346"/>
                    <a:gd name="connsiteY9" fmla="*/ 0 h 134737"/>
                    <a:gd name="connsiteX10" fmla="*/ 58138 w 140346"/>
                    <a:gd name="connsiteY10" fmla="*/ 0 h 134737"/>
                    <a:gd name="connsiteX11" fmla="*/ 59362 w 140346"/>
                    <a:gd name="connsiteY11" fmla="*/ 1428 h 134737"/>
                    <a:gd name="connsiteX12" fmla="*/ 54874 w 140346"/>
                    <a:gd name="connsiteY12" fmla="*/ 5610 h 134737"/>
                    <a:gd name="connsiteX13" fmla="*/ 49570 w 140346"/>
                    <a:gd name="connsiteY13" fmla="*/ 20807 h 134737"/>
                    <a:gd name="connsiteX14" fmla="*/ 74457 w 140346"/>
                    <a:gd name="connsiteY14" fmla="*/ 56608 h 134737"/>
                    <a:gd name="connsiteX15" fmla="*/ 95570 w 140346"/>
                    <a:gd name="connsiteY15" fmla="*/ 21113 h 134737"/>
                    <a:gd name="connsiteX16" fmla="*/ 88737 w 140346"/>
                    <a:gd name="connsiteY16" fmla="*/ 5814 h 134737"/>
                    <a:gd name="connsiteX17" fmla="*/ 83943 w 140346"/>
                    <a:gd name="connsiteY17" fmla="*/ 1734 h 134737"/>
                    <a:gd name="connsiteX18" fmla="*/ 85065 w 140346"/>
                    <a:gd name="connsiteY18" fmla="*/ 102 h 134737"/>
                    <a:gd name="connsiteX19" fmla="*/ 140347 w 140346"/>
                    <a:gd name="connsiteY19" fmla="*/ 102 h 134737"/>
                    <a:gd name="connsiteX20" fmla="*/ 135145 w 140346"/>
                    <a:gd name="connsiteY20" fmla="*/ 5304 h 134737"/>
                    <a:gd name="connsiteX21" fmla="*/ 102812 w 140346"/>
                    <a:gd name="connsiteY21" fmla="*/ 28457 h 134737"/>
                    <a:gd name="connsiteX22" fmla="*/ 77823 w 140346"/>
                    <a:gd name="connsiteY22" fmla="*/ 62116 h 134737"/>
                    <a:gd name="connsiteX23" fmla="*/ 117296 w 140346"/>
                    <a:gd name="connsiteY23" fmla="*/ 115461 h 134737"/>
                    <a:gd name="connsiteX24" fmla="*/ 135553 w 140346"/>
                    <a:gd name="connsiteY24" fmla="*/ 128822 h 134737"/>
                    <a:gd name="connsiteX25" fmla="*/ 140347 w 140346"/>
                    <a:gd name="connsiteY25" fmla="*/ 133004 h 134737"/>
                    <a:gd name="connsiteX26" fmla="*/ 139327 w 140346"/>
                    <a:gd name="connsiteY26" fmla="*/ 134738 h 134737"/>
                    <a:gd name="connsiteX27" fmla="*/ 80883 w 140346"/>
                    <a:gd name="connsiteY27" fmla="*/ 134738 h 134737"/>
                    <a:gd name="connsiteX28" fmla="*/ 86289 w 140346"/>
                    <a:gd name="connsiteY28" fmla="*/ 129230 h 134737"/>
                    <a:gd name="connsiteX29" fmla="*/ 91593 w 140346"/>
                    <a:gd name="connsiteY29" fmla="*/ 113625 h 134737"/>
                    <a:gd name="connsiteX30" fmla="*/ 65890 w 140346"/>
                    <a:gd name="connsiteY30" fmla="*/ 76396 h 134737"/>
                    <a:gd name="connsiteX31" fmla="*/ 44980 w 140346"/>
                    <a:gd name="connsiteY31" fmla="*/ 112911 h 134737"/>
                    <a:gd name="connsiteX32" fmla="*/ 51508 w 140346"/>
                    <a:gd name="connsiteY32" fmla="*/ 129128 h 134737"/>
                    <a:gd name="connsiteX33" fmla="*/ 55690 w 140346"/>
                    <a:gd name="connsiteY33" fmla="*/ 133310 h 134737"/>
                    <a:gd name="connsiteX34" fmla="*/ 54058 w 140346"/>
                    <a:gd name="connsiteY34" fmla="*/ 134738 h 13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40346" h="134737">
                      <a:moveTo>
                        <a:pt x="54058" y="134738"/>
                      </a:moveTo>
                      <a:cubicBezTo>
                        <a:pt x="36413" y="134738"/>
                        <a:pt x="18767" y="134738"/>
                        <a:pt x="1122" y="134738"/>
                      </a:cubicBezTo>
                      <a:cubicBezTo>
                        <a:pt x="714" y="134228"/>
                        <a:pt x="306" y="133718"/>
                        <a:pt x="0" y="133208"/>
                      </a:cubicBezTo>
                      <a:cubicBezTo>
                        <a:pt x="1530" y="131780"/>
                        <a:pt x="2754" y="129536"/>
                        <a:pt x="4488" y="129128"/>
                      </a:cubicBezTo>
                      <a:cubicBezTo>
                        <a:pt x="17849" y="126068"/>
                        <a:pt x="27539" y="117908"/>
                        <a:pt x="35597" y="107505"/>
                      </a:cubicBezTo>
                      <a:cubicBezTo>
                        <a:pt x="44674" y="95775"/>
                        <a:pt x="53650" y="83944"/>
                        <a:pt x="63136" y="71602"/>
                      </a:cubicBezTo>
                      <a:cubicBezTo>
                        <a:pt x="49468" y="53344"/>
                        <a:pt x="36515" y="34985"/>
                        <a:pt x="22439" y="17441"/>
                      </a:cubicBezTo>
                      <a:cubicBezTo>
                        <a:pt x="18461" y="12444"/>
                        <a:pt x="11526" y="9690"/>
                        <a:pt x="6120" y="5814"/>
                      </a:cubicBezTo>
                      <a:cubicBezTo>
                        <a:pt x="4386" y="4590"/>
                        <a:pt x="3060" y="2958"/>
                        <a:pt x="1530" y="1530"/>
                      </a:cubicBezTo>
                      <a:cubicBezTo>
                        <a:pt x="1938" y="1020"/>
                        <a:pt x="2346" y="510"/>
                        <a:pt x="2652" y="0"/>
                      </a:cubicBezTo>
                      <a:cubicBezTo>
                        <a:pt x="21113" y="0"/>
                        <a:pt x="39677" y="0"/>
                        <a:pt x="58138" y="0"/>
                      </a:cubicBezTo>
                      <a:cubicBezTo>
                        <a:pt x="58546" y="510"/>
                        <a:pt x="58954" y="1020"/>
                        <a:pt x="59362" y="1428"/>
                      </a:cubicBezTo>
                      <a:cubicBezTo>
                        <a:pt x="57934" y="2856"/>
                        <a:pt x="56608" y="4794"/>
                        <a:pt x="54874" y="5610"/>
                      </a:cubicBezTo>
                      <a:cubicBezTo>
                        <a:pt x="46306" y="9690"/>
                        <a:pt x="44572" y="13056"/>
                        <a:pt x="49570" y="20807"/>
                      </a:cubicBezTo>
                      <a:cubicBezTo>
                        <a:pt x="57220" y="32741"/>
                        <a:pt x="65686" y="44063"/>
                        <a:pt x="74457" y="56608"/>
                      </a:cubicBezTo>
                      <a:cubicBezTo>
                        <a:pt x="82923" y="44675"/>
                        <a:pt x="91389" y="34169"/>
                        <a:pt x="95570" y="21113"/>
                      </a:cubicBezTo>
                      <a:cubicBezTo>
                        <a:pt x="98120" y="13260"/>
                        <a:pt x="96183" y="9588"/>
                        <a:pt x="88737" y="5814"/>
                      </a:cubicBezTo>
                      <a:cubicBezTo>
                        <a:pt x="86901" y="4896"/>
                        <a:pt x="85575" y="3060"/>
                        <a:pt x="83943" y="1734"/>
                      </a:cubicBezTo>
                      <a:cubicBezTo>
                        <a:pt x="84351" y="1224"/>
                        <a:pt x="84657" y="612"/>
                        <a:pt x="85065" y="102"/>
                      </a:cubicBezTo>
                      <a:cubicBezTo>
                        <a:pt x="102710" y="102"/>
                        <a:pt x="120356" y="102"/>
                        <a:pt x="140347" y="102"/>
                      </a:cubicBezTo>
                      <a:cubicBezTo>
                        <a:pt x="137899" y="2652"/>
                        <a:pt x="136675" y="4998"/>
                        <a:pt x="135145" y="5304"/>
                      </a:cubicBezTo>
                      <a:cubicBezTo>
                        <a:pt x="121069" y="8568"/>
                        <a:pt x="111074" y="17238"/>
                        <a:pt x="102812" y="28457"/>
                      </a:cubicBezTo>
                      <a:cubicBezTo>
                        <a:pt x="94550" y="39473"/>
                        <a:pt x="86391" y="50590"/>
                        <a:pt x="77823" y="62116"/>
                      </a:cubicBezTo>
                      <a:cubicBezTo>
                        <a:pt x="90981" y="80170"/>
                        <a:pt x="103526" y="98223"/>
                        <a:pt x="117296" y="115461"/>
                      </a:cubicBezTo>
                      <a:cubicBezTo>
                        <a:pt x="121784" y="121172"/>
                        <a:pt x="129433" y="124334"/>
                        <a:pt x="135553" y="128822"/>
                      </a:cubicBezTo>
                      <a:cubicBezTo>
                        <a:pt x="137287" y="130046"/>
                        <a:pt x="138817" y="131576"/>
                        <a:pt x="140347" y="133004"/>
                      </a:cubicBezTo>
                      <a:cubicBezTo>
                        <a:pt x="140041" y="133616"/>
                        <a:pt x="139633" y="134126"/>
                        <a:pt x="139327" y="134738"/>
                      </a:cubicBezTo>
                      <a:cubicBezTo>
                        <a:pt x="120662" y="134738"/>
                        <a:pt x="101996" y="134738"/>
                        <a:pt x="80883" y="134738"/>
                      </a:cubicBezTo>
                      <a:cubicBezTo>
                        <a:pt x="83433" y="131984"/>
                        <a:pt x="84555" y="129944"/>
                        <a:pt x="86289" y="129230"/>
                      </a:cubicBezTo>
                      <a:cubicBezTo>
                        <a:pt x="95265" y="124946"/>
                        <a:pt x="96795" y="121784"/>
                        <a:pt x="91593" y="113625"/>
                      </a:cubicBezTo>
                      <a:cubicBezTo>
                        <a:pt x="83841" y="101589"/>
                        <a:pt x="75375" y="90063"/>
                        <a:pt x="65890" y="76396"/>
                      </a:cubicBezTo>
                      <a:cubicBezTo>
                        <a:pt x="58240" y="89655"/>
                        <a:pt x="50896" y="100977"/>
                        <a:pt x="44980" y="112911"/>
                      </a:cubicBezTo>
                      <a:cubicBezTo>
                        <a:pt x="41002" y="120968"/>
                        <a:pt x="43348" y="124844"/>
                        <a:pt x="51508" y="129128"/>
                      </a:cubicBezTo>
                      <a:cubicBezTo>
                        <a:pt x="53140" y="129944"/>
                        <a:pt x="54262" y="131882"/>
                        <a:pt x="55690" y="133310"/>
                      </a:cubicBezTo>
                      <a:cubicBezTo>
                        <a:pt x="55078" y="133616"/>
                        <a:pt x="54568" y="134228"/>
                        <a:pt x="54058" y="13473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ECD851EB-325D-4645-AD23-EF8A2A93063C}"/>
                    </a:ext>
                  </a:extLst>
                </p:cNvPr>
                <p:cNvSpPr/>
                <p:nvPr/>
              </p:nvSpPr>
              <p:spPr>
                <a:xfrm>
                  <a:off x="4934156" y="4783590"/>
                  <a:ext cx="78842" cy="167924"/>
                </a:xfrm>
                <a:custGeom>
                  <a:avLst/>
                  <a:gdLst>
                    <a:gd name="connsiteX0" fmla="*/ 78843 w 78842"/>
                    <a:gd name="connsiteY0" fmla="*/ 31109 h 167924"/>
                    <a:gd name="connsiteX1" fmla="*/ 78843 w 78842"/>
                    <a:gd name="connsiteY1" fmla="*/ 39881 h 167924"/>
                    <a:gd name="connsiteX2" fmla="*/ 58750 w 78842"/>
                    <a:gd name="connsiteY2" fmla="*/ 38963 h 167924"/>
                    <a:gd name="connsiteX3" fmla="*/ 40798 w 78842"/>
                    <a:gd name="connsiteY3" fmla="*/ 56098 h 167924"/>
                    <a:gd name="connsiteX4" fmla="*/ 40798 w 78842"/>
                    <a:gd name="connsiteY4" fmla="*/ 125660 h 167924"/>
                    <a:gd name="connsiteX5" fmla="*/ 41206 w 78842"/>
                    <a:gd name="connsiteY5" fmla="*/ 139430 h 167924"/>
                    <a:gd name="connsiteX6" fmla="*/ 71805 w 78842"/>
                    <a:gd name="connsiteY6" fmla="*/ 157585 h 167924"/>
                    <a:gd name="connsiteX7" fmla="*/ 77313 w 78842"/>
                    <a:gd name="connsiteY7" fmla="*/ 155341 h 167924"/>
                    <a:gd name="connsiteX8" fmla="*/ 78537 w 78842"/>
                    <a:gd name="connsiteY8" fmla="*/ 156871 h 167924"/>
                    <a:gd name="connsiteX9" fmla="*/ 75987 w 78842"/>
                    <a:gd name="connsiteY9" fmla="*/ 160441 h 167924"/>
                    <a:gd name="connsiteX10" fmla="*/ 39982 w 78842"/>
                    <a:gd name="connsiteY10" fmla="*/ 165235 h 167924"/>
                    <a:gd name="connsiteX11" fmla="*/ 22643 w 78842"/>
                    <a:gd name="connsiteY11" fmla="*/ 140450 h 167924"/>
                    <a:gd name="connsiteX12" fmla="*/ 22031 w 78842"/>
                    <a:gd name="connsiteY12" fmla="*/ 114237 h 167924"/>
                    <a:gd name="connsiteX13" fmla="*/ 22031 w 78842"/>
                    <a:gd name="connsiteY13" fmla="*/ 48041 h 167924"/>
                    <a:gd name="connsiteX14" fmla="*/ 12137 w 78842"/>
                    <a:gd name="connsiteY14" fmla="*/ 38249 h 167924"/>
                    <a:gd name="connsiteX15" fmla="*/ 0 w 78842"/>
                    <a:gd name="connsiteY15" fmla="*/ 38249 h 167924"/>
                    <a:gd name="connsiteX16" fmla="*/ 5304 w 78842"/>
                    <a:gd name="connsiteY16" fmla="*/ 31109 h 167924"/>
                    <a:gd name="connsiteX17" fmla="*/ 32435 w 78842"/>
                    <a:gd name="connsiteY17" fmla="*/ 4284 h 167924"/>
                    <a:gd name="connsiteX18" fmla="*/ 38759 w 78842"/>
                    <a:gd name="connsiteY18" fmla="*/ 0 h 167924"/>
                    <a:gd name="connsiteX19" fmla="*/ 40900 w 78842"/>
                    <a:gd name="connsiteY19" fmla="*/ 6834 h 167924"/>
                    <a:gd name="connsiteX20" fmla="*/ 40696 w 78842"/>
                    <a:gd name="connsiteY20" fmla="*/ 21215 h 167924"/>
                    <a:gd name="connsiteX21" fmla="*/ 49366 w 78842"/>
                    <a:gd name="connsiteY21" fmla="*/ 30599 h 167924"/>
                    <a:gd name="connsiteX22" fmla="*/ 74253 w 78842"/>
                    <a:gd name="connsiteY22" fmla="*/ 30803 h 167924"/>
                    <a:gd name="connsiteX23" fmla="*/ 78843 w 78842"/>
                    <a:gd name="connsiteY23" fmla="*/ 31109 h 167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78842" h="167924">
                      <a:moveTo>
                        <a:pt x="78843" y="31109"/>
                      </a:moveTo>
                      <a:cubicBezTo>
                        <a:pt x="78843" y="34169"/>
                        <a:pt x="78843" y="36515"/>
                        <a:pt x="78843" y="39881"/>
                      </a:cubicBezTo>
                      <a:cubicBezTo>
                        <a:pt x="72009" y="39575"/>
                        <a:pt x="65380" y="39167"/>
                        <a:pt x="58750" y="38963"/>
                      </a:cubicBezTo>
                      <a:cubicBezTo>
                        <a:pt x="41002" y="38249"/>
                        <a:pt x="40798" y="38453"/>
                        <a:pt x="40798" y="56098"/>
                      </a:cubicBezTo>
                      <a:cubicBezTo>
                        <a:pt x="40798" y="79252"/>
                        <a:pt x="40798" y="102405"/>
                        <a:pt x="40798" y="125660"/>
                      </a:cubicBezTo>
                      <a:cubicBezTo>
                        <a:pt x="40798" y="130250"/>
                        <a:pt x="40798" y="134840"/>
                        <a:pt x="41206" y="139430"/>
                      </a:cubicBezTo>
                      <a:cubicBezTo>
                        <a:pt x="42532" y="157891"/>
                        <a:pt x="54874" y="165235"/>
                        <a:pt x="71805" y="157585"/>
                      </a:cubicBezTo>
                      <a:cubicBezTo>
                        <a:pt x="73641" y="156769"/>
                        <a:pt x="75477" y="156157"/>
                        <a:pt x="77313" y="155341"/>
                      </a:cubicBezTo>
                      <a:cubicBezTo>
                        <a:pt x="77721" y="155851"/>
                        <a:pt x="78129" y="156361"/>
                        <a:pt x="78537" y="156871"/>
                      </a:cubicBezTo>
                      <a:cubicBezTo>
                        <a:pt x="77721" y="158095"/>
                        <a:pt x="77109" y="159625"/>
                        <a:pt x="75987" y="160441"/>
                      </a:cubicBezTo>
                      <a:cubicBezTo>
                        <a:pt x="64971" y="169213"/>
                        <a:pt x="52528" y="169519"/>
                        <a:pt x="39982" y="165235"/>
                      </a:cubicBezTo>
                      <a:cubicBezTo>
                        <a:pt x="28559" y="161359"/>
                        <a:pt x="23459" y="151976"/>
                        <a:pt x="22643" y="140450"/>
                      </a:cubicBezTo>
                      <a:cubicBezTo>
                        <a:pt x="22031" y="131780"/>
                        <a:pt x="22133" y="123008"/>
                        <a:pt x="22031" y="114237"/>
                      </a:cubicBezTo>
                      <a:cubicBezTo>
                        <a:pt x="21929" y="92205"/>
                        <a:pt x="22031" y="70072"/>
                        <a:pt x="22031" y="48041"/>
                      </a:cubicBezTo>
                      <a:cubicBezTo>
                        <a:pt x="22031" y="39167"/>
                        <a:pt x="21011" y="38351"/>
                        <a:pt x="12137" y="38249"/>
                      </a:cubicBezTo>
                      <a:cubicBezTo>
                        <a:pt x="8874" y="38249"/>
                        <a:pt x="5712" y="38249"/>
                        <a:pt x="0" y="38249"/>
                      </a:cubicBezTo>
                      <a:cubicBezTo>
                        <a:pt x="2550" y="34781"/>
                        <a:pt x="3468" y="32027"/>
                        <a:pt x="5304" y="31109"/>
                      </a:cubicBezTo>
                      <a:cubicBezTo>
                        <a:pt x="17033" y="24785"/>
                        <a:pt x="25703" y="15606"/>
                        <a:pt x="32435" y="4284"/>
                      </a:cubicBezTo>
                      <a:cubicBezTo>
                        <a:pt x="33659" y="2244"/>
                        <a:pt x="36617" y="1428"/>
                        <a:pt x="38759" y="0"/>
                      </a:cubicBezTo>
                      <a:cubicBezTo>
                        <a:pt x="39472" y="2244"/>
                        <a:pt x="40798" y="4488"/>
                        <a:pt x="40900" y="6834"/>
                      </a:cubicBezTo>
                      <a:cubicBezTo>
                        <a:pt x="41206" y="11628"/>
                        <a:pt x="41206" y="16421"/>
                        <a:pt x="40696" y="21215"/>
                      </a:cubicBezTo>
                      <a:cubicBezTo>
                        <a:pt x="40084" y="27743"/>
                        <a:pt x="43246" y="30497"/>
                        <a:pt x="49366" y="30599"/>
                      </a:cubicBezTo>
                      <a:cubicBezTo>
                        <a:pt x="57628" y="30701"/>
                        <a:pt x="65991" y="30701"/>
                        <a:pt x="74253" y="30803"/>
                      </a:cubicBezTo>
                      <a:cubicBezTo>
                        <a:pt x="75579" y="30803"/>
                        <a:pt x="76905" y="31007"/>
                        <a:pt x="78843" y="31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1" name="Graphic 53">
                <a:extLst>
                  <a:ext uri="{FF2B5EF4-FFF2-40B4-BE49-F238E27FC236}">
                    <a16:creationId xmlns:a16="http://schemas.microsoft.com/office/drawing/2014/main" id="{EFEB3FCC-8C57-6A46-A16F-A73256B01099}"/>
                  </a:ext>
                </a:extLst>
              </p:cNvPr>
              <p:cNvGrpSpPr/>
              <p:nvPr/>
            </p:nvGrpSpPr>
            <p:grpSpPr>
              <a:xfrm>
                <a:off x="6543122" y="4054089"/>
                <a:ext cx="1466352" cy="356288"/>
                <a:chOff x="2695429" y="4758808"/>
                <a:chExt cx="793330" cy="192760"/>
              </a:xfrm>
              <a:solidFill>
                <a:srgbClr val="000000"/>
              </a:solidFill>
            </p:grpSpPr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D3F1CEAA-042F-7A40-8BC5-3E8E379690CB}"/>
                    </a:ext>
                  </a:extLst>
                </p:cNvPr>
                <p:cNvSpPr/>
                <p:nvPr/>
              </p:nvSpPr>
              <p:spPr>
                <a:xfrm>
                  <a:off x="2695429" y="4758808"/>
                  <a:ext cx="168653" cy="192760"/>
                </a:xfrm>
                <a:custGeom>
                  <a:avLst/>
                  <a:gdLst>
                    <a:gd name="connsiteX0" fmla="*/ 19902 w 168653"/>
                    <a:gd name="connsiteY0" fmla="*/ 84145 h 192760"/>
                    <a:gd name="connsiteX1" fmla="*/ 112820 w 168653"/>
                    <a:gd name="connsiteY1" fmla="*/ 176452 h 192760"/>
                    <a:gd name="connsiteX2" fmla="*/ 161166 w 168653"/>
                    <a:gd name="connsiteY2" fmla="*/ 155135 h 192760"/>
                    <a:gd name="connsiteX3" fmla="*/ 165348 w 168653"/>
                    <a:gd name="connsiteY3" fmla="*/ 151055 h 192760"/>
                    <a:gd name="connsiteX4" fmla="*/ 168102 w 168653"/>
                    <a:gd name="connsiteY4" fmla="*/ 150851 h 192760"/>
                    <a:gd name="connsiteX5" fmla="*/ 168510 w 168653"/>
                    <a:gd name="connsiteY5" fmla="*/ 153605 h 192760"/>
                    <a:gd name="connsiteX6" fmla="*/ 164532 w 168653"/>
                    <a:gd name="connsiteY6" fmla="*/ 159623 h 192760"/>
                    <a:gd name="connsiteX7" fmla="*/ 54376 w 168653"/>
                    <a:gd name="connsiteY7" fmla="*/ 183796 h 192760"/>
                    <a:gd name="connsiteX8" fmla="*/ 522 w 168653"/>
                    <a:gd name="connsiteY8" fmla="*/ 106890 h 192760"/>
                    <a:gd name="connsiteX9" fmla="*/ 126080 w 168653"/>
                    <a:gd name="connsiteY9" fmla="*/ 4281 h 192760"/>
                    <a:gd name="connsiteX10" fmla="*/ 161064 w 168653"/>
                    <a:gd name="connsiteY10" fmla="*/ 29169 h 192760"/>
                    <a:gd name="connsiteX11" fmla="*/ 166062 w 168653"/>
                    <a:gd name="connsiteY11" fmla="*/ 50792 h 192760"/>
                    <a:gd name="connsiteX12" fmla="*/ 152089 w 168653"/>
                    <a:gd name="connsiteY12" fmla="*/ 62216 h 192760"/>
                    <a:gd name="connsiteX13" fmla="*/ 139543 w 168653"/>
                    <a:gd name="connsiteY13" fmla="*/ 50894 h 192760"/>
                    <a:gd name="connsiteX14" fmla="*/ 137197 w 168653"/>
                    <a:gd name="connsiteY14" fmla="*/ 38756 h 192760"/>
                    <a:gd name="connsiteX15" fmla="*/ 96195 w 168653"/>
                    <a:gd name="connsiteY15" fmla="*/ 9381 h 192760"/>
                    <a:gd name="connsiteX16" fmla="*/ 19800 w 168653"/>
                    <a:gd name="connsiteY16" fmla="*/ 81493 h 192760"/>
                    <a:gd name="connsiteX17" fmla="*/ 19902 w 168653"/>
                    <a:gd name="connsiteY17" fmla="*/ 84145 h 192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68653" h="192760">
                      <a:moveTo>
                        <a:pt x="19902" y="84145"/>
                      </a:moveTo>
                      <a:cubicBezTo>
                        <a:pt x="20106" y="138306"/>
                        <a:pt x="59476" y="177370"/>
                        <a:pt x="112820" y="176452"/>
                      </a:cubicBezTo>
                      <a:cubicBezTo>
                        <a:pt x="131996" y="176146"/>
                        <a:pt x="147907" y="168599"/>
                        <a:pt x="161166" y="155135"/>
                      </a:cubicBezTo>
                      <a:cubicBezTo>
                        <a:pt x="162594" y="153707"/>
                        <a:pt x="163818" y="152177"/>
                        <a:pt x="165348" y="151055"/>
                      </a:cubicBezTo>
                      <a:cubicBezTo>
                        <a:pt x="165960" y="150545"/>
                        <a:pt x="167592" y="150341"/>
                        <a:pt x="168102" y="150851"/>
                      </a:cubicBezTo>
                      <a:cubicBezTo>
                        <a:pt x="168612" y="151361"/>
                        <a:pt x="168816" y="152891"/>
                        <a:pt x="168510" y="153605"/>
                      </a:cubicBezTo>
                      <a:cubicBezTo>
                        <a:pt x="167388" y="155747"/>
                        <a:pt x="165960" y="157685"/>
                        <a:pt x="164532" y="159623"/>
                      </a:cubicBezTo>
                      <a:cubicBezTo>
                        <a:pt x="139849" y="191650"/>
                        <a:pt x="93543" y="202054"/>
                        <a:pt x="54376" y="183796"/>
                      </a:cubicBezTo>
                      <a:cubicBezTo>
                        <a:pt x="21840" y="168599"/>
                        <a:pt x="3888" y="142487"/>
                        <a:pt x="522" y="106890"/>
                      </a:cubicBezTo>
                      <a:cubicBezTo>
                        <a:pt x="-6923" y="26721"/>
                        <a:pt x="66718" y="-13874"/>
                        <a:pt x="126080" y="4281"/>
                      </a:cubicBezTo>
                      <a:cubicBezTo>
                        <a:pt x="140461" y="8667"/>
                        <a:pt x="152701" y="16317"/>
                        <a:pt x="161064" y="29169"/>
                      </a:cubicBezTo>
                      <a:cubicBezTo>
                        <a:pt x="165348" y="35696"/>
                        <a:pt x="168000" y="42734"/>
                        <a:pt x="166062" y="50792"/>
                      </a:cubicBezTo>
                      <a:cubicBezTo>
                        <a:pt x="164328" y="58034"/>
                        <a:pt x="158923" y="62420"/>
                        <a:pt x="152089" y="62216"/>
                      </a:cubicBezTo>
                      <a:cubicBezTo>
                        <a:pt x="145765" y="62114"/>
                        <a:pt x="141277" y="58034"/>
                        <a:pt x="139543" y="50894"/>
                      </a:cubicBezTo>
                      <a:cubicBezTo>
                        <a:pt x="138625" y="46916"/>
                        <a:pt x="138319" y="42734"/>
                        <a:pt x="137197" y="38756"/>
                      </a:cubicBezTo>
                      <a:cubicBezTo>
                        <a:pt x="132302" y="22437"/>
                        <a:pt x="116288" y="11115"/>
                        <a:pt x="96195" y="9381"/>
                      </a:cubicBezTo>
                      <a:cubicBezTo>
                        <a:pt x="50807" y="5403"/>
                        <a:pt x="21024" y="33555"/>
                        <a:pt x="19800" y="81493"/>
                      </a:cubicBezTo>
                      <a:cubicBezTo>
                        <a:pt x="19902" y="82411"/>
                        <a:pt x="19902" y="83227"/>
                        <a:pt x="19902" y="84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902941AB-BC8A-6441-8BFA-52D381200CA4}"/>
                    </a:ext>
                  </a:extLst>
                </p:cNvPr>
                <p:cNvSpPr/>
                <p:nvPr/>
              </p:nvSpPr>
              <p:spPr>
                <a:xfrm>
                  <a:off x="3146634" y="4811790"/>
                  <a:ext cx="128757" cy="138488"/>
                </a:xfrm>
                <a:custGeom>
                  <a:avLst/>
                  <a:gdLst>
                    <a:gd name="connsiteX0" fmla="*/ 128758 w 128757"/>
                    <a:gd name="connsiteY0" fmla="*/ 129182 h 138488"/>
                    <a:gd name="connsiteX1" fmla="*/ 105808 w 128757"/>
                    <a:gd name="connsiteY1" fmla="*/ 137954 h 138488"/>
                    <a:gd name="connsiteX2" fmla="*/ 92855 w 128757"/>
                    <a:gd name="connsiteY2" fmla="*/ 114086 h 138488"/>
                    <a:gd name="connsiteX3" fmla="*/ 87347 w 128757"/>
                    <a:gd name="connsiteY3" fmla="*/ 119084 h 138488"/>
                    <a:gd name="connsiteX4" fmla="*/ 24619 w 128757"/>
                    <a:gd name="connsiteY4" fmla="*/ 136526 h 138488"/>
                    <a:gd name="connsiteX5" fmla="*/ 1058 w 128757"/>
                    <a:gd name="connsiteY5" fmla="*/ 113780 h 138488"/>
                    <a:gd name="connsiteX6" fmla="*/ 11360 w 128757"/>
                    <a:gd name="connsiteY6" fmla="*/ 80835 h 138488"/>
                    <a:gd name="connsiteX7" fmla="*/ 39001 w 128757"/>
                    <a:gd name="connsiteY7" fmla="*/ 66658 h 138488"/>
                    <a:gd name="connsiteX8" fmla="*/ 85205 w 128757"/>
                    <a:gd name="connsiteY8" fmla="*/ 57784 h 138488"/>
                    <a:gd name="connsiteX9" fmla="*/ 93773 w 128757"/>
                    <a:gd name="connsiteY9" fmla="*/ 48196 h 138488"/>
                    <a:gd name="connsiteX10" fmla="*/ 93773 w 128757"/>
                    <a:gd name="connsiteY10" fmla="*/ 44320 h 138488"/>
                    <a:gd name="connsiteX11" fmla="*/ 45835 w 128757"/>
                    <a:gd name="connsiteY11" fmla="*/ 7398 h 138488"/>
                    <a:gd name="connsiteX12" fmla="*/ 30025 w 128757"/>
                    <a:gd name="connsiteY12" fmla="*/ 25655 h 138488"/>
                    <a:gd name="connsiteX13" fmla="*/ 28597 w 128757"/>
                    <a:gd name="connsiteY13" fmla="*/ 35957 h 138488"/>
                    <a:gd name="connsiteX14" fmla="*/ 19418 w 128757"/>
                    <a:gd name="connsiteY14" fmla="*/ 42485 h 138488"/>
                    <a:gd name="connsiteX15" fmla="*/ 10748 w 128757"/>
                    <a:gd name="connsiteY15" fmla="*/ 36161 h 138488"/>
                    <a:gd name="connsiteX16" fmla="*/ 17480 w 128757"/>
                    <a:gd name="connsiteY16" fmla="*/ 12701 h 138488"/>
                    <a:gd name="connsiteX17" fmla="*/ 97139 w 128757"/>
                    <a:gd name="connsiteY17" fmla="*/ 8213 h 138488"/>
                    <a:gd name="connsiteX18" fmla="*/ 111622 w 128757"/>
                    <a:gd name="connsiteY18" fmla="*/ 35549 h 138488"/>
                    <a:gd name="connsiteX19" fmla="*/ 112642 w 128757"/>
                    <a:gd name="connsiteY19" fmla="*/ 105927 h 138488"/>
                    <a:gd name="connsiteX20" fmla="*/ 112642 w 128757"/>
                    <a:gd name="connsiteY20" fmla="*/ 118370 h 138488"/>
                    <a:gd name="connsiteX21" fmla="*/ 124066 w 128757"/>
                    <a:gd name="connsiteY21" fmla="*/ 129386 h 138488"/>
                    <a:gd name="connsiteX22" fmla="*/ 128758 w 128757"/>
                    <a:gd name="connsiteY22" fmla="*/ 129182 h 138488"/>
                    <a:gd name="connsiteX23" fmla="*/ 93467 w 128757"/>
                    <a:gd name="connsiteY23" fmla="*/ 82671 h 138488"/>
                    <a:gd name="connsiteX24" fmla="*/ 93365 w 128757"/>
                    <a:gd name="connsiteY24" fmla="*/ 70330 h 138488"/>
                    <a:gd name="connsiteX25" fmla="*/ 86021 w 128757"/>
                    <a:gd name="connsiteY25" fmla="*/ 63598 h 138488"/>
                    <a:gd name="connsiteX26" fmla="*/ 32167 w 128757"/>
                    <a:gd name="connsiteY26" fmla="*/ 79407 h 138488"/>
                    <a:gd name="connsiteX27" fmla="*/ 21763 w 128757"/>
                    <a:gd name="connsiteY27" fmla="*/ 108783 h 138488"/>
                    <a:gd name="connsiteX28" fmla="*/ 46039 w 128757"/>
                    <a:gd name="connsiteY28" fmla="*/ 127448 h 138488"/>
                    <a:gd name="connsiteX29" fmla="*/ 93467 w 128757"/>
                    <a:gd name="connsiteY29" fmla="*/ 82671 h 138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28757" h="138488">
                      <a:moveTo>
                        <a:pt x="128758" y="129182"/>
                      </a:moveTo>
                      <a:cubicBezTo>
                        <a:pt x="124576" y="136016"/>
                        <a:pt x="113866" y="139994"/>
                        <a:pt x="105808" y="137954"/>
                      </a:cubicBezTo>
                      <a:cubicBezTo>
                        <a:pt x="94079" y="134894"/>
                        <a:pt x="93977" y="124898"/>
                        <a:pt x="92855" y="114086"/>
                      </a:cubicBezTo>
                      <a:cubicBezTo>
                        <a:pt x="90509" y="116126"/>
                        <a:pt x="88877" y="117554"/>
                        <a:pt x="87347" y="119084"/>
                      </a:cubicBezTo>
                      <a:cubicBezTo>
                        <a:pt x="69498" y="136016"/>
                        <a:pt x="48487" y="141728"/>
                        <a:pt x="24619" y="136526"/>
                      </a:cubicBezTo>
                      <a:cubicBezTo>
                        <a:pt x="12482" y="133874"/>
                        <a:pt x="3812" y="126428"/>
                        <a:pt x="1058" y="113780"/>
                      </a:cubicBezTo>
                      <a:cubicBezTo>
                        <a:pt x="-1696" y="100929"/>
                        <a:pt x="650" y="88791"/>
                        <a:pt x="11360" y="80835"/>
                      </a:cubicBezTo>
                      <a:cubicBezTo>
                        <a:pt x="19622" y="74716"/>
                        <a:pt x="29209" y="69514"/>
                        <a:pt x="39001" y="66658"/>
                      </a:cubicBezTo>
                      <a:cubicBezTo>
                        <a:pt x="53994" y="62374"/>
                        <a:pt x="69702" y="60130"/>
                        <a:pt x="85205" y="57784"/>
                      </a:cubicBezTo>
                      <a:cubicBezTo>
                        <a:pt x="91427" y="56764"/>
                        <a:pt x="94385" y="54418"/>
                        <a:pt x="93773" y="48196"/>
                      </a:cubicBezTo>
                      <a:cubicBezTo>
                        <a:pt x="93671" y="46870"/>
                        <a:pt x="93773" y="45544"/>
                        <a:pt x="93773" y="44320"/>
                      </a:cubicBezTo>
                      <a:cubicBezTo>
                        <a:pt x="93569" y="15557"/>
                        <a:pt x="74087" y="564"/>
                        <a:pt x="45835" y="7398"/>
                      </a:cubicBezTo>
                      <a:cubicBezTo>
                        <a:pt x="35941" y="9743"/>
                        <a:pt x="31045" y="15557"/>
                        <a:pt x="30025" y="25655"/>
                      </a:cubicBezTo>
                      <a:cubicBezTo>
                        <a:pt x="29719" y="29123"/>
                        <a:pt x="29515" y="32693"/>
                        <a:pt x="28597" y="35957"/>
                      </a:cubicBezTo>
                      <a:cubicBezTo>
                        <a:pt x="27373" y="40342"/>
                        <a:pt x="23905" y="43504"/>
                        <a:pt x="19418" y="42485"/>
                      </a:cubicBezTo>
                      <a:cubicBezTo>
                        <a:pt x="16154" y="41668"/>
                        <a:pt x="12278" y="39017"/>
                        <a:pt x="10748" y="36161"/>
                      </a:cubicBezTo>
                      <a:cubicBezTo>
                        <a:pt x="7076" y="28919"/>
                        <a:pt x="10442" y="18923"/>
                        <a:pt x="17480" y="12701"/>
                      </a:cubicBezTo>
                      <a:cubicBezTo>
                        <a:pt x="34207" y="-1986"/>
                        <a:pt x="78983" y="-4536"/>
                        <a:pt x="97139" y="8213"/>
                      </a:cubicBezTo>
                      <a:cubicBezTo>
                        <a:pt x="106522" y="14843"/>
                        <a:pt x="111214" y="24635"/>
                        <a:pt x="111622" y="35549"/>
                      </a:cubicBezTo>
                      <a:cubicBezTo>
                        <a:pt x="112438" y="59008"/>
                        <a:pt x="112336" y="82467"/>
                        <a:pt x="112642" y="105927"/>
                      </a:cubicBezTo>
                      <a:cubicBezTo>
                        <a:pt x="112642" y="110108"/>
                        <a:pt x="112642" y="114188"/>
                        <a:pt x="112642" y="118370"/>
                      </a:cubicBezTo>
                      <a:cubicBezTo>
                        <a:pt x="112846" y="127346"/>
                        <a:pt x="114886" y="129284"/>
                        <a:pt x="124066" y="129386"/>
                      </a:cubicBezTo>
                      <a:cubicBezTo>
                        <a:pt x="125290" y="129182"/>
                        <a:pt x="126616" y="129182"/>
                        <a:pt x="128758" y="129182"/>
                      </a:cubicBezTo>
                      <a:close/>
                      <a:moveTo>
                        <a:pt x="93467" y="82671"/>
                      </a:moveTo>
                      <a:cubicBezTo>
                        <a:pt x="93467" y="78591"/>
                        <a:pt x="93671" y="74409"/>
                        <a:pt x="93365" y="70330"/>
                      </a:cubicBezTo>
                      <a:cubicBezTo>
                        <a:pt x="93059" y="65944"/>
                        <a:pt x="90305" y="63292"/>
                        <a:pt x="86021" y="63598"/>
                      </a:cubicBezTo>
                      <a:cubicBezTo>
                        <a:pt x="67050" y="65128"/>
                        <a:pt x="48282" y="68086"/>
                        <a:pt x="32167" y="79407"/>
                      </a:cubicBezTo>
                      <a:cubicBezTo>
                        <a:pt x="22171" y="86445"/>
                        <a:pt x="18602" y="97563"/>
                        <a:pt x="21763" y="108783"/>
                      </a:cubicBezTo>
                      <a:cubicBezTo>
                        <a:pt x="24721" y="119390"/>
                        <a:pt x="33799" y="126326"/>
                        <a:pt x="46039" y="127448"/>
                      </a:cubicBezTo>
                      <a:cubicBezTo>
                        <a:pt x="74903" y="130100"/>
                        <a:pt x="93875" y="112352"/>
                        <a:pt x="93467" y="8267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AFE7161A-0659-0B4A-85DF-F2251EB192BE}"/>
                    </a:ext>
                  </a:extLst>
                </p:cNvPr>
                <p:cNvSpPr/>
                <p:nvPr/>
              </p:nvSpPr>
              <p:spPr>
                <a:xfrm>
                  <a:off x="3006638" y="4811455"/>
                  <a:ext cx="119442" cy="138654"/>
                </a:xfrm>
                <a:custGeom>
                  <a:avLst/>
                  <a:gdLst>
                    <a:gd name="connsiteX0" fmla="*/ 115861 w 119442"/>
                    <a:gd name="connsiteY0" fmla="*/ 107485 h 138654"/>
                    <a:gd name="connsiteX1" fmla="*/ 117187 w 119442"/>
                    <a:gd name="connsiteY1" fmla="*/ 114931 h 138654"/>
                    <a:gd name="connsiteX2" fmla="*/ 65169 w 119442"/>
                    <a:gd name="connsiteY2" fmla="*/ 138594 h 138654"/>
                    <a:gd name="connsiteX3" fmla="*/ 809 w 119442"/>
                    <a:gd name="connsiteY3" fmla="*/ 57507 h 138654"/>
                    <a:gd name="connsiteX4" fmla="*/ 85466 w 119442"/>
                    <a:gd name="connsiteY4" fmla="*/ 2326 h 138654"/>
                    <a:gd name="connsiteX5" fmla="*/ 114739 w 119442"/>
                    <a:gd name="connsiteY5" fmla="*/ 41493 h 138654"/>
                    <a:gd name="connsiteX6" fmla="*/ 100867 w 119442"/>
                    <a:gd name="connsiteY6" fmla="*/ 58731 h 138654"/>
                    <a:gd name="connsiteX7" fmla="*/ 70167 w 119442"/>
                    <a:gd name="connsiteY7" fmla="*/ 64851 h 138654"/>
                    <a:gd name="connsiteX8" fmla="*/ 31612 w 119442"/>
                    <a:gd name="connsiteY8" fmla="*/ 66789 h 138654"/>
                    <a:gd name="connsiteX9" fmla="*/ 21208 w 119442"/>
                    <a:gd name="connsiteY9" fmla="*/ 79538 h 138654"/>
                    <a:gd name="connsiteX10" fmla="*/ 69657 w 119442"/>
                    <a:gd name="connsiteY10" fmla="*/ 123805 h 138654"/>
                    <a:gd name="connsiteX11" fmla="*/ 115861 w 119442"/>
                    <a:gd name="connsiteY11" fmla="*/ 107485 h 138654"/>
                    <a:gd name="connsiteX12" fmla="*/ 47931 w 119442"/>
                    <a:gd name="connsiteY12" fmla="*/ 60771 h 138654"/>
                    <a:gd name="connsiteX13" fmla="*/ 48033 w 119442"/>
                    <a:gd name="connsiteY13" fmla="*/ 61281 h 138654"/>
                    <a:gd name="connsiteX14" fmla="*/ 79142 w 119442"/>
                    <a:gd name="connsiteY14" fmla="*/ 58119 h 138654"/>
                    <a:gd name="connsiteX15" fmla="*/ 92402 w 119442"/>
                    <a:gd name="connsiteY15" fmla="*/ 48633 h 138654"/>
                    <a:gd name="connsiteX16" fmla="*/ 71594 w 119442"/>
                    <a:gd name="connsiteY16" fmla="*/ 7834 h 138654"/>
                    <a:gd name="connsiteX17" fmla="*/ 19984 w 119442"/>
                    <a:gd name="connsiteY17" fmla="*/ 54141 h 138654"/>
                    <a:gd name="connsiteX18" fmla="*/ 27124 w 119442"/>
                    <a:gd name="connsiteY18" fmla="*/ 60873 h 138654"/>
                    <a:gd name="connsiteX19" fmla="*/ 47931 w 119442"/>
                    <a:gd name="connsiteY19" fmla="*/ 60771 h 138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19442" h="138654">
                      <a:moveTo>
                        <a:pt x="115861" y="107485"/>
                      </a:moveTo>
                      <a:cubicBezTo>
                        <a:pt x="121573" y="109423"/>
                        <a:pt x="119227" y="112177"/>
                        <a:pt x="117187" y="114931"/>
                      </a:cubicBezTo>
                      <a:cubicBezTo>
                        <a:pt x="104029" y="131965"/>
                        <a:pt x="86384" y="139410"/>
                        <a:pt x="65169" y="138594"/>
                      </a:cubicBezTo>
                      <a:cubicBezTo>
                        <a:pt x="22942" y="137064"/>
                        <a:pt x="-5209" y="101161"/>
                        <a:pt x="809" y="57507"/>
                      </a:cubicBezTo>
                      <a:cubicBezTo>
                        <a:pt x="7439" y="9568"/>
                        <a:pt x="51093" y="-6547"/>
                        <a:pt x="85466" y="2326"/>
                      </a:cubicBezTo>
                      <a:cubicBezTo>
                        <a:pt x="105253" y="7426"/>
                        <a:pt x="117085" y="23644"/>
                        <a:pt x="114739" y="41493"/>
                      </a:cubicBezTo>
                      <a:cubicBezTo>
                        <a:pt x="113617" y="50163"/>
                        <a:pt x="108925" y="56385"/>
                        <a:pt x="100867" y="58731"/>
                      </a:cubicBezTo>
                      <a:cubicBezTo>
                        <a:pt x="90872" y="61587"/>
                        <a:pt x="80570" y="63729"/>
                        <a:pt x="70167" y="64851"/>
                      </a:cubicBezTo>
                      <a:cubicBezTo>
                        <a:pt x="57417" y="66176"/>
                        <a:pt x="44463" y="66176"/>
                        <a:pt x="31612" y="66789"/>
                      </a:cubicBezTo>
                      <a:cubicBezTo>
                        <a:pt x="21922" y="67299"/>
                        <a:pt x="19780" y="69950"/>
                        <a:pt x="21208" y="79538"/>
                      </a:cubicBezTo>
                      <a:cubicBezTo>
                        <a:pt x="24472" y="102691"/>
                        <a:pt x="44668" y="121153"/>
                        <a:pt x="69657" y="123805"/>
                      </a:cubicBezTo>
                      <a:cubicBezTo>
                        <a:pt x="87710" y="125845"/>
                        <a:pt x="104029" y="122683"/>
                        <a:pt x="115861" y="107485"/>
                      </a:cubicBezTo>
                      <a:close/>
                      <a:moveTo>
                        <a:pt x="47931" y="60771"/>
                      </a:moveTo>
                      <a:cubicBezTo>
                        <a:pt x="47931" y="60975"/>
                        <a:pt x="47931" y="61077"/>
                        <a:pt x="48033" y="61281"/>
                      </a:cubicBezTo>
                      <a:cubicBezTo>
                        <a:pt x="58437" y="60261"/>
                        <a:pt x="68841" y="59547"/>
                        <a:pt x="79142" y="58119"/>
                      </a:cubicBezTo>
                      <a:cubicBezTo>
                        <a:pt x="84854" y="57303"/>
                        <a:pt x="89852" y="54345"/>
                        <a:pt x="92402" y="48633"/>
                      </a:cubicBezTo>
                      <a:cubicBezTo>
                        <a:pt x="99746" y="32110"/>
                        <a:pt x="89240" y="10996"/>
                        <a:pt x="71594" y="7834"/>
                      </a:cubicBezTo>
                      <a:cubicBezTo>
                        <a:pt x="36814" y="1510"/>
                        <a:pt x="20698" y="25888"/>
                        <a:pt x="19984" y="54141"/>
                      </a:cubicBezTo>
                      <a:cubicBezTo>
                        <a:pt x="19882" y="58629"/>
                        <a:pt x="22636" y="60771"/>
                        <a:pt x="27124" y="60873"/>
                      </a:cubicBezTo>
                      <a:cubicBezTo>
                        <a:pt x="34060" y="60771"/>
                        <a:pt x="40996" y="60771"/>
                        <a:pt x="47931" y="6077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7A57DA00-A141-6043-8E41-582C35665109}"/>
                    </a:ext>
                  </a:extLst>
                </p:cNvPr>
                <p:cNvSpPr/>
                <p:nvPr/>
              </p:nvSpPr>
              <p:spPr>
                <a:xfrm>
                  <a:off x="3369825" y="4810984"/>
                  <a:ext cx="118933" cy="139286"/>
                </a:xfrm>
                <a:custGeom>
                  <a:avLst/>
                  <a:gdLst>
                    <a:gd name="connsiteX0" fmla="*/ 115781 w 118933"/>
                    <a:gd name="connsiteY0" fmla="*/ 108058 h 139286"/>
                    <a:gd name="connsiteX1" fmla="*/ 116597 w 118933"/>
                    <a:gd name="connsiteY1" fmla="*/ 115402 h 139286"/>
                    <a:gd name="connsiteX2" fmla="*/ 47852 w 118933"/>
                    <a:gd name="connsiteY2" fmla="*/ 136618 h 139286"/>
                    <a:gd name="connsiteX3" fmla="*/ 219 w 118933"/>
                    <a:gd name="connsiteY3" fmla="*/ 77561 h 139286"/>
                    <a:gd name="connsiteX4" fmla="*/ 2769 w 118933"/>
                    <a:gd name="connsiteY4" fmla="*/ 47268 h 139286"/>
                    <a:gd name="connsiteX5" fmla="*/ 91812 w 118933"/>
                    <a:gd name="connsiteY5" fmla="*/ 5245 h 139286"/>
                    <a:gd name="connsiteX6" fmla="*/ 114353 w 118933"/>
                    <a:gd name="connsiteY6" fmla="*/ 38904 h 139286"/>
                    <a:gd name="connsiteX7" fmla="*/ 100788 w 118933"/>
                    <a:gd name="connsiteY7" fmla="*/ 59100 h 139286"/>
                    <a:gd name="connsiteX8" fmla="*/ 68863 w 118933"/>
                    <a:gd name="connsiteY8" fmla="*/ 65526 h 139286"/>
                    <a:gd name="connsiteX9" fmla="*/ 30308 w 118933"/>
                    <a:gd name="connsiteY9" fmla="*/ 67464 h 139286"/>
                    <a:gd name="connsiteX10" fmla="*/ 20517 w 118933"/>
                    <a:gd name="connsiteY10" fmla="*/ 78989 h 139286"/>
                    <a:gd name="connsiteX11" fmla="*/ 69169 w 118933"/>
                    <a:gd name="connsiteY11" fmla="*/ 124480 h 139286"/>
                    <a:gd name="connsiteX12" fmla="*/ 115781 w 118933"/>
                    <a:gd name="connsiteY12" fmla="*/ 108058 h 139286"/>
                    <a:gd name="connsiteX13" fmla="*/ 47546 w 118933"/>
                    <a:gd name="connsiteY13" fmla="*/ 61242 h 139286"/>
                    <a:gd name="connsiteX14" fmla="*/ 47546 w 118933"/>
                    <a:gd name="connsiteY14" fmla="*/ 60630 h 139286"/>
                    <a:gd name="connsiteX15" fmla="*/ 63253 w 118933"/>
                    <a:gd name="connsiteY15" fmla="*/ 60528 h 139286"/>
                    <a:gd name="connsiteX16" fmla="*/ 78757 w 118933"/>
                    <a:gd name="connsiteY16" fmla="*/ 58488 h 139286"/>
                    <a:gd name="connsiteX17" fmla="*/ 92118 w 118933"/>
                    <a:gd name="connsiteY17" fmla="*/ 48288 h 139286"/>
                    <a:gd name="connsiteX18" fmla="*/ 68863 w 118933"/>
                    <a:gd name="connsiteY18" fmla="*/ 7795 h 139286"/>
                    <a:gd name="connsiteX19" fmla="*/ 19293 w 118933"/>
                    <a:gd name="connsiteY19" fmla="*/ 54714 h 139286"/>
                    <a:gd name="connsiteX20" fmla="*/ 26534 w 118933"/>
                    <a:gd name="connsiteY20" fmla="*/ 61242 h 139286"/>
                    <a:gd name="connsiteX21" fmla="*/ 47546 w 118933"/>
                    <a:gd name="connsiteY21" fmla="*/ 61242 h 139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18933" h="139286">
                      <a:moveTo>
                        <a:pt x="115781" y="108058"/>
                      </a:moveTo>
                      <a:cubicBezTo>
                        <a:pt x="120983" y="109996"/>
                        <a:pt x="118637" y="112648"/>
                        <a:pt x="116597" y="115402"/>
                      </a:cubicBezTo>
                      <a:cubicBezTo>
                        <a:pt x="101910" y="135598"/>
                        <a:pt x="74269" y="144063"/>
                        <a:pt x="47852" y="136618"/>
                      </a:cubicBezTo>
                      <a:cubicBezTo>
                        <a:pt x="21027" y="128968"/>
                        <a:pt x="1953" y="106019"/>
                        <a:pt x="219" y="77561"/>
                      </a:cubicBezTo>
                      <a:cubicBezTo>
                        <a:pt x="-393" y="67566"/>
                        <a:pt x="219" y="56958"/>
                        <a:pt x="2769" y="47268"/>
                      </a:cubicBezTo>
                      <a:cubicBezTo>
                        <a:pt x="12561" y="10039"/>
                        <a:pt x="56317" y="-10258"/>
                        <a:pt x="91812" y="5245"/>
                      </a:cubicBezTo>
                      <a:cubicBezTo>
                        <a:pt x="106397" y="11671"/>
                        <a:pt x="114455" y="23707"/>
                        <a:pt x="114353" y="38904"/>
                      </a:cubicBezTo>
                      <a:cubicBezTo>
                        <a:pt x="114251" y="48696"/>
                        <a:pt x="110171" y="56244"/>
                        <a:pt x="100788" y="59100"/>
                      </a:cubicBezTo>
                      <a:cubicBezTo>
                        <a:pt x="90384" y="62160"/>
                        <a:pt x="79674" y="64302"/>
                        <a:pt x="68863" y="65526"/>
                      </a:cubicBezTo>
                      <a:cubicBezTo>
                        <a:pt x="56113" y="66954"/>
                        <a:pt x="43160" y="66852"/>
                        <a:pt x="30308" y="67464"/>
                      </a:cubicBezTo>
                      <a:cubicBezTo>
                        <a:pt x="21639" y="67872"/>
                        <a:pt x="19599" y="70320"/>
                        <a:pt x="20517" y="78989"/>
                      </a:cubicBezTo>
                      <a:cubicBezTo>
                        <a:pt x="23067" y="102551"/>
                        <a:pt x="43568" y="121726"/>
                        <a:pt x="69169" y="124480"/>
                      </a:cubicBezTo>
                      <a:cubicBezTo>
                        <a:pt x="89568" y="126520"/>
                        <a:pt x="99564" y="123052"/>
                        <a:pt x="115781" y="108058"/>
                      </a:cubicBezTo>
                      <a:close/>
                      <a:moveTo>
                        <a:pt x="47546" y="61242"/>
                      </a:moveTo>
                      <a:cubicBezTo>
                        <a:pt x="47546" y="61038"/>
                        <a:pt x="47546" y="60834"/>
                        <a:pt x="47546" y="60630"/>
                      </a:cubicBezTo>
                      <a:cubicBezTo>
                        <a:pt x="52748" y="60630"/>
                        <a:pt x="58051" y="60936"/>
                        <a:pt x="63253" y="60528"/>
                      </a:cubicBezTo>
                      <a:cubicBezTo>
                        <a:pt x="68455" y="60222"/>
                        <a:pt x="73657" y="59610"/>
                        <a:pt x="78757" y="58488"/>
                      </a:cubicBezTo>
                      <a:cubicBezTo>
                        <a:pt x="84774" y="57264"/>
                        <a:pt x="89772" y="54408"/>
                        <a:pt x="92118" y="48288"/>
                      </a:cubicBezTo>
                      <a:cubicBezTo>
                        <a:pt x="99054" y="30541"/>
                        <a:pt x="87630" y="10753"/>
                        <a:pt x="68863" y="7795"/>
                      </a:cubicBezTo>
                      <a:cubicBezTo>
                        <a:pt x="40100" y="3205"/>
                        <a:pt x="16539" y="25543"/>
                        <a:pt x="19293" y="54714"/>
                      </a:cubicBezTo>
                      <a:cubicBezTo>
                        <a:pt x="19701" y="59304"/>
                        <a:pt x="22250" y="61242"/>
                        <a:pt x="26534" y="61242"/>
                      </a:cubicBezTo>
                      <a:cubicBezTo>
                        <a:pt x="33572" y="61242"/>
                        <a:pt x="40610" y="61242"/>
                        <a:pt x="47546" y="612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86">
                  <a:extLst>
                    <a:ext uri="{FF2B5EF4-FFF2-40B4-BE49-F238E27FC236}">
                      <a16:creationId xmlns:a16="http://schemas.microsoft.com/office/drawing/2014/main" id="{4314EE78-119A-574D-A98D-DC90E1E98ACC}"/>
                    </a:ext>
                  </a:extLst>
                </p:cNvPr>
                <p:cNvSpPr/>
                <p:nvPr/>
              </p:nvSpPr>
              <p:spPr>
                <a:xfrm>
                  <a:off x="2883318" y="4811962"/>
                  <a:ext cx="110091" cy="136149"/>
                </a:xfrm>
                <a:custGeom>
                  <a:avLst/>
                  <a:gdLst>
                    <a:gd name="connsiteX0" fmla="*/ 57424 w 110091"/>
                    <a:gd name="connsiteY0" fmla="*/ 136150 h 136149"/>
                    <a:gd name="connsiteX1" fmla="*/ 1326 w 110091"/>
                    <a:gd name="connsiteY1" fmla="*/ 136150 h 136149"/>
                    <a:gd name="connsiteX2" fmla="*/ 0 w 110091"/>
                    <a:gd name="connsiteY2" fmla="*/ 134926 h 136149"/>
                    <a:gd name="connsiteX3" fmla="*/ 4080 w 110091"/>
                    <a:gd name="connsiteY3" fmla="*/ 131152 h 136149"/>
                    <a:gd name="connsiteX4" fmla="*/ 19787 w 110091"/>
                    <a:gd name="connsiteY4" fmla="*/ 111262 h 136149"/>
                    <a:gd name="connsiteX5" fmla="*/ 19787 w 110091"/>
                    <a:gd name="connsiteY5" fmla="*/ 29665 h 136149"/>
                    <a:gd name="connsiteX6" fmla="*/ 3264 w 110091"/>
                    <a:gd name="connsiteY6" fmla="*/ 11509 h 136149"/>
                    <a:gd name="connsiteX7" fmla="*/ 102 w 110091"/>
                    <a:gd name="connsiteY7" fmla="*/ 10081 h 136149"/>
                    <a:gd name="connsiteX8" fmla="*/ 2346 w 110091"/>
                    <a:gd name="connsiteY8" fmla="*/ 6919 h 136149"/>
                    <a:gd name="connsiteX9" fmla="*/ 30293 w 110091"/>
                    <a:gd name="connsiteY9" fmla="*/ 188 h 136149"/>
                    <a:gd name="connsiteX10" fmla="*/ 37943 w 110091"/>
                    <a:gd name="connsiteY10" fmla="*/ 6919 h 136149"/>
                    <a:gd name="connsiteX11" fmla="*/ 38248 w 110091"/>
                    <a:gd name="connsiteY11" fmla="*/ 16711 h 136149"/>
                    <a:gd name="connsiteX12" fmla="*/ 39983 w 110091"/>
                    <a:gd name="connsiteY12" fmla="*/ 20485 h 136149"/>
                    <a:gd name="connsiteX13" fmla="*/ 43960 w 110091"/>
                    <a:gd name="connsiteY13" fmla="*/ 19159 h 136149"/>
                    <a:gd name="connsiteX14" fmla="*/ 57220 w 110091"/>
                    <a:gd name="connsiteY14" fmla="*/ 8551 h 136149"/>
                    <a:gd name="connsiteX15" fmla="*/ 95366 w 110091"/>
                    <a:gd name="connsiteY15" fmla="*/ 1922 h 136149"/>
                    <a:gd name="connsiteX16" fmla="*/ 109952 w 110091"/>
                    <a:gd name="connsiteY16" fmla="*/ 23137 h 136149"/>
                    <a:gd name="connsiteX17" fmla="*/ 98834 w 110091"/>
                    <a:gd name="connsiteY17" fmla="*/ 33847 h 136149"/>
                    <a:gd name="connsiteX18" fmla="*/ 87921 w 110091"/>
                    <a:gd name="connsiteY18" fmla="*/ 24157 h 136149"/>
                    <a:gd name="connsiteX19" fmla="*/ 72519 w 110091"/>
                    <a:gd name="connsiteY19" fmla="*/ 11101 h 136149"/>
                    <a:gd name="connsiteX20" fmla="*/ 48856 w 110091"/>
                    <a:gd name="connsiteY20" fmla="*/ 23035 h 136149"/>
                    <a:gd name="connsiteX21" fmla="*/ 38351 w 110091"/>
                    <a:gd name="connsiteY21" fmla="*/ 54042 h 136149"/>
                    <a:gd name="connsiteX22" fmla="*/ 38248 w 110091"/>
                    <a:gd name="connsiteY22" fmla="*/ 117382 h 136149"/>
                    <a:gd name="connsiteX23" fmla="*/ 52630 w 110091"/>
                    <a:gd name="connsiteY23" fmla="*/ 130948 h 136149"/>
                    <a:gd name="connsiteX24" fmla="*/ 57424 w 110091"/>
                    <a:gd name="connsiteY24" fmla="*/ 136150 h 136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10091" h="136149">
                      <a:moveTo>
                        <a:pt x="57424" y="136150"/>
                      </a:moveTo>
                      <a:cubicBezTo>
                        <a:pt x="38758" y="136150"/>
                        <a:pt x="20093" y="136150"/>
                        <a:pt x="1326" y="136150"/>
                      </a:cubicBezTo>
                      <a:cubicBezTo>
                        <a:pt x="918" y="135742"/>
                        <a:pt x="408" y="135334"/>
                        <a:pt x="0" y="134926"/>
                      </a:cubicBezTo>
                      <a:cubicBezTo>
                        <a:pt x="1326" y="133600"/>
                        <a:pt x="2448" y="131560"/>
                        <a:pt x="4080" y="131152"/>
                      </a:cubicBezTo>
                      <a:cubicBezTo>
                        <a:pt x="18869" y="127276"/>
                        <a:pt x="19787" y="126256"/>
                        <a:pt x="19787" y="111262"/>
                      </a:cubicBezTo>
                      <a:cubicBezTo>
                        <a:pt x="19787" y="84029"/>
                        <a:pt x="19685" y="56898"/>
                        <a:pt x="19787" y="29665"/>
                      </a:cubicBezTo>
                      <a:cubicBezTo>
                        <a:pt x="19787" y="17527"/>
                        <a:pt x="17849" y="10591"/>
                        <a:pt x="3264" y="11509"/>
                      </a:cubicBezTo>
                      <a:cubicBezTo>
                        <a:pt x="2244" y="11611"/>
                        <a:pt x="1224" y="10591"/>
                        <a:pt x="102" y="10081"/>
                      </a:cubicBezTo>
                      <a:cubicBezTo>
                        <a:pt x="816" y="8959"/>
                        <a:pt x="1428" y="7225"/>
                        <a:pt x="2346" y="6919"/>
                      </a:cubicBezTo>
                      <a:cubicBezTo>
                        <a:pt x="11628" y="4471"/>
                        <a:pt x="20909" y="2126"/>
                        <a:pt x="30293" y="188"/>
                      </a:cubicBezTo>
                      <a:cubicBezTo>
                        <a:pt x="35189" y="-832"/>
                        <a:pt x="37535" y="2432"/>
                        <a:pt x="37943" y="6919"/>
                      </a:cubicBezTo>
                      <a:cubicBezTo>
                        <a:pt x="38248" y="10183"/>
                        <a:pt x="37943" y="13447"/>
                        <a:pt x="38248" y="16711"/>
                      </a:cubicBezTo>
                      <a:cubicBezTo>
                        <a:pt x="38351" y="18037"/>
                        <a:pt x="39064" y="20077"/>
                        <a:pt x="39983" y="20485"/>
                      </a:cubicBezTo>
                      <a:cubicBezTo>
                        <a:pt x="41003" y="20893"/>
                        <a:pt x="42838" y="19975"/>
                        <a:pt x="43960" y="19159"/>
                      </a:cubicBezTo>
                      <a:cubicBezTo>
                        <a:pt x="48448" y="15691"/>
                        <a:pt x="52426" y="11611"/>
                        <a:pt x="57220" y="8551"/>
                      </a:cubicBezTo>
                      <a:cubicBezTo>
                        <a:pt x="68949" y="1004"/>
                        <a:pt x="81699" y="-1750"/>
                        <a:pt x="95366" y="1922"/>
                      </a:cubicBezTo>
                      <a:cubicBezTo>
                        <a:pt x="105362" y="4574"/>
                        <a:pt x="111074" y="13243"/>
                        <a:pt x="109952" y="23137"/>
                      </a:cubicBezTo>
                      <a:cubicBezTo>
                        <a:pt x="109238" y="29461"/>
                        <a:pt x="104852" y="33745"/>
                        <a:pt x="98834" y="33847"/>
                      </a:cubicBezTo>
                      <a:cubicBezTo>
                        <a:pt x="92715" y="33949"/>
                        <a:pt x="89145" y="30889"/>
                        <a:pt x="87921" y="24157"/>
                      </a:cubicBezTo>
                      <a:cubicBezTo>
                        <a:pt x="86391" y="15895"/>
                        <a:pt x="80985" y="11203"/>
                        <a:pt x="72519" y="11101"/>
                      </a:cubicBezTo>
                      <a:cubicBezTo>
                        <a:pt x="62626" y="10999"/>
                        <a:pt x="54874" y="15487"/>
                        <a:pt x="48856" y="23035"/>
                      </a:cubicBezTo>
                      <a:cubicBezTo>
                        <a:pt x="41614" y="32113"/>
                        <a:pt x="38555" y="42720"/>
                        <a:pt x="38351" y="54042"/>
                      </a:cubicBezTo>
                      <a:cubicBezTo>
                        <a:pt x="38045" y="75155"/>
                        <a:pt x="38147" y="96269"/>
                        <a:pt x="38248" y="117382"/>
                      </a:cubicBezTo>
                      <a:cubicBezTo>
                        <a:pt x="38248" y="125848"/>
                        <a:pt x="41614" y="128704"/>
                        <a:pt x="52630" y="130948"/>
                      </a:cubicBezTo>
                      <a:cubicBezTo>
                        <a:pt x="55690" y="131254"/>
                        <a:pt x="59362" y="130948"/>
                        <a:pt x="57424" y="1361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87">
                  <a:extLst>
                    <a:ext uri="{FF2B5EF4-FFF2-40B4-BE49-F238E27FC236}">
                      <a16:creationId xmlns:a16="http://schemas.microsoft.com/office/drawing/2014/main" id="{33591714-2665-774C-A799-E9D8F64DBFFA}"/>
                    </a:ext>
                  </a:extLst>
                </p:cNvPr>
                <p:cNvSpPr/>
                <p:nvPr/>
              </p:nvSpPr>
              <p:spPr>
                <a:xfrm>
                  <a:off x="3278553" y="4783692"/>
                  <a:ext cx="77109" cy="166413"/>
                </a:xfrm>
                <a:custGeom>
                  <a:avLst/>
                  <a:gdLst>
                    <a:gd name="connsiteX0" fmla="*/ 76497 w 77109"/>
                    <a:gd name="connsiteY0" fmla="*/ 156055 h 166413"/>
                    <a:gd name="connsiteX1" fmla="*/ 39371 w 77109"/>
                    <a:gd name="connsiteY1" fmla="*/ 164317 h 166413"/>
                    <a:gd name="connsiteX2" fmla="*/ 20501 w 77109"/>
                    <a:gd name="connsiteY2" fmla="*/ 135860 h 166413"/>
                    <a:gd name="connsiteX3" fmla="*/ 20399 w 77109"/>
                    <a:gd name="connsiteY3" fmla="*/ 58954 h 166413"/>
                    <a:gd name="connsiteX4" fmla="*/ 20399 w 77109"/>
                    <a:gd name="connsiteY4" fmla="*/ 54364 h 166413"/>
                    <a:gd name="connsiteX5" fmla="*/ 4692 w 77109"/>
                    <a:gd name="connsiteY5" fmla="*/ 37841 h 166413"/>
                    <a:gd name="connsiteX6" fmla="*/ 0 w 77109"/>
                    <a:gd name="connsiteY6" fmla="*/ 35699 h 166413"/>
                    <a:gd name="connsiteX7" fmla="*/ 2856 w 77109"/>
                    <a:gd name="connsiteY7" fmla="*/ 31211 h 166413"/>
                    <a:gd name="connsiteX8" fmla="*/ 31313 w 77109"/>
                    <a:gd name="connsiteY8" fmla="*/ 3162 h 166413"/>
                    <a:gd name="connsiteX9" fmla="*/ 37025 w 77109"/>
                    <a:gd name="connsiteY9" fmla="*/ 0 h 166413"/>
                    <a:gd name="connsiteX10" fmla="*/ 39065 w 77109"/>
                    <a:gd name="connsiteY10" fmla="*/ 5508 h 166413"/>
                    <a:gd name="connsiteX11" fmla="*/ 38963 w 77109"/>
                    <a:gd name="connsiteY11" fmla="*/ 21113 h 166413"/>
                    <a:gd name="connsiteX12" fmla="*/ 47326 w 77109"/>
                    <a:gd name="connsiteY12" fmla="*/ 30089 h 166413"/>
                    <a:gd name="connsiteX13" fmla="*/ 76701 w 77109"/>
                    <a:gd name="connsiteY13" fmla="*/ 30089 h 166413"/>
                    <a:gd name="connsiteX14" fmla="*/ 77109 w 77109"/>
                    <a:gd name="connsiteY14" fmla="*/ 38657 h 166413"/>
                    <a:gd name="connsiteX15" fmla="*/ 56098 w 77109"/>
                    <a:gd name="connsiteY15" fmla="*/ 38657 h 166413"/>
                    <a:gd name="connsiteX16" fmla="*/ 38963 w 77109"/>
                    <a:gd name="connsiteY16" fmla="*/ 54568 h 166413"/>
                    <a:gd name="connsiteX17" fmla="*/ 38963 w 77109"/>
                    <a:gd name="connsiteY17" fmla="*/ 127598 h 166413"/>
                    <a:gd name="connsiteX18" fmla="*/ 39677 w 77109"/>
                    <a:gd name="connsiteY18" fmla="*/ 139940 h 166413"/>
                    <a:gd name="connsiteX19" fmla="*/ 69460 w 77109"/>
                    <a:gd name="connsiteY19" fmla="*/ 156259 h 166413"/>
                    <a:gd name="connsiteX20" fmla="*/ 75885 w 77109"/>
                    <a:gd name="connsiteY20" fmla="*/ 154117 h 166413"/>
                    <a:gd name="connsiteX21" fmla="*/ 76497 w 77109"/>
                    <a:gd name="connsiteY21" fmla="*/ 156055 h 166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77109" h="166413">
                      <a:moveTo>
                        <a:pt x="76497" y="156055"/>
                      </a:moveTo>
                      <a:cubicBezTo>
                        <a:pt x="68644" y="165643"/>
                        <a:pt x="53446" y="169009"/>
                        <a:pt x="39371" y="164317"/>
                      </a:cubicBezTo>
                      <a:cubicBezTo>
                        <a:pt x="27641" y="160441"/>
                        <a:pt x="20705" y="150446"/>
                        <a:pt x="20501" y="135860"/>
                      </a:cubicBezTo>
                      <a:cubicBezTo>
                        <a:pt x="20195" y="110259"/>
                        <a:pt x="20399" y="84556"/>
                        <a:pt x="20399" y="58954"/>
                      </a:cubicBezTo>
                      <a:cubicBezTo>
                        <a:pt x="20399" y="57424"/>
                        <a:pt x="20399" y="55894"/>
                        <a:pt x="20399" y="54364"/>
                      </a:cubicBezTo>
                      <a:cubicBezTo>
                        <a:pt x="20297" y="39779"/>
                        <a:pt x="22235" y="36821"/>
                        <a:pt x="4692" y="37841"/>
                      </a:cubicBezTo>
                      <a:cubicBezTo>
                        <a:pt x="3162" y="37943"/>
                        <a:pt x="1530" y="36515"/>
                        <a:pt x="0" y="35699"/>
                      </a:cubicBezTo>
                      <a:cubicBezTo>
                        <a:pt x="918" y="34169"/>
                        <a:pt x="1530" y="31925"/>
                        <a:pt x="2856" y="31211"/>
                      </a:cubicBezTo>
                      <a:cubicBezTo>
                        <a:pt x="15299" y="24785"/>
                        <a:pt x="24377" y="15198"/>
                        <a:pt x="31313" y="3162"/>
                      </a:cubicBezTo>
                      <a:cubicBezTo>
                        <a:pt x="32231" y="1530"/>
                        <a:pt x="35087" y="1020"/>
                        <a:pt x="37025" y="0"/>
                      </a:cubicBezTo>
                      <a:cubicBezTo>
                        <a:pt x="37739" y="1836"/>
                        <a:pt x="38963" y="3672"/>
                        <a:pt x="39065" y="5508"/>
                      </a:cubicBezTo>
                      <a:cubicBezTo>
                        <a:pt x="39269" y="10710"/>
                        <a:pt x="39269" y="15912"/>
                        <a:pt x="38963" y="21113"/>
                      </a:cubicBezTo>
                      <a:cubicBezTo>
                        <a:pt x="38555" y="27233"/>
                        <a:pt x="41308" y="30089"/>
                        <a:pt x="47326" y="30089"/>
                      </a:cubicBezTo>
                      <a:cubicBezTo>
                        <a:pt x="56914" y="30089"/>
                        <a:pt x="66502" y="30089"/>
                        <a:pt x="76701" y="30089"/>
                      </a:cubicBezTo>
                      <a:cubicBezTo>
                        <a:pt x="76803" y="33353"/>
                        <a:pt x="76905" y="35801"/>
                        <a:pt x="77109" y="38657"/>
                      </a:cubicBezTo>
                      <a:cubicBezTo>
                        <a:pt x="69867" y="38657"/>
                        <a:pt x="62932" y="38861"/>
                        <a:pt x="56098" y="38657"/>
                      </a:cubicBezTo>
                      <a:cubicBezTo>
                        <a:pt x="39677" y="37943"/>
                        <a:pt x="38963" y="38555"/>
                        <a:pt x="38963" y="54568"/>
                      </a:cubicBezTo>
                      <a:cubicBezTo>
                        <a:pt x="38963" y="78946"/>
                        <a:pt x="38963" y="103221"/>
                        <a:pt x="38963" y="127598"/>
                      </a:cubicBezTo>
                      <a:cubicBezTo>
                        <a:pt x="38963" y="131678"/>
                        <a:pt x="39167" y="135860"/>
                        <a:pt x="39677" y="139940"/>
                      </a:cubicBezTo>
                      <a:cubicBezTo>
                        <a:pt x="41921" y="156667"/>
                        <a:pt x="53854" y="163093"/>
                        <a:pt x="69460" y="156259"/>
                      </a:cubicBezTo>
                      <a:cubicBezTo>
                        <a:pt x="71499" y="155341"/>
                        <a:pt x="73743" y="154831"/>
                        <a:pt x="75885" y="154117"/>
                      </a:cubicBezTo>
                      <a:cubicBezTo>
                        <a:pt x="76089" y="154831"/>
                        <a:pt x="76293" y="155443"/>
                        <a:pt x="76497" y="15605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97A0F0A8-7B90-6B4A-9987-8B6F0FD6108F}"/>
                  </a:ext>
                </a:extLst>
              </p:cNvPr>
              <p:cNvSpPr/>
              <p:nvPr/>
            </p:nvSpPr>
            <p:spPr>
              <a:xfrm>
                <a:off x="10138701" y="4151399"/>
                <a:ext cx="220772" cy="256281"/>
              </a:xfrm>
              <a:custGeom>
                <a:avLst/>
                <a:gdLst>
                  <a:gd name="connsiteX0" fmla="*/ 115861 w 119443"/>
                  <a:gd name="connsiteY0" fmla="*/ 107485 h 138654"/>
                  <a:gd name="connsiteX1" fmla="*/ 117187 w 119443"/>
                  <a:gd name="connsiteY1" fmla="*/ 114931 h 138654"/>
                  <a:gd name="connsiteX2" fmla="*/ 65169 w 119443"/>
                  <a:gd name="connsiteY2" fmla="*/ 138594 h 138654"/>
                  <a:gd name="connsiteX3" fmla="*/ 809 w 119443"/>
                  <a:gd name="connsiteY3" fmla="*/ 57507 h 138654"/>
                  <a:gd name="connsiteX4" fmla="*/ 85466 w 119443"/>
                  <a:gd name="connsiteY4" fmla="*/ 2326 h 138654"/>
                  <a:gd name="connsiteX5" fmla="*/ 114739 w 119443"/>
                  <a:gd name="connsiteY5" fmla="*/ 41493 h 138654"/>
                  <a:gd name="connsiteX6" fmla="*/ 100868 w 119443"/>
                  <a:gd name="connsiteY6" fmla="*/ 58731 h 138654"/>
                  <a:gd name="connsiteX7" fmla="*/ 70167 w 119443"/>
                  <a:gd name="connsiteY7" fmla="*/ 64851 h 138654"/>
                  <a:gd name="connsiteX8" fmla="*/ 31612 w 119443"/>
                  <a:gd name="connsiteY8" fmla="*/ 66789 h 138654"/>
                  <a:gd name="connsiteX9" fmla="*/ 21208 w 119443"/>
                  <a:gd name="connsiteY9" fmla="*/ 79538 h 138654"/>
                  <a:gd name="connsiteX10" fmla="*/ 69657 w 119443"/>
                  <a:gd name="connsiteY10" fmla="*/ 123805 h 138654"/>
                  <a:gd name="connsiteX11" fmla="*/ 115861 w 119443"/>
                  <a:gd name="connsiteY11" fmla="*/ 107485 h 138654"/>
                  <a:gd name="connsiteX12" fmla="*/ 48033 w 119443"/>
                  <a:gd name="connsiteY12" fmla="*/ 60771 h 138654"/>
                  <a:gd name="connsiteX13" fmla="*/ 48136 w 119443"/>
                  <a:gd name="connsiteY13" fmla="*/ 61281 h 138654"/>
                  <a:gd name="connsiteX14" fmla="*/ 79244 w 119443"/>
                  <a:gd name="connsiteY14" fmla="*/ 58119 h 138654"/>
                  <a:gd name="connsiteX15" fmla="*/ 92504 w 119443"/>
                  <a:gd name="connsiteY15" fmla="*/ 48633 h 138654"/>
                  <a:gd name="connsiteX16" fmla="*/ 71697 w 119443"/>
                  <a:gd name="connsiteY16" fmla="*/ 7834 h 138654"/>
                  <a:gd name="connsiteX17" fmla="*/ 20087 w 119443"/>
                  <a:gd name="connsiteY17" fmla="*/ 54141 h 138654"/>
                  <a:gd name="connsiteX18" fmla="*/ 27226 w 119443"/>
                  <a:gd name="connsiteY18" fmla="*/ 60873 h 138654"/>
                  <a:gd name="connsiteX19" fmla="*/ 48033 w 119443"/>
                  <a:gd name="connsiteY19" fmla="*/ 60771 h 138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9443" h="138654">
                    <a:moveTo>
                      <a:pt x="115861" y="107485"/>
                    </a:moveTo>
                    <a:cubicBezTo>
                      <a:pt x="121573" y="109423"/>
                      <a:pt x="119227" y="112177"/>
                      <a:pt x="117187" y="114931"/>
                    </a:cubicBezTo>
                    <a:cubicBezTo>
                      <a:pt x="104029" y="131965"/>
                      <a:pt x="86384" y="139410"/>
                      <a:pt x="65169" y="138594"/>
                    </a:cubicBezTo>
                    <a:cubicBezTo>
                      <a:pt x="22942" y="137064"/>
                      <a:pt x="-5209" y="101161"/>
                      <a:pt x="809" y="57507"/>
                    </a:cubicBezTo>
                    <a:cubicBezTo>
                      <a:pt x="7439" y="9568"/>
                      <a:pt x="51093" y="-6547"/>
                      <a:pt x="85466" y="2326"/>
                    </a:cubicBezTo>
                    <a:cubicBezTo>
                      <a:pt x="105253" y="7426"/>
                      <a:pt x="117085" y="23644"/>
                      <a:pt x="114739" y="41493"/>
                    </a:cubicBezTo>
                    <a:cubicBezTo>
                      <a:pt x="113617" y="50163"/>
                      <a:pt x="108925" y="56385"/>
                      <a:pt x="100868" y="58731"/>
                    </a:cubicBezTo>
                    <a:cubicBezTo>
                      <a:pt x="90872" y="61587"/>
                      <a:pt x="80570" y="63729"/>
                      <a:pt x="70167" y="64851"/>
                    </a:cubicBezTo>
                    <a:cubicBezTo>
                      <a:pt x="57417" y="66176"/>
                      <a:pt x="44464" y="66176"/>
                      <a:pt x="31612" y="66789"/>
                    </a:cubicBezTo>
                    <a:cubicBezTo>
                      <a:pt x="21922" y="67299"/>
                      <a:pt x="19781" y="69950"/>
                      <a:pt x="21208" y="79538"/>
                    </a:cubicBezTo>
                    <a:cubicBezTo>
                      <a:pt x="24472" y="102691"/>
                      <a:pt x="44668" y="121153"/>
                      <a:pt x="69657" y="123805"/>
                    </a:cubicBezTo>
                    <a:cubicBezTo>
                      <a:pt x="87710" y="125845"/>
                      <a:pt x="104029" y="122683"/>
                      <a:pt x="115861" y="107485"/>
                    </a:cubicBezTo>
                    <a:close/>
                    <a:moveTo>
                      <a:pt x="48033" y="60771"/>
                    </a:moveTo>
                    <a:cubicBezTo>
                      <a:pt x="48033" y="60975"/>
                      <a:pt x="48033" y="61077"/>
                      <a:pt x="48136" y="61281"/>
                    </a:cubicBezTo>
                    <a:cubicBezTo>
                      <a:pt x="58539" y="60261"/>
                      <a:pt x="68943" y="59547"/>
                      <a:pt x="79244" y="58119"/>
                    </a:cubicBezTo>
                    <a:cubicBezTo>
                      <a:pt x="84956" y="57303"/>
                      <a:pt x="89954" y="54345"/>
                      <a:pt x="92504" y="48633"/>
                    </a:cubicBezTo>
                    <a:cubicBezTo>
                      <a:pt x="99848" y="32110"/>
                      <a:pt x="89342" y="10996"/>
                      <a:pt x="71697" y="7834"/>
                    </a:cubicBezTo>
                    <a:cubicBezTo>
                      <a:pt x="36916" y="1510"/>
                      <a:pt x="20801" y="25888"/>
                      <a:pt x="20087" y="54141"/>
                    </a:cubicBezTo>
                    <a:cubicBezTo>
                      <a:pt x="19984" y="58629"/>
                      <a:pt x="22738" y="60771"/>
                      <a:pt x="27226" y="60873"/>
                    </a:cubicBezTo>
                    <a:cubicBezTo>
                      <a:pt x="34060" y="60771"/>
                      <a:pt x="40996" y="60771"/>
                      <a:pt x="48033" y="607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AF4AC9-CF9F-0E4A-B787-E8D6CD9F239C}"/>
                </a:ext>
              </a:extLst>
            </p:cNvPr>
            <p:cNvGrpSpPr/>
            <p:nvPr/>
          </p:nvGrpSpPr>
          <p:grpSpPr>
            <a:xfrm>
              <a:off x="3403128" y="3057128"/>
              <a:ext cx="5484428" cy="746785"/>
              <a:chOff x="3403128" y="3057128"/>
              <a:chExt cx="5484428" cy="746785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4F30956A-B065-9F4E-A492-50EE12350200}"/>
                  </a:ext>
                </a:extLst>
              </p:cNvPr>
              <p:cNvSpPr/>
              <p:nvPr/>
            </p:nvSpPr>
            <p:spPr>
              <a:xfrm>
                <a:off x="7266913" y="3231058"/>
                <a:ext cx="395259" cy="572855"/>
              </a:xfrm>
              <a:custGeom>
                <a:avLst/>
                <a:gdLst>
                  <a:gd name="connsiteX0" fmla="*/ 151508 w 213844"/>
                  <a:gd name="connsiteY0" fmla="*/ 6525 h 309928"/>
                  <a:gd name="connsiteX1" fmla="*/ 151508 w 213844"/>
                  <a:gd name="connsiteY1" fmla="*/ 29871 h 309928"/>
                  <a:gd name="connsiteX2" fmla="*/ 150589 w 213844"/>
                  <a:gd name="connsiteY2" fmla="*/ 29871 h 309928"/>
                  <a:gd name="connsiteX3" fmla="*/ 90904 w 213844"/>
                  <a:gd name="connsiteY3" fmla="*/ 0 h 309928"/>
                  <a:gd name="connsiteX4" fmla="*/ 0 w 213844"/>
                  <a:gd name="connsiteY4" fmla="*/ 109902 h 309928"/>
                  <a:gd name="connsiteX5" fmla="*/ 90904 w 213844"/>
                  <a:gd name="connsiteY5" fmla="*/ 219805 h 309928"/>
                  <a:gd name="connsiteX6" fmla="*/ 150589 w 213844"/>
                  <a:gd name="connsiteY6" fmla="*/ 189933 h 309928"/>
                  <a:gd name="connsiteX7" fmla="*/ 151508 w 213844"/>
                  <a:gd name="connsiteY7" fmla="*/ 189933 h 309928"/>
                  <a:gd name="connsiteX8" fmla="*/ 151508 w 213844"/>
                  <a:gd name="connsiteY8" fmla="*/ 214707 h 309928"/>
                  <a:gd name="connsiteX9" fmla="*/ 105290 w 213844"/>
                  <a:gd name="connsiteY9" fmla="*/ 263337 h 309928"/>
                  <a:gd name="connsiteX10" fmla="*/ 57746 w 213844"/>
                  <a:gd name="connsiteY10" fmla="*/ 236932 h 309928"/>
                  <a:gd name="connsiteX11" fmla="*/ 15712 w 213844"/>
                  <a:gd name="connsiteY11" fmla="*/ 261604 h 309928"/>
                  <a:gd name="connsiteX12" fmla="*/ 107331 w 213844"/>
                  <a:gd name="connsiteY12" fmla="*/ 309929 h 309928"/>
                  <a:gd name="connsiteX13" fmla="*/ 213845 w 213844"/>
                  <a:gd name="connsiteY13" fmla="*/ 199517 h 309928"/>
                  <a:gd name="connsiteX14" fmla="*/ 213845 w 213844"/>
                  <a:gd name="connsiteY14" fmla="*/ 6525 h 309928"/>
                  <a:gd name="connsiteX15" fmla="*/ 151508 w 213844"/>
                  <a:gd name="connsiteY15" fmla="*/ 6525 h 309928"/>
                  <a:gd name="connsiteX16" fmla="*/ 109473 w 213844"/>
                  <a:gd name="connsiteY16" fmla="*/ 172908 h 309928"/>
                  <a:gd name="connsiteX17" fmla="*/ 67337 w 213844"/>
                  <a:gd name="connsiteY17" fmla="*/ 109902 h 309928"/>
                  <a:gd name="connsiteX18" fmla="*/ 109473 w 213844"/>
                  <a:gd name="connsiteY18" fmla="*/ 46897 h 309928"/>
                  <a:gd name="connsiteX19" fmla="*/ 151609 w 213844"/>
                  <a:gd name="connsiteY19" fmla="*/ 109902 h 309928"/>
                  <a:gd name="connsiteX20" fmla="*/ 109473 w 213844"/>
                  <a:gd name="connsiteY20" fmla="*/ 172908 h 309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3844" h="309928">
                    <a:moveTo>
                      <a:pt x="151508" y="6525"/>
                    </a:moveTo>
                    <a:lnTo>
                      <a:pt x="151508" y="29871"/>
                    </a:lnTo>
                    <a:lnTo>
                      <a:pt x="150589" y="29871"/>
                    </a:lnTo>
                    <a:cubicBezTo>
                      <a:pt x="146814" y="23143"/>
                      <a:pt x="131409" y="0"/>
                      <a:pt x="90904" y="0"/>
                    </a:cubicBezTo>
                    <a:cubicBezTo>
                      <a:pt x="24282" y="0"/>
                      <a:pt x="0" y="54441"/>
                      <a:pt x="0" y="109902"/>
                    </a:cubicBezTo>
                    <a:cubicBezTo>
                      <a:pt x="0" y="165465"/>
                      <a:pt x="24282" y="219805"/>
                      <a:pt x="90904" y="219805"/>
                    </a:cubicBezTo>
                    <a:cubicBezTo>
                      <a:pt x="132123" y="219805"/>
                      <a:pt x="147427" y="195744"/>
                      <a:pt x="150589" y="189933"/>
                    </a:cubicBezTo>
                    <a:lnTo>
                      <a:pt x="151508" y="189933"/>
                    </a:lnTo>
                    <a:lnTo>
                      <a:pt x="151508" y="214707"/>
                    </a:lnTo>
                    <a:cubicBezTo>
                      <a:pt x="151508" y="244681"/>
                      <a:pt x="130184" y="263337"/>
                      <a:pt x="105290" y="263337"/>
                    </a:cubicBezTo>
                    <a:cubicBezTo>
                      <a:pt x="76825" y="263337"/>
                      <a:pt x="61827" y="244375"/>
                      <a:pt x="57746" y="236932"/>
                    </a:cubicBezTo>
                    <a:cubicBezTo>
                      <a:pt x="52135" y="239787"/>
                      <a:pt x="15712" y="261604"/>
                      <a:pt x="15712" y="261604"/>
                    </a:cubicBezTo>
                    <a:cubicBezTo>
                      <a:pt x="20201" y="270780"/>
                      <a:pt x="38871" y="309929"/>
                      <a:pt x="107331" y="309929"/>
                    </a:cubicBezTo>
                    <a:cubicBezTo>
                      <a:pt x="179361" y="309929"/>
                      <a:pt x="213845" y="263949"/>
                      <a:pt x="213845" y="199517"/>
                    </a:cubicBezTo>
                    <a:lnTo>
                      <a:pt x="213845" y="6525"/>
                    </a:lnTo>
                    <a:lnTo>
                      <a:pt x="151508" y="6525"/>
                    </a:lnTo>
                    <a:close/>
                    <a:moveTo>
                      <a:pt x="109473" y="172908"/>
                    </a:moveTo>
                    <a:cubicBezTo>
                      <a:pt x="73866" y="172908"/>
                      <a:pt x="67337" y="138041"/>
                      <a:pt x="67337" y="109902"/>
                    </a:cubicBezTo>
                    <a:cubicBezTo>
                      <a:pt x="67337" y="77788"/>
                      <a:pt x="76315" y="46897"/>
                      <a:pt x="109473" y="46897"/>
                    </a:cubicBezTo>
                    <a:cubicBezTo>
                      <a:pt x="142427" y="46897"/>
                      <a:pt x="151609" y="77890"/>
                      <a:pt x="151609" y="109902"/>
                    </a:cubicBezTo>
                    <a:cubicBezTo>
                      <a:pt x="151508" y="138143"/>
                      <a:pt x="144264" y="172908"/>
                      <a:pt x="109473" y="1729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C8556F7-E2D2-264D-822D-DEF4AF06DD6E}"/>
                  </a:ext>
                </a:extLst>
              </p:cNvPr>
              <p:cNvSpPr/>
              <p:nvPr/>
            </p:nvSpPr>
            <p:spPr>
              <a:xfrm>
                <a:off x="4995108" y="3142113"/>
                <a:ext cx="205927" cy="515004"/>
              </a:xfrm>
              <a:custGeom>
                <a:avLst/>
                <a:gdLst>
                  <a:gd name="connsiteX0" fmla="*/ 0 w 111411"/>
                  <a:gd name="connsiteY0" fmla="*/ 0 h 278629"/>
                  <a:gd name="connsiteX1" fmla="*/ 62337 w 111411"/>
                  <a:gd name="connsiteY1" fmla="*/ 0 h 278629"/>
                  <a:gd name="connsiteX2" fmla="*/ 62337 w 111411"/>
                  <a:gd name="connsiteY2" fmla="*/ 54645 h 278629"/>
                  <a:gd name="connsiteX3" fmla="*/ 111412 w 111411"/>
                  <a:gd name="connsiteY3" fmla="*/ 54645 h 278629"/>
                  <a:gd name="connsiteX4" fmla="*/ 111412 w 111411"/>
                  <a:gd name="connsiteY4" fmla="*/ 97974 h 278629"/>
                  <a:gd name="connsiteX5" fmla="*/ 62337 w 111411"/>
                  <a:gd name="connsiteY5" fmla="*/ 97974 h 278629"/>
                  <a:gd name="connsiteX6" fmla="*/ 62337 w 111411"/>
                  <a:gd name="connsiteY6" fmla="*/ 204206 h 278629"/>
                  <a:gd name="connsiteX7" fmla="*/ 92537 w 111411"/>
                  <a:gd name="connsiteY7" fmla="*/ 236015 h 278629"/>
                  <a:gd name="connsiteX8" fmla="*/ 110085 w 111411"/>
                  <a:gd name="connsiteY8" fmla="*/ 234587 h 278629"/>
                  <a:gd name="connsiteX9" fmla="*/ 110085 w 111411"/>
                  <a:gd name="connsiteY9" fmla="*/ 272105 h 278629"/>
                  <a:gd name="connsiteX10" fmla="*/ 66929 w 111411"/>
                  <a:gd name="connsiteY10" fmla="*/ 278630 h 278629"/>
                  <a:gd name="connsiteX11" fmla="*/ 0 w 111411"/>
                  <a:gd name="connsiteY11" fmla="*/ 204920 h 278629"/>
                  <a:gd name="connsiteX12" fmla="*/ 0 w 111411"/>
                  <a:gd name="connsiteY12" fmla="*/ 0 h 27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411" h="278629">
                    <a:moveTo>
                      <a:pt x="0" y="0"/>
                    </a:moveTo>
                    <a:lnTo>
                      <a:pt x="62337" y="0"/>
                    </a:lnTo>
                    <a:lnTo>
                      <a:pt x="62337" y="54645"/>
                    </a:lnTo>
                    <a:lnTo>
                      <a:pt x="111412" y="54645"/>
                    </a:lnTo>
                    <a:lnTo>
                      <a:pt x="111412" y="97974"/>
                    </a:lnTo>
                    <a:lnTo>
                      <a:pt x="62337" y="97974"/>
                    </a:lnTo>
                    <a:lnTo>
                      <a:pt x="62337" y="204206"/>
                    </a:lnTo>
                    <a:cubicBezTo>
                      <a:pt x="62337" y="222965"/>
                      <a:pt x="73662" y="236015"/>
                      <a:pt x="92537" y="236015"/>
                    </a:cubicBezTo>
                    <a:cubicBezTo>
                      <a:pt x="102637" y="236015"/>
                      <a:pt x="108351" y="234995"/>
                      <a:pt x="110085" y="234587"/>
                    </a:cubicBezTo>
                    <a:lnTo>
                      <a:pt x="110085" y="272105"/>
                    </a:lnTo>
                    <a:cubicBezTo>
                      <a:pt x="106923" y="273125"/>
                      <a:pt x="89884" y="278630"/>
                      <a:pt x="66929" y="278630"/>
                    </a:cubicBezTo>
                    <a:cubicBezTo>
                      <a:pt x="16120" y="278630"/>
                      <a:pt x="0" y="246210"/>
                      <a:pt x="0" y="204920"/>
                    </a:cubicBez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E6B1A584-896C-6B41-8F4A-C41748EAC23F}"/>
                  </a:ext>
                </a:extLst>
              </p:cNvPr>
              <p:cNvSpPr/>
              <p:nvPr/>
            </p:nvSpPr>
            <p:spPr>
              <a:xfrm>
                <a:off x="5944979" y="3231058"/>
                <a:ext cx="376402" cy="414189"/>
              </a:xfrm>
              <a:custGeom>
                <a:avLst/>
                <a:gdLst>
                  <a:gd name="connsiteX0" fmla="*/ 62337 w 203642"/>
                  <a:gd name="connsiteY0" fmla="*/ 6525 h 224086"/>
                  <a:gd name="connsiteX1" fmla="*/ 0 w 203642"/>
                  <a:gd name="connsiteY1" fmla="*/ 6525 h 224086"/>
                  <a:gd name="connsiteX2" fmla="*/ 0 w 203642"/>
                  <a:gd name="connsiteY2" fmla="*/ 224087 h 224086"/>
                  <a:gd name="connsiteX3" fmla="*/ 62746 w 203642"/>
                  <a:gd name="connsiteY3" fmla="*/ 224087 h 224086"/>
                  <a:gd name="connsiteX4" fmla="*/ 62746 w 203642"/>
                  <a:gd name="connsiteY4" fmla="*/ 93182 h 224086"/>
                  <a:gd name="connsiteX5" fmla="*/ 101515 w 203642"/>
                  <a:gd name="connsiteY5" fmla="*/ 49752 h 224086"/>
                  <a:gd name="connsiteX6" fmla="*/ 140897 w 203642"/>
                  <a:gd name="connsiteY6" fmla="*/ 93182 h 224086"/>
                  <a:gd name="connsiteX7" fmla="*/ 140897 w 203642"/>
                  <a:gd name="connsiteY7" fmla="*/ 224087 h 224086"/>
                  <a:gd name="connsiteX8" fmla="*/ 203643 w 203642"/>
                  <a:gd name="connsiteY8" fmla="*/ 224087 h 224086"/>
                  <a:gd name="connsiteX9" fmla="*/ 203643 w 203642"/>
                  <a:gd name="connsiteY9" fmla="*/ 78604 h 224086"/>
                  <a:gd name="connsiteX10" fmla="*/ 125593 w 203642"/>
                  <a:gd name="connsiteY10" fmla="*/ 0 h 224086"/>
                  <a:gd name="connsiteX11" fmla="*/ 63154 w 203642"/>
                  <a:gd name="connsiteY11" fmla="*/ 32930 h 224086"/>
                  <a:gd name="connsiteX12" fmla="*/ 62235 w 203642"/>
                  <a:gd name="connsiteY12" fmla="*/ 32930 h 224086"/>
                  <a:gd name="connsiteX13" fmla="*/ 62337 w 203642"/>
                  <a:gd name="connsiteY13" fmla="*/ 6525 h 224086"/>
                  <a:gd name="connsiteX14" fmla="*/ 62337 w 203642"/>
                  <a:gd name="connsiteY14" fmla="*/ 6525 h 22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3642" h="224086">
                    <a:moveTo>
                      <a:pt x="62337" y="6525"/>
                    </a:moveTo>
                    <a:lnTo>
                      <a:pt x="0" y="6525"/>
                    </a:lnTo>
                    <a:lnTo>
                      <a:pt x="0" y="224087"/>
                    </a:lnTo>
                    <a:lnTo>
                      <a:pt x="62746" y="224087"/>
                    </a:lnTo>
                    <a:lnTo>
                      <a:pt x="62746" y="93182"/>
                    </a:lnTo>
                    <a:cubicBezTo>
                      <a:pt x="62746" y="67083"/>
                      <a:pt x="76723" y="49752"/>
                      <a:pt x="101515" y="49752"/>
                    </a:cubicBezTo>
                    <a:cubicBezTo>
                      <a:pt x="129572" y="49752"/>
                      <a:pt x="140897" y="70346"/>
                      <a:pt x="140897" y="93182"/>
                    </a:cubicBezTo>
                    <a:lnTo>
                      <a:pt x="140897" y="224087"/>
                    </a:lnTo>
                    <a:lnTo>
                      <a:pt x="203643" y="224087"/>
                    </a:lnTo>
                    <a:lnTo>
                      <a:pt x="203643" y="78604"/>
                    </a:lnTo>
                    <a:cubicBezTo>
                      <a:pt x="203643" y="33644"/>
                      <a:pt x="178544" y="0"/>
                      <a:pt x="125593" y="0"/>
                    </a:cubicBezTo>
                    <a:cubicBezTo>
                      <a:pt x="82436" y="0"/>
                      <a:pt x="67337" y="25691"/>
                      <a:pt x="63154" y="32930"/>
                    </a:cubicBezTo>
                    <a:lnTo>
                      <a:pt x="62235" y="32930"/>
                    </a:lnTo>
                    <a:lnTo>
                      <a:pt x="62337" y="6525"/>
                    </a:lnTo>
                    <a:lnTo>
                      <a:pt x="62337" y="6525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476A0328-0854-3948-A7E3-567AA92A0BFE}"/>
                  </a:ext>
                </a:extLst>
              </p:cNvPr>
              <p:cNvSpPr/>
              <p:nvPr/>
            </p:nvSpPr>
            <p:spPr>
              <a:xfrm>
                <a:off x="5662677" y="3231058"/>
                <a:ext cx="242888" cy="414189"/>
              </a:xfrm>
              <a:custGeom>
                <a:avLst/>
                <a:gdLst>
                  <a:gd name="connsiteX0" fmla="*/ 131409 w 131408"/>
                  <a:gd name="connsiteY0" fmla="*/ 0 h 224086"/>
                  <a:gd name="connsiteX1" fmla="*/ 57134 w 131408"/>
                  <a:gd name="connsiteY1" fmla="*/ 41902 h 224086"/>
                  <a:gd name="connsiteX2" fmla="*/ 56216 w 131408"/>
                  <a:gd name="connsiteY2" fmla="*/ 41902 h 224086"/>
                  <a:gd name="connsiteX3" fmla="*/ 56216 w 131408"/>
                  <a:gd name="connsiteY3" fmla="*/ 6525 h 224086"/>
                  <a:gd name="connsiteX4" fmla="*/ 0 w 131408"/>
                  <a:gd name="connsiteY4" fmla="*/ 6525 h 224086"/>
                  <a:gd name="connsiteX5" fmla="*/ 0 w 131408"/>
                  <a:gd name="connsiteY5" fmla="*/ 224087 h 224086"/>
                  <a:gd name="connsiteX6" fmla="*/ 62746 w 131408"/>
                  <a:gd name="connsiteY6" fmla="*/ 224087 h 224086"/>
                  <a:gd name="connsiteX7" fmla="*/ 62746 w 131408"/>
                  <a:gd name="connsiteY7" fmla="*/ 116121 h 224086"/>
                  <a:gd name="connsiteX8" fmla="*/ 131307 w 131408"/>
                  <a:gd name="connsiteY8" fmla="*/ 50058 h 224086"/>
                  <a:gd name="connsiteX9" fmla="*/ 131307 w 131408"/>
                  <a:gd name="connsiteY9" fmla="*/ 0 h 224086"/>
                  <a:gd name="connsiteX10" fmla="*/ 131409 w 131408"/>
                  <a:gd name="connsiteY10" fmla="*/ 0 h 22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408" h="224086">
                    <a:moveTo>
                      <a:pt x="131409" y="0"/>
                    </a:moveTo>
                    <a:cubicBezTo>
                      <a:pt x="74785" y="0"/>
                      <a:pt x="61521" y="31808"/>
                      <a:pt x="57134" y="41902"/>
                    </a:cubicBezTo>
                    <a:lnTo>
                      <a:pt x="56216" y="41902"/>
                    </a:lnTo>
                    <a:lnTo>
                      <a:pt x="56216" y="6525"/>
                    </a:lnTo>
                    <a:lnTo>
                      <a:pt x="0" y="6525"/>
                    </a:lnTo>
                    <a:lnTo>
                      <a:pt x="0" y="224087"/>
                    </a:lnTo>
                    <a:lnTo>
                      <a:pt x="62746" y="224087"/>
                    </a:lnTo>
                    <a:lnTo>
                      <a:pt x="62746" y="116121"/>
                    </a:lnTo>
                    <a:cubicBezTo>
                      <a:pt x="62746" y="69326"/>
                      <a:pt x="93965" y="50058"/>
                      <a:pt x="131307" y="50058"/>
                    </a:cubicBezTo>
                    <a:lnTo>
                      <a:pt x="131307" y="0"/>
                    </a:lnTo>
                    <a:lnTo>
                      <a:pt x="13140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1A388A97-9086-6D4F-AE04-EDC601141C51}"/>
                  </a:ext>
                </a:extLst>
              </p:cNvPr>
              <p:cNvSpPr/>
              <p:nvPr/>
            </p:nvSpPr>
            <p:spPr>
              <a:xfrm>
                <a:off x="4599848" y="3231058"/>
                <a:ext cx="347172" cy="426250"/>
              </a:xfrm>
              <a:custGeom>
                <a:avLst/>
                <a:gdLst>
                  <a:gd name="connsiteX0" fmla="*/ 142121 w 187828"/>
                  <a:gd name="connsiteY0" fmla="*/ 67695 h 230611"/>
                  <a:gd name="connsiteX1" fmla="*/ 182319 w 187828"/>
                  <a:gd name="connsiteY1" fmla="*/ 40576 h 230611"/>
                  <a:gd name="connsiteX2" fmla="*/ 93251 w 187828"/>
                  <a:gd name="connsiteY2" fmla="*/ 0 h 230611"/>
                  <a:gd name="connsiteX3" fmla="*/ 7856 w 187828"/>
                  <a:gd name="connsiteY3" fmla="*/ 66370 h 230611"/>
                  <a:gd name="connsiteX4" fmla="*/ 68153 w 187828"/>
                  <a:gd name="connsiteY4" fmla="*/ 134472 h 230611"/>
                  <a:gd name="connsiteX5" fmla="*/ 95292 w 187828"/>
                  <a:gd name="connsiteY5" fmla="*/ 142730 h 230611"/>
                  <a:gd name="connsiteX6" fmla="*/ 125287 w 187828"/>
                  <a:gd name="connsiteY6" fmla="*/ 165873 h 230611"/>
                  <a:gd name="connsiteX7" fmla="*/ 89680 w 187828"/>
                  <a:gd name="connsiteY7" fmla="*/ 185753 h 230611"/>
                  <a:gd name="connsiteX8" fmla="*/ 42034 w 187828"/>
                  <a:gd name="connsiteY8" fmla="*/ 160572 h 230611"/>
                  <a:gd name="connsiteX9" fmla="*/ 0 w 187828"/>
                  <a:gd name="connsiteY9" fmla="*/ 184122 h 230611"/>
                  <a:gd name="connsiteX10" fmla="*/ 93557 w 187828"/>
                  <a:gd name="connsiteY10" fmla="*/ 230611 h 230611"/>
                  <a:gd name="connsiteX11" fmla="*/ 187829 w 187828"/>
                  <a:gd name="connsiteY11" fmla="*/ 161489 h 230611"/>
                  <a:gd name="connsiteX12" fmla="*/ 126001 w 187828"/>
                  <a:gd name="connsiteY12" fmla="*/ 92877 h 230611"/>
                  <a:gd name="connsiteX13" fmla="*/ 101617 w 187828"/>
                  <a:gd name="connsiteY13" fmla="*/ 85434 h 230611"/>
                  <a:gd name="connsiteX14" fmla="*/ 70397 w 187828"/>
                  <a:gd name="connsiteY14" fmla="*/ 62292 h 230611"/>
                  <a:gd name="connsiteX15" fmla="*/ 98965 w 187828"/>
                  <a:gd name="connsiteY15" fmla="*/ 44960 h 230611"/>
                  <a:gd name="connsiteX16" fmla="*/ 142121 w 187828"/>
                  <a:gd name="connsiteY16" fmla="*/ 67695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7828" h="230611">
                    <a:moveTo>
                      <a:pt x="142121" y="67695"/>
                    </a:moveTo>
                    <a:lnTo>
                      <a:pt x="182319" y="40576"/>
                    </a:lnTo>
                    <a:cubicBezTo>
                      <a:pt x="177116" y="31808"/>
                      <a:pt x="155793" y="0"/>
                      <a:pt x="93251" y="0"/>
                    </a:cubicBezTo>
                    <a:cubicBezTo>
                      <a:pt x="46626" y="0"/>
                      <a:pt x="7856" y="23958"/>
                      <a:pt x="7856" y="66370"/>
                    </a:cubicBezTo>
                    <a:cubicBezTo>
                      <a:pt x="7856" y="105926"/>
                      <a:pt x="36525" y="124685"/>
                      <a:pt x="68153" y="134472"/>
                    </a:cubicBezTo>
                    <a:cubicBezTo>
                      <a:pt x="77539" y="137327"/>
                      <a:pt x="86926" y="140080"/>
                      <a:pt x="95292" y="142730"/>
                    </a:cubicBezTo>
                    <a:cubicBezTo>
                      <a:pt x="112228" y="148134"/>
                      <a:pt x="125287" y="152823"/>
                      <a:pt x="125287" y="165873"/>
                    </a:cubicBezTo>
                    <a:cubicBezTo>
                      <a:pt x="125287" y="177495"/>
                      <a:pt x="112330" y="185753"/>
                      <a:pt x="89680" y="185753"/>
                    </a:cubicBezTo>
                    <a:cubicBezTo>
                      <a:pt x="60399" y="185753"/>
                      <a:pt x="46932" y="168014"/>
                      <a:pt x="42034" y="160572"/>
                    </a:cubicBezTo>
                    <a:lnTo>
                      <a:pt x="0" y="184122"/>
                    </a:lnTo>
                    <a:cubicBezTo>
                      <a:pt x="4081" y="194317"/>
                      <a:pt x="26833" y="230611"/>
                      <a:pt x="93557" y="230611"/>
                    </a:cubicBezTo>
                    <a:cubicBezTo>
                      <a:pt x="144468" y="230611"/>
                      <a:pt x="187829" y="209202"/>
                      <a:pt x="187829" y="161489"/>
                    </a:cubicBezTo>
                    <a:cubicBezTo>
                      <a:pt x="187829" y="121729"/>
                      <a:pt x="159466" y="103174"/>
                      <a:pt x="126001" y="92877"/>
                    </a:cubicBezTo>
                    <a:cubicBezTo>
                      <a:pt x="117533" y="90328"/>
                      <a:pt x="109167" y="87677"/>
                      <a:pt x="101617" y="85434"/>
                    </a:cubicBezTo>
                    <a:cubicBezTo>
                      <a:pt x="86415" y="80847"/>
                      <a:pt x="70397" y="76667"/>
                      <a:pt x="70397" y="62292"/>
                    </a:cubicBezTo>
                    <a:cubicBezTo>
                      <a:pt x="70397" y="51689"/>
                      <a:pt x="80498" y="44960"/>
                      <a:pt x="98965" y="44960"/>
                    </a:cubicBezTo>
                    <a:cubicBezTo>
                      <a:pt x="128042" y="44960"/>
                      <a:pt x="137938" y="61578"/>
                      <a:pt x="142121" y="676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620C9E8C-AEFE-4844-A2CB-9816B813B7F3}"/>
                  </a:ext>
                </a:extLst>
              </p:cNvPr>
              <p:cNvSpPr/>
              <p:nvPr/>
            </p:nvSpPr>
            <p:spPr>
              <a:xfrm>
                <a:off x="3403128" y="3066926"/>
                <a:ext cx="807115" cy="578321"/>
              </a:xfrm>
              <a:custGeom>
                <a:avLst/>
                <a:gdLst>
                  <a:gd name="connsiteX0" fmla="*/ 375657 w 436668"/>
                  <a:gd name="connsiteY0" fmla="*/ 0 h 312885"/>
                  <a:gd name="connsiteX1" fmla="*/ 318727 w 436668"/>
                  <a:gd name="connsiteY1" fmla="*/ 222965 h 312885"/>
                  <a:gd name="connsiteX2" fmla="*/ 261797 w 436668"/>
                  <a:gd name="connsiteY2" fmla="*/ 0 h 312885"/>
                  <a:gd name="connsiteX3" fmla="*/ 183442 w 436668"/>
                  <a:gd name="connsiteY3" fmla="*/ 0 h 312885"/>
                  <a:gd name="connsiteX4" fmla="*/ 124981 w 436668"/>
                  <a:gd name="connsiteY4" fmla="*/ 229388 h 312885"/>
                  <a:gd name="connsiteX5" fmla="*/ 66418 w 436668"/>
                  <a:gd name="connsiteY5" fmla="*/ 0 h 312885"/>
                  <a:gd name="connsiteX6" fmla="*/ 0 w 436668"/>
                  <a:gd name="connsiteY6" fmla="*/ 0 h 312885"/>
                  <a:gd name="connsiteX7" fmla="*/ 80906 w 436668"/>
                  <a:gd name="connsiteY7" fmla="*/ 312885 h 312885"/>
                  <a:gd name="connsiteX8" fmla="*/ 164057 w 436668"/>
                  <a:gd name="connsiteY8" fmla="*/ 312885 h 312885"/>
                  <a:gd name="connsiteX9" fmla="*/ 220681 w 436668"/>
                  <a:gd name="connsiteY9" fmla="*/ 91144 h 312885"/>
                  <a:gd name="connsiteX10" fmla="*/ 277305 w 436668"/>
                  <a:gd name="connsiteY10" fmla="*/ 312885 h 312885"/>
                  <a:gd name="connsiteX11" fmla="*/ 355762 w 436668"/>
                  <a:gd name="connsiteY11" fmla="*/ 312885 h 312885"/>
                  <a:gd name="connsiteX12" fmla="*/ 436668 w 436668"/>
                  <a:gd name="connsiteY12" fmla="*/ 0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6668" h="312885">
                    <a:moveTo>
                      <a:pt x="375657" y="0"/>
                    </a:moveTo>
                    <a:lnTo>
                      <a:pt x="318727" y="222965"/>
                    </a:lnTo>
                    <a:lnTo>
                      <a:pt x="261797" y="0"/>
                    </a:lnTo>
                    <a:lnTo>
                      <a:pt x="183442" y="0"/>
                    </a:lnTo>
                    <a:lnTo>
                      <a:pt x="124981" y="229388"/>
                    </a:lnTo>
                    <a:lnTo>
                      <a:pt x="66418" y="0"/>
                    </a:lnTo>
                    <a:lnTo>
                      <a:pt x="0" y="0"/>
                    </a:lnTo>
                    <a:lnTo>
                      <a:pt x="80906" y="312885"/>
                    </a:lnTo>
                    <a:lnTo>
                      <a:pt x="164057" y="312885"/>
                    </a:lnTo>
                    <a:lnTo>
                      <a:pt x="220681" y="91144"/>
                    </a:lnTo>
                    <a:lnTo>
                      <a:pt x="277305" y="312885"/>
                    </a:lnTo>
                    <a:lnTo>
                      <a:pt x="355762" y="312885"/>
                    </a:lnTo>
                    <a:lnTo>
                      <a:pt x="43666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08E56342-0BF2-1C4F-8637-466F82FB5FF6}"/>
                  </a:ext>
                </a:extLst>
              </p:cNvPr>
              <p:cNvSpPr/>
              <p:nvPr/>
            </p:nvSpPr>
            <p:spPr>
              <a:xfrm>
                <a:off x="4175923" y="3231058"/>
                <a:ext cx="400162" cy="426250"/>
              </a:xfrm>
              <a:custGeom>
                <a:avLst/>
                <a:gdLst>
                  <a:gd name="connsiteX0" fmla="*/ 216396 w 216497"/>
                  <a:gd name="connsiteY0" fmla="*/ 115306 h 230611"/>
                  <a:gd name="connsiteX1" fmla="*/ 108351 w 216497"/>
                  <a:gd name="connsiteY1" fmla="*/ 0 h 230611"/>
                  <a:gd name="connsiteX2" fmla="*/ 0 w 216497"/>
                  <a:gd name="connsiteY2" fmla="*/ 115306 h 230611"/>
                  <a:gd name="connsiteX3" fmla="*/ 111004 w 216497"/>
                  <a:gd name="connsiteY3" fmla="*/ 230611 h 230611"/>
                  <a:gd name="connsiteX4" fmla="*/ 201194 w 216497"/>
                  <a:gd name="connsiteY4" fmla="*/ 182287 h 230611"/>
                  <a:gd name="connsiteX5" fmla="*/ 158955 w 216497"/>
                  <a:gd name="connsiteY5" fmla="*/ 158023 h 230611"/>
                  <a:gd name="connsiteX6" fmla="*/ 111310 w 216497"/>
                  <a:gd name="connsiteY6" fmla="*/ 185753 h 230611"/>
                  <a:gd name="connsiteX7" fmla="*/ 62542 w 216497"/>
                  <a:gd name="connsiteY7" fmla="*/ 134472 h 230611"/>
                  <a:gd name="connsiteX8" fmla="*/ 216498 w 216497"/>
                  <a:gd name="connsiteY8" fmla="*/ 134472 h 230611"/>
                  <a:gd name="connsiteX9" fmla="*/ 216396 w 216497"/>
                  <a:gd name="connsiteY9" fmla="*/ 115306 h 230611"/>
                  <a:gd name="connsiteX10" fmla="*/ 62440 w 216497"/>
                  <a:gd name="connsiteY10" fmla="*/ 91042 h 230611"/>
                  <a:gd name="connsiteX11" fmla="*/ 108351 w 216497"/>
                  <a:gd name="connsiteY11" fmla="*/ 44756 h 230611"/>
                  <a:gd name="connsiteX12" fmla="*/ 153752 w 216497"/>
                  <a:gd name="connsiteY12" fmla="*/ 91042 h 230611"/>
                  <a:gd name="connsiteX13" fmla="*/ 62440 w 216497"/>
                  <a:gd name="connsiteY13" fmla="*/ 91042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497" h="230611">
                    <a:moveTo>
                      <a:pt x="216396" y="115306"/>
                    </a:moveTo>
                    <a:cubicBezTo>
                      <a:pt x="216396" y="58214"/>
                      <a:pt x="182217" y="0"/>
                      <a:pt x="108351" y="0"/>
                    </a:cubicBezTo>
                    <a:cubicBezTo>
                      <a:pt x="41932" y="0"/>
                      <a:pt x="0" y="49854"/>
                      <a:pt x="0" y="115306"/>
                    </a:cubicBezTo>
                    <a:cubicBezTo>
                      <a:pt x="0" y="179738"/>
                      <a:pt x="41218" y="230611"/>
                      <a:pt x="111004" y="230611"/>
                    </a:cubicBezTo>
                    <a:cubicBezTo>
                      <a:pt x="172219" y="230611"/>
                      <a:pt x="195583" y="194215"/>
                      <a:pt x="201194" y="182287"/>
                    </a:cubicBezTo>
                    <a:lnTo>
                      <a:pt x="158955" y="158023"/>
                    </a:lnTo>
                    <a:cubicBezTo>
                      <a:pt x="155997" y="163426"/>
                      <a:pt x="145386" y="185753"/>
                      <a:pt x="111310" y="185753"/>
                    </a:cubicBezTo>
                    <a:cubicBezTo>
                      <a:pt x="83865" y="185753"/>
                      <a:pt x="64480" y="164344"/>
                      <a:pt x="62542" y="134472"/>
                    </a:cubicBezTo>
                    <a:lnTo>
                      <a:pt x="216498" y="134472"/>
                    </a:lnTo>
                    <a:cubicBezTo>
                      <a:pt x="216396" y="134370"/>
                      <a:pt x="216396" y="115612"/>
                      <a:pt x="216396" y="115306"/>
                    </a:cubicBezTo>
                    <a:close/>
                    <a:moveTo>
                      <a:pt x="62440" y="91042"/>
                    </a:moveTo>
                    <a:cubicBezTo>
                      <a:pt x="64888" y="66573"/>
                      <a:pt x="78355" y="44756"/>
                      <a:pt x="108351" y="44756"/>
                    </a:cubicBezTo>
                    <a:cubicBezTo>
                      <a:pt x="136510" y="44756"/>
                      <a:pt x="151406" y="64840"/>
                      <a:pt x="153752" y="91042"/>
                    </a:cubicBezTo>
                    <a:lnTo>
                      <a:pt x="62440" y="91042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FB84927B-100F-4446-B3F8-872C42B1F06D}"/>
                  </a:ext>
                </a:extLst>
              </p:cNvPr>
              <p:cNvSpPr/>
              <p:nvPr/>
            </p:nvSpPr>
            <p:spPr>
              <a:xfrm>
                <a:off x="5209711" y="3231058"/>
                <a:ext cx="399974" cy="426250"/>
              </a:xfrm>
              <a:custGeom>
                <a:avLst/>
                <a:gdLst>
                  <a:gd name="connsiteX0" fmla="*/ 216396 w 216395"/>
                  <a:gd name="connsiteY0" fmla="*/ 115306 h 230611"/>
                  <a:gd name="connsiteX1" fmla="*/ 108351 w 216395"/>
                  <a:gd name="connsiteY1" fmla="*/ 0 h 230611"/>
                  <a:gd name="connsiteX2" fmla="*/ 0 w 216395"/>
                  <a:gd name="connsiteY2" fmla="*/ 115306 h 230611"/>
                  <a:gd name="connsiteX3" fmla="*/ 111003 w 216395"/>
                  <a:gd name="connsiteY3" fmla="*/ 230611 h 230611"/>
                  <a:gd name="connsiteX4" fmla="*/ 201194 w 216395"/>
                  <a:gd name="connsiteY4" fmla="*/ 182287 h 230611"/>
                  <a:gd name="connsiteX5" fmla="*/ 158955 w 216395"/>
                  <a:gd name="connsiteY5" fmla="*/ 158023 h 230611"/>
                  <a:gd name="connsiteX6" fmla="*/ 111310 w 216395"/>
                  <a:gd name="connsiteY6" fmla="*/ 185753 h 230611"/>
                  <a:gd name="connsiteX7" fmla="*/ 62541 w 216395"/>
                  <a:gd name="connsiteY7" fmla="*/ 134472 h 230611"/>
                  <a:gd name="connsiteX8" fmla="*/ 216396 w 216395"/>
                  <a:gd name="connsiteY8" fmla="*/ 134472 h 230611"/>
                  <a:gd name="connsiteX9" fmla="*/ 216396 w 216395"/>
                  <a:gd name="connsiteY9" fmla="*/ 115306 h 230611"/>
                  <a:gd name="connsiteX10" fmla="*/ 62439 w 216395"/>
                  <a:gd name="connsiteY10" fmla="*/ 91042 h 230611"/>
                  <a:gd name="connsiteX11" fmla="*/ 108351 w 216395"/>
                  <a:gd name="connsiteY11" fmla="*/ 44756 h 230611"/>
                  <a:gd name="connsiteX12" fmla="*/ 153752 w 216395"/>
                  <a:gd name="connsiteY12" fmla="*/ 91042 h 230611"/>
                  <a:gd name="connsiteX13" fmla="*/ 62439 w 216395"/>
                  <a:gd name="connsiteY13" fmla="*/ 91042 h 23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395" h="230611">
                    <a:moveTo>
                      <a:pt x="216396" y="115306"/>
                    </a:moveTo>
                    <a:cubicBezTo>
                      <a:pt x="216396" y="58214"/>
                      <a:pt x="182217" y="0"/>
                      <a:pt x="108351" y="0"/>
                    </a:cubicBezTo>
                    <a:cubicBezTo>
                      <a:pt x="41932" y="0"/>
                      <a:pt x="0" y="49854"/>
                      <a:pt x="0" y="115306"/>
                    </a:cubicBezTo>
                    <a:cubicBezTo>
                      <a:pt x="0" y="179738"/>
                      <a:pt x="41218" y="230611"/>
                      <a:pt x="111003" y="230611"/>
                    </a:cubicBezTo>
                    <a:cubicBezTo>
                      <a:pt x="172219" y="230611"/>
                      <a:pt x="195582" y="194215"/>
                      <a:pt x="201194" y="182287"/>
                    </a:cubicBezTo>
                    <a:lnTo>
                      <a:pt x="158955" y="158023"/>
                    </a:lnTo>
                    <a:cubicBezTo>
                      <a:pt x="155997" y="163426"/>
                      <a:pt x="145386" y="185753"/>
                      <a:pt x="111310" y="185753"/>
                    </a:cubicBezTo>
                    <a:cubicBezTo>
                      <a:pt x="83865" y="185753"/>
                      <a:pt x="64480" y="164344"/>
                      <a:pt x="62541" y="134472"/>
                    </a:cubicBezTo>
                    <a:lnTo>
                      <a:pt x="216396" y="134472"/>
                    </a:lnTo>
                    <a:cubicBezTo>
                      <a:pt x="216396" y="134370"/>
                      <a:pt x="216396" y="115612"/>
                      <a:pt x="216396" y="115306"/>
                    </a:cubicBezTo>
                    <a:close/>
                    <a:moveTo>
                      <a:pt x="62439" y="91042"/>
                    </a:moveTo>
                    <a:cubicBezTo>
                      <a:pt x="64888" y="66573"/>
                      <a:pt x="78355" y="44756"/>
                      <a:pt x="108351" y="44756"/>
                    </a:cubicBezTo>
                    <a:cubicBezTo>
                      <a:pt x="136510" y="44756"/>
                      <a:pt x="151406" y="64840"/>
                      <a:pt x="153752" y="91042"/>
                    </a:cubicBezTo>
                    <a:lnTo>
                      <a:pt x="62439" y="91042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5F64B62B-1020-2443-8DB7-7CB0F7DD934C}"/>
                  </a:ext>
                </a:extLst>
              </p:cNvPr>
              <p:cNvSpPr/>
              <p:nvPr/>
            </p:nvSpPr>
            <p:spPr>
              <a:xfrm>
                <a:off x="7934105" y="3142113"/>
                <a:ext cx="205927" cy="515004"/>
              </a:xfrm>
              <a:custGeom>
                <a:avLst/>
                <a:gdLst>
                  <a:gd name="connsiteX0" fmla="*/ 0 w 111411"/>
                  <a:gd name="connsiteY0" fmla="*/ 0 h 278629"/>
                  <a:gd name="connsiteX1" fmla="*/ 62337 w 111411"/>
                  <a:gd name="connsiteY1" fmla="*/ 0 h 278629"/>
                  <a:gd name="connsiteX2" fmla="*/ 62337 w 111411"/>
                  <a:gd name="connsiteY2" fmla="*/ 54645 h 278629"/>
                  <a:gd name="connsiteX3" fmla="*/ 111412 w 111411"/>
                  <a:gd name="connsiteY3" fmla="*/ 54645 h 278629"/>
                  <a:gd name="connsiteX4" fmla="*/ 111412 w 111411"/>
                  <a:gd name="connsiteY4" fmla="*/ 97974 h 278629"/>
                  <a:gd name="connsiteX5" fmla="*/ 62337 w 111411"/>
                  <a:gd name="connsiteY5" fmla="*/ 97974 h 278629"/>
                  <a:gd name="connsiteX6" fmla="*/ 62337 w 111411"/>
                  <a:gd name="connsiteY6" fmla="*/ 204206 h 278629"/>
                  <a:gd name="connsiteX7" fmla="*/ 92537 w 111411"/>
                  <a:gd name="connsiteY7" fmla="*/ 236015 h 278629"/>
                  <a:gd name="connsiteX8" fmla="*/ 110085 w 111411"/>
                  <a:gd name="connsiteY8" fmla="*/ 234587 h 278629"/>
                  <a:gd name="connsiteX9" fmla="*/ 110085 w 111411"/>
                  <a:gd name="connsiteY9" fmla="*/ 272105 h 278629"/>
                  <a:gd name="connsiteX10" fmla="*/ 66928 w 111411"/>
                  <a:gd name="connsiteY10" fmla="*/ 278630 h 278629"/>
                  <a:gd name="connsiteX11" fmla="*/ 0 w 111411"/>
                  <a:gd name="connsiteY11" fmla="*/ 204920 h 278629"/>
                  <a:gd name="connsiteX12" fmla="*/ 0 w 111411"/>
                  <a:gd name="connsiteY12" fmla="*/ 0 h 27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411" h="278629">
                    <a:moveTo>
                      <a:pt x="0" y="0"/>
                    </a:moveTo>
                    <a:lnTo>
                      <a:pt x="62337" y="0"/>
                    </a:lnTo>
                    <a:lnTo>
                      <a:pt x="62337" y="54645"/>
                    </a:lnTo>
                    <a:lnTo>
                      <a:pt x="111412" y="54645"/>
                    </a:lnTo>
                    <a:lnTo>
                      <a:pt x="111412" y="97974"/>
                    </a:lnTo>
                    <a:lnTo>
                      <a:pt x="62337" y="97974"/>
                    </a:lnTo>
                    <a:lnTo>
                      <a:pt x="62337" y="204206"/>
                    </a:lnTo>
                    <a:cubicBezTo>
                      <a:pt x="62337" y="222965"/>
                      <a:pt x="73662" y="236015"/>
                      <a:pt x="92537" y="236015"/>
                    </a:cubicBezTo>
                    <a:cubicBezTo>
                      <a:pt x="102637" y="236015"/>
                      <a:pt x="108351" y="234995"/>
                      <a:pt x="110085" y="234587"/>
                    </a:cubicBezTo>
                    <a:lnTo>
                      <a:pt x="110085" y="272105"/>
                    </a:lnTo>
                    <a:cubicBezTo>
                      <a:pt x="106922" y="273125"/>
                      <a:pt x="89884" y="278630"/>
                      <a:pt x="66928" y="278630"/>
                    </a:cubicBezTo>
                    <a:cubicBezTo>
                      <a:pt x="16120" y="278630"/>
                      <a:pt x="0" y="246210"/>
                      <a:pt x="0" y="204920"/>
                    </a:cubicBez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29D08EB2-0440-F047-B357-3ED2D1F7AFB4}"/>
                  </a:ext>
                </a:extLst>
              </p:cNvPr>
              <p:cNvSpPr/>
              <p:nvPr/>
            </p:nvSpPr>
            <p:spPr>
              <a:xfrm>
                <a:off x="6542961" y="3066926"/>
                <a:ext cx="490303" cy="578321"/>
              </a:xfrm>
              <a:custGeom>
                <a:avLst/>
                <a:gdLst>
                  <a:gd name="connsiteX0" fmla="*/ 106820 w 265265"/>
                  <a:gd name="connsiteY0" fmla="*/ 0 h 312885"/>
                  <a:gd name="connsiteX1" fmla="*/ 0 w 265265"/>
                  <a:gd name="connsiteY1" fmla="*/ 0 h 312885"/>
                  <a:gd name="connsiteX2" fmla="*/ 0 w 265265"/>
                  <a:gd name="connsiteY2" fmla="*/ 312885 h 312885"/>
                  <a:gd name="connsiteX3" fmla="*/ 106820 w 265265"/>
                  <a:gd name="connsiteY3" fmla="*/ 312885 h 312885"/>
                  <a:gd name="connsiteX4" fmla="*/ 265266 w 265265"/>
                  <a:gd name="connsiteY4" fmla="*/ 156392 h 312885"/>
                  <a:gd name="connsiteX5" fmla="*/ 106820 w 265265"/>
                  <a:gd name="connsiteY5" fmla="*/ 0 h 312885"/>
                  <a:gd name="connsiteX6" fmla="*/ 102841 w 265265"/>
                  <a:gd name="connsiteY6" fmla="*/ 260891 h 312885"/>
                  <a:gd name="connsiteX7" fmla="*/ 67235 w 265265"/>
                  <a:gd name="connsiteY7" fmla="*/ 260891 h 312885"/>
                  <a:gd name="connsiteX8" fmla="*/ 67235 w 265265"/>
                  <a:gd name="connsiteY8" fmla="*/ 51995 h 312885"/>
                  <a:gd name="connsiteX9" fmla="*/ 102841 w 265265"/>
                  <a:gd name="connsiteY9" fmla="*/ 51995 h 312885"/>
                  <a:gd name="connsiteX10" fmla="*/ 196195 w 265265"/>
                  <a:gd name="connsiteY10" fmla="*/ 156494 h 312885"/>
                  <a:gd name="connsiteX11" fmla="*/ 102841 w 265265"/>
                  <a:gd name="connsiteY11" fmla="*/ 260891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5265" h="312885">
                    <a:moveTo>
                      <a:pt x="106820" y="0"/>
                    </a:moveTo>
                    <a:lnTo>
                      <a:pt x="0" y="0"/>
                    </a:lnTo>
                    <a:lnTo>
                      <a:pt x="0" y="312885"/>
                    </a:lnTo>
                    <a:lnTo>
                      <a:pt x="106820" y="312885"/>
                    </a:lnTo>
                    <a:cubicBezTo>
                      <a:pt x="206295" y="312885"/>
                      <a:pt x="265266" y="265173"/>
                      <a:pt x="265266" y="156392"/>
                    </a:cubicBezTo>
                    <a:cubicBezTo>
                      <a:pt x="265164" y="47611"/>
                      <a:pt x="204153" y="0"/>
                      <a:pt x="106820" y="0"/>
                    </a:cubicBezTo>
                    <a:close/>
                    <a:moveTo>
                      <a:pt x="102841" y="260891"/>
                    </a:moveTo>
                    <a:lnTo>
                      <a:pt x="67235" y="260891"/>
                    </a:lnTo>
                    <a:lnTo>
                      <a:pt x="67235" y="51995"/>
                    </a:lnTo>
                    <a:lnTo>
                      <a:pt x="102841" y="51995"/>
                    </a:lnTo>
                    <a:cubicBezTo>
                      <a:pt x="183646" y="51995"/>
                      <a:pt x="196195" y="106640"/>
                      <a:pt x="196195" y="156494"/>
                    </a:cubicBezTo>
                    <a:cubicBezTo>
                      <a:pt x="196195" y="206245"/>
                      <a:pt x="184360" y="260891"/>
                      <a:pt x="102841" y="2608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4903A515-E06C-AA4C-AC56-85380A8CB610}"/>
                  </a:ext>
                </a:extLst>
              </p:cNvPr>
              <p:cNvSpPr/>
              <p:nvPr/>
            </p:nvSpPr>
            <p:spPr>
              <a:xfrm>
                <a:off x="8604313" y="3066926"/>
                <a:ext cx="118991" cy="578321"/>
              </a:xfrm>
              <a:custGeom>
                <a:avLst/>
                <a:gdLst>
                  <a:gd name="connsiteX0" fmla="*/ 0 w 64377"/>
                  <a:gd name="connsiteY0" fmla="*/ 0 h 312885"/>
                  <a:gd name="connsiteX1" fmla="*/ 64378 w 64377"/>
                  <a:gd name="connsiteY1" fmla="*/ 0 h 312885"/>
                  <a:gd name="connsiteX2" fmla="*/ 64378 w 64377"/>
                  <a:gd name="connsiteY2" fmla="*/ 312885 h 312885"/>
                  <a:gd name="connsiteX3" fmla="*/ 0 w 64377"/>
                  <a:gd name="connsiteY3" fmla="*/ 312885 h 3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312885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312885"/>
                    </a:lnTo>
                    <a:lnTo>
                      <a:pt x="0" y="312885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0" name="Graphic 133">
                <a:extLst>
                  <a:ext uri="{FF2B5EF4-FFF2-40B4-BE49-F238E27FC236}">
                    <a16:creationId xmlns:a16="http://schemas.microsoft.com/office/drawing/2014/main" id="{4810F5AF-5E3E-A44F-8816-408FB0213784}"/>
                  </a:ext>
                </a:extLst>
              </p:cNvPr>
              <p:cNvGrpSpPr/>
              <p:nvPr/>
            </p:nvGrpSpPr>
            <p:grpSpPr>
              <a:xfrm>
                <a:off x="8787610" y="3557624"/>
                <a:ext cx="99946" cy="99683"/>
                <a:chOff x="10186981" y="5710830"/>
                <a:chExt cx="54073" cy="53931"/>
              </a:xfrm>
              <a:solidFill>
                <a:srgbClr val="000000"/>
              </a:solidFill>
            </p:grpSpPr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6B4FFFC0-36AF-6442-9DE2-175FE22F4D97}"/>
                    </a:ext>
                  </a:extLst>
                </p:cNvPr>
                <p:cNvSpPr/>
                <p:nvPr/>
              </p:nvSpPr>
              <p:spPr>
                <a:xfrm>
                  <a:off x="10186981" y="5710830"/>
                  <a:ext cx="54073" cy="53931"/>
                </a:xfrm>
                <a:custGeom>
                  <a:avLst/>
                  <a:gdLst>
                    <a:gd name="connsiteX0" fmla="*/ 27139 w 54073"/>
                    <a:gd name="connsiteY0" fmla="*/ 0 h 53931"/>
                    <a:gd name="connsiteX1" fmla="*/ 0 w 54073"/>
                    <a:gd name="connsiteY1" fmla="*/ 26915 h 53931"/>
                    <a:gd name="connsiteX2" fmla="*/ 27139 w 54073"/>
                    <a:gd name="connsiteY2" fmla="*/ 53932 h 53931"/>
                    <a:gd name="connsiteX3" fmla="*/ 54073 w 54073"/>
                    <a:gd name="connsiteY3" fmla="*/ 26915 h 53931"/>
                    <a:gd name="connsiteX4" fmla="*/ 27139 w 54073"/>
                    <a:gd name="connsiteY4" fmla="*/ 0 h 53931"/>
                    <a:gd name="connsiteX5" fmla="*/ 27139 w 54073"/>
                    <a:gd name="connsiteY5" fmla="*/ 49242 h 53931"/>
                    <a:gd name="connsiteX6" fmla="*/ 4795 w 54073"/>
                    <a:gd name="connsiteY6" fmla="*/ 26915 h 53931"/>
                    <a:gd name="connsiteX7" fmla="*/ 27139 w 54073"/>
                    <a:gd name="connsiteY7" fmla="*/ 4690 h 53931"/>
                    <a:gd name="connsiteX8" fmla="*/ 49380 w 54073"/>
                    <a:gd name="connsiteY8" fmla="*/ 26915 h 53931"/>
                    <a:gd name="connsiteX9" fmla="*/ 27139 w 54073"/>
                    <a:gd name="connsiteY9" fmla="*/ 49242 h 53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4073" h="53931">
                      <a:moveTo>
                        <a:pt x="27139" y="0"/>
                      </a:moveTo>
                      <a:cubicBezTo>
                        <a:pt x="12141" y="0"/>
                        <a:pt x="0" y="12030"/>
                        <a:pt x="0" y="26915"/>
                      </a:cubicBezTo>
                      <a:cubicBezTo>
                        <a:pt x="0" y="41902"/>
                        <a:pt x="12039" y="53932"/>
                        <a:pt x="27139" y="53932"/>
                      </a:cubicBezTo>
                      <a:cubicBezTo>
                        <a:pt x="42034" y="53932"/>
                        <a:pt x="54073" y="41902"/>
                        <a:pt x="54073" y="26915"/>
                      </a:cubicBezTo>
                      <a:cubicBezTo>
                        <a:pt x="54073" y="12030"/>
                        <a:pt x="42137" y="0"/>
                        <a:pt x="27139" y="0"/>
                      </a:cubicBezTo>
                      <a:close/>
                      <a:moveTo>
                        <a:pt x="27139" y="49242"/>
                      </a:moveTo>
                      <a:cubicBezTo>
                        <a:pt x="14794" y="49242"/>
                        <a:pt x="4795" y="39251"/>
                        <a:pt x="4795" y="26915"/>
                      </a:cubicBezTo>
                      <a:cubicBezTo>
                        <a:pt x="4795" y="14681"/>
                        <a:pt x="14794" y="4690"/>
                        <a:pt x="27139" y="4690"/>
                      </a:cubicBezTo>
                      <a:cubicBezTo>
                        <a:pt x="39382" y="4690"/>
                        <a:pt x="49380" y="14681"/>
                        <a:pt x="49380" y="26915"/>
                      </a:cubicBezTo>
                      <a:cubicBezTo>
                        <a:pt x="49380" y="39251"/>
                        <a:pt x="39484" y="49242"/>
                        <a:pt x="27139" y="492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E6CD07DE-2C21-0F43-AF5D-BE2AF609D4FA}"/>
                    </a:ext>
                  </a:extLst>
                </p:cNvPr>
                <p:cNvSpPr/>
                <p:nvPr/>
              </p:nvSpPr>
              <p:spPr>
                <a:xfrm>
                  <a:off x="10203815" y="5721432"/>
                  <a:ext cx="21425" cy="31808"/>
                </a:xfrm>
                <a:custGeom>
                  <a:avLst/>
                  <a:gdLst>
                    <a:gd name="connsiteX0" fmla="*/ 20303 w 21425"/>
                    <a:gd name="connsiteY0" fmla="*/ 22531 h 31808"/>
                    <a:gd name="connsiteX1" fmla="*/ 15304 w 21425"/>
                    <a:gd name="connsiteY1" fmla="*/ 16312 h 31808"/>
                    <a:gd name="connsiteX2" fmla="*/ 15304 w 21425"/>
                    <a:gd name="connsiteY2" fmla="*/ 16210 h 31808"/>
                    <a:gd name="connsiteX3" fmla="*/ 21323 w 21425"/>
                    <a:gd name="connsiteY3" fmla="*/ 8768 h 31808"/>
                    <a:gd name="connsiteX4" fmla="*/ 9896 w 21425"/>
                    <a:gd name="connsiteY4" fmla="*/ 0 h 31808"/>
                    <a:gd name="connsiteX5" fmla="*/ 0 w 21425"/>
                    <a:gd name="connsiteY5" fmla="*/ 0 h 31808"/>
                    <a:gd name="connsiteX6" fmla="*/ 0 w 21425"/>
                    <a:gd name="connsiteY6" fmla="*/ 31707 h 31808"/>
                    <a:gd name="connsiteX7" fmla="*/ 5407 w 21425"/>
                    <a:gd name="connsiteY7" fmla="*/ 31707 h 31808"/>
                    <a:gd name="connsiteX8" fmla="*/ 5407 w 21425"/>
                    <a:gd name="connsiteY8" fmla="*/ 18453 h 31808"/>
                    <a:gd name="connsiteX9" fmla="*/ 8774 w 21425"/>
                    <a:gd name="connsiteY9" fmla="*/ 18453 h 31808"/>
                    <a:gd name="connsiteX10" fmla="*/ 15406 w 21425"/>
                    <a:gd name="connsiteY10" fmla="*/ 26099 h 31808"/>
                    <a:gd name="connsiteX11" fmla="*/ 16120 w 21425"/>
                    <a:gd name="connsiteY11" fmla="*/ 31808 h 31808"/>
                    <a:gd name="connsiteX12" fmla="*/ 21425 w 21425"/>
                    <a:gd name="connsiteY12" fmla="*/ 31808 h 31808"/>
                    <a:gd name="connsiteX13" fmla="*/ 20303 w 21425"/>
                    <a:gd name="connsiteY13" fmla="*/ 22531 h 31808"/>
                    <a:gd name="connsiteX14" fmla="*/ 10203 w 21425"/>
                    <a:gd name="connsiteY14" fmla="*/ 14069 h 31808"/>
                    <a:gd name="connsiteX15" fmla="*/ 5407 w 21425"/>
                    <a:gd name="connsiteY15" fmla="*/ 14069 h 31808"/>
                    <a:gd name="connsiteX16" fmla="*/ 5407 w 21425"/>
                    <a:gd name="connsiteY16" fmla="*/ 4486 h 31808"/>
                    <a:gd name="connsiteX17" fmla="*/ 10203 w 21425"/>
                    <a:gd name="connsiteY17" fmla="*/ 4486 h 31808"/>
                    <a:gd name="connsiteX18" fmla="*/ 15814 w 21425"/>
                    <a:gd name="connsiteY18" fmla="*/ 9278 h 31808"/>
                    <a:gd name="connsiteX19" fmla="*/ 10203 w 21425"/>
                    <a:gd name="connsiteY19" fmla="*/ 14069 h 31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1425" h="31808">
                      <a:moveTo>
                        <a:pt x="20303" y="22531"/>
                      </a:moveTo>
                      <a:cubicBezTo>
                        <a:pt x="19895" y="19065"/>
                        <a:pt x="18467" y="17026"/>
                        <a:pt x="15304" y="16312"/>
                      </a:cubicBezTo>
                      <a:lnTo>
                        <a:pt x="15304" y="16210"/>
                      </a:lnTo>
                      <a:cubicBezTo>
                        <a:pt x="18365" y="15598"/>
                        <a:pt x="21323" y="13559"/>
                        <a:pt x="21323" y="8768"/>
                      </a:cubicBezTo>
                      <a:cubicBezTo>
                        <a:pt x="21323" y="2549"/>
                        <a:pt x="16324" y="0"/>
                        <a:pt x="9896" y="0"/>
                      </a:cubicBezTo>
                      <a:lnTo>
                        <a:pt x="0" y="0"/>
                      </a:lnTo>
                      <a:lnTo>
                        <a:pt x="0" y="31707"/>
                      </a:lnTo>
                      <a:lnTo>
                        <a:pt x="5407" y="31707"/>
                      </a:lnTo>
                      <a:lnTo>
                        <a:pt x="5407" y="18453"/>
                      </a:lnTo>
                      <a:lnTo>
                        <a:pt x="8774" y="18453"/>
                      </a:lnTo>
                      <a:cubicBezTo>
                        <a:pt x="12855" y="18453"/>
                        <a:pt x="14692" y="20492"/>
                        <a:pt x="15406" y="26099"/>
                      </a:cubicBezTo>
                      <a:cubicBezTo>
                        <a:pt x="15610" y="28036"/>
                        <a:pt x="16120" y="31808"/>
                        <a:pt x="16120" y="31808"/>
                      </a:cubicBezTo>
                      <a:lnTo>
                        <a:pt x="21425" y="31808"/>
                      </a:lnTo>
                      <a:cubicBezTo>
                        <a:pt x="21425" y="31808"/>
                        <a:pt x="20711" y="25895"/>
                        <a:pt x="20303" y="22531"/>
                      </a:cubicBezTo>
                      <a:close/>
                      <a:moveTo>
                        <a:pt x="10203" y="14069"/>
                      </a:moveTo>
                      <a:lnTo>
                        <a:pt x="5407" y="14069"/>
                      </a:lnTo>
                      <a:lnTo>
                        <a:pt x="5407" y="4486"/>
                      </a:lnTo>
                      <a:lnTo>
                        <a:pt x="10203" y="4486"/>
                      </a:lnTo>
                      <a:cubicBezTo>
                        <a:pt x="14182" y="4486"/>
                        <a:pt x="15814" y="6933"/>
                        <a:pt x="15814" y="9278"/>
                      </a:cubicBezTo>
                      <a:cubicBezTo>
                        <a:pt x="15814" y="11724"/>
                        <a:pt x="13977" y="14069"/>
                        <a:pt x="10203" y="140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815B7707-B936-E04F-A422-EDA343C5279E}"/>
                  </a:ext>
                </a:extLst>
              </p:cNvPr>
              <p:cNvSpPr/>
              <p:nvPr/>
            </p:nvSpPr>
            <p:spPr>
              <a:xfrm>
                <a:off x="8164171" y="3231058"/>
                <a:ext cx="360938" cy="425873"/>
              </a:xfrm>
              <a:custGeom>
                <a:avLst/>
                <a:gdLst>
                  <a:gd name="connsiteX0" fmla="*/ 91415 w 195276"/>
                  <a:gd name="connsiteY0" fmla="*/ 0 h 230407"/>
                  <a:gd name="connsiteX1" fmla="*/ 5917 w 195276"/>
                  <a:gd name="connsiteY1" fmla="*/ 38639 h 230407"/>
                  <a:gd name="connsiteX2" fmla="*/ 42238 w 195276"/>
                  <a:gd name="connsiteY2" fmla="*/ 66370 h 230407"/>
                  <a:gd name="connsiteX3" fmla="*/ 87027 w 195276"/>
                  <a:gd name="connsiteY3" fmla="*/ 44654 h 230407"/>
                  <a:gd name="connsiteX4" fmla="*/ 132633 w 195276"/>
                  <a:gd name="connsiteY4" fmla="*/ 81662 h 230407"/>
                  <a:gd name="connsiteX5" fmla="*/ 132633 w 195276"/>
                  <a:gd name="connsiteY5" fmla="*/ 86454 h 230407"/>
                  <a:gd name="connsiteX6" fmla="*/ 104984 w 195276"/>
                  <a:gd name="connsiteY6" fmla="*/ 86454 h 230407"/>
                  <a:gd name="connsiteX7" fmla="*/ 0 w 195276"/>
                  <a:gd name="connsiteY7" fmla="*/ 159858 h 230407"/>
                  <a:gd name="connsiteX8" fmla="*/ 71213 w 195276"/>
                  <a:gd name="connsiteY8" fmla="*/ 230408 h 230407"/>
                  <a:gd name="connsiteX9" fmla="*/ 133551 w 195276"/>
                  <a:gd name="connsiteY9" fmla="*/ 202167 h 230407"/>
                  <a:gd name="connsiteX10" fmla="*/ 134367 w 195276"/>
                  <a:gd name="connsiteY10" fmla="*/ 202167 h 230407"/>
                  <a:gd name="connsiteX11" fmla="*/ 134367 w 195276"/>
                  <a:gd name="connsiteY11" fmla="*/ 223883 h 230407"/>
                  <a:gd name="connsiteX12" fmla="*/ 195276 w 195276"/>
                  <a:gd name="connsiteY12" fmla="*/ 223883 h 230407"/>
                  <a:gd name="connsiteX13" fmla="*/ 195276 w 195276"/>
                  <a:gd name="connsiteY13" fmla="*/ 86250 h 230407"/>
                  <a:gd name="connsiteX14" fmla="*/ 91415 w 195276"/>
                  <a:gd name="connsiteY14" fmla="*/ 0 h 230407"/>
                  <a:gd name="connsiteX15" fmla="*/ 132633 w 195276"/>
                  <a:gd name="connsiteY15" fmla="*/ 137531 h 230407"/>
                  <a:gd name="connsiteX16" fmla="*/ 94271 w 195276"/>
                  <a:gd name="connsiteY16" fmla="*/ 185651 h 230407"/>
                  <a:gd name="connsiteX17" fmla="*/ 62541 w 195276"/>
                  <a:gd name="connsiteY17" fmla="*/ 156290 h 230407"/>
                  <a:gd name="connsiteX18" fmla="*/ 107943 w 195276"/>
                  <a:gd name="connsiteY18" fmla="*/ 124379 h 230407"/>
                  <a:gd name="connsiteX19" fmla="*/ 132633 w 195276"/>
                  <a:gd name="connsiteY19" fmla="*/ 124379 h 230407"/>
                  <a:gd name="connsiteX20" fmla="*/ 132633 w 195276"/>
                  <a:gd name="connsiteY20" fmla="*/ 137531 h 230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5276" h="230407">
                    <a:moveTo>
                      <a:pt x="91415" y="0"/>
                    </a:moveTo>
                    <a:cubicBezTo>
                      <a:pt x="33668" y="0"/>
                      <a:pt x="11937" y="30993"/>
                      <a:pt x="5917" y="38639"/>
                    </a:cubicBezTo>
                    <a:lnTo>
                      <a:pt x="42238" y="66370"/>
                    </a:lnTo>
                    <a:cubicBezTo>
                      <a:pt x="48054" y="58417"/>
                      <a:pt x="62133" y="44654"/>
                      <a:pt x="87027" y="44654"/>
                    </a:cubicBezTo>
                    <a:cubicBezTo>
                      <a:pt x="115084" y="44654"/>
                      <a:pt x="132633" y="58214"/>
                      <a:pt x="132633" y="81662"/>
                    </a:cubicBezTo>
                    <a:lnTo>
                      <a:pt x="132633" y="86454"/>
                    </a:lnTo>
                    <a:cubicBezTo>
                      <a:pt x="132633" y="86454"/>
                      <a:pt x="107943" y="86454"/>
                      <a:pt x="104984" y="86454"/>
                    </a:cubicBezTo>
                    <a:cubicBezTo>
                      <a:pt x="41422" y="86454"/>
                      <a:pt x="0" y="109902"/>
                      <a:pt x="0" y="159858"/>
                    </a:cubicBezTo>
                    <a:cubicBezTo>
                      <a:pt x="0" y="202371"/>
                      <a:pt x="30403" y="230408"/>
                      <a:pt x="71213" y="230408"/>
                    </a:cubicBezTo>
                    <a:cubicBezTo>
                      <a:pt x="115186" y="230408"/>
                      <a:pt x="130286" y="206551"/>
                      <a:pt x="133551" y="202167"/>
                    </a:cubicBezTo>
                    <a:lnTo>
                      <a:pt x="134367" y="202167"/>
                    </a:lnTo>
                    <a:cubicBezTo>
                      <a:pt x="134367" y="211241"/>
                      <a:pt x="134367" y="223883"/>
                      <a:pt x="134367" y="223883"/>
                    </a:cubicBezTo>
                    <a:lnTo>
                      <a:pt x="195276" y="223883"/>
                    </a:lnTo>
                    <a:lnTo>
                      <a:pt x="195276" y="86250"/>
                    </a:lnTo>
                    <a:cubicBezTo>
                      <a:pt x="195276" y="24060"/>
                      <a:pt x="145488" y="0"/>
                      <a:pt x="91415" y="0"/>
                    </a:cubicBezTo>
                    <a:close/>
                    <a:moveTo>
                      <a:pt x="132633" y="137531"/>
                    </a:moveTo>
                    <a:cubicBezTo>
                      <a:pt x="132531" y="163120"/>
                      <a:pt x="121410" y="185651"/>
                      <a:pt x="94271" y="185651"/>
                    </a:cubicBezTo>
                    <a:cubicBezTo>
                      <a:pt x="76111" y="185651"/>
                      <a:pt x="62541" y="174539"/>
                      <a:pt x="62541" y="156290"/>
                    </a:cubicBezTo>
                    <a:cubicBezTo>
                      <a:pt x="62541" y="138041"/>
                      <a:pt x="75090" y="124379"/>
                      <a:pt x="107943" y="124379"/>
                    </a:cubicBezTo>
                    <a:cubicBezTo>
                      <a:pt x="109575" y="124379"/>
                      <a:pt x="132633" y="124379"/>
                      <a:pt x="132633" y="124379"/>
                    </a:cubicBezTo>
                    <a:cubicBezTo>
                      <a:pt x="132633" y="124379"/>
                      <a:pt x="132633" y="137225"/>
                      <a:pt x="132633" y="1375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8E59F094-C524-0049-BCC5-9FB441658D8C}"/>
                  </a:ext>
                </a:extLst>
              </p:cNvPr>
              <p:cNvSpPr/>
              <p:nvPr/>
            </p:nvSpPr>
            <p:spPr>
              <a:xfrm>
                <a:off x="7094176" y="3243118"/>
                <a:ext cx="118991" cy="402129"/>
              </a:xfrm>
              <a:custGeom>
                <a:avLst/>
                <a:gdLst>
                  <a:gd name="connsiteX0" fmla="*/ 0 w 64377"/>
                  <a:gd name="connsiteY0" fmla="*/ 0 h 217561"/>
                  <a:gd name="connsiteX1" fmla="*/ 64378 w 64377"/>
                  <a:gd name="connsiteY1" fmla="*/ 0 h 217561"/>
                  <a:gd name="connsiteX2" fmla="*/ 64378 w 64377"/>
                  <a:gd name="connsiteY2" fmla="*/ 217562 h 217561"/>
                  <a:gd name="connsiteX3" fmla="*/ 0 w 64377"/>
                  <a:gd name="connsiteY3" fmla="*/ 217562 h 21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217561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217562"/>
                    </a:lnTo>
                    <a:lnTo>
                      <a:pt x="0" y="217562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AE69FB2B-63C6-BC49-A79E-A96D4EADCB70}"/>
                  </a:ext>
                </a:extLst>
              </p:cNvPr>
              <p:cNvSpPr/>
              <p:nvPr/>
            </p:nvSpPr>
            <p:spPr>
              <a:xfrm>
                <a:off x="7088707" y="3057128"/>
                <a:ext cx="129741" cy="129645"/>
              </a:xfrm>
              <a:custGeom>
                <a:avLst/>
                <a:gdLst>
                  <a:gd name="connsiteX0" fmla="*/ 70194 w 70193"/>
                  <a:gd name="connsiteY0" fmla="*/ 35071 h 70141"/>
                  <a:gd name="connsiteX1" fmla="*/ 35097 w 70193"/>
                  <a:gd name="connsiteY1" fmla="*/ 70142 h 70141"/>
                  <a:gd name="connsiteX2" fmla="*/ 0 w 70193"/>
                  <a:gd name="connsiteY2" fmla="*/ 35071 h 70141"/>
                  <a:gd name="connsiteX3" fmla="*/ 35097 w 70193"/>
                  <a:gd name="connsiteY3" fmla="*/ 0 h 70141"/>
                  <a:gd name="connsiteX4" fmla="*/ 70194 w 70193"/>
                  <a:gd name="connsiteY4" fmla="*/ 35071 h 7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3" h="70141">
                    <a:moveTo>
                      <a:pt x="70194" y="35071"/>
                    </a:moveTo>
                    <a:cubicBezTo>
                      <a:pt x="70194" y="54440"/>
                      <a:pt x="54480" y="70142"/>
                      <a:pt x="35097" y="70142"/>
                    </a:cubicBezTo>
                    <a:cubicBezTo>
                      <a:pt x="15714" y="70142"/>
                      <a:pt x="0" y="54440"/>
                      <a:pt x="0" y="35071"/>
                    </a:cubicBezTo>
                    <a:cubicBezTo>
                      <a:pt x="0" y="15702"/>
                      <a:pt x="15714" y="0"/>
                      <a:pt x="35097" y="0"/>
                    </a:cubicBezTo>
                    <a:cubicBezTo>
                      <a:pt x="54480" y="0"/>
                      <a:pt x="70194" y="15702"/>
                      <a:pt x="70194" y="350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7121916-EE4B-2140-8B0B-E08B32182639}"/>
                  </a:ext>
                </a:extLst>
              </p:cNvPr>
              <p:cNvSpPr/>
              <p:nvPr/>
            </p:nvSpPr>
            <p:spPr>
              <a:xfrm>
                <a:off x="7740246" y="3243118"/>
                <a:ext cx="118991" cy="402129"/>
              </a:xfrm>
              <a:custGeom>
                <a:avLst/>
                <a:gdLst>
                  <a:gd name="connsiteX0" fmla="*/ 0 w 64377"/>
                  <a:gd name="connsiteY0" fmla="*/ 0 h 217561"/>
                  <a:gd name="connsiteX1" fmla="*/ 64378 w 64377"/>
                  <a:gd name="connsiteY1" fmla="*/ 0 h 217561"/>
                  <a:gd name="connsiteX2" fmla="*/ 64378 w 64377"/>
                  <a:gd name="connsiteY2" fmla="*/ 217562 h 217561"/>
                  <a:gd name="connsiteX3" fmla="*/ 0 w 64377"/>
                  <a:gd name="connsiteY3" fmla="*/ 217562 h 21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377" h="217561">
                    <a:moveTo>
                      <a:pt x="0" y="0"/>
                    </a:moveTo>
                    <a:lnTo>
                      <a:pt x="64378" y="0"/>
                    </a:lnTo>
                    <a:lnTo>
                      <a:pt x="64378" y="217562"/>
                    </a:lnTo>
                    <a:lnTo>
                      <a:pt x="0" y="217562"/>
                    </a:ln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D7CF0DF-96C4-484B-B087-34D04ADBBE4C}"/>
                  </a:ext>
                </a:extLst>
              </p:cNvPr>
              <p:cNvSpPr/>
              <p:nvPr/>
            </p:nvSpPr>
            <p:spPr>
              <a:xfrm>
                <a:off x="7734777" y="3057128"/>
                <a:ext cx="129741" cy="129645"/>
              </a:xfrm>
              <a:custGeom>
                <a:avLst/>
                <a:gdLst>
                  <a:gd name="connsiteX0" fmla="*/ 70193 w 70193"/>
                  <a:gd name="connsiteY0" fmla="*/ 35071 h 70141"/>
                  <a:gd name="connsiteX1" fmla="*/ 35097 w 70193"/>
                  <a:gd name="connsiteY1" fmla="*/ 70142 h 70141"/>
                  <a:gd name="connsiteX2" fmla="*/ 0 w 70193"/>
                  <a:gd name="connsiteY2" fmla="*/ 35071 h 70141"/>
                  <a:gd name="connsiteX3" fmla="*/ 35097 w 70193"/>
                  <a:gd name="connsiteY3" fmla="*/ 0 h 70141"/>
                  <a:gd name="connsiteX4" fmla="*/ 70193 w 70193"/>
                  <a:gd name="connsiteY4" fmla="*/ 35071 h 7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93" h="70141">
                    <a:moveTo>
                      <a:pt x="70193" y="35071"/>
                    </a:moveTo>
                    <a:cubicBezTo>
                      <a:pt x="70193" y="54440"/>
                      <a:pt x="54480" y="70142"/>
                      <a:pt x="35097" y="70142"/>
                    </a:cubicBezTo>
                    <a:cubicBezTo>
                      <a:pt x="15713" y="70142"/>
                      <a:pt x="0" y="54440"/>
                      <a:pt x="0" y="35071"/>
                    </a:cubicBezTo>
                    <a:cubicBezTo>
                      <a:pt x="0" y="15702"/>
                      <a:pt x="15713" y="0"/>
                      <a:pt x="35097" y="0"/>
                    </a:cubicBezTo>
                    <a:cubicBezTo>
                      <a:pt x="54480" y="0"/>
                      <a:pt x="70193" y="15702"/>
                      <a:pt x="70193" y="350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FFB6D2-6076-0348-AC82-2793349351D9}"/>
                </a:ext>
              </a:extLst>
            </p:cNvPr>
            <p:cNvGrpSpPr/>
            <p:nvPr/>
          </p:nvGrpSpPr>
          <p:grpSpPr>
            <a:xfrm>
              <a:off x="7662373" y="2131511"/>
              <a:ext cx="1218017" cy="651426"/>
              <a:chOff x="7662373" y="2131511"/>
              <a:chExt cx="1218017" cy="651426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0B4EADA-1765-4146-8F41-2EFEB7F0441B}"/>
                  </a:ext>
                </a:extLst>
              </p:cNvPr>
              <p:cNvSpPr/>
              <p:nvPr/>
            </p:nvSpPr>
            <p:spPr>
              <a:xfrm>
                <a:off x="8438751" y="2131511"/>
                <a:ext cx="284365" cy="284156"/>
              </a:xfrm>
              <a:custGeom>
                <a:avLst/>
                <a:gdLst>
                  <a:gd name="connsiteX0" fmla="*/ 35703 w 153848"/>
                  <a:gd name="connsiteY0" fmla="*/ 0 h 153735"/>
                  <a:gd name="connsiteX1" fmla="*/ 118242 w 153848"/>
                  <a:gd name="connsiteY1" fmla="*/ 0 h 153735"/>
                  <a:gd name="connsiteX2" fmla="*/ 153848 w 153848"/>
                  <a:gd name="connsiteY2" fmla="*/ 35581 h 153735"/>
                  <a:gd name="connsiteX3" fmla="*/ 153848 w 153848"/>
                  <a:gd name="connsiteY3" fmla="*/ 118058 h 153735"/>
                  <a:gd name="connsiteX4" fmla="*/ 93041 w 153848"/>
                  <a:gd name="connsiteY4" fmla="*/ 143240 h 153735"/>
                  <a:gd name="connsiteX5" fmla="*/ 10503 w 153848"/>
                  <a:gd name="connsiteY5" fmla="*/ 60762 h 153735"/>
                  <a:gd name="connsiteX6" fmla="*/ 35703 w 153848"/>
                  <a:gd name="connsiteY6" fmla="*/ 0 h 153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3848" h="153735">
                    <a:moveTo>
                      <a:pt x="35703" y="0"/>
                    </a:moveTo>
                    <a:lnTo>
                      <a:pt x="118242" y="0"/>
                    </a:lnTo>
                    <a:cubicBezTo>
                      <a:pt x="137932" y="0"/>
                      <a:pt x="153848" y="15904"/>
                      <a:pt x="153848" y="35581"/>
                    </a:cubicBezTo>
                    <a:lnTo>
                      <a:pt x="153848" y="118058"/>
                    </a:lnTo>
                    <a:cubicBezTo>
                      <a:pt x="153848" y="149765"/>
                      <a:pt x="115487" y="165669"/>
                      <a:pt x="93041" y="143240"/>
                    </a:cubicBezTo>
                    <a:lnTo>
                      <a:pt x="10503" y="60762"/>
                    </a:lnTo>
                    <a:cubicBezTo>
                      <a:pt x="-11943" y="38333"/>
                      <a:pt x="3973" y="0"/>
                      <a:pt x="35703" y="0"/>
                    </a:cubicBezTo>
                    <a:close/>
                  </a:path>
                </a:pathLst>
              </a:custGeom>
              <a:solidFill>
                <a:srgbClr val="5DA7FB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CA14AC3E-095F-DA40-97EB-BA00DC1303E5}"/>
                  </a:ext>
                </a:extLst>
              </p:cNvPr>
              <p:cNvSpPr/>
              <p:nvPr/>
            </p:nvSpPr>
            <p:spPr>
              <a:xfrm>
                <a:off x="7662373" y="2131700"/>
                <a:ext cx="651715" cy="651237"/>
              </a:xfrm>
              <a:custGeom>
                <a:avLst/>
                <a:gdLst>
                  <a:gd name="connsiteX0" fmla="*/ 275769 w 352593"/>
                  <a:gd name="connsiteY0" fmla="*/ 198497 h 352334"/>
                  <a:gd name="connsiteX1" fmla="*/ 216798 w 352593"/>
                  <a:gd name="connsiteY1" fmla="*/ 198497 h 352334"/>
                  <a:gd name="connsiteX2" fmla="*/ 216798 w 352593"/>
                  <a:gd name="connsiteY2" fmla="*/ 198497 h 352334"/>
                  <a:gd name="connsiteX3" fmla="*/ 153849 w 352593"/>
                  <a:gd name="connsiteY3" fmla="*/ 135594 h 352334"/>
                  <a:gd name="connsiteX4" fmla="*/ 153849 w 352593"/>
                  <a:gd name="connsiteY4" fmla="*/ 135594 h 352334"/>
                  <a:gd name="connsiteX5" fmla="*/ 153849 w 352593"/>
                  <a:gd name="connsiteY5" fmla="*/ 135288 h 352334"/>
                  <a:gd name="connsiteX6" fmla="*/ 153849 w 352593"/>
                  <a:gd name="connsiteY6" fmla="*/ 135288 h 352334"/>
                  <a:gd name="connsiteX7" fmla="*/ 153849 w 352593"/>
                  <a:gd name="connsiteY7" fmla="*/ 135288 h 352334"/>
                  <a:gd name="connsiteX8" fmla="*/ 153849 w 352593"/>
                  <a:gd name="connsiteY8" fmla="*/ 76769 h 352334"/>
                  <a:gd name="connsiteX9" fmla="*/ 153849 w 352593"/>
                  <a:gd name="connsiteY9" fmla="*/ 35581 h 352334"/>
                  <a:gd name="connsiteX10" fmla="*/ 118242 w 352593"/>
                  <a:gd name="connsiteY10" fmla="*/ 0 h 352334"/>
                  <a:gd name="connsiteX11" fmla="*/ 35703 w 352593"/>
                  <a:gd name="connsiteY11" fmla="*/ 0 h 352334"/>
                  <a:gd name="connsiteX12" fmla="*/ 10503 w 352593"/>
                  <a:gd name="connsiteY12" fmla="*/ 60762 h 352334"/>
                  <a:gd name="connsiteX13" fmla="*/ 42029 w 352593"/>
                  <a:gd name="connsiteY13" fmla="*/ 92265 h 352334"/>
                  <a:gd name="connsiteX14" fmla="*/ 84879 w 352593"/>
                  <a:gd name="connsiteY14" fmla="*/ 135084 h 352334"/>
                  <a:gd name="connsiteX15" fmla="*/ 85593 w 352593"/>
                  <a:gd name="connsiteY15" fmla="*/ 135798 h 352334"/>
                  <a:gd name="connsiteX16" fmla="*/ 93041 w 352593"/>
                  <a:gd name="connsiteY16" fmla="*/ 143240 h 352334"/>
                  <a:gd name="connsiteX17" fmla="*/ 209350 w 352593"/>
                  <a:gd name="connsiteY17" fmla="*/ 259463 h 352334"/>
                  <a:gd name="connsiteX18" fmla="*/ 219247 w 352593"/>
                  <a:gd name="connsiteY18" fmla="*/ 269353 h 352334"/>
                  <a:gd name="connsiteX19" fmla="*/ 222410 w 352593"/>
                  <a:gd name="connsiteY19" fmla="*/ 272513 h 352334"/>
                  <a:gd name="connsiteX20" fmla="*/ 265260 w 352593"/>
                  <a:gd name="connsiteY20" fmla="*/ 315332 h 352334"/>
                  <a:gd name="connsiteX21" fmla="*/ 291787 w 352593"/>
                  <a:gd name="connsiteY21" fmla="*/ 341839 h 352334"/>
                  <a:gd name="connsiteX22" fmla="*/ 352594 w 352593"/>
                  <a:gd name="connsiteY22" fmla="*/ 316657 h 352334"/>
                  <a:gd name="connsiteX23" fmla="*/ 352594 w 352593"/>
                  <a:gd name="connsiteY23" fmla="*/ 234180 h 352334"/>
                  <a:gd name="connsiteX24" fmla="*/ 316987 w 352593"/>
                  <a:gd name="connsiteY24" fmla="*/ 198599 h 352334"/>
                  <a:gd name="connsiteX25" fmla="*/ 275769 w 352593"/>
                  <a:gd name="connsiteY25" fmla="*/ 198599 h 352334"/>
                  <a:gd name="connsiteX26" fmla="*/ 275769 w 352593"/>
                  <a:gd name="connsiteY26" fmla="*/ 198497 h 352334"/>
                  <a:gd name="connsiteX27" fmla="*/ 275769 w 352593"/>
                  <a:gd name="connsiteY27" fmla="*/ 198497 h 352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2593" h="352334">
                    <a:moveTo>
                      <a:pt x="275769" y="198497"/>
                    </a:moveTo>
                    <a:lnTo>
                      <a:pt x="216798" y="198497"/>
                    </a:lnTo>
                    <a:lnTo>
                      <a:pt x="216798" y="198497"/>
                    </a:lnTo>
                    <a:cubicBezTo>
                      <a:pt x="182110" y="198293"/>
                      <a:pt x="154053" y="170257"/>
                      <a:pt x="153849" y="135594"/>
                    </a:cubicBezTo>
                    <a:lnTo>
                      <a:pt x="153849" y="135594"/>
                    </a:lnTo>
                    <a:lnTo>
                      <a:pt x="153849" y="135288"/>
                    </a:lnTo>
                    <a:lnTo>
                      <a:pt x="153849" y="135288"/>
                    </a:lnTo>
                    <a:lnTo>
                      <a:pt x="153849" y="135288"/>
                    </a:lnTo>
                    <a:lnTo>
                      <a:pt x="153849" y="76769"/>
                    </a:lnTo>
                    <a:lnTo>
                      <a:pt x="153849" y="35581"/>
                    </a:lnTo>
                    <a:cubicBezTo>
                      <a:pt x="153849" y="15904"/>
                      <a:pt x="137932" y="0"/>
                      <a:pt x="118242" y="0"/>
                    </a:cubicBezTo>
                    <a:lnTo>
                      <a:pt x="35703" y="0"/>
                    </a:lnTo>
                    <a:cubicBezTo>
                      <a:pt x="3973" y="0"/>
                      <a:pt x="-11943" y="38333"/>
                      <a:pt x="10503" y="60762"/>
                    </a:cubicBezTo>
                    <a:lnTo>
                      <a:pt x="42029" y="92265"/>
                    </a:lnTo>
                    <a:lnTo>
                      <a:pt x="84879" y="135084"/>
                    </a:lnTo>
                    <a:lnTo>
                      <a:pt x="85593" y="135798"/>
                    </a:lnTo>
                    <a:lnTo>
                      <a:pt x="93041" y="143240"/>
                    </a:lnTo>
                    <a:lnTo>
                      <a:pt x="209350" y="259463"/>
                    </a:lnTo>
                    <a:lnTo>
                      <a:pt x="219247" y="269353"/>
                    </a:lnTo>
                    <a:lnTo>
                      <a:pt x="222410" y="272513"/>
                    </a:lnTo>
                    <a:lnTo>
                      <a:pt x="265260" y="315332"/>
                    </a:lnTo>
                    <a:lnTo>
                      <a:pt x="291787" y="341839"/>
                    </a:lnTo>
                    <a:cubicBezTo>
                      <a:pt x="314232" y="364268"/>
                      <a:pt x="352594" y="348364"/>
                      <a:pt x="352594" y="316657"/>
                    </a:cubicBezTo>
                    <a:lnTo>
                      <a:pt x="352594" y="234180"/>
                    </a:lnTo>
                    <a:cubicBezTo>
                      <a:pt x="352594" y="214503"/>
                      <a:pt x="336678" y="198599"/>
                      <a:pt x="316987" y="198599"/>
                    </a:cubicBezTo>
                    <a:lnTo>
                      <a:pt x="275769" y="198599"/>
                    </a:lnTo>
                    <a:lnTo>
                      <a:pt x="275769" y="198497"/>
                    </a:lnTo>
                    <a:lnTo>
                      <a:pt x="275769" y="198497"/>
                    </a:lnTo>
                    <a:close/>
                  </a:path>
                </a:pathLst>
              </a:custGeom>
              <a:solidFill>
                <a:srgbClr val="FC1859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475DF608-3B68-6F4A-BB97-A62DFBAD42D5}"/>
                  </a:ext>
                </a:extLst>
              </p:cNvPr>
              <p:cNvSpPr/>
              <p:nvPr/>
            </p:nvSpPr>
            <p:spPr>
              <a:xfrm>
                <a:off x="8071400" y="2131700"/>
                <a:ext cx="651715" cy="651237"/>
              </a:xfrm>
              <a:custGeom>
                <a:avLst/>
                <a:gdLst>
                  <a:gd name="connsiteX0" fmla="*/ 275769 w 352593"/>
                  <a:gd name="connsiteY0" fmla="*/ 198497 h 352334"/>
                  <a:gd name="connsiteX1" fmla="*/ 216798 w 352593"/>
                  <a:gd name="connsiteY1" fmla="*/ 198497 h 352334"/>
                  <a:gd name="connsiteX2" fmla="*/ 216798 w 352593"/>
                  <a:gd name="connsiteY2" fmla="*/ 198497 h 352334"/>
                  <a:gd name="connsiteX3" fmla="*/ 153848 w 352593"/>
                  <a:gd name="connsiteY3" fmla="*/ 135594 h 352334"/>
                  <a:gd name="connsiteX4" fmla="*/ 153848 w 352593"/>
                  <a:gd name="connsiteY4" fmla="*/ 135594 h 352334"/>
                  <a:gd name="connsiteX5" fmla="*/ 153848 w 352593"/>
                  <a:gd name="connsiteY5" fmla="*/ 135288 h 352334"/>
                  <a:gd name="connsiteX6" fmla="*/ 153848 w 352593"/>
                  <a:gd name="connsiteY6" fmla="*/ 135288 h 352334"/>
                  <a:gd name="connsiteX7" fmla="*/ 153848 w 352593"/>
                  <a:gd name="connsiteY7" fmla="*/ 135288 h 352334"/>
                  <a:gd name="connsiteX8" fmla="*/ 153848 w 352593"/>
                  <a:gd name="connsiteY8" fmla="*/ 76769 h 352334"/>
                  <a:gd name="connsiteX9" fmla="*/ 153848 w 352593"/>
                  <a:gd name="connsiteY9" fmla="*/ 35581 h 352334"/>
                  <a:gd name="connsiteX10" fmla="*/ 118242 w 352593"/>
                  <a:gd name="connsiteY10" fmla="*/ 0 h 352334"/>
                  <a:gd name="connsiteX11" fmla="*/ 35703 w 352593"/>
                  <a:gd name="connsiteY11" fmla="*/ 0 h 352334"/>
                  <a:gd name="connsiteX12" fmla="*/ 10503 w 352593"/>
                  <a:gd name="connsiteY12" fmla="*/ 60762 h 352334"/>
                  <a:gd name="connsiteX13" fmla="*/ 42029 w 352593"/>
                  <a:gd name="connsiteY13" fmla="*/ 92265 h 352334"/>
                  <a:gd name="connsiteX14" fmla="*/ 84880 w 352593"/>
                  <a:gd name="connsiteY14" fmla="*/ 135084 h 352334"/>
                  <a:gd name="connsiteX15" fmla="*/ 85594 w 352593"/>
                  <a:gd name="connsiteY15" fmla="*/ 135798 h 352334"/>
                  <a:gd name="connsiteX16" fmla="*/ 93042 w 352593"/>
                  <a:gd name="connsiteY16" fmla="*/ 143240 h 352334"/>
                  <a:gd name="connsiteX17" fmla="*/ 209350 w 352593"/>
                  <a:gd name="connsiteY17" fmla="*/ 259463 h 352334"/>
                  <a:gd name="connsiteX18" fmla="*/ 219247 w 352593"/>
                  <a:gd name="connsiteY18" fmla="*/ 269353 h 352334"/>
                  <a:gd name="connsiteX19" fmla="*/ 222409 w 352593"/>
                  <a:gd name="connsiteY19" fmla="*/ 272513 h 352334"/>
                  <a:gd name="connsiteX20" fmla="*/ 265260 w 352593"/>
                  <a:gd name="connsiteY20" fmla="*/ 315332 h 352334"/>
                  <a:gd name="connsiteX21" fmla="*/ 291787 w 352593"/>
                  <a:gd name="connsiteY21" fmla="*/ 341839 h 352334"/>
                  <a:gd name="connsiteX22" fmla="*/ 352594 w 352593"/>
                  <a:gd name="connsiteY22" fmla="*/ 316657 h 352334"/>
                  <a:gd name="connsiteX23" fmla="*/ 352594 w 352593"/>
                  <a:gd name="connsiteY23" fmla="*/ 234180 h 352334"/>
                  <a:gd name="connsiteX24" fmla="*/ 316987 w 352593"/>
                  <a:gd name="connsiteY24" fmla="*/ 198599 h 352334"/>
                  <a:gd name="connsiteX25" fmla="*/ 275769 w 352593"/>
                  <a:gd name="connsiteY25" fmla="*/ 198599 h 352334"/>
                  <a:gd name="connsiteX26" fmla="*/ 275769 w 352593"/>
                  <a:gd name="connsiteY26" fmla="*/ 198497 h 352334"/>
                  <a:gd name="connsiteX27" fmla="*/ 275769 w 352593"/>
                  <a:gd name="connsiteY27" fmla="*/ 198497 h 352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2593" h="352334">
                    <a:moveTo>
                      <a:pt x="275769" y="198497"/>
                    </a:moveTo>
                    <a:lnTo>
                      <a:pt x="216798" y="198497"/>
                    </a:lnTo>
                    <a:lnTo>
                      <a:pt x="216798" y="198497"/>
                    </a:lnTo>
                    <a:cubicBezTo>
                      <a:pt x="182109" y="198293"/>
                      <a:pt x="154052" y="170257"/>
                      <a:pt x="153848" y="135594"/>
                    </a:cubicBezTo>
                    <a:lnTo>
                      <a:pt x="153848" y="135594"/>
                    </a:lnTo>
                    <a:lnTo>
                      <a:pt x="153848" y="135288"/>
                    </a:lnTo>
                    <a:lnTo>
                      <a:pt x="153848" y="135288"/>
                    </a:lnTo>
                    <a:lnTo>
                      <a:pt x="153848" y="135288"/>
                    </a:lnTo>
                    <a:lnTo>
                      <a:pt x="153848" y="76769"/>
                    </a:lnTo>
                    <a:lnTo>
                      <a:pt x="153848" y="35581"/>
                    </a:lnTo>
                    <a:cubicBezTo>
                      <a:pt x="153848" y="15904"/>
                      <a:pt x="137933" y="0"/>
                      <a:pt x="118242" y="0"/>
                    </a:cubicBezTo>
                    <a:lnTo>
                      <a:pt x="35703" y="0"/>
                    </a:lnTo>
                    <a:cubicBezTo>
                      <a:pt x="3973" y="0"/>
                      <a:pt x="-11943" y="38333"/>
                      <a:pt x="10503" y="60762"/>
                    </a:cubicBezTo>
                    <a:lnTo>
                      <a:pt x="42029" y="92265"/>
                    </a:lnTo>
                    <a:lnTo>
                      <a:pt x="84880" y="135084"/>
                    </a:lnTo>
                    <a:lnTo>
                      <a:pt x="85594" y="135798"/>
                    </a:lnTo>
                    <a:lnTo>
                      <a:pt x="93042" y="143240"/>
                    </a:lnTo>
                    <a:lnTo>
                      <a:pt x="209350" y="259463"/>
                    </a:lnTo>
                    <a:lnTo>
                      <a:pt x="219247" y="269353"/>
                    </a:lnTo>
                    <a:lnTo>
                      <a:pt x="222409" y="272513"/>
                    </a:lnTo>
                    <a:lnTo>
                      <a:pt x="265260" y="315332"/>
                    </a:lnTo>
                    <a:lnTo>
                      <a:pt x="291787" y="341839"/>
                    </a:lnTo>
                    <a:cubicBezTo>
                      <a:pt x="314232" y="364268"/>
                      <a:pt x="352594" y="348364"/>
                      <a:pt x="352594" y="316657"/>
                    </a:cubicBezTo>
                    <a:lnTo>
                      <a:pt x="352594" y="234180"/>
                    </a:lnTo>
                    <a:cubicBezTo>
                      <a:pt x="352594" y="214503"/>
                      <a:pt x="336678" y="198599"/>
                      <a:pt x="316987" y="198599"/>
                    </a:cubicBezTo>
                    <a:lnTo>
                      <a:pt x="275769" y="198599"/>
                    </a:lnTo>
                    <a:lnTo>
                      <a:pt x="275769" y="198497"/>
                    </a:lnTo>
                    <a:lnTo>
                      <a:pt x="275769" y="198497"/>
                    </a:lnTo>
                    <a:close/>
                  </a:path>
                </a:pathLst>
              </a:custGeom>
              <a:solidFill>
                <a:srgbClr val="995DFF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9109DA8A-52B7-0F47-8EC2-8F706E5F4D52}"/>
                  </a:ext>
                </a:extLst>
              </p:cNvPr>
              <p:cNvSpPr/>
              <p:nvPr/>
            </p:nvSpPr>
            <p:spPr>
              <a:xfrm>
                <a:off x="8785159" y="2737722"/>
                <a:ext cx="95231" cy="45037"/>
              </a:xfrm>
              <a:custGeom>
                <a:avLst/>
                <a:gdLst>
                  <a:gd name="connsiteX0" fmla="*/ 19589 w 51522"/>
                  <a:gd name="connsiteY0" fmla="*/ 3874 h 24366"/>
                  <a:gd name="connsiteX1" fmla="*/ 12141 w 51522"/>
                  <a:gd name="connsiteY1" fmla="*/ 3874 h 24366"/>
                  <a:gd name="connsiteX2" fmla="*/ 12141 w 51522"/>
                  <a:gd name="connsiteY2" fmla="*/ 24366 h 24366"/>
                  <a:gd name="connsiteX3" fmla="*/ 7448 w 51522"/>
                  <a:gd name="connsiteY3" fmla="*/ 24366 h 24366"/>
                  <a:gd name="connsiteX4" fmla="*/ 7448 w 51522"/>
                  <a:gd name="connsiteY4" fmla="*/ 3874 h 24366"/>
                  <a:gd name="connsiteX5" fmla="*/ 0 w 51522"/>
                  <a:gd name="connsiteY5" fmla="*/ 3874 h 24366"/>
                  <a:gd name="connsiteX6" fmla="*/ 0 w 51522"/>
                  <a:gd name="connsiteY6" fmla="*/ 0 h 24366"/>
                  <a:gd name="connsiteX7" fmla="*/ 19589 w 51522"/>
                  <a:gd name="connsiteY7" fmla="*/ 0 h 24366"/>
                  <a:gd name="connsiteX8" fmla="*/ 19589 w 51522"/>
                  <a:gd name="connsiteY8" fmla="*/ 3874 h 24366"/>
                  <a:gd name="connsiteX9" fmla="*/ 19589 w 51522"/>
                  <a:gd name="connsiteY9" fmla="*/ 3874 h 24366"/>
                  <a:gd name="connsiteX10" fmla="*/ 38055 w 51522"/>
                  <a:gd name="connsiteY10" fmla="*/ 17230 h 24366"/>
                  <a:gd name="connsiteX11" fmla="*/ 44687 w 51522"/>
                  <a:gd name="connsiteY11" fmla="*/ 0 h 24366"/>
                  <a:gd name="connsiteX12" fmla="*/ 51523 w 51522"/>
                  <a:gd name="connsiteY12" fmla="*/ 0 h 24366"/>
                  <a:gd name="connsiteX13" fmla="*/ 51523 w 51522"/>
                  <a:gd name="connsiteY13" fmla="*/ 24264 h 24366"/>
                  <a:gd name="connsiteX14" fmla="*/ 47136 w 51522"/>
                  <a:gd name="connsiteY14" fmla="*/ 24264 h 24366"/>
                  <a:gd name="connsiteX15" fmla="*/ 47136 w 51522"/>
                  <a:gd name="connsiteY15" fmla="*/ 5301 h 24366"/>
                  <a:gd name="connsiteX16" fmla="*/ 47034 w 51522"/>
                  <a:gd name="connsiteY16" fmla="*/ 5301 h 24366"/>
                  <a:gd name="connsiteX17" fmla="*/ 39790 w 51522"/>
                  <a:gd name="connsiteY17" fmla="*/ 24264 h 24366"/>
                  <a:gd name="connsiteX18" fmla="*/ 36525 w 51522"/>
                  <a:gd name="connsiteY18" fmla="*/ 24264 h 24366"/>
                  <a:gd name="connsiteX19" fmla="*/ 29281 w 51522"/>
                  <a:gd name="connsiteY19" fmla="*/ 5301 h 24366"/>
                  <a:gd name="connsiteX20" fmla="*/ 29179 w 51522"/>
                  <a:gd name="connsiteY20" fmla="*/ 5301 h 24366"/>
                  <a:gd name="connsiteX21" fmla="*/ 29179 w 51522"/>
                  <a:gd name="connsiteY21" fmla="*/ 24264 h 24366"/>
                  <a:gd name="connsiteX22" fmla="*/ 24792 w 51522"/>
                  <a:gd name="connsiteY22" fmla="*/ 24264 h 24366"/>
                  <a:gd name="connsiteX23" fmla="*/ 24792 w 51522"/>
                  <a:gd name="connsiteY23" fmla="*/ 0 h 24366"/>
                  <a:gd name="connsiteX24" fmla="*/ 31628 w 51522"/>
                  <a:gd name="connsiteY24" fmla="*/ 0 h 24366"/>
                  <a:gd name="connsiteX25" fmla="*/ 38055 w 51522"/>
                  <a:gd name="connsiteY25" fmla="*/ 17230 h 24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1522" h="24366">
                    <a:moveTo>
                      <a:pt x="19589" y="3874"/>
                    </a:moveTo>
                    <a:lnTo>
                      <a:pt x="12141" y="3874"/>
                    </a:lnTo>
                    <a:lnTo>
                      <a:pt x="12141" y="24366"/>
                    </a:lnTo>
                    <a:lnTo>
                      <a:pt x="7448" y="24366"/>
                    </a:lnTo>
                    <a:lnTo>
                      <a:pt x="7448" y="3874"/>
                    </a:lnTo>
                    <a:lnTo>
                      <a:pt x="0" y="3874"/>
                    </a:lnTo>
                    <a:lnTo>
                      <a:pt x="0" y="0"/>
                    </a:lnTo>
                    <a:lnTo>
                      <a:pt x="19589" y="0"/>
                    </a:lnTo>
                    <a:lnTo>
                      <a:pt x="19589" y="3874"/>
                    </a:lnTo>
                    <a:lnTo>
                      <a:pt x="19589" y="3874"/>
                    </a:lnTo>
                    <a:close/>
                    <a:moveTo>
                      <a:pt x="38055" y="17230"/>
                    </a:moveTo>
                    <a:lnTo>
                      <a:pt x="44687" y="0"/>
                    </a:lnTo>
                    <a:lnTo>
                      <a:pt x="51523" y="0"/>
                    </a:lnTo>
                    <a:lnTo>
                      <a:pt x="51523" y="24264"/>
                    </a:lnTo>
                    <a:lnTo>
                      <a:pt x="47136" y="24264"/>
                    </a:lnTo>
                    <a:lnTo>
                      <a:pt x="47136" y="5301"/>
                    </a:lnTo>
                    <a:lnTo>
                      <a:pt x="47034" y="5301"/>
                    </a:lnTo>
                    <a:lnTo>
                      <a:pt x="39790" y="24264"/>
                    </a:lnTo>
                    <a:lnTo>
                      <a:pt x="36525" y="24264"/>
                    </a:lnTo>
                    <a:lnTo>
                      <a:pt x="29281" y="5301"/>
                    </a:lnTo>
                    <a:lnTo>
                      <a:pt x="29179" y="5301"/>
                    </a:lnTo>
                    <a:lnTo>
                      <a:pt x="29179" y="24264"/>
                    </a:lnTo>
                    <a:lnTo>
                      <a:pt x="24792" y="24264"/>
                    </a:lnTo>
                    <a:lnTo>
                      <a:pt x="24792" y="0"/>
                    </a:lnTo>
                    <a:lnTo>
                      <a:pt x="31628" y="0"/>
                    </a:lnTo>
                    <a:lnTo>
                      <a:pt x="38055" y="17230"/>
                    </a:lnTo>
                    <a:close/>
                  </a:path>
                </a:pathLst>
              </a:custGeom>
              <a:solidFill>
                <a:srgbClr val="995DFF"/>
              </a:solidFill>
              <a:ln w="1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6153925"/>
      </p:ext>
    </p:extLst>
  </p:cSld>
  <p:clrMapOvr>
    <a:masterClrMapping/>
  </p:clrMapOvr>
  <p:transition>
    <p:fade/>
  </p:transition>
  <p:hf hd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Mark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D71458-FF82-1447-83D1-2C05DCE224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FF53D5-6A16-2044-8161-DB024E5745FD}"/>
              </a:ext>
            </a:extLst>
          </p:cNvPr>
          <p:cNvGrpSpPr/>
          <p:nvPr userDrawn="1"/>
        </p:nvGrpSpPr>
        <p:grpSpPr>
          <a:xfrm>
            <a:off x="5162172" y="2898388"/>
            <a:ext cx="1987230" cy="1062810"/>
            <a:chOff x="11650478" y="266930"/>
            <a:chExt cx="312036" cy="16688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83A79F5-8FDD-D848-8A36-515A757DD42E}"/>
                </a:ext>
              </a:extLst>
            </p:cNvPr>
            <p:cNvSpPr/>
            <p:nvPr/>
          </p:nvSpPr>
          <p:spPr>
            <a:xfrm>
              <a:off x="11849373" y="266930"/>
              <a:ext cx="72849" cy="72796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solidFill>
              <a:srgbClr val="5DA7FB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AD72466-79D3-7742-A81D-21CA7B1537EF}"/>
                </a:ext>
              </a:extLst>
            </p:cNvPr>
            <p:cNvSpPr/>
            <p:nvPr/>
          </p:nvSpPr>
          <p:spPr>
            <a:xfrm>
              <a:off x="11650478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FC1859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55F36BA-B53A-A740-ABBE-15E51AF9BD64}"/>
                </a:ext>
              </a:extLst>
            </p:cNvPr>
            <p:cNvSpPr/>
            <p:nvPr/>
          </p:nvSpPr>
          <p:spPr>
            <a:xfrm>
              <a:off x="11755264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solidFill>
              <a:srgbClr val="995DFF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0D0D56F-AB0B-754B-B267-92CB3293BC0D}"/>
                </a:ext>
              </a:extLst>
            </p:cNvPr>
            <p:cNvSpPr/>
            <p:nvPr/>
          </p:nvSpPr>
          <p:spPr>
            <a:xfrm>
              <a:off x="11938117" y="422230"/>
              <a:ext cx="24397" cy="11538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solidFill>
              <a:schemeClr val="accent2"/>
            </a:solidFill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3891307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M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08DB44B-8B07-C440-9C48-EF03D9D25E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E1434B-4F3A-3749-B5E2-435696E29ED3}"/>
              </a:ext>
            </a:extLst>
          </p:cNvPr>
          <p:cNvGrpSpPr/>
          <p:nvPr userDrawn="1"/>
        </p:nvGrpSpPr>
        <p:grpSpPr>
          <a:xfrm>
            <a:off x="5162172" y="2898388"/>
            <a:ext cx="1987230" cy="1062810"/>
            <a:chOff x="11650478" y="266930"/>
            <a:chExt cx="312036" cy="16688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3AE97BC-F280-6141-8055-9F6F6B1F4AF0}"/>
                </a:ext>
              </a:extLst>
            </p:cNvPr>
            <p:cNvSpPr/>
            <p:nvPr/>
          </p:nvSpPr>
          <p:spPr>
            <a:xfrm>
              <a:off x="11849373" y="266930"/>
              <a:ext cx="72849" cy="72796"/>
            </a:xfrm>
            <a:custGeom>
              <a:avLst/>
              <a:gdLst>
                <a:gd name="connsiteX0" fmla="*/ 130474 w 562227"/>
                <a:gd name="connsiteY0" fmla="*/ 0 h 561814"/>
                <a:gd name="connsiteX1" fmla="*/ 432106 w 562227"/>
                <a:gd name="connsiteY1" fmla="*/ 0 h 561814"/>
                <a:gd name="connsiteX2" fmla="*/ 562228 w 562227"/>
                <a:gd name="connsiteY2" fmla="*/ 130027 h 561814"/>
                <a:gd name="connsiteX3" fmla="*/ 562228 w 562227"/>
                <a:gd name="connsiteY3" fmla="*/ 431436 h 561814"/>
                <a:gd name="connsiteX4" fmla="*/ 340013 w 562227"/>
                <a:gd name="connsiteY4" fmla="*/ 523461 h 561814"/>
                <a:gd name="connsiteX5" fmla="*/ 38382 w 562227"/>
                <a:gd name="connsiteY5" fmla="*/ 222052 h 561814"/>
                <a:gd name="connsiteX6" fmla="*/ 130474 w 562227"/>
                <a:gd name="connsiteY6" fmla="*/ 0 h 5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2227" h="561814">
                  <a:moveTo>
                    <a:pt x="130474" y="0"/>
                  </a:moveTo>
                  <a:lnTo>
                    <a:pt x="432106" y="0"/>
                  </a:lnTo>
                  <a:cubicBezTo>
                    <a:pt x="504064" y="0"/>
                    <a:pt x="562228" y="58121"/>
                    <a:pt x="562228" y="130027"/>
                  </a:cubicBezTo>
                  <a:lnTo>
                    <a:pt x="562228" y="431436"/>
                  </a:lnTo>
                  <a:cubicBezTo>
                    <a:pt x="562228" y="547305"/>
                    <a:pt x="422038" y="605426"/>
                    <a:pt x="340013" y="523461"/>
                  </a:cubicBezTo>
                  <a:lnTo>
                    <a:pt x="38382" y="222052"/>
                  </a:lnTo>
                  <a:cubicBezTo>
                    <a:pt x="-43644" y="140086"/>
                    <a:pt x="14520" y="0"/>
                    <a:pt x="130474" y="0"/>
                  </a:cubicBezTo>
                  <a:close/>
                </a:path>
              </a:pathLst>
            </a:custGeom>
            <a:grpFill/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D02CE82-293A-8245-8875-3BC4A33A87DF}"/>
                </a:ext>
              </a:extLst>
            </p:cNvPr>
            <p:cNvSpPr/>
            <p:nvPr/>
          </p:nvSpPr>
          <p:spPr>
            <a:xfrm>
              <a:off x="11650478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5 w 1288528"/>
                <a:gd name="connsiteY10" fmla="*/ 0 h 1287580"/>
                <a:gd name="connsiteX11" fmla="*/ 130475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5 w 1288528"/>
                <a:gd name="connsiteY14" fmla="*/ 493655 h 1287580"/>
                <a:gd name="connsiteX15" fmla="*/ 312795 w 1288528"/>
                <a:gd name="connsiteY15" fmla="*/ 496263 h 1287580"/>
                <a:gd name="connsiteX16" fmla="*/ 340013 w 1288528"/>
                <a:gd name="connsiteY16" fmla="*/ 523461 h 1287580"/>
                <a:gd name="connsiteX17" fmla="*/ 765055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4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9 w 1288528"/>
                <a:gd name="connsiteY22" fmla="*/ 1157202 h 1287580"/>
                <a:gd name="connsiteX23" fmla="*/ 1288529 w 1288528"/>
                <a:gd name="connsiteY23" fmla="*/ 855793 h 1287580"/>
                <a:gd name="connsiteX24" fmla="*/ 1158405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4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4" y="0"/>
                    <a:pt x="432105" y="0"/>
                  </a:cubicBezTo>
                  <a:lnTo>
                    <a:pt x="130475" y="0"/>
                  </a:lnTo>
                  <a:cubicBezTo>
                    <a:pt x="14520" y="0"/>
                    <a:pt x="-43643" y="140086"/>
                    <a:pt x="38382" y="222052"/>
                  </a:cubicBezTo>
                  <a:lnTo>
                    <a:pt x="153591" y="337176"/>
                  </a:lnTo>
                  <a:lnTo>
                    <a:pt x="310185" y="493655"/>
                  </a:lnTo>
                  <a:lnTo>
                    <a:pt x="312795" y="496263"/>
                  </a:lnTo>
                  <a:lnTo>
                    <a:pt x="340013" y="523461"/>
                  </a:lnTo>
                  <a:lnTo>
                    <a:pt x="765055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4" y="1152359"/>
                  </a:lnTo>
                  <a:lnTo>
                    <a:pt x="1066313" y="1249227"/>
                  </a:lnTo>
                  <a:cubicBezTo>
                    <a:pt x="1148339" y="1331192"/>
                    <a:pt x="1288529" y="1273071"/>
                    <a:pt x="1288529" y="1157202"/>
                  </a:cubicBezTo>
                  <a:lnTo>
                    <a:pt x="1288529" y="855793"/>
                  </a:lnTo>
                  <a:cubicBezTo>
                    <a:pt x="1288529" y="783887"/>
                    <a:pt x="1230365" y="725766"/>
                    <a:pt x="1158405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grpFill/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AC7B820-B697-C244-80E7-30E108E1C3FC}"/>
                </a:ext>
              </a:extLst>
            </p:cNvPr>
            <p:cNvSpPr/>
            <p:nvPr/>
          </p:nvSpPr>
          <p:spPr>
            <a:xfrm>
              <a:off x="11755264" y="266978"/>
              <a:ext cx="166958" cy="166835"/>
            </a:xfrm>
            <a:custGeom>
              <a:avLst/>
              <a:gdLst>
                <a:gd name="connsiteX0" fmla="*/ 1007777 w 1288528"/>
                <a:gd name="connsiteY0" fmla="*/ 725394 h 1287580"/>
                <a:gd name="connsiteX1" fmla="*/ 792273 w 1288528"/>
                <a:gd name="connsiteY1" fmla="*/ 725394 h 1287580"/>
                <a:gd name="connsiteX2" fmla="*/ 792273 w 1288528"/>
                <a:gd name="connsiteY2" fmla="*/ 725394 h 1287580"/>
                <a:gd name="connsiteX3" fmla="*/ 562228 w 1288528"/>
                <a:gd name="connsiteY3" fmla="*/ 495518 h 1287580"/>
                <a:gd name="connsiteX4" fmla="*/ 562228 w 1288528"/>
                <a:gd name="connsiteY4" fmla="*/ 495518 h 1287580"/>
                <a:gd name="connsiteX5" fmla="*/ 562228 w 1288528"/>
                <a:gd name="connsiteY5" fmla="*/ 494400 h 1287580"/>
                <a:gd name="connsiteX6" fmla="*/ 562228 w 1288528"/>
                <a:gd name="connsiteY6" fmla="*/ 494400 h 1287580"/>
                <a:gd name="connsiteX7" fmla="*/ 562228 w 1288528"/>
                <a:gd name="connsiteY7" fmla="*/ 494400 h 1287580"/>
                <a:gd name="connsiteX8" fmla="*/ 562228 w 1288528"/>
                <a:gd name="connsiteY8" fmla="*/ 280545 h 1287580"/>
                <a:gd name="connsiteX9" fmla="*/ 562228 w 1288528"/>
                <a:gd name="connsiteY9" fmla="*/ 130027 h 1287580"/>
                <a:gd name="connsiteX10" fmla="*/ 432106 w 1288528"/>
                <a:gd name="connsiteY10" fmla="*/ 0 h 1287580"/>
                <a:gd name="connsiteX11" fmla="*/ 130474 w 1288528"/>
                <a:gd name="connsiteY11" fmla="*/ 0 h 1287580"/>
                <a:gd name="connsiteX12" fmla="*/ 38382 w 1288528"/>
                <a:gd name="connsiteY12" fmla="*/ 222052 h 1287580"/>
                <a:gd name="connsiteX13" fmla="*/ 153591 w 1288528"/>
                <a:gd name="connsiteY13" fmla="*/ 337176 h 1287580"/>
                <a:gd name="connsiteX14" fmla="*/ 310186 w 1288528"/>
                <a:gd name="connsiteY14" fmla="*/ 493655 h 1287580"/>
                <a:gd name="connsiteX15" fmla="*/ 312796 w 1288528"/>
                <a:gd name="connsiteY15" fmla="*/ 496263 h 1287580"/>
                <a:gd name="connsiteX16" fmla="*/ 340013 w 1288528"/>
                <a:gd name="connsiteY16" fmla="*/ 523461 h 1287580"/>
                <a:gd name="connsiteX17" fmla="*/ 765056 w 1288528"/>
                <a:gd name="connsiteY17" fmla="*/ 948190 h 1287580"/>
                <a:gd name="connsiteX18" fmla="*/ 801221 w 1288528"/>
                <a:gd name="connsiteY18" fmla="*/ 984330 h 1287580"/>
                <a:gd name="connsiteX19" fmla="*/ 812779 w 1288528"/>
                <a:gd name="connsiteY19" fmla="*/ 995879 h 1287580"/>
                <a:gd name="connsiteX20" fmla="*/ 969373 w 1288528"/>
                <a:gd name="connsiteY20" fmla="*/ 1152359 h 1287580"/>
                <a:gd name="connsiteX21" fmla="*/ 1066313 w 1288528"/>
                <a:gd name="connsiteY21" fmla="*/ 1249227 h 1287580"/>
                <a:gd name="connsiteX22" fmla="*/ 1288528 w 1288528"/>
                <a:gd name="connsiteY22" fmla="*/ 1157202 h 1287580"/>
                <a:gd name="connsiteX23" fmla="*/ 1288528 w 1288528"/>
                <a:gd name="connsiteY23" fmla="*/ 855793 h 1287580"/>
                <a:gd name="connsiteX24" fmla="*/ 1158406 w 1288528"/>
                <a:gd name="connsiteY24" fmla="*/ 725766 h 1287580"/>
                <a:gd name="connsiteX25" fmla="*/ 1007777 w 1288528"/>
                <a:gd name="connsiteY25" fmla="*/ 725766 h 1287580"/>
                <a:gd name="connsiteX26" fmla="*/ 1007777 w 1288528"/>
                <a:gd name="connsiteY26" fmla="*/ 725394 h 1287580"/>
                <a:gd name="connsiteX27" fmla="*/ 1007777 w 1288528"/>
                <a:gd name="connsiteY27" fmla="*/ 725394 h 128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88528" h="1287580">
                  <a:moveTo>
                    <a:pt x="1007777" y="725394"/>
                  </a:moveTo>
                  <a:lnTo>
                    <a:pt x="792273" y="725394"/>
                  </a:lnTo>
                  <a:lnTo>
                    <a:pt x="792273" y="725394"/>
                  </a:lnTo>
                  <a:cubicBezTo>
                    <a:pt x="665506" y="724648"/>
                    <a:pt x="562973" y="622192"/>
                    <a:pt x="562228" y="495518"/>
                  </a:cubicBezTo>
                  <a:lnTo>
                    <a:pt x="562228" y="495518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494400"/>
                  </a:lnTo>
                  <a:lnTo>
                    <a:pt x="562228" y="280545"/>
                  </a:lnTo>
                  <a:lnTo>
                    <a:pt x="562228" y="130027"/>
                  </a:lnTo>
                  <a:cubicBezTo>
                    <a:pt x="562228" y="58121"/>
                    <a:pt x="504065" y="0"/>
                    <a:pt x="432106" y="0"/>
                  </a:cubicBezTo>
                  <a:lnTo>
                    <a:pt x="130474" y="0"/>
                  </a:lnTo>
                  <a:cubicBezTo>
                    <a:pt x="14520" y="0"/>
                    <a:pt x="-43644" y="140086"/>
                    <a:pt x="38382" y="222052"/>
                  </a:cubicBezTo>
                  <a:lnTo>
                    <a:pt x="153591" y="337176"/>
                  </a:lnTo>
                  <a:lnTo>
                    <a:pt x="310186" y="493655"/>
                  </a:lnTo>
                  <a:lnTo>
                    <a:pt x="312796" y="496263"/>
                  </a:lnTo>
                  <a:lnTo>
                    <a:pt x="340013" y="523461"/>
                  </a:lnTo>
                  <a:lnTo>
                    <a:pt x="765056" y="948190"/>
                  </a:lnTo>
                  <a:lnTo>
                    <a:pt x="801221" y="984330"/>
                  </a:lnTo>
                  <a:lnTo>
                    <a:pt x="812779" y="995879"/>
                  </a:lnTo>
                  <a:lnTo>
                    <a:pt x="969373" y="1152359"/>
                  </a:lnTo>
                  <a:lnTo>
                    <a:pt x="1066313" y="1249227"/>
                  </a:lnTo>
                  <a:cubicBezTo>
                    <a:pt x="1148339" y="1331192"/>
                    <a:pt x="1288528" y="1273071"/>
                    <a:pt x="1288528" y="1157202"/>
                  </a:cubicBezTo>
                  <a:lnTo>
                    <a:pt x="1288528" y="855793"/>
                  </a:lnTo>
                  <a:cubicBezTo>
                    <a:pt x="1288528" y="783887"/>
                    <a:pt x="1230364" y="725766"/>
                    <a:pt x="1158406" y="725766"/>
                  </a:cubicBezTo>
                  <a:lnTo>
                    <a:pt x="1007777" y="725766"/>
                  </a:lnTo>
                  <a:lnTo>
                    <a:pt x="1007777" y="725394"/>
                  </a:lnTo>
                  <a:lnTo>
                    <a:pt x="1007777" y="725394"/>
                  </a:lnTo>
                  <a:close/>
                </a:path>
              </a:pathLst>
            </a:custGeom>
            <a:grpFill/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63ACABB-3A9A-454A-8FF3-644687295084}"/>
                </a:ext>
              </a:extLst>
            </p:cNvPr>
            <p:cNvSpPr/>
            <p:nvPr/>
          </p:nvSpPr>
          <p:spPr>
            <a:xfrm>
              <a:off x="11938117" y="422230"/>
              <a:ext cx="24397" cy="11538"/>
            </a:xfrm>
            <a:custGeom>
              <a:avLst/>
              <a:gdLst>
                <a:gd name="connsiteX0" fmla="*/ 71587 w 188286"/>
                <a:gd name="connsiteY0" fmla="*/ 14158 h 89044"/>
                <a:gd name="connsiteX1" fmla="*/ 44369 w 188286"/>
                <a:gd name="connsiteY1" fmla="*/ 14158 h 89044"/>
                <a:gd name="connsiteX2" fmla="*/ 44369 w 188286"/>
                <a:gd name="connsiteY2" fmla="*/ 89044 h 89044"/>
                <a:gd name="connsiteX3" fmla="*/ 27218 w 188286"/>
                <a:gd name="connsiteY3" fmla="*/ 89044 h 89044"/>
                <a:gd name="connsiteX4" fmla="*/ 27218 w 188286"/>
                <a:gd name="connsiteY4" fmla="*/ 14158 h 89044"/>
                <a:gd name="connsiteX5" fmla="*/ 0 w 188286"/>
                <a:gd name="connsiteY5" fmla="*/ 14158 h 89044"/>
                <a:gd name="connsiteX6" fmla="*/ 0 w 188286"/>
                <a:gd name="connsiteY6" fmla="*/ 0 h 89044"/>
                <a:gd name="connsiteX7" fmla="*/ 71587 w 188286"/>
                <a:gd name="connsiteY7" fmla="*/ 0 h 89044"/>
                <a:gd name="connsiteX8" fmla="*/ 71587 w 188286"/>
                <a:gd name="connsiteY8" fmla="*/ 14158 h 89044"/>
                <a:gd name="connsiteX9" fmla="*/ 71587 w 188286"/>
                <a:gd name="connsiteY9" fmla="*/ 14158 h 89044"/>
                <a:gd name="connsiteX10" fmla="*/ 139071 w 188286"/>
                <a:gd name="connsiteY10" fmla="*/ 62964 h 89044"/>
                <a:gd name="connsiteX11" fmla="*/ 163306 w 188286"/>
                <a:gd name="connsiteY11" fmla="*/ 0 h 89044"/>
                <a:gd name="connsiteX12" fmla="*/ 188286 w 188286"/>
                <a:gd name="connsiteY12" fmla="*/ 0 h 89044"/>
                <a:gd name="connsiteX13" fmla="*/ 188286 w 188286"/>
                <a:gd name="connsiteY13" fmla="*/ 88672 h 89044"/>
                <a:gd name="connsiteX14" fmla="*/ 172255 w 188286"/>
                <a:gd name="connsiteY14" fmla="*/ 88672 h 89044"/>
                <a:gd name="connsiteX15" fmla="*/ 172255 w 188286"/>
                <a:gd name="connsiteY15" fmla="*/ 19374 h 89044"/>
                <a:gd name="connsiteX16" fmla="*/ 171881 w 188286"/>
                <a:gd name="connsiteY16" fmla="*/ 19374 h 89044"/>
                <a:gd name="connsiteX17" fmla="*/ 145409 w 188286"/>
                <a:gd name="connsiteY17" fmla="*/ 88672 h 89044"/>
                <a:gd name="connsiteX18" fmla="*/ 133478 w 188286"/>
                <a:gd name="connsiteY18" fmla="*/ 88672 h 89044"/>
                <a:gd name="connsiteX19" fmla="*/ 107007 w 188286"/>
                <a:gd name="connsiteY19" fmla="*/ 19374 h 89044"/>
                <a:gd name="connsiteX20" fmla="*/ 106634 w 188286"/>
                <a:gd name="connsiteY20" fmla="*/ 19374 h 89044"/>
                <a:gd name="connsiteX21" fmla="*/ 106634 w 188286"/>
                <a:gd name="connsiteY21" fmla="*/ 88672 h 89044"/>
                <a:gd name="connsiteX22" fmla="*/ 90601 w 188286"/>
                <a:gd name="connsiteY22" fmla="*/ 88672 h 89044"/>
                <a:gd name="connsiteX23" fmla="*/ 90601 w 188286"/>
                <a:gd name="connsiteY23" fmla="*/ 0 h 89044"/>
                <a:gd name="connsiteX24" fmla="*/ 115582 w 188286"/>
                <a:gd name="connsiteY24" fmla="*/ 0 h 89044"/>
                <a:gd name="connsiteX25" fmla="*/ 139071 w 188286"/>
                <a:gd name="connsiteY25" fmla="*/ 62964 h 8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8286" h="89044">
                  <a:moveTo>
                    <a:pt x="71587" y="14158"/>
                  </a:moveTo>
                  <a:lnTo>
                    <a:pt x="44369" y="14158"/>
                  </a:lnTo>
                  <a:lnTo>
                    <a:pt x="44369" y="89044"/>
                  </a:lnTo>
                  <a:lnTo>
                    <a:pt x="27218" y="89044"/>
                  </a:lnTo>
                  <a:lnTo>
                    <a:pt x="27218" y="14158"/>
                  </a:lnTo>
                  <a:lnTo>
                    <a:pt x="0" y="14158"/>
                  </a:lnTo>
                  <a:lnTo>
                    <a:pt x="0" y="0"/>
                  </a:lnTo>
                  <a:lnTo>
                    <a:pt x="71587" y="0"/>
                  </a:lnTo>
                  <a:lnTo>
                    <a:pt x="71587" y="14158"/>
                  </a:lnTo>
                  <a:lnTo>
                    <a:pt x="71587" y="14158"/>
                  </a:lnTo>
                  <a:close/>
                  <a:moveTo>
                    <a:pt x="139071" y="62964"/>
                  </a:moveTo>
                  <a:lnTo>
                    <a:pt x="163306" y="0"/>
                  </a:lnTo>
                  <a:lnTo>
                    <a:pt x="188286" y="0"/>
                  </a:lnTo>
                  <a:lnTo>
                    <a:pt x="188286" y="88672"/>
                  </a:lnTo>
                  <a:lnTo>
                    <a:pt x="172255" y="88672"/>
                  </a:lnTo>
                  <a:lnTo>
                    <a:pt x="172255" y="19374"/>
                  </a:lnTo>
                  <a:lnTo>
                    <a:pt x="171881" y="19374"/>
                  </a:lnTo>
                  <a:lnTo>
                    <a:pt x="145409" y="88672"/>
                  </a:lnTo>
                  <a:lnTo>
                    <a:pt x="133478" y="88672"/>
                  </a:lnTo>
                  <a:lnTo>
                    <a:pt x="107007" y="19374"/>
                  </a:lnTo>
                  <a:lnTo>
                    <a:pt x="106634" y="19374"/>
                  </a:lnTo>
                  <a:lnTo>
                    <a:pt x="106634" y="88672"/>
                  </a:lnTo>
                  <a:lnTo>
                    <a:pt x="90601" y="88672"/>
                  </a:lnTo>
                  <a:lnTo>
                    <a:pt x="90601" y="0"/>
                  </a:lnTo>
                  <a:lnTo>
                    <a:pt x="115582" y="0"/>
                  </a:lnTo>
                  <a:lnTo>
                    <a:pt x="139071" y="62964"/>
                  </a:lnTo>
                  <a:close/>
                </a:path>
              </a:pathLst>
            </a:custGeom>
            <a:grpFill/>
            <a:ln w="3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16161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theme" Target="../theme/theme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08864" y="339483"/>
            <a:ext cx="648335" cy="650875"/>
          </a:xfrm>
          <a:custGeom>
            <a:avLst/>
            <a:gdLst/>
            <a:ahLst/>
            <a:cxnLst/>
            <a:rect l="l" t="t" r="r" b="b"/>
            <a:pathLst>
              <a:path w="648335" h="650875">
                <a:moveTo>
                  <a:pt x="648284" y="650328"/>
                </a:moveTo>
                <a:lnTo>
                  <a:pt x="648246" y="324980"/>
                </a:lnTo>
                <a:lnTo>
                  <a:pt x="644728" y="276948"/>
                </a:lnTo>
                <a:lnTo>
                  <a:pt x="634517" y="231114"/>
                </a:lnTo>
                <a:lnTo>
                  <a:pt x="618121" y="187972"/>
                </a:lnTo>
                <a:lnTo>
                  <a:pt x="596023" y="148018"/>
                </a:lnTo>
                <a:lnTo>
                  <a:pt x="568744" y="111772"/>
                </a:lnTo>
                <a:lnTo>
                  <a:pt x="536765" y="79705"/>
                </a:lnTo>
                <a:lnTo>
                  <a:pt x="500608" y="52349"/>
                </a:lnTo>
                <a:lnTo>
                  <a:pt x="460768" y="30200"/>
                </a:lnTo>
                <a:lnTo>
                  <a:pt x="417741" y="13754"/>
                </a:lnTo>
                <a:lnTo>
                  <a:pt x="372021" y="3517"/>
                </a:lnTo>
                <a:lnTo>
                  <a:pt x="324129" y="0"/>
                </a:lnTo>
                <a:lnTo>
                  <a:pt x="276225" y="3517"/>
                </a:lnTo>
                <a:lnTo>
                  <a:pt x="230517" y="13754"/>
                </a:lnTo>
                <a:lnTo>
                  <a:pt x="187490" y="30200"/>
                </a:lnTo>
                <a:lnTo>
                  <a:pt x="147637" y="52349"/>
                </a:lnTo>
                <a:lnTo>
                  <a:pt x="111480" y="79705"/>
                </a:lnTo>
                <a:lnTo>
                  <a:pt x="79502" y="111760"/>
                </a:lnTo>
                <a:lnTo>
                  <a:pt x="52222" y="148018"/>
                </a:lnTo>
                <a:lnTo>
                  <a:pt x="30124" y="187960"/>
                </a:lnTo>
                <a:lnTo>
                  <a:pt x="13728" y="231114"/>
                </a:lnTo>
                <a:lnTo>
                  <a:pt x="3517" y="276948"/>
                </a:lnTo>
                <a:lnTo>
                  <a:pt x="0" y="324967"/>
                </a:lnTo>
                <a:lnTo>
                  <a:pt x="3517" y="372986"/>
                </a:lnTo>
                <a:lnTo>
                  <a:pt x="13728" y="418820"/>
                </a:lnTo>
                <a:lnTo>
                  <a:pt x="30124" y="461975"/>
                </a:lnTo>
                <a:lnTo>
                  <a:pt x="52222" y="501929"/>
                </a:lnTo>
                <a:lnTo>
                  <a:pt x="79502" y="538175"/>
                </a:lnTo>
                <a:lnTo>
                  <a:pt x="111467" y="570242"/>
                </a:lnTo>
                <a:lnTo>
                  <a:pt x="147624" y="597598"/>
                </a:lnTo>
                <a:lnTo>
                  <a:pt x="187477" y="619747"/>
                </a:lnTo>
                <a:lnTo>
                  <a:pt x="230505" y="636193"/>
                </a:lnTo>
                <a:lnTo>
                  <a:pt x="276212" y="646430"/>
                </a:lnTo>
                <a:lnTo>
                  <a:pt x="322021" y="649808"/>
                </a:lnTo>
                <a:lnTo>
                  <a:pt x="323659" y="649935"/>
                </a:lnTo>
                <a:lnTo>
                  <a:pt x="324116" y="649960"/>
                </a:lnTo>
                <a:lnTo>
                  <a:pt x="467169" y="650328"/>
                </a:lnTo>
                <a:lnTo>
                  <a:pt x="467169" y="522300"/>
                </a:lnTo>
                <a:lnTo>
                  <a:pt x="321233" y="522300"/>
                </a:lnTo>
                <a:lnTo>
                  <a:pt x="278879" y="517398"/>
                </a:lnTo>
                <a:lnTo>
                  <a:pt x="237375" y="502513"/>
                </a:lnTo>
                <a:lnTo>
                  <a:pt x="200774" y="479171"/>
                </a:lnTo>
                <a:lnTo>
                  <a:pt x="170243" y="448551"/>
                </a:lnTo>
                <a:lnTo>
                  <a:pt x="146964" y="411835"/>
                </a:lnTo>
                <a:lnTo>
                  <a:pt x="132143" y="370217"/>
                </a:lnTo>
                <a:lnTo>
                  <a:pt x="126936" y="324891"/>
                </a:lnTo>
                <a:lnTo>
                  <a:pt x="132156" y="279552"/>
                </a:lnTo>
                <a:lnTo>
                  <a:pt x="147002" y="237947"/>
                </a:lnTo>
                <a:lnTo>
                  <a:pt x="170281" y="201244"/>
                </a:lnTo>
                <a:lnTo>
                  <a:pt x="200825" y="170637"/>
                </a:lnTo>
                <a:lnTo>
                  <a:pt x="237439" y="147307"/>
                </a:lnTo>
                <a:lnTo>
                  <a:pt x="278955" y="132448"/>
                </a:lnTo>
                <a:lnTo>
                  <a:pt x="324167" y="127228"/>
                </a:lnTo>
                <a:lnTo>
                  <a:pt x="369366" y="132461"/>
                </a:lnTo>
                <a:lnTo>
                  <a:pt x="410870" y="147332"/>
                </a:lnTo>
                <a:lnTo>
                  <a:pt x="447471" y="170688"/>
                </a:lnTo>
                <a:lnTo>
                  <a:pt x="478002" y="201307"/>
                </a:lnTo>
                <a:lnTo>
                  <a:pt x="501269" y="238023"/>
                </a:lnTo>
                <a:lnTo>
                  <a:pt x="516102" y="279628"/>
                </a:lnTo>
                <a:lnTo>
                  <a:pt x="521296" y="324967"/>
                </a:lnTo>
                <a:lnTo>
                  <a:pt x="521296" y="650328"/>
                </a:lnTo>
                <a:lnTo>
                  <a:pt x="648284" y="650328"/>
                </a:lnTo>
                <a:close/>
              </a:path>
            </a:pathLst>
          </a:custGeom>
          <a:solidFill>
            <a:srgbClr val="91B8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89476" y="2875597"/>
            <a:ext cx="3818254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DFF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7203" y="2221928"/>
            <a:ext cx="9497695" cy="2969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77040" y="6458416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122525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Font &amp; Size: Bierstadt + bold; 28 – short title; 24 – long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D054D74-2AE3-8343-78D6-2D54D03A19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74B2E-3972-618D-04F1-C57B470FDC18}"/>
              </a:ext>
            </a:extLst>
          </p:cNvPr>
          <p:cNvSpPr txBox="1"/>
          <p:nvPr userDrawn="1"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@2024 AuxoAI – Confidential and Proprietary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5BF7FE3-AD8F-B849-E7DB-BCB7D8646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5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22" r:id="rId18"/>
    <p:sldLayoutId id="2147483823" r:id="rId19"/>
    <p:sldLayoutId id="214748386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CB765"/>
          </a:solidFill>
          <a:latin typeface="Bierstad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Font &amp; Size: Bierstadt + bold; 28 – short title; 24 – long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D054D74-2AE3-8343-78D6-2D54D03A19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74B2E-3972-618D-04F1-C57B470FDC18}"/>
              </a:ext>
            </a:extLst>
          </p:cNvPr>
          <p:cNvSpPr txBox="1"/>
          <p:nvPr userDrawn="1"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@2025 </a:t>
            </a:r>
            <a:r>
              <a:rPr kumimoji="0" lang="en-IN" sz="8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AuxoAI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 – Confidential and Proprietary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5BF7FE3-AD8F-B849-E7DB-BCB7D8646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64" r:id="rId9"/>
    <p:sldLayoutId id="2147483914" r:id="rId10"/>
    <p:sldLayoutId id="214748391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CB765"/>
          </a:solidFill>
          <a:latin typeface="Bierstad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FD000ADA-F4C7-D13B-400C-C1E94AD2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  <p:sp>
        <p:nvSpPr>
          <p:cNvPr id="2" name="Slide Number Placeholder 90">
            <a:extLst>
              <a:ext uri="{FF2B5EF4-FFF2-40B4-BE49-F238E27FC236}">
                <a16:creationId xmlns:a16="http://schemas.microsoft.com/office/drawing/2014/main" id="{87FB5648-DE3A-E7DC-FA62-5591DD4C65A0}"/>
              </a:ext>
            </a:extLst>
          </p:cNvPr>
          <p:cNvSpPr txBox="1">
            <a:spLocks/>
          </p:cNvSpPr>
          <p:nvPr userDrawn="1"/>
        </p:nvSpPr>
        <p:spPr>
          <a:xfrm>
            <a:off x="9448800" y="64632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F2C7D4-7543-4F8A-A661-C7A18B3067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Helvertic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ABE4D-63A0-0FC0-6ACE-5A77A294D1EA}"/>
              </a:ext>
            </a:extLst>
          </p:cNvPr>
          <p:cNvSpPr txBox="1"/>
          <p:nvPr userDrawn="1"/>
        </p:nvSpPr>
        <p:spPr>
          <a:xfrm>
            <a:off x="0" y="6645774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@2024 AuxoAI –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0630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2" r:id="rId6"/>
    <p:sldLayoutId id="2147483873" r:id="rId7"/>
    <p:sldLayoutId id="2147483910" r:id="rId8"/>
    <p:sldLayoutId id="2147483913" r:id="rId9"/>
    <p:sldLayoutId id="214748391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6">
              <a:lumMod val="50000"/>
            </a:schemeClr>
          </a:solidFill>
          <a:latin typeface="Bierstad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366713"/>
            <a:ext cx="11647487" cy="160178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638" y="1968500"/>
            <a:ext cx="11647487" cy="43862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949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  <p:sldLayoutId id="2147483893" r:id="rId18"/>
    <p:sldLayoutId id="2147483894" r:id="rId19"/>
    <p:sldLayoutId id="2147483895" r:id="rId20"/>
    <p:sldLayoutId id="2147483896" r:id="rId21"/>
    <p:sldLayoutId id="2147483897" r:id="rId22"/>
    <p:sldLayoutId id="2147483898" r:id="rId23"/>
    <p:sldLayoutId id="2147483899" r:id="rId24"/>
    <p:sldLayoutId id="2147483900" r:id="rId25"/>
    <p:sldLayoutId id="2147483901" r:id="rId26"/>
    <p:sldLayoutId id="2147483902" r:id="rId27"/>
    <p:sldLayoutId id="2147483903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500" b="1" i="0" kern="1200" spc="-15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  <a:sym typeface="Wingdings" pitchFamily="2" charset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75">
          <p15:clr>
            <a:srgbClr val="F26B43"/>
          </p15:clr>
        </p15:guide>
        <p15:guide id="2" pos="173">
          <p15:clr>
            <a:srgbClr val="F26B43"/>
          </p15:clr>
        </p15:guide>
        <p15:guide id="3" pos="2049">
          <p15:clr>
            <a:srgbClr val="F26B43"/>
          </p15:clr>
        </p15:guide>
        <p15:guide id="7" pos="3754">
          <p15:clr>
            <a:srgbClr val="F26B43"/>
          </p15:clr>
        </p15:guide>
        <p15:guide id="8" pos="3925">
          <p15:clr>
            <a:srgbClr val="F26B43"/>
          </p15:clr>
        </p15:guide>
        <p15:guide id="10" pos="5630">
          <p15:clr>
            <a:srgbClr val="F26B43"/>
          </p15:clr>
        </p15:guide>
        <p15:guide id="11" pos="5802">
          <p15:clr>
            <a:srgbClr val="F26B43"/>
          </p15:clr>
        </p15:guide>
        <p15:guide id="13" pos="7510">
          <p15:clr>
            <a:srgbClr val="F26B43"/>
          </p15:clr>
        </p15:guide>
        <p15:guide id="18" orient="horz" pos="231">
          <p15:clr>
            <a:srgbClr val="F26B43"/>
          </p15:clr>
        </p15:guide>
        <p15:guide id="22" orient="horz" pos="4003">
          <p15:clr>
            <a:srgbClr val="F26B43"/>
          </p15:clr>
        </p15:guide>
        <p15:guide id="24" orient="horz" pos="1240">
          <p15:clr>
            <a:srgbClr val="F26B43"/>
          </p15:clr>
        </p15:guide>
        <p15:guide id="25" pos="2502">
          <p15:clr>
            <a:srgbClr val="F26B43"/>
          </p15:clr>
        </p15:guide>
        <p15:guide id="26" pos="5179">
          <p15:clr>
            <a:srgbClr val="F26B43"/>
          </p15:clr>
        </p15:guide>
        <p15:guide id="27" pos="2675">
          <p15:clr>
            <a:srgbClr val="F26B43"/>
          </p15:clr>
        </p15:guide>
        <p15:guide id="28" pos="50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26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jpe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microsoft.com/office/2007/relationships/hdphoto" Target="../media/hdphoto1.wdp"/><Relationship Id="rId14" Type="http://schemas.openxmlformats.org/officeDocument/2006/relationships/image" Target="../media/image19.jpeg"/><Relationship Id="rId22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.jpeg"/><Relationship Id="rId18" Type="http://schemas.openxmlformats.org/officeDocument/2006/relationships/image" Target="../media/image37.png"/><Relationship Id="rId3" Type="http://schemas.openxmlformats.org/officeDocument/2006/relationships/notesSlide" Target="../notesSlides/notesSlide5.xml"/><Relationship Id="rId7" Type="http://schemas.microsoft.com/office/2007/relationships/hdphoto" Target="../media/hdphoto2.wdp"/><Relationship Id="rId12" Type="http://schemas.openxmlformats.org/officeDocument/2006/relationships/image" Target="../media/image15.jpeg"/><Relationship Id="rId17" Type="http://schemas.openxmlformats.org/officeDocument/2006/relationships/image" Target="../media/image36.jpeg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16.png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31.png"/><Relationship Id="rId11" Type="http://schemas.openxmlformats.org/officeDocument/2006/relationships/image" Target="../media/image12.png"/><Relationship Id="rId5" Type="http://schemas.openxmlformats.org/officeDocument/2006/relationships/image" Target="../media/image30.svg"/><Relationship Id="rId15" Type="http://schemas.openxmlformats.org/officeDocument/2006/relationships/image" Target="../media/image27.jpeg"/><Relationship Id="rId10" Type="http://schemas.openxmlformats.org/officeDocument/2006/relationships/image" Target="../media/image34.png"/><Relationship Id="rId19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3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8.svg"/><Relationship Id="rId18" Type="http://schemas.openxmlformats.org/officeDocument/2006/relationships/image" Target="../media/image62.png"/><Relationship Id="rId26" Type="http://schemas.openxmlformats.org/officeDocument/2006/relationships/image" Target="../media/image69.png"/><Relationship Id="rId3" Type="http://schemas.openxmlformats.org/officeDocument/2006/relationships/image" Target="../media/image49.png"/><Relationship Id="rId21" Type="http://schemas.openxmlformats.org/officeDocument/2006/relationships/image" Target="../media/image65.svg"/><Relationship Id="rId7" Type="http://schemas.openxmlformats.org/officeDocument/2006/relationships/image" Target="../media/image53.svg"/><Relationship Id="rId12" Type="http://schemas.openxmlformats.org/officeDocument/2006/relationships/image" Target="../media/image57.png"/><Relationship Id="rId17" Type="http://schemas.openxmlformats.org/officeDocument/2006/relationships/image" Target="../media/image34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1.svg"/><Relationship Id="rId20" Type="http://schemas.openxmlformats.org/officeDocument/2006/relationships/image" Target="../media/image64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2.png"/><Relationship Id="rId11" Type="http://schemas.microsoft.com/office/2007/relationships/hdphoto" Target="../media/hdphoto3.wdp"/><Relationship Id="rId24" Type="http://schemas.openxmlformats.org/officeDocument/2006/relationships/image" Target="../media/image67.png"/><Relationship Id="rId32" Type="http://schemas.openxmlformats.org/officeDocument/2006/relationships/image" Target="../media/image74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microsoft.com/office/2007/relationships/hdphoto" Target="../media/hdphoto4.wdp"/><Relationship Id="rId28" Type="http://schemas.openxmlformats.org/officeDocument/2006/relationships/image" Target="../media/image71.png"/><Relationship Id="rId10" Type="http://schemas.openxmlformats.org/officeDocument/2006/relationships/image" Target="../media/image56.png"/><Relationship Id="rId19" Type="http://schemas.openxmlformats.org/officeDocument/2006/relationships/image" Target="../media/image63.svg"/><Relationship Id="rId31" Type="http://schemas.openxmlformats.org/officeDocument/2006/relationships/image" Target="../media/image73.png"/><Relationship Id="rId4" Type="http://schemas.openxmlformats.org/officeDocument/2006/relationships/image" Target="../media/image50.svg"/><Relationship Id="rId9" Type="http://schemas.openxmlformats.org/officeDocument/2006/relationships/image" Target="../media/image55.svg"/><Relationship Id="rId14" Type="http://schemas.openxmlformats.org/officeDocument/2006/relationships/image" Target="../media/image59.png"/><Relationship Id="rId22" Type="http://schemas.openxmlformats.org/officeDocument/2006/relationships/image" Target="../media/image66.png"/><Relationship Id="rId27" Type="http://schemas.openxmlformats.org/officeDocument/2006/relationships/image" Target="../media/image70.jpeg"/><Relationship Id="rId30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.png"/><Relationship Id="rId18" Type="http://schemas.openxmlformats.org/officeDocument/2006/relationships/image" Target="../media/image26.png"/><Relationship Id="rId3" Type="http://schemas.openxmlformats.org/officeDocument/2006/relationships/image" Target="../media/image10.png"/><Relationship Id="rId21" Type="http://schemas.openxmlformats.org/officeDocument/2006/relationships/image" Target="../media/image16.png"/><Relationship Id="rId7" Type="http://schemas.openxmlformats.org/officeDocument/2006/relationships/image" Target="../media/image19.jpeg"/><Relationship Id="rId12" Type="http://schemas.openxmlformats.org/officeDocument/2006/relationships/image" Target="../media/image24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jpe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42.xml"/><Relationship Id="rId6" Type="http://schemas.microsoft.com/office/2007/relationships/hdphoto" Target="../media/hdphoto1.wdp"/><Relationship Id="rId11" Type="http://schemas.openxmlformats.org/officeDocument/2006/relationships/image" Target="../media/image23.png"/><Relationship Id="rId5" Type="http://schemas.openxmlformats.org/officeDocument/2006/relationships/image" Target="../media/image14.png"/><Relationship Id="rId15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27.jpe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Relationship Id="rId22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omputer parts">
            <a:extLst>
              <a:ext uri="{FF2B5EF4-FFF2-40B4-BE49-F238E27FC236}">
                <a16:creationId xmlns:a16="http://schemas.microsoft.com/office/drawing/2014/main" id="{630B8B2B-E6D7-2C5E-B67B-F82EF11D145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83"/>
          <a:stretch/>
        </p:blipFill>
        <p:spPr>
          <a:xfrm>
            <a:off x="6435177" y="0"/>
            <a:ext cx="575682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DC811-7AA6-67FF-EB50-F1293A4624C1}"/>
              </a:ext>
            </a:extLst>
          </p:cNvPr>
          <p:cNvSpPr txBox="1"/>
          <p:nvPr/>
        </p:nvSpPr>
        <p:spPr>
          <a:xfrm>
            <a:off x="240631" y="2306585"/>
            <a:ext cx="6118917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600" b="1">
                <a:solidFill>
                  <a:srgbClr val="002060"/>
                </a:solidFill>
                <a:latin typeface="Bierstadt"/>
              </a:rPr>
              <a:t>ADI x AuxoAI: ConverseWithData Discussion</a:t>
            </a:r>
          </a:p>
          <a:p>
            <a:pPr>
              <a:lnSpc>
                <a:spcPct val="120000"/>
              </a:lnSpc>
              <a:defRPr/>
            </a:pPr>
            <a:endParaRPr lang="en-US" sz="3200" b="1" i="1">
              <a:solidFill>
                <a:srgbClr val="C6CDFD"/>
              </a:solidFill>
              <a:latin typeface="Bierstadt"/>
            </a:endParaRPr>
          </a:p>
          <a:p>
            <a:pPr>
              <a:defRPr/>
            </a:pPr>
            <a:r>
              <a:rPr lang="en-US">
                <a:solidFill>
                  <a:srgbClr val="06126B"/>
                </a:solidFill>
                <a:latin typeface="Bierstadt"/>
              </a:rPr>
              <a:t>April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6126B"/>
                </a:solidFill>
                <a:effectLst/>
                <a:uLnTx/>
                <a:uFillTx/>
                <a:latin typeface="Bierstadt"/>
              </a:rPr>
              <a:t> 2025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C6CDFD"/>
              </a:solidFill>
              <a:effectLst/>
              <a:uLnTx/>
              <a:uFillTx/>
              <a:latin typeface="Bierstadt"/>
            </a:endParaRPr>
          </a:p>
        </p:txBody>
      </p:sp>
    </p:spTree>
    <p:extLst>
      <p:ext uri="{BB962C8B-B14F-4D97-AF65-F5344CB8AC3E}">
        <p14:creationId xmlns:p14="http://schemas.microsoft.com/office/powerpoint/2010/main" val="10332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90">
            <a:extLst>
              <a:ext uri="{FF2B5EF4-FFF2-40B4-BE49-F238E27FC236}">
                <a16:creationId xmlns:a16="http://schemas.microsoft.com/office/drawing/2014/main" id="{9DE5539B-D511-14AC-F179-490372CA7BB8}"/>
              </a:ext>
            </a:extLst>
          </p:cNvPr>
          <p:cNvSpPr txBox="1">
            <a:spLocks/>
          </p:cNvSpPr>
          <p:nvPr/>
        </p:nvSpPr>
        <p:spPr>
          <a:xfrm>
            <a:off x="933818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F2C7D4-7543-4F8A-A661-C7A18B3067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Bierstadt" panose="020B00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Bierstadt" panose="020B0004020202020204" pitchFamily="34" charset="0"/>
            </a:endParaRPr>
          </a:p>
        </p:txBody>
      </p:sp>
      <p:sp>
        <p:nvSpPr>
          <p:cNvPr id="81" name="object 26">
            <a:extLst>
              <a:ext uri="{FF2B5EF4-FFF2-40B4-BE49-F238E27FC236}">
                <a16:creationId xmlns:a16="http://schemas.microsoft.com/office/drawing/2014/main" id="{13218A76-562E-CE09-B7CE-8A8A5A6CDF35}"/>
              </a:ext>
            </a:extLst>
          </p:cNvPr>
          <p:cNvSpPr txBox="1"/>
          <p:nvPr/>
        </p:nvSpPr>
        <p:spPr>
          <a:xfrm>
            <a:off x="1134110" y="437382"/>
            <a:ext cx="6475095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Agenda</a:t>
            </a:r>
            <a:endParaRPr lang="en-IN" sz="2800" b="1" spc="-10">
              <a:solidFill>
                <a:schemeClr val="accent1">
                  <a:lumMod val="50000"/>
                </a:schemeClr>
              </a:solidFill>
              <a:latin typeface="+mj-lt"/>
              <a:cs typeface="Arial"/>
            </a:endParaRPr>
          </a:p>
        </p:txBody>
      </p:sp>
      <p:sp>
        <p:nvSpPr>
          <p:cNvPr id="4" name="object 26">
            <a:extLst>
              <a:ext uri="{FF2B5EF4-FFF2-40B4-BE49-F238E27FC236}">
                <a16:creationId xmlns:a16="http://schemas.microsoft.com/office/drawing/2014/main" id="{5CB8DAB3-65DC-C004-03D3-C683115B6D07}"/>
              </a:ext>
            </a:extLst>
          </p:cNvPr>
          <p:cNvSpPr txBox="1"/>
          <p:nvPr/>
        </p:nvSpPr>
        <p:spPr>
          <a:xfrm>
            <a:off x="803657" y="1207039"/>
            <a:ext cx="10255250" cy="3090526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spc="-1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CONVERSE WITH DATA OVERVIEW</a:t>
            </a:r>
          </a:p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spc="-1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EXECUTION PLAN</a:t>
            </a:r>
          </a:p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spc="-1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DELIVERY POD</a:t>
            </a:r>
          </a:p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spc="-1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DELIVERABLES</a:t>
            </a:r>
          </a:p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spc="-10">
                <a:solidFill>
                  <a:schemeClr val="tx2">
                    <a:lumMod val="75000"/>
                  </a:schemeClr>
                </a:solidFill>
                <a:latin typeface="+mj-lt"/>
                <a:cs typeface="Arial"/>
              </a:rPr>
              <a:t>SUPPORT REQUIRED FROM ADI</a:t>
            </a:r>
          </a:p>
          <a:p>
            <a:pPr marL="285750" indent="-285750" rt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kumimoji="0" lang="en-IN" sz="1600" b="1" i="0" u="none" strike="noStrike" kern="1200" cap="none" spc="-1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607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449E-8AF1-8F92-3CF8-23DE8260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59D8EF7-E755-0351-E9B4-553B5BF2A4A7}"/>
              </a:ext>
            </a:extLst>
          </p:cNvPr>
          <p:cNvSpPr/>
          <p:nvPr/>
        </p:nvSpPr>
        <p:spPr>
          <a:xfrm>
            <a:off x="361384" y="2394154"/>
            <a:ext cx="11543745" cy="4153133"/>
          </a:xfrm>
          <a:prstGeom prst="roundRect">
            <a:avLst>
              <a:gd name="adj" fmla="val 1523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EC040B-41A3-A714-805C-7F5B0AF31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D38B3D-DDB3-4B49-8445-FCFD9226D8A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781140-42BD-F162-4B78-66D4831C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chemeClr val="accent1">
                    <a:lumMod val="10000"/>
                  </a:schemeClr>
                </a:solidFill>
                <a:latin typeface="Poppins" pitchFamily="2" charset="77"/>
                <a:cs typeface="Poppins" pitchFamily="2" charset="77"/>
              </a:rPr>
              <a:t>Unified Self-Service through Multi-Agent Orchestration</a:t>
            </a:r>
            <a:endParaRPr lang="en-IN" sz="2400">
              <a:solidFill>
                <a:schemeClr val="accent1">
                  <a:lumMod val="1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7798D-46DD-A7A5-3A00-72ADEE0987BC}"/>
              </a:ext>
            </a:extLst>
          </p:cNvPr>
          <p:cNvSpPr txBox="1"/>
          <p:nvPr/>
        </p:nvSpPr>
        <p:spPr>
          <a:xfrm>
            <a:off x="379314" y="1264867"/>
            <a:ext cx="11543745" cy="920628"/>
          </a:xfrm>
          <a:prstGeom prst="roundRect">
            <a:avLst>
              <a:gd name="adj" fmla="val 12030"/>
            </a:avLst>
          </a:prstGeom>
          <a:solidFill>
            <a:srgbClr val="00B050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Unified Self-Service through Multi-Agent Orchestration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One conversation-driven platform uniting ingestion, transformation, governance, and analytics</a:t>
            </a: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No specialized technical skill required—speeding time-to-insight and empowering everyone to become data-savvy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8715D1-5996-F614-B9E0-2B245EBDF872}"/>
              </a:ext>
            </a:extLst>
          </p:cNvPr>
          <p:cNvSpPr txBox="1"/>
          <p:nvPr/>
        </p:nvSpPr>
        <p:spPr>
          <a:xfrm>
            <a:off x="4344062" y="2770760"/>
            <a:ext cx="1675365" cy="2612452"/>
          </a:xfrm>
          <a:prstGeom prst="roundRect">
            <a:avLst>
              <a:gd name="adj" fmla="val 43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Smart Transformation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083655-633C-4957-46AD-B53C7E3BC9DA}"/>
              </a:ext>
            </a:extLst>
          </p:cNvPr>
          <p:cNvSpPr txBox="1"/>
          <p:nvPr/>
        </p:nvSpPr>
        <p:spPr>
          <a:xfrm>
            <a:off x="10058163" y="2770760"/>
            <a:ext cx="1675365" cy="2612452"/>
          </a:xfrm>
          <a:prstGeom prst="roundRect">
            <a:avLst>
              <a:gd name="adj" fmla="val 43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Smart Governance Agent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383966-D123-69BC-114E-4ECB4B129C7C}"/>
              </a:ext>
            </a:extLst>
          </p:cNvPr>
          <p:cNvSpPr txBox="1"/>
          <p:nvPr/>
        </p:nvSpPr>
        <p:spPr>
          <a:xfrm>
            <a:off x="8191563" y="2770760"/>
            <a:ext cx="1675365" cy="2612452"/>
          </a:xfrm>
          <a:prstGeom prst="roundRect">
            <a:avLst>
              <a:gd name="adj" fmla="val 43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Aft>
                <a:spcPts val="200"/>
              </a:spcAft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Smart Health Monitor Agent 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D468E4-1B1F-11A1-7038-A3F3236C4F70}"/>
              </a:ext>
            </a:extLst>
          </p:cNvPr>
          <p:cNvSpPr txBox="1"/>
          <p:nvPr/>
        </p:nvSpPr>
        <p:spPr>
          <a:xfrm>
            <a:off x="6267812" y="2770760"/>
            <a:ext cx="1675365" cy="2612452"/>
          </a:xfrm>
          <a:prstGeom prst="roundRect">
            <a:avLst>
              <a:gd name="adj" fmla="val 43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Intelligent Analytics Assistant 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C46ED-F923-491F-A25B-CFF738A2E566}"/>
              </a:ext>
            </a:extLst>
          </p:cNvPr>
          <p:cNvSpPr txBox="1"/>
          <p:nvPr/>
        </p:nvSpPr>
        <p:spPr>
          <a:xfrm>
            <a:off x="2420311" y="2770760"/>
            <a:ext cx="1675365" cy="2612452"/>
          </a:xfrm>
          <a:prstGeom prst="roundRect">
            <a:avLst>
              <a:gd name="adj" fmla="val 438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Intelligent Data Ingestion Agent</a:t>
            </a: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AFF32009-2578-DEAC-DD72-976C8C81015D}"/>
              </a:ext>
            </a:extLst>
          </p:cNvPr>
          <p:cNvSpPr/>
          <p:nvPr/>
        </p:nvSpPr>
        <p:spPr>
          <a:xfrm>
            <a:off x="496560" y="5766610"/>
            <a:ext cx="11294118" cy="6292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10000"/>
              </a:prstClr>
            </a:outerShdw>
          </a:effectLst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00B05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Natural Language Portal</a:t>
            </a:r>
          </a:p>
          <a:p>
            <a:pPr algn="ctr">
              <a:spcAft>
                <a:spcPts val="200"/>
              </a:spcAft>
            </a:pPr>
            <a:r>
              <a:rPr lang="en-US" sz="1100" i="1">
                <a:solidFill>
                  <a:schemeClr val="accent1">
                    <a:lumMod val="10000"/>
                  </a:schemeClr>
                </a:solidFill>
                <a:latin typeface="+mj-lt"/>
                <a:cs typeface="Poppins" panose="00000500000000000000" pitchFamily="2" charset="0"/>
              </a:rPr>
              <a:t>Users describe goals in plain English, and the portal’s AI intelligently interprets and orchestrates tasks across data services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DCD20C1-F28B-6746-90A1-B55F5C680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825" y="1474624"/>
            <a:ext cx="540000" cy="54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49C2DA-52E6-1BE1-AFA5-26B20AF76494}"/>
              </a:ext>
            </a:extLst>
          </p:cNvPr>
          <p:cNvSpPr txBox="1"/>
          <p:nvPr/>
        </p:nvSpPr>
        <p:spPr>
          <a:xfrm>
            <a:off x="2420310" y="3529821"/>
            <a:ext cx="175553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Enables AI based data ingestion through NLU, source connectivity, schema detection, and ingestion scheduling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Integrates with </a:t>
            </a:r>
            <a:r>
              <a:rPr lang="en-US" sz="1000" err="1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Fivetran</a:t>
            </a:r>
            <a:r>
              <a:rPr 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err="1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etc</a:t>
            </a:r>
            <a:r>
              <a:rPr 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for intelligent, context-aware data ingestion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E62CF-CC50-20F9-3E77-2FAD4131FC1F}"/>
              </a:ext>
            </a:extLst>
          </p:cNvPr>
          <p:cNvSpPr txBox="1"/>
          <p:nvPr/>
        </p:nvSpPr>
        <p:spPr>
          <a:xfrm>
            <a:off x="4344061" y="3529821"/>
            <a:ext cx="167536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Applies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-style transformations to prepare analytics-ready datasets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Integrates with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dbt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smart modeling, performance tuning, and lineage tracking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2F6201-FE16-B58E-6FD3-5597D79C76C6}"/>
              </a:ext>
            </a:extLst>
          </p:cNvPr>
          <p:cNvSpPr txBox="1"/>
          <p:nvPr/>
        </p:nvSpPr>
        <p:spPr>
          <a:xfrm>
            <a:off x="6267810" y="3529821"/>
            <a:ext cx="167536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Integrates with Dataiku and Snowflake to support self-service analytics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AI-based insights and text-to-SQL capabilities for ad-hoc analysis.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88FC8-8F08-6421-9966-D7491DD4B460}"/>
              </a:ext>
            </a:extLst>
          </p:cNvPr>
          <p:cNvSpPr txBox="1"/>
          <p:nvPr/>
        </p:nvSpPr>
        <p:spPr>
          <a:xfrm>
            <a:off x="8191559" y="3529821"/>
            <a:ext cx="1755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AI based platform monitoring, performance and data pipeline health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Interfaces with Datadog for real-time observability and alert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lang="en-US" alt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nsure optimized performance and cost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accent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2DF969-D6D4-ED46-F2B4-5F46CB81AC62}"/>
              </a:ext>
            </a:extLst>
          </p:cNvPr>
          <p:cNvSpPr txBox="1"/>
          <p:nvPr/>
        </p:nvSpPr>
        <p:spPr>
          <a:xfrm>
            <a:off x="10067683" y="3529821"/>
            <a:ext cx="167536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Intelligent data cataloging, smart access control, and robust compliance automation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Leverages Atlan</a:t>
            </a:r>
            <a:r>
              <a:rPr lang="en-US" alt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Immuta</a:t>
            </a:r>
            <a:r>
              <a:rPr lang="en-US" altLang="en-US" sz="1000">
                <a:solidFill>
                  <a:schemeClr val="accent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for intelligent data governance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93507C-A8EA-9993-2CF1-25DB71334D05}"/>
              </a:ext>
            </a:extLst>
          </p:cNvPr>
          <p:cNvGrpSpPr/>
          <p:nvPr/>
        </p:nvGrpSpPr>
        <p:grpSpPr>
          <a:xfrm>
            <a:off x="439339" y="2770760"/>
            <a:ext cx="1789810" cy="2612452"/>
            <a:chOff x="10035151" y="2784304"/>
            <a:chExt cx="1789810" cy="261245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D7C658-6D06-C2F4-FD51-A80EFBA28BBA}"/>
                </a:ext>
              </a:extLst>
            </p:cNvPr>
            <p:cNvSpPr txBox="1"/>
            <p:nvPr/>
          </p:nvSpPr>
          <p:spPr>
            <a:xfrm>
              <a:off x="10115318" y="2784304"/>
              <a:ext cx="1675365" cy="2612452"/>
            </a:xfrm>
            <a:prstGeom prst="roundRect">
              <a:avLst>
                <a:gd name="adj" fmla="val 438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10000"/>
                </a:prstClr>
              </a:outerShdw>
            </a:effectLst>
          </p:spPr>
          <p:txBody>
            <a:bodyPr wrap="square" lIns="108000" tIns="108000" rIns="108000" bIns="1080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srgbClr val="00B050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Converse With Data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FED8DA9-04C4-8CDB-42DE-DB387197BBAD}"/>
                </a:ext>
              </a:extLst>
            </p:cNvPr>
            <p:cNvSpPr txBox="1"/>
            <p:nvPr/>
          </p:nvSpPr>
          <p:spPr>
            <a:xfrm>
              <a:off x="10035151" y="3560368"/>
              <a:ext cx="1789810" cy="1708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Enables users to query data using plain English via automatic SQL generation</a:t>
              </a:r>
              <a:r>
                <a:rPr lang="en-US" altLang="en-US" sz="1000">
                  <a:solidFill>
                    <a:schemeClr val="accent1">
                      <a:lumMod val="1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execution and dashboards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Simplifies data access for non-technical users through text-to-SQL capabilities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6B008F0-5C58-698A-2D22-69F720D54722}"/>
              </a:ext>
            </a:extLst>
          </p:cNvPr>
          <p:cNvCxnSpPr>
            <a:cxnSpLocks/>
          </p:cNvCxnSpPr>
          <p:nvPr/>
        </p:nvCxnSpPr>
        <p:spPr>
          <a:xfrm flipH="1">
            <a:off x="1334248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87EA07-6DE2-53A5-7A49-67BC2373A055}"/>
              </a:ext>
            </a:extLst>
          </p:cNvPr>
          <p:cNvCxnSpPr>
            <a:cxnSpLocks/>
          </p:cNvCxnSpPr>
          <p:nvPr/>
        </p:nvCxnSpPr>
        <p:spPr>
          <a:xfrm flipH="1">
            <a:off x="3257999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5FCAC5-E1ED-BFEF-446B-1A0D5A1C7CF5}"/>
              </a:ext>
            </a:extLst>
          </p:cNvPr>
          <p:cNvCxnSpPr>
            <a:cxnSpLocks/>
          </p:cNvCxnSpPr>
          <p:nvPr/>
        </p:nvCxnSpPr>
        <p:spPr>
          <a:xfrm flipH="1">
            <a:off x="5181750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DB1E60-15C7-4891-2AB5-0B37F6EBEF64}"/>
              </a:ext>
            </a:extLst>
          </p:cNvPr>
          <p:cNvCxnSpPr>
            <a:cxnSpLocks/>
          </p:cNvCxnSpPr>
          <p:nvPr/>
        </p:nvCxnSpPr>
        <p:spPr>
          <a:xfrm flipH="1">
            <a:off x="7105501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AAB45E-7367-C482-6589-0390538F5637}"/>
              </a:ext>
            </a:extLst>
          </p:cNvPr>
          <p:cNvCxnSpPr>
            <a:cxnSpLocks/>
          </p:cNvCxnSpPr>
          <p:nvPr/>
        </p:nvCxnSpPr>
        <p:spPr>
          <a:xfrm flipH="1">
            <a:off x="9029252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1F5EBC7-BFC6-DD45-72A0-EADF18283F9C}"/>
              </a:ext>
            </a:extLst>
          </p:cNvPr>
          <p:cNvCxnSpPr>
            <a:cxnSpLocks/>
          </p:cNvCxnSpPr>
          <p:nvPr/>
        </p:nvCxnSpPr>
        <p:spPr>
          <a:xfrm flipH="1">
            <a:off x="10953003" y="5396756"/>
            <a:ext cx="2" cy="369854"/>
          </a:xfrm>
          <a:prstGeom prst="straightConnector1">
            <a:avLst/>
          </a:prstGeom>
          <a:ln w="28575">
            <a:solidFill>
              <a:schemeClr val="bg2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057EE91-31C5-E3F2-64B9-6EF6DFBBF0BF}"/>
              </a:ext>
            </a:extLst>
          </p:cNvPr>
          <p:cNvSpPr txBox="1"/>
          <p:nvPr/>
        </p:nvSpPr>
        <p:spPr>
          <a:xfrm>
            <a:off x="379314" y="2474173"/>
            <a:ext cx="2133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50" b="1" i="0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Multi-Agent Orchestration</a:t>
            </a:r>
            <a:endParaRPr lang="en-IN" sz="105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65C9A-F741-7A10-F531-8444FE42075A}"/>
              </a:ext>
            </a:extLst>
          </p:cNvPr>
          <p:cNvSpPr/>
          <p:nvPr/>
        </p:nvSpPr>
        <p:spPr>
          <a:xfrm>
            <a:off x="439339" y="2707208"/>
            <a:ext cx="1812744" cy="280226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D7EB6D-D4AE-6186-EF37-CB419199FD7B}"/>
              </a:ext>
            </a:extLst>
          </p:cNvPr>
          <p:cNvSpPr/>
          <p:nvPr/>
        </p:nvSpPr>
        <p:spPr>
          <a:xfrm>
            <a:off x="9696450" y="72615"/>
            <a:ext cx="462219" cy="22843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15A1B-2B63-7161-307B-786459D32523}"/>
              </a:ext>
            </a:extLst>
          </p:cNvPr>
          <p:cNvSpPr txBox="1"/>
          <p:nvPr/>
        </p:nvSpPr>
        <p:spPr>
          <a:xfrm>
            <a:off x="10067683" y="78852"/>
            <a:ext cx="2057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Focus of this document</a:t>
            </a:r>
          </a:p>
        </p:txBody>
      </p:sp>
    </p:spTree>
    <p:extLst>
      <p:ext uri="{BB962C8B-B14F-4D97-AF65-F5344CB8AC3E}">
        <p14:creationId xmlns:p14="http://schemas.microsoft.com/office/powerpoint/2010/main" val="410244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507ED19-3FB4-4B6D-D5AD-E7959E53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8449BB-533A-1802-7C69-C7DE35817561}"/>
              </a:ext>
            </a:extLst>
          </p:cNvPr>
          <p:cNvCxnSpPr>
            <a:cxnSpLocks/>
          </p:cNvCxnSpPr>
          <p:nvPr/>
        </p:nvCxnSpPr>
        <p:spPr>
          <a:xfrm>
            <a:off x="2909390" y="3741480"/>
            <a:ext cx="44900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5F770A-A499-3CF7-8630-A6D92AD2603E}"/>
              </a:ext>
            </a:extLst>
          </p:cNvPr>
          <p:cNvSpPr/>
          <p:nvPr/>
        </p:nvSpPr>
        <p:spPr>
          <a:xfrm>
            <a:off x="8319920" y="2285264"/>
            <a:ext cx="3440481" cy="2687522"/>
          </a:xfrm>
          <a:prstGeom prst="roundRect">
            <a:avLst>
              <a:gd name="adj" fmla="val 674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B584D-DD84-15C4-51AE-50A41E38591E}"/>
              </a:ext>
            </a:extLst>
          </p:cNvPr>
          <p:cNvCxnSpPr>
            <a:cxnSpLocks/>
          </p:cNvCxnSpPr>
          <p:nvPr/>
        </p:nvCxnSpPr>
        <p:spPr>
          <a:xfrm>
            <a:off x="1490997" y="1840567"/>
            <a:ext cx="78638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1373A13-CFCA-0556-A5E7-93121EFC5B4F}"/>
              </a:ext>
            </a:extLst>
          </p:cNvPr>
          <p:cNvSpPr/>
          <p:nvPr/>
        </p:nvSpPr>
        <p:spPr>
          <a:xfrm>
            <a:off x="-14346" y="2042626"/>
            <a:ext cx="2515078" cy="3657600"/>
          </a:xfrm>
          <a:custGeom>
            <a:avLst/>
            <a:gdLst>
              <a:gd name="connsiteX0" fmla="*/ 686278 w 2515078"/>
              <a:gd name="connsiteY0" fmla="*/ 0 h 3657600"/>
              <a:gd name="connsiteX1" fmla="*/ 2515078 w 2515078"/>
              <a:gd name="connsiteY1" fmla="*/ 1828800 h 3657600"/>
              <a:gd name="connsiteX2" fmla="*/ 686278 w 2515078"/>
              <a:gd name="connsiteY2" fmla="*/ 3657600 h 3657600"/>
              <a:gd name="connsiteX3" fmla="*/ 142449 w 2515078"/>
              <a:gd name="connsiteY3" fmla="*/ 3575381 h 3657600"/>
              <a:gd name="connsiteX4" fmla="*/ 0 w 2515078"/>
              <a:gd name="connsiteY4" fmla="*/ 3523244 h 3657600"/>
              <a:gd name="connsiteX5" fmla="*/ 0 w 2515078"/>
              <a:gd name="connsiteY5" fmla="*/ 134356 h 3657600"/>
              <a:gd name="connsiteX6" fmla="*/ 142449 w 2515078"/>
              <a:gd name="connsiteY6" fmla="*/ 82219 h 3657600"/>
              <a:gd name="connsiteX7" fmla="*/ 686278 w 2515078"/>
              <a:gd name="connsiteY7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5078" h="3657600">
                <a:moveTo>
                  <a:pt x="686278" y="0"/>
                </a:moveTo>
                <a:cubicBezTo>
                  <a:pt x="1696296" y="0"/>
                  <a:pt x="2515078" y="818782"/>
                  <a:pt x="2515078" y="1828800"/>
                </a:cubicBezTo>
                <a:cubicBezTo>
                  <a:pt x="2515078" y="2838818"/>
                  <a:pt x="1696296" y="3657600"/>
                  <a:pt x="686278" y="3657600"/>
                </a:cubicBezTo>
                <a:cubicBezTo>
                  <a:pt x="496900" y="3657600"/>
                  <a:pt x="314244" y="3628815"/>
                  <a:pt x="142449" y="3575381"/>
                </a:cubicBezTo>
                <a:lnTo>
                  <a:pt x="0" y="3523244"/>
                </a:lnTo>
                <a:lnTo>
                  <a:pt x="0" y="134356"/>
                </a:lnTo>
                <a:lnTo>
                  <a:pt x="142449" y="82219"/>
                </a:lnTo>
                <a:cubicBezTo>
                  <a:pt x="314244" y="28785"/>
                  <a:pt x="496900" y="0"/>
                  <a:pt x="68627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4550FC9-CF5F-5DFD-3EFC-DC3F7E6E0BC1}"/>
              </a:ext>
            </a:extLst>
          </p:cNvPr>
          <p:cNvSpPr/>
          <p:nvPr/>
        </p:nvSpPr>
        <p:spPr>
          <a:xfrm>
            <a:off x="-14343" y="1672084"/>
            <a:ext cx="2866783" cy="4361008"/>
          </a:xfrm>
          <a:custGeom>
            <a:avLst/>
            <a:gdLst>
              <a:gd name="connsiteX0" fmla="*/ 686279 w 2866783"/>
              <a:gd name="connsiteY0" fmla="*/ 0 h 4361008"/>
              <a:gd name="connsiteX1" fmla="*/ 2866783 w 2866783"/>
              <a:gd name="connsiteY1" fmla="*/ 2180504 h 4361008"/>
              <a:gd name="connsiteX2" fmla="*/ 686279 w 2866783"/>
              <a:gd name="connsiteY2" fmla="*/ 4361008 h 4361008"/>
              <a:gd name="connsiteX3" fmla="*/ 37864 w 2866783"/>
              <a:gd name="connsiteY3" fmla="*/ 4262977 h 4361008"/>
              <a:gd name="connsiteX4" fmla="*/ 0 w 2866783"/>
              <a:gd name="connsiteY4" fmla="*/ 4249119 h 4361008"/>
              <a:gd name="connsiteX5" fmla="*/ 0 w 2866783"/>
              <a:gd name="connsiteY5" fmla="*/ 111890 h 4361008"/>
              <a:gd name="connsiteX6" fmla="*/ 37864 w 2866783"/>
              <a:gd name="connsiteY6" fmla="*/ 98031 h 4361008"/>
              <a:gd name="connsiteX7" fmla="*/ 686279 w 2866783"/>
              <a:gd name="connsiteY7" fmla="*/ 0 h 436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66783" h="4361008">
                <a:moveTo>
                  <a:pt x="686279" y="0"/>
                </a:moveTo>
                <a:cubicBezTo>
                  <a:pt x="1890538" y="0"/>
                  <a:pt x="2866783" y="976245"/>
                  <a:pt x="2866783" y="2180504"/>
                </a:cubicBezTo>
                <a:cubicBezTo>
                  <a:pt x="2866783" y="3384763"/>
                  <a:pt x="1890538" y="4361008"/>
                  <a:pt x="686279" y="4361008"/>
                </a:cubicBezTo>
                <a:cubicBezTo>
                  <a:pt x="460480" y="4361008"/>
                  <a:pt x="242698" y="4326687"/>
                  <a:pt x="37864" y="4262977"/>
                </a:cubicBezTo>
                <a:lnTo>
                  <a:pt x="0" y="4249119"/>
                </a:lnTo>
                <a:lnTo>
                  <a:pt x="0" y="111890"/>
                </a:lnTo>
                <a:lnTo>
                  <a:pt x="37864" y="98031"/>
                </a:lnTo>
                <a:cubicBezTo>
                  <a:pt x="242698" y="34321"/>
                  <a:pt x="460480" y="0"/>
                  <a:pt x="686279" y="0"/>
                </a:cubicBezTo>
                <a:close/>
              </a:path>
            </a:pathLst>
          </a:custGeom>
          <a:noFill/>
          <a:ln>
            <a:solidFill>
              <a:schemeClr val="tx2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78DB9E-3C29-AD3E-09C8-143D5FED96FE}"/>
              </a:ext>
            </a:extLst>
          </p:cNvPr>
          <p:cNvSpPr/>
          <p:nvPr/>
        </p:nvSpPr>
        <p:spPr>
          <a:xfrm>
            <a:off x="1405533" y="1767828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CE1815-0D25-DC91-4817-F5735127F039}"/>
              </a:ext>
            </a:extLst>
          </p:cNvPr>
          <p:cNvSpPr/>
          <p:nvPr/>
        </p:nvSpPr>
        <p:spPr>
          <a:xfrm>
            <a:off x="2805955" y="3688762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8713AF-7A55-0FB6-B785-030047068628}"/>
              </a:ext>
            </a:extLst>
          </p:cNvPr>
          <p:cNvSpPr txBox="1">
            <a:spLocks/>
          </p:cNvSpPr>
          <p:nvPr/>
        </p:nvSpPr>
        <p:spPr>
          <a:xfrm>
            <a:off x="218057" y="3359250"/>
            <a:ext cx="2059324" cy="1125735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How does it benefit the business?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B257F1-A154-1F4A-753F-E4C6E74C63C9}"/>
              </a:ext>
            </a:extLst>
          </p:cNvPr>
          <p:cNvCxnSpPr>
            <a:cxnSpLocks/>
          </p:cNvCxnSpPr>
          <p:nvPr/>
        </p:nvCxnSpPr>
        <p:spPr>
          <a:xfrm>
            <a:off x="1576460" y="5878097"/>
            <a:ext cx="78638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708BCC2-F593-2E6F-6297-E68D187D1FB9}"/>
              </a:ext>
            </a:extLst>
          </p:cNvPr>
          <p:cNvSpPr/>
          <p:nvPr/>
        </p:nvSpPr>
        <p:spPr>
          <a:xfrm>
            <a:off x="1510970" y="5789239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48602-87E9-C71D-2002-8C9A96F1ED51}"/>
              </a:ext>
            </a:extLst>
          </p:cNvPr>
          <p:cNvSpPr txBox="1"/>
          <p:nvPr/>
        </p:nvSpPr>
        <p:spPr>
          <a:xfrm>
            <a:off x="2362844" y="1488826"/>
            <a:ext cx="5446103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Access to Data Without SQL: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Converse with Data Platform allows you to explore and analyze data directly, even without SQL expertise, empowering you to make informed decisions faster.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F30B1-1095-991F-C77A-298E1668B811}"/>
              </a:ext>
            </a:extLst>
          </p:cNvPr>
          <p:cNvSpPr txBox="1"/>
          <p:nvPr/>
        </p:nvSpPr>
        <p:spPr>
          <a:xfrm>
            <a:off x="3115947" y="2384911"/>
            <a:ext cx="4693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Independence in Data Queries: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Perform ad hoc data queries on your own, reducing dependence on IT for accessing and manipulating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3F8BD-8C38-CCD8-ECDA-35BB490B2B00}"/>
              </a:ext>
            </a:extLst>
          </p:cNvPr>
          <p:cNvSpPr txBox="1"/>
          <p:nvPr/>
        </p:nvSpPr>
        <p:spPr>
          <a:xfrm>
            <a:off x="3448301" y="3359250"/>
            <a:ext cx="469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Real-Time Insights: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Receive immediate responses to your data queries in plain language, enabling quicker responses to business needs and opportunities.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09768-0EA0-F113-7C2B-27727C571919}"/>
              </a:ext>
            </a:extLst>
          </p:cNvPr>
          <p:cNvSpPr txBox="1"/>
          <p:nvPr/>
        </p:nvSpPr>
        <p:spPr>
          <a:xfrm>
            <a:off x="3115947" y="4438487"/>
            <a:ext cx="469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User-Friendly Interface: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Intuitive design and natural language processing make it easy for you to interact with complex data sets and derive meaningful insights.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A1987-FA60-0ECC-699E-5BFFE91BF176}"/>
              </a:ext>
            </a:extLst>
          </p:cNvPr>
          <p:cNvSpPr txBox="1"/>
          <p:nvPr/>
        </p:nvSpPr>
        <p:spPr>
          <a:xfrm>
            <a:off x="2362844" y="5539840"/>
            <a:ext cx="4693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Enhanced Productivity: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Spend less time waiting for data and more time leveraging insights to drive business outcomes.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382783-2E6A-0234-EFB5-62B6CF602312}"/>
              </a:ext>
            </a:extLst>
          </p:cNvPr>
          <p:cNvCxnSpPr>
            <a:cxnSpLocks/>
          </p:cNvCxnSpPr>
          <p:nvPr/>
        </p:nvCxnSpPr>
        <p:spPr>
          <a:xfrm>
            <a:off x="2516198" y="2654700"/>
            <a:ext cx="448056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F618297-2582-CC3D-82A4-7CA89E45D90F}"/>
              </a:ext>
            </a:extLst>
          </p:cNvPr>
          <p:cNvSpPr/>
          <p:nvPr/>
        </p:nvSpPr>
        <p:spPr>
          <a:xfrm>
            <a:off x="2430734" y="2581961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4A9B40-3F9C-1091-FB84-D32EBCD27FA0}"/>
              </a:ext>
            </a:extLst>
          </p:cNvPr>
          <p:cNvCxnSpPr>
            <a:cxnSpLocks/>
          </p:cNvCxnSpPr>
          <p:nvPr/>
        </p:nvCxnSpPr>
        <p:spPr>
          <a:xfrm>
            <a:off x="2618128" y="4880932"/>
            <a:ext cx="44900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1745A1D-9F87-83F4-4DFD-844BFEAC687F}"/>
              </a:ext>
            </a:extLst>
          </p:cNvPr>
          <p:cNvSpPr/>
          <p:nvPr/>
        </p:nvSpPr>
        <p:spPr>
          <a:xfrm>
            <a:off x="2571496" y="4790113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816E163A-2A32-1A1B-DAD0-EDD6C8205514}"/>
              </a:ext>
            </a:extLst>
          </p:cNvPr>
          <p:cNvSpPr/>
          <p:nvPr/>
        </p:nvSpPr>
        <p:spPr>
          <a:xfrm>
            <a:off x="9448570" y="3263234"/>
            <a:ext cx="2193195" cy="608192"/>
          </a:xfrm>
          <a:prstGeom prst="wedgeRectCallout">
            <a:avLst>
              <a:gd name="adj1" fmla="val -68377"/>
              <a:gd name="adj2" fmla="val 38096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What is the total savings and spend for indirect materials across quarters?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E7AD47C7-FF8A-EE40-D34A-80FB1B83A74A}"/>
              </a:ext>
            </a:extLst>
          </p:cNvPr>
          <p:cNvSpPr/>
          <p:nvPr/>
        </p:nvSpPr>
        <p:spPr>
          <a:xfrm>
            <a:off x="9448571" y="4068651"/>
            <a:ext cx="2193195" cy="627143"/>
          </a:xfrm>
          <a:prstGeom prst="wedgeRectCallout">
            <a:avLst>
              <a:gd name="adj1" fmla="val -64903"/>
              <a:gd name="adj2" fmla="val -4704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What are the commodities with highest spend for indirect materials for Flash for FY24-Q2?</a:t>
            </a:r>
            <a:endParaRPr kumimoji="0" lang="en-IN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3788FE-CB37-07F2-F36F-E7D48F55D13C}"/>
              </a:ext>
            </a:extLst>
          </p:cNvPr>
          <p:cNvSpPr txBox="1"/>
          <p:nvPr/>
        </p:nvSpPr>
        <p:spPr>
          <a:xfrm>
            <a:off x="8425929" y="2443885"/>
            <a:ext cx="32284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Business stakeholders can converse directly with data, gaining actionable insights in real time.</a:t>
            </a:r>
            <a:endParaRPr kumimoji="0" lang="en-IN" sz="110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B131F094-6BA8-1C04-82DB-8B1348EBA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7077" y="3629025"/>
            <a:ext cx="618550" cy="61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78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AFFA-1503-9272-EFD1-CEEB4CBC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06782C0-1EFC-5C74-D9E1-5A29F12250F4}"/>
              </a:ext>
            </a:extLst>
          </p:cNvPr>
          <p:cNvSpPr/>
          <p:nvPr/>
        </p:nvSpPr>
        <p:spPr>
          <a:xfrm>
            <a:off x="674611" y="4783907"/>
            <a:ext cx="10831287" cy="1453930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F25B50-DEF8-C7D0-5A01-6F5EA9727D29}"/>
              </a:ext>
            </a:extLst>
          </p:cNvPr>
          <p:cNvSpPr/>
          <p:nvPr/>
        </p:nvSpPr>
        <p:spPr>
          <a:xfrm>
            <a:off x="674612" y="3706119"/>
            <a:ext cx="10831287" cy="890909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13000F-8FCF-0FEB-B757-945D1735958C}"/>
              </a:ext>
            </a:extLst>
          </p:cNvPr>
          <p:cNvSpPr/>
          <p:nvPr/>
        </p:nvSpPr>
        <p:spPr>
          <a:xfrm>
            <a:off x="670925" y="2571100"/>
            <a:ext cx="10831287" cy="1114359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219332-F3B2-249E-5962-2E88103FDCEF}"/>
              </a:ext>
            </a:extLst>
          </p:cNvPr>
          <p:cNvSpPr/>
          <p:nvPr/>
        </p:nvSpPr>
        <p:spPr>
          <a:xfrm>
            <a:off x="6592549" y="1437798"/>
            <a:ext cx="4909663" cy="997805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26EF40-606E-BBE8-86DF-B1299E5BF5D7}"/>
              </a:ext>
            </a:extLst>
          </p:cNvPr>
          <p:cNvSpPr/>
          <p:nvPr/>
        </p:nvSpPr>
        <p:spPr>
          <a:xfrm>
            <a:off x="670925" y="1437798"/>
            <a:ext cx="5801569" cy="997805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A278097-DBE1-8C69-F55C-AEFECCA16A7F}"/>
              </a:ext>
            </a:extLst>
          </p:cNvPr>
          <p:cNvSpPr/>
          <p:nvPr/>
        </p:nvSpPr>
        <p:spPr>
          <a:xfrm>
            <a:off x="10909786" y="136541"/>
            <a:ext cx="175929" cy="171858"/>
          </a:xfrm>
          <a:prstGeom prst="ellipse">
            <a:avLst/>
          </a:prstGeom>
          <a:solidFill>
            <a:srgbClr val="C1E4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6C6C3C-F66B-6063-3852-3C6EC890547A}"/>
              </a:ext>
            </a:extLst>
          </p:cNvPr>
          <p:cNvSpPr txBox="1"/>
          <p:nvPr/>
        </p:nvSpPr>
        <p:spPr>
          <a:xfrm>
            <a:off x="10063969" y="107054"/>
            <a:ext cx="7650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MVP Scope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4B63AFD8-36F2-E487-E36C-A6E0E8259592}"/>
              </a:ext>
            </a:extLst>
          </p:cNvPr>
          <p:cNvSpPr/>
          <p:nvPr/>
        </p:nvSpPr>
        <p:spPr>
          <a:xfrm>
            <a:off x="9920440" y="133752"/>
            <a:ext cx="175929" cy="177436"/>
          </a:xfrm>
          <a:prstGeom prst="ellipse">
            <a:avLst/>
          </a:prstGeom>
          <a:solidFill>
            <a:srgbClr val="E1E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6B4B768-AA7A-46E6-0CF1-22F91681262D}"/>
              </a:ext>
            </a:extLst>
          </p:cNvPr>
          <p:cNvSpPr txBox="1"/>
          <p:nvPr/>
        </p:nvSpPr>
        <p:spPr>
          <a:xfrm>
            <a:off x="11068297" y="107054"/>
            <a:ext cx="10087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Future Scope                  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0C27A1C-DC54-AF99-0C6B-C2D814915453}"/>
              </a:ext>
            </a:extLst>
          </p:cNvPr>
          <p:cNvSpPr txBox="1">
            <a:spLocks/>
          </p:cNvSpPr>
          <p:nvPr/>
        </p:nvSpPr>
        <p:spPr>
          <a:xfrm>
            <a:off x="945599" y="354206"/>
            <a:ext cx="10760731" cy="878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Capability View of the Architecture enabling ConverseWithData to interact with various sources through Data Virtualization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7BDF16-1C83-5AC9-05E7-A6FA492196CC}"/>
              </a:ext>
            </a:extLst>
          </p:cNvPr>
          <p:cNvSpPr/>
          <p:nvPr/>
        </p:nvSpPr>
        <p:spPr>
          <a:xfrm>
            <a:off x="662572" y="4784324"/>
            <a:ext cx="10839640" cy="1507618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Sources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1FBCD86B-FEAA-5DF2-036A-D8352DE672B9}"/>
              </a:ext>
            </a:extLst>
          </p:cNvPr>
          <p:cNvSpPr/>
          <p:nvPr/>
        </p:nvSpPr>
        <p:spPr>
          <a:xfrm>
            <a:off x="821874" y="5100508"/>
            <a:ext cx="1845118" cy="442551"/>
          </a:xfrm>
          <a:prstGeom prst="roundRect">
            <a:avLst/>
          </a:prstGeom>
          <a:solidFill>
            <a:srgbClr val="E0E3F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SQL Server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305C88D5-B5F5-EAB5-B531-B74D0BE70B87}"/>
              </a:ext>
            </a:extLst>
          </p:cNvPr>
          <p:cNvSpPr/>
          <p:nvPr/>
        </p:nvSpPr>
        <p:spPr>
          <a:xfrm>
            <a:off x="2755450" y="5100508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SAP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7729F706-A464-385B-3919-FFBE0EC8F5A7}"/>
              </a:ext>
            </a:extLst>
          </p:cNvPr>
          <p:cNvSpPr/>
          <p:nvPr/>
        </p:nvSpPr>
        <p:spPr>
          <a:xfrm>
            <a:off x="4689025" y="5100508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PostgreSQL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3C2E5564-8601-B1F9-CFFF-280960F121F0}"/>
              </a:ext>
            </a:extLst>
          </p:cNvPr>
          <p:cNvSpPr/>
          <p:nvPr/>
        </p:nvSpPr>
        <p:spPr>
          <a:xfrm>
            <a:off x="7296161" y="5100508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AWS S3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6F3E1898-1F89-78DC-D72C-3D8CB6A79CAF}"/>
              </a:ext>
            </a:extLst>
          </p:cNvPr>
          <p:cNvSpPr/>
          <p:nvPr/>
        </p:nvSpPr>
        <p:spPr>
          <a:xfrm>
            <a:off x="9513525" y="5100508"/>
            <a:ext cx="1845118" cy="442551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Snowflake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368D32BB-6EC5-8016-399C-BA59286999B1}"/>
              </a:ext>
            </a:extLst>
          </p:cNvPr>
          <p:cNvSpPr/>
          <p:nvPr/>
        </p:nvSpPr>
        <p:spPr>
          <a:xfrm>
            <a:off x="821874" y="5685895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MySQL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18CFDE5B-CC45-925C-C794-3A47D996E61D}"/>
              </a:ext>
            </a:extLst>
          </p:cNvPr>
          <p:cNvSpPr/>
          <p:nvPr/>
        </p:nvSpPr>
        <p:spPr>
          <a:xfrm>
            <a:off x="2755450" y="5685895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Model N</a:t>
            </a: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5E5D7D89-C2D2-8298-AFA4-D36E84EDA415}"/>
              </a:ext>
            </a:extLst>
          </p:cNvPr>
          <p:cNvSpPr/>
          <p:nvPr/>
        </p:nvSpPr>
        <p:spPr>
          <a:xfrm>
            <a:off x="4689025" y="5685895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Work Day</a:t>
            </a:r>
          </a:p>
        </p:txBody>
      </p:sp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AD7D8CC2-91E0-703D-8957-7593F8CFABB5}"/>
              </a:ext>
            </a:extLst>
          </p:cNvPr>
          <p:cNvSpPr/>
          <p:nvPr/>
        </p:nvSpPr>
        <p:spPr>
          <a:xfrm>
            <a:off x="7296161" y="5685895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AWS Redshift</a:t>
            </a:r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9F5EB5E4-3190-E45B-5BC0-F552B68D506B}"/>
              </a:ext>
            </a:extLst>
          </p:cNvPr>
          <p:cNvSpPr/>
          <p:nvPr/>
        </p:nvSpPr>
        <p:spPr>
          <a:xfrm>
            <a:off x="9513525" y="5685895"/>
            <a:ext cx="1845118" cy="442551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Azure Data lake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02A0BC-E8B4-84B1-0222-E929C77B2D95}"/>
              </a:ext>
            </a:extLst>
          </p:cNvPr>
          <p:cNvSpPr/>
          <p:nvPr/>
        </p:nvSpPr>
        <p:spPr>
          <a:xfrm>
            <a:off x="662572" y="3685459"/>
            <a:ext cx="10839640" cy="956027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Integration Layer</a:t>
            </a:r>
          </a:p>
        </p:txBody>
      </p:sp>
      <p:sp>
        <p:nvSpPr>
          <p:cNvPr id="45" name="Rounded Rectangle 11">
            <a:extLst>
              <a:ext uri="{FF2B5EF4-FFF2-40B4-BE49-F238E27FC236}">
                <a16:creationId xmlns:a16="http://schemas.microsoft.com/office/drawing/2014/main" id="{37BF56CB-A067-F359-B808-61863522DFDE}"/>
              </a:ext>
            </a:extLst>
          </p:cNvPr>
          <p:cNvSpPr/>
          <p:nvPr/>
        </p:nvSpPr>
        <p:spPr>
          <a:xfrm>
            <a:off x="821873" y="4138710"/>
            <a:ext cx="3403476" cy="391108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/>
                <a:cs typeface="Poppins"/>
              </a:rPr>
              <a:t>Access Control and Governance 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F3CEC03F-4B43-2D45-A840-05A46E2EA8A0}"/>
              </a:ext>
            </a:extLst>
          </p:cNvPr>
          <p:cNvSpPr/>
          <p:nvPr/>
        </p:nvSpPr>
        <p:spPr>
          <a:xfrm>
            <a:off x="4388518" y="4138710"/>
            <a:ext cx="3403476" cy="391108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/>
                <a:ea typeface="Calibri"/>
                <a:cs typeface="Poppins"/>
              </a:rPr>
              <a:t>Data Virtualization Layer </a:t>
            </a:r>
          </a:p>
        </p:txBody>
      </p:sp>
      <p:sp>
        <p:nvSpPr>
          <p:cNvPr id="48" name="Rounded Rectangle 11">
            <a:extLst>
              <a:ext uri="{FF2B5EF4-FFF2-40B4-BE49-F238E27FC236}">
                <a16:creationId xmlns:a16="http://schemas.microsoft.com/office/drawing/2014/main" id="{348832B9-C0D8-AEB6-DD69-4589D56FE4F3}"/>
              </a:ext>
            </a:extLst>
          </p:cNvPr>
          <p:cNvSpPr/>
          <p:nvPr/>
        </p:nvSpPr>
        <p:spPr>
          <a:xfrm>
            <a:off x="7955163" y="4138710"/>
            <a:ext cx="3403476" cy="391108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it-IT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/>
                <a:ea typeface="Calibri"/>
                <a:cs typeface="Poppins"/>
              </a:rPr>
              <a:t>Enterprise Data </a:t>
            </a:r>
            <a:r>
              <a:rPr kumimoji="0" lang="it-IT" sz="900" i="0" u="none" strike="noStrike" kern="1200" cap="none" spc="0" normalizeH="0" baseline="0" noProof="0" err="1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/>
                <a:ea typeface="Calibri"/>
                <a:cs typeface="Poppins"/>
              </a:rPr>
              <a:t>Catalog</a:t>
            </a:r>
            <a:endParaRPr lang="it-IT" sz="900" i="0" u="none" strike="noStrike" kern="1200" cap="none" spc="0" normalizeH="0" baseline="0" noProof="0" err="1">
              <a:ln>
                <a:noFill/>
              </a:ln>
              <a:solidFill>
                <a:schemeClr val="accent3">
                  <a:lumMod val="10000"/>
                </a:schemeClr>
              </a:solidFill>
              <a:effectLst/>
              <a:uLnTx/>
              <a:uFillTx/>
              <a:latin typeface="Poppins"/>
              <a:ea typeface="Calibri"/>
              <a:cs typeface="Poppin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6A76E7D-9999-6050-21B2-1AE86523E260}"/>
              </a:ext>
            </a:extLst>
          </p:cNvPr>
          <p:cNvSpPr/>
          <p:nvPr/>
        </p:nvSpPr>
        <p:spPr>
          <a:xfrm>
            <a:off x="662572" y="2578442"/>
            <a:ext cx="10839640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Consumption Layer</a:t>
            </a:r>
          </a:p>
        </p:txBody>
      </p:sp>
      <p:sp>
        <p:nvSpPr>
          <p:cNvPr id="135" name="Rounded Rectangle 11">
            <a:extLst>
              <a:ext uri="{FF2B5EF4-FFF2-40B4-BE49-F238E27FC236}">
                <a16:creationId xmlns:a16="http://schemas.microsoft.com/office/drawing/2014/main" id="{017F0331-71FA-3269-8DEB-B301C542A100}"/>
              </a:ext>
            </a:extLst>
          </p:cNvPr>
          <p:cNvSpPr/>
          <p:nvPr/>
        </p:nvSpPr>
        <p:spPr>
          <a:xfrm>
            <a:off x="821874" y="2928895"/>
            <a:ext cx="1440814" cy="437653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APIs</a:t>
            </a:r>
          </a:p>
        </p:txBody>
      </p:sp>
      <p:sp>
        <p:nvSpPr>
          <p:cNvPr id="136" name="Rounded Rectangle 11">
            <a:extLst>
              <a:ext uri="{FF2B5EF4-FFF2-40B4-BE49-F238E27FC236}">
                <a16:creationId xmlns:a16="http://schemas.microsoft.com/office/drawing/2014/main" id="{F3D050B1-99A3-8AF1-E2E6-7D1F2B9AFE2B}"/>
              </a:ext>
            </a:extLst>
          </p:cNvPr>
          <p:cNvSpPr/>
          <p:nvPr/>
        </p:nvSpPr>
        <p:spPr>
          <a:xfrm>
            <a:off x="2331763" y="2928895"/>
            <a:ext cx="1440814" cy="437653"/>
          </a:xfrm>
          <a:prstGeom prst="roundRect">
            <a:avLst/>
          </a:prstGeom>
          <a:solidFill>
            <a:srgbClr val="E0E3F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SQL</a:t>
            </a:r>
          </a:p>
        </p:txBody>
      </p:sp>
      <p:sp>
        <p:nvSpPr>
          <p:cNvPr id="138" name="Rounded Rectangle 11">
            <a:extLst>
              <a:ext uri="{FF2B5EF4-FFF2-40B4-BE49-F238E27FC236}">
                <a16:creationId xmlns:a16="http://schemas.microsoft.com/office/drawing/2014/main" id="{38922001-C652-A6C7-9D10-E8FD6295569D}"/>
              </a:ext>
            </a:extLst>
          </p:cNvPr>
          <p:cNvSpPr/>
          <p:nvPr/>
        </p:nvSpPr>
        <p:spPr>
          <a:xfrm>
            <a:off x="3841653" y="2928895"/>
            <a:ext cx="1440814" cy="437653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Data Self Serve</a:t>
            </a:r>
          </a:p>
        </p:txBody>
      </p:sp>
      <p:sp>
        <p:nvSpPr>
          <p:cNvPr id="139" name="Rounded Rectangle 11">
            <a:extLst>
              <a:ext uri="{FF2B5EF4-FFF2-40B4-BE49-F238E27FC236}">
                <a16:creationId xmlns:a16="http://schemas.microsoft.com/office/drawing/2014/main" id="{BD980977-E9CB-50C5-72C1-EA5C3F0F925B}"/>
              </a:ext>
            </a:extLst>
          </p:cNvPr>
          <p:cNvSpPr/>
          <p:nvPr/>
        </p:nvSpPr>
        <p:spPr>
          <a:xfrm>
            <a:off x="5345664" y="2928895"/>
            <a:ext cx="1440814" cy="437653"/>
          </a:xfrm>
          <a:prstGeom prst="roundRect">
            <a:avLst/>
          </a:prstGeom>
          <a:solidFill>
            <a:srgbClr val="E0E3F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LLM Experience Layer – Text2SQL</a:t>
            </a:r>
          </a:p>
        </p:txBody>
      </p:sp>
      <p:sp>
        <p:nvSpPr>
          <p:cNvPr id="140" name="Rounded Rectangle 11">
            <a:extLst>
              <a:ext uri="{FF2B5EF4-FFF2-40B4-BE49-F238E27FC236}">
                <a16:creationId xmlns:a16="http://schemas.microsoft.com/office/drawing/2014/main" id="{21C36296-2AD8-3164-24E1-38A83F95D849}"/>
              </a:ext>
            </a:extLst>
          </p:cNvPr>
          <p:cNvSpPr/>
          <p:nvPr/>
        </p:nvSpPr>
        <p:spPr>
          <a:xfrm>
            <a:off x="6864413" y="2928895"/>
            <a:ext cx="1440814" cy="437653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AI/ML Feature Store</a:t>
            </a:r>
          </a:p>
        </p:txBody>
      </p:sp>
      <p:sp>
        <p:nvSpPr>
          <p:cNvPr id="154" name="Rounded Rectangle 11">
            <a:extLst>
              <a:ext uri="{FF2B5EF4-FFF2-40B4-BE49-F238E27FC236}">
                <a16:creationId xmlns:a16="http://schemas.microsoft.com/office/drawing/2014/main" id="{024D02DA-33C2-2442-DD39-35123F4ADDC9}"/>
              </a:ext>
            </a:extLst>
          </p:cNvPr>
          <p:cNvSpPr/>
          <p:nvPr/>
        </p:nvSpPr>
        <p:spPr>
          <a:xfrm>
            <a:off x="8399077" y="2928895"/>
            <a:ext cx="1440814" cy="437653"/>
          </a:xfrm>
          <a:prstGeom prst="roundRect">
            <a:avLst/>
          </a:prstGeom>
          <a:solidFill>
            <a:srgbClr val="E0E3F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Gen AI Toolkit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(Prompt Templates, LLMs)</a:t>
            </a:r>
          </a:p>
        </p:txBody>
      </p:sp>
      <p:sp>
        <p:nvSpPr>
          <p:cNvPr id="155" name="Rounded Rectangle 11">
            <a:extLst>
              <a:ext uri="{FF2B5EF4-FFF2-40B4-BE49-F238E27FC236}">
                <a16:creationId xmlns:a16="http://schemas.microsoft.com/office/drawing/2014/main" id="{6ECFB86F-226F-59B5-277A-445B79D9DFC9}"/>
              </a:ext>
            </a:extLst>
          </p:cNvPr>
          <p:cNvSpPr/>
          <p:nvPr/>
        </p:nvSpPr>
        <p:spPr>
          <a:xfrm>
            <a:off x="9917826" y="2928895"/>
            <a:ext cx="1440814" cy="437653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Gen AI Guardrails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(AI Fairness 360, Bias Checks) 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D71CE189-A35E-6BE4-AEA8-3C2406297284}"/>
              </a:ext>
            </a:extLst>
          </p:cNvPr>
          <p:cNvSpPr/>
          <p:nvPr/>
        </p:nvSpPr>
        <p:spPr>
          <a:xfrm>
            <a:off x="662572" y="1450765"/>
            <a:ext cx="5871568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Personas</a:t>
            </a:r>
          </a:p>
        </p:txBody>
      </p:sp>
      <p:sp>
        <p:nvSpPr>
          <p:cNvPr id="162" name="Rounded Rectangle 11">
            <a:extLst>
              <a:ext uri="{FF2B5EF4-FFF2-40B4-BE49-F238E27FC236}">
                <a16:creationId xmlns:a16="http://schemas.microsoft.com/office/drawing/2014/main" id="{3AF91544-6963-2DFA-DBD8-D98ED01A34C6}"/>
              </a:ext>
            </a:extLst>
          </p:cNvPr>
          <p:cNvSpPr/>
          <p:nvPr/>
        </p:nvSpPr>
        <p:spPr>
          <a:xfrm>
            <a:off x="821873" y="1736882"/>
            <a:ext cx="1079839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Sales Ops</a:t>
            </a:r>
          </a:p>
        </p:txBody>
      </p:sp>
      <p:sp>
        <p:nvSpPr>
          <p:cNvPr id="163" name="Rounded Rectangle 11">
            <a:extLst>
              <a:ext uri="{FF2B5EF4-FFF2-40B4-BE49-F238E27FC236}">
                <a16:creationId xmlns:a16="http://schemas.microsoft.com/office/drawing/2014/main" id="{11F99768-E925-B187-F6FA-48A20CEAA72D}"/>
              </a:ext>
            </a:extLst>
          </p:cNvPr>
          <p:cNvSpPr/>
          <p:nvPr/>
        </p:nvSpPr>
        <p:spPr>
          <a:xfrm>
            <a:off x="1953481" y="1736882"/>
            <a:ext cx="1079839" cy="506545"/>
          </a:xfrm>
          <a:prstGeom prst="roundRect">
            <a:avLst/>
          </a:prstGeom>
          <a:solidFill>
            <a:schemeClr val="accent1">
              <a:alpha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Finance</a:t>
            </a:r>
          </a:p>
        </p:txBody>
      </p:sp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EAEC266F-7C6D-9F78-A515-FBD08B99C2E7}"/>
              </a:ext>
            </a:extLst>
          </p:cNvPr>
          <p:cNvSpPr/>
          <p:nvPr/>
        </p:nvSpPr>
        <p:spPr>
          <a:xfrm>
            <a:off x="3085089" y="1736882"/>
            <a:ext cx="1079839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Supply Chain</a:t>
            </a:r>
          </a:p>
        </p:txBody>
      </p:sp>
      <p:sp>
        <p:nvSpPr>
          <p:cNvPr id="165" name="Rounded Rectangle 11">
            <a:extLst>
              <a:ext uri="{FF2B5EF4-FFF2-40B4-BE49-F238E27FC236}">
                <a16:creationId xmlns:a16="http://schemas.microsoft.com/office/drawing/2014/main" id="{0F5AF867-5F6A-BA81-DF94-B6599AEE5CFF}"/>
              </a:ext>
            </a:extLst>
          </p:cNvPr>
          <p:cNvSpPr/>
          <p:nvPr/>
        </p:nvSpPr>
        <p:spPr>
          <a:xfrm>
            <a:off x="4212292" y="1736878"/>
            <a:ext cx="1079839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Sales Strategy &amp; Planning</a:t>
            </a:r>
          </a:p>
        </p:txBody>
      </p:sp>
      <p:sp>
        <p:nvSpPr>
          <p:cNvPr id="166" name="Rounded Rectangle 11">
            <a:extLst>
              <a:ext uri="{FF2B5EF4-FFF2-40B4-BE49-F238E27FC236}">
                <a16:creationId xmlns:a16="http://schemas.microsoft.com/office/drawing/2014/main" id="{32B8CE86-3398-EDD7-4D79-61249D9F0908}"/>
              </a:ext>
            </a:extLst>
          </p:cNvPr>
          <p:cNvSpPr/>
          <p:nvPr/>
        </p:nvSpPr>
        <p:spPr>
          <a:xfrm>
            <a:off x="5350540" y="1736882"/>
            <a:ext cx="1079839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Procurements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695C1360-3107-D450-CDAA-AC9CE6B03103}"/>
              </a:ext>
            </a:extLst>
          </p:cNvPr>
          <p:cNvSpPr/>
          <p:nvPr/>
        </p:nvSpPr>
        <p:spPr>
          <a:xfrm>
            <a:off x="6616070" y="1431861"/>
            <a:ext cx="4886143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Analytics, AI &amp; ML Engine</a:t>
            </a:r>
          </a:p>
        </p:txBody>
      </p:sp>
      <p:sp>
        <p:nvSpPr>
          <p:cNvPr id="169" name="Rounded Rectangle 11">
            <a:extLst>
              <a:ext uri="{FF2B5EF4-FFF2-40B4-BE49-F238E27FC236}">
                <a16:creationId xmlns:a16="http://schemas.microsoft.com/office/drawing/2014/main" id="{DEF0941A-15ED-6EC7-DC5F-BEB9EB26F780}"/>
              </a:ext>
            </a:extLst>
          </p:cNvPr>
          <p:cNvSpPr/>
          <p:nvPr/>
        </p:nvSpPr>
        <p:spPr>
          <a:xfrm>
            <a:off x="6801763" y="1717975"/>
            <a:ext cx="1471914" cy="506545"/>
          </a:xfrm>
          <a:prstGeom prst="roundRect">
            <a:avLst/>
          </a:prstGeom>
          <a:solidFill>
            <a:srgbClr val="E0E3F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Generative AI (Converse With Data)</a:t>
            </a:r>
          </a:p>
        </p:txBody>
      </p:sp>
      <p:sp>
        <p:nvSpPr>
          <p:cNvPr id="170" name="Rounded Rectangle 11">
            <a:extLst>
              <a:ext uri="{FF2B5EF4-FFF2-40B4-BE49-F238E27FC236}">
                <a16:creationId xmlns:a16="http://schemas.microsoft.com/office/drawing/2014/main" id="{3A491A5E-CE33-F624-5613-98691BF9D4CD}"/>
              </a:ext>
            </a:extLst>
          </p:cNvPr>
          <p:cNvSpPr/>
          <p:nvPr/>
        </p:nvSpPr>
        <p:spPr>
          <a:xfrm>
            <a:off x="8344243" y="1717975"/>
            <a:ext cx="1471914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Reports/Dashboards </a:t>
            </a:r>
          </a:p>
        </p:txBody>
      </p:sp>
      <p:sp>
        <p:nvSpPr>
          <p:cNvPr id="171" name="Rounded Rectangle 11">
            <a:extLst>
              <a:ext uri="{FF2B5EF4-FFF2-40B4-BE49-F238E27FC236}">
                <a16:creationId xmlns:a16="http://schemas.microsoft.com/office/drawing/2014/main" id="{9E912CF8-31A7-57FE-A180-99D048B2ABFB}"/>
              </a:ext>
            </a:extLst>
          </p:cNvPr>
          <p:cNvSpPr/>
          <p:nvPr/>
        </p:nvSpPr>
        <p:spPr>
          <a:xfrm>
            <a:off x="9886723" y="1717975"/>
            <a:ext cx="1471914" cy="506545"/>
          </a:xfrm>
          <a:prstGeom prst="round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chemeClr val="accent3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Model Catalog</a:t>
            </a:r>
          </a:p>
        </p:txBody>
      </p:sp>
    </p:spTree>
    <p:extLst>
      <p:ext uri="{BB962C8B-B14F-4D97-AF65-F5344CB8AC3E}">
        <p14:creationId xmlns:p14="http://schemas.microsoft.com/office/powerpoint/2010/main" val="11413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10799F0-07FE-B4DA-A84E-7EAB48D5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07E06B70-F181-0B23-3808-C15F108FAA2A}"/>
              </a:ext>
            </a:extLst>
          </p:cNvPr>
          <p:cNvSpPr/>
          <p:nvPr/>
        </p:nvSpPr>
        <p:spPr>
          <a:xfrm>
            <a:off x="739923" y="4805682"/>
            <a:ext cx="10831287" cy="1453930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C105924-9A01-C718-07AA-78BC00D9BEEF}"/>
              </a:ext>
            </a:extLst>
          </p:cNvPr>
          <p:cNvSpPr/>
          <p:nvPr/>
        </p:nvSpPr>
        <p:spPr>
          <a:xfrm>
            <a:off x="739924" y="3727894"/>
            <a:ext cx="10831287" cy="890909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820B6584-15C5-EE31-EEAB-2971493D399E}"/>
              </a:ext>
            </a:extLst>
          </p:cNvPr>
          <p:cNvSpPr/>
          <p:nvPr/>
        </p:nvSpPr>
        <p:spPr>
          <a:xfrm>
            <a:off x="736237" y="2592875"/>
            <a:ext cx="10831287" cy="1114359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29BE0430-0508-2BD8-817A-86D474B300A3}"/>
              </a:ext>
            </a:extLst>
          </p:cNvPr>
          <p:cNvSpPr/>
          <p:nvPr/>
        </p:nvSpPr>
        <p:spPr>
          <a:xfrm>
            <a:off x="8876788" y="1459573"/>
            <a:ext cx="2690736" cy="997805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7B3B8DA-12D5-67E6-4DD3-F16B5ECAC97F}"/>
              </a:ext>
            </a:extLst>
          </p:cNvPr>
          <p:cNvSpPr/>
          <p:nvPr/>
        </p:nvSpPr>
        <p:spPr>
          <a:xfrm>
            <a:off x="736237" y="1459573"/>
            <a:ext cx="8016792" cy="997805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>
              <a:ln>
                <a:noFill/>
              </a:ln>
              <a:solidFill>
                <a:srgbClr val="414042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D321FC-BD72-BEFF-3C12-4170D817990D}"/>
              </a:ext>
            </a:extLst>
          </p:cNvPr>
          <p:cNvSpPr/>
          <p:nvPr/>
        </p:nvSpPr>
        <p:spPr>
          <a:xfrm>
            <a:off x="727884" y="4806099"/>
            <a:ext cx="10839640" cy="1507618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Sources</a:t>
            </a:r>
          </a:p>
        </p:txBody>
      </p:sp>
      <p:sp>
        <p:nvSpPr>
          <p:cNvPr id="153" name="Rounded Rectangle 11">
            <a:extLst>
              <a:ext uri="{FF2B5EF4-FFF2-40B4-BE49-F238E27FC236}">
                <a16:creationId xmlns:a16="http://schemas.microsoft.com/office/drawing/2014/main" id="{33654D6A-B6EA-C9A2-D54A-B34F17ECB927}"/>
              </a:ext>
            </a:extLst>
          </p:cNvPr>
          <p:cNvSpPr/>
          <p:nvPr/>
        </p:nvSpPr>
        <p:spPr>
          <a:xfrm>
            <a:off x="9483314" y="5082210"/>
            <a:ext cx="1545370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54" name="Rounded Rectangle 11">
            <a:extLst>
              <a:ext uri="{FF2B5EF4-FFF2-40B4-BE49-F238E27FC236}">
                <a16:creationId xmlns:a16="http://schemas.microsoft.com/office/drawing/2014/main" id="{1FB43075-084B-1F3C-8844-ECA307B21796}"/>
              </a:ext>
            </a:extLst>
          </p:cNvPr>
          <p:cNvSpPr/>
          <p:nvPr/>
        </p:nvSpPr>
        <p:spPr>
          <a:xfrm>
            <a:off x="9483314" y="5657662"/>
            <a:ext cx="1545370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Procurementscv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AEBF475-1293-A08C-3F41-81A36F6CAE82}"/>
              </a:ext>
            </a:extLst>
          </p:cNvPr>
          <p:cNvGrpSpPr/>
          <p:nvPr/>
        </p:nvGrpSpPr>
        <p:grpSpPr>
          <a:xfrm>
            <a:off x="888918" y="5674041"/>
            <a:ext cx="7543807" cy="506545"/>
            <a:chOff x="2015977" y="5946552"/>
            <a:chExt cx="6956624" cy="538514"/>
          </a:xfrm>
          <a:solidFill>
            <a:schemeClr val="bg1"/>
          </a:solidFill>
        </p:grpSpPr>
        <p:sp>
          <p:nvSpPr>
            <p:cNvPr id="148" name="Rounded Rectangle 11">
              <a:extLst>
                <a:ext uri="{FF2B5EF4-FFF2-40B4-BE49-F238E27FC236}">
                  <a16:creationId xmlns:a16="http://schemas.microsoft.com/office/drawing/2014/main" id="{7E19EB33-F721-93B6-EBF1-46BFDE9FD606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Ops</a:t>
              </a:r>
            </a:p>
          </p:txBody>
        </p:sp>
        <p:sp>
          <p:nvSpPr>
            <p:cNvPr id="149" name="Rounded Rectangle 11">
              <a:extLst>
                <a:ext uri="{FF2B5EF4-FFF2-40B4-BE49-F238E27FC236}">
                  <a16:creationId xmlns:a16="http://schemas.microsoft.com/office/drawing/2014/main" id="{F0156CFC-7E7E-8B24-43E3-C72B70B24726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Finance</a:t>
              </a:r>
            </a:p>
          </p:txBody>
        </p:sp>
        <p:sp>
          <p:nvSpPr>
            <p:cNvPr id="150" name="Rounded Rectangle 11">
              <a:extLst>
                <a:ext uri="{FF2B5EF4-FFF2-40B4-BE49-F238E27FC236}">
                  <a16:creationId xmlns:a16="http://schemas.microsoft.com/office/drawing/2014/main" id="{F10CDD53-0677-ACAC-635D-18397E83DA8A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Supply Chain</a:t>
              </a:r>
            </a:p>
          </p:txBody>
        </p:sp>
        <p:sp>
          <p:nvSpPr>
            <p:cNvPr id="151" name="Rounded Rectangle 11">
              <a:extLst>
                <a:ext uri="{FF2B5EF4-FFF2-40B4-BE49-F238E27FC236}">
                  <a16:creationId xmlns:a16="http://schemas.microsoft.com/office/drawing/2014/main" id="{A3A8C686-40F1-97AA-A0ED-8F05F4198368}"/>
                </a:ext>
              </a:extLst>
            </p:cNvPr>
            <p:cNvSpPr/>
            <p:nvPr/>
          </p:nvSpPr>
          <p:spPr>
            <a:xfrm>
              <a:off x="754751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Procurements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12AD801-8A6B-578B-0EAB-3A32E838F0D9}"/>
              </a:ext>
            </a:extLst>
          </p:cNvPr>
          <p:cNvGrpSpPr/>
          <p:nvPr/>
        </p:nvGrpSpPr>
        <p:grpSpPr>
          <a:xfrm>
            <a:off x="887183" y="5101329"/>
            <a:ext cx="7543807" cy="506545"/>
            <a:chOff x="2015977" y="5946552"/>
            <a:chExt cx="6956624" cy="538514"/>
          </a:xfrm>
          <a:solidFill>
            <a:schemeClr val="bg1"/>
          </a:solidFill>
        </p:grpSpPr>
        <p:sp>
          <p:nvSpPr>
            <p:cNvPr id="140" name="Rounded Rectangle 11">
              <a:extLst>
                <a:ext uri="{FF2B5EF4-FFF2-40B4-BE49-F238E27FC236}">
                  <a16:creationId xmlns:a16="http://schemas.microsoft.com/office/drawing/2014/main" id="{5D3CA8BB-B679-BBAA-45D2-2896A284230D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Ops</a:t>
              </a:r>
            </a:p>
          </p:txBody>
        </p:sp>
        <p:sp>
          <p:nvSpPr>
            <p:cNvPr id="141" name="Rounded Rectangle 11">
              <a:extLst>
                <a:ext uri="{FF2B5EF4-FFF2-40B4-BE49-F238E27FC236}">
                  <a16:creationId xmlns:a16="http://schemas.microsoft.com/office/drawing/2014/main" id="{460ECB27-B910-5C74-B41B-5BC00DC3340E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Finance</a:t>
              </a:r>
            </a:p>
          </p:txBody>
        </p:sp>
        <p:sp>
          <p:nvSpPr>
            <p:cNvPr id="144" name="Rounded Rectangle 11">
              <a:extLst>
                <a:ext uri="{FF2B5EF4-FFF2-40B4-BE49-F238E27FC236}">
                  <a16:creationId xmlns:a16="http://schemas.microsoft.com/office/drawing/2014/main" id="{DE9456BE-2DA9-CC04-24B0-D8D7110B3C03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Supply Chain</a:t>
              </a:r>
            </a:p>
          </p:txBody>
        </p:sp>
        <p:sp>
          <p:nvSpPr>
            <p:cNvPr id="146" name="Rounded Rectangle 11">
              <a:extLst>
                <a:ext uri="{FF2B5EF4-FFF2-40B4-BE49-F238E27FC236}">
                  <a16:creationId xmlns:a16="http://schemas.microsoft.com/office/drawing/2014/main" id="{C2338B73-B175-037F-55BD-056A4201778C}"/>
                </a:ext>
              </a:extLst>
            </p:cNvPr>
            <p:cNvSpPr/>
            <p:nvPr/>
          </p:nvSpPr>
          <p:spPr>
            <a:xfrm>
              <a:off x="754751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Procurements</a:t>
              </a:r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634465A-76CD-AD8C-9070-D5E00C974FBF}"/>
              </a:ext>
            </a:extLst>
          </p:cNvPr>
          <p:cNvSpPr/>
          <p:nvPr/>
        </p:nvSpPr>
        <p:spPr>
          <a:xfrm>
            <a:off x="727884" y="3707234"/>
            <a:ext cx="10839640" cy="964455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Integration Layer</a:t>
            </a:r>
          </a:p>
        </p:txBody>
      </p:sp>
      <p:grpSp>
        <p:nvGrpSpPr>
          <p:cNvPr id="4140" name="Group 4139">
            <a:extLst>
              <a:ext uri="{FF2B5EF4-FFF2-40B4-BE49-F238E27FC236}">
                <a16:creationId xmlns:a16="http://schemas.microsoft.com/office/drawing/2014/main" id="{948D04BB-9691-9DEE-54E9-0B7E07CC7087}"/>
              </a:ext>
            </a:extLst>
          </p:cNvPr>
          <p:cNvGrpSpPr/>
          <p:nvPr/>
        </p:nvGrpSpPr>
        <p:grpSpPr>
          <a:xfrm>
            <a:off x="887185" y="3992229"/>
            <a:ext cx="10543539" cy="559364"/>
            <a:chOff x="1104901" y="3850711"/>
            <a:chExt cx="11381038" cy="55936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DE11259-F473-41D3-CD99-F3D160C9F691}"/>
                </a:ext>
              </a:extLst>
            </p:cNvPr>
            <p:cNvGrpSpPr/>
            <p:nvPr/>
          </p:nvGrpSpPr>
          <p:grpSpPr>
            <a:xfrm>
              <a:off x="1104901" y="3852020"/>
              <a:ext cx="8502859" cy="558055"/>
              <a:chOff x="2015977" y="5946552"/>
              <a:chExt cx="4411894" cy="538514"/>
            </a:xfrm>
            <a:solidFill>
              <a:schemeClr val="bg1"/>
            </a:solidFill>
          </p:grpSpPr>
          <p:sp>
            <p:nvSpPr>
              <p:cNvPr id="51" name="Rounded Rectangle 11">
                <a:extLst>
                  <a:ext uri="{FF2B5EF4-FFF2-40B4-BE49-F238E27FC236}">
                    <a16:creationId xmlns:a16="http://schemas.microsoft.com/office/drawing/2014/main" id="{7869DAE8-5F63-80E7-6E45-7F0691E4C0CC}"/>
                  </a:ext>
                </a:extLst>
              </p:cNvPr>
              <p:cNvSpPr/>
              <p:nvPr/>
            </p:nvSpPr>
            <p:spPr>
              <a:xfrm>
                <a:off x="2015977" y="5946552"/>
                <a:ext cx="1425084" cy="538514"/>
              </a:xfrm>
              <a:prstGeom prst="round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Access Control and Governance</a:t>
                </a:r>
              </a:p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800" b="1">
                  <a:solidFill>
                    <a:schemeClr val="bg1">
                      <a:lumMod val="1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</p:txBody>
          </p:sp>
          <p:sp>
            <p:nvSpPr>
              <p:cNvPr id="52" name="Rounded Rectangle 11">
                <a:extLst>
                  <a:ext uri="{FF2B5EF4-FFF2-40B4-BE49-F238E27FC236}">
                    <a16:creationId xmlns:a16="http://schemas.microsoft.com/office/drawing/2014/main" id="{E1FB7F3E-0DA5-2704-6E7F-B507FD928805}"/>
                  </a:ext>
                </a:extLst>
              </p:cNvPr>
              <p:cNvSpPr/>
              <p:nvPr/>
            </p:nvSpPr>
            <p:spPr>
              <a:xfrm>
                <a:off x="3509382" y="5946552"/>
                <a:ext cx="1425084" cy="538514"/>
              </a:xfrm>
              <a:prstGeom prst="round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Data Virtualization Layer (Denodo DV)</a:t>
                </a:r>
              </a:p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lang="en-US" sz="800" b="1">
                  <a:solidFill>
                    <a:schemeClr val="bg1">
                      <a:lumMod val="10000"/>
                    </a:schemeClr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5" name="Rounded Rectangle 11">
                <a:extLst>
                  <a:ext uri="{FF2B5EF4-FFF2-40B4-BE49-F238E27FC236}">
                    <a16:creationId xmlns:a16="http://schemas.microsoft.com/office/drawing/2014/main" id="{0437E8A7-62B0-D128-58FE-295E8E5D9EF5}"/>
                  </a:ext>
                </a:extLst>
              </p:cNvPr>
              <p:cNvSpPr/>
              <p:nvPr/>
            </p:nvSpPr>
            <p:spPr>
              <a:xfrm>
                <a:off x="5002787" y="5946552"/>
                <a:ext cx="1425084" cy="538514"/>
              </a:xfrm>
              <a:prstGeom prst="round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it-IT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>
                        <a:lumMod val="10000"/>
                      </a:schemeClr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Enterprise Data Catalog*(Atlan/Collibra)</a:t>
                </a:r>
              </a:p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it-IT" sz="800" b="1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139" name="Rounded Rectangle 11">
              <a:extLst>
                <a:ext uri="{FF2B5EF4-FFF2-40B4-BE49-F238E27FC236}">
                  <a16:creationId xmlns:a16="http://schemas.microsoft.com/office/drawing/2014/main" id="{BFB2DA72-A0D0-BB61-DFE5-8919A52399CC}"/>
                </a:ext>
              </a:extLst>
            </p:cNvPr>
            <p:cNvSpPr/>
            <p:nvPr/>
          </p:nvSpPr>
          <p:spPr>
            <a:xfrm>
              <a:off x="9739434" y="3850711"/>
              <a:ext cx="2746505" cy="55805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lang="it-IT" sz="800" b="1">
                  <a:solidFill>
                    <a:schemeClr val="bg1">
                      <a:lumMod val="10000"/>
                    </a:schemeClr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API Gateway</a:t>
              </a:r>
              <a:endParaRPr kumimoji="0" lang="it-IT" sz="8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it-IT" sz="8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E8E066D-FEA0-A921-C4E8-10CA948E2AC0}"/>
              </a:ext>
            </a:extLst>
          </p:cNvPr>
          <p:cNvSpPr/>
          <p:nvPr/>
        </p:nvSpPr>
        <p:spPr>
          <a:xfrm>
            <a:off x="727884" y="2600217"/>
            <a:ext cx="10839640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Consumption Layer</a:t>
            </a:r>
          </a:p>
        </p:txBody>
      </p:sp>
      <p:sp>
        <p:nvSpPr>
          <p:cNvPr id="4135" name="Rounded Rectangle 11">
            <a:extLst>
              <a:ext uri="{FF2B5EF4-FFF2-40B4-BE49-F238E27FC236}">
                <a16:creationId xmlns:a16="http://schemas.microsoft.com/office/drawing/2014/main" id="{DB77F5AF-9A3E-E7D2-D055-6C68F8CEFB49}"/>
              </a:ext>
            </a:extLst>
          </p:cNvPr>
          <p:cNvSpPr/>
          <p:nvPr/>
        </p:nvSpPr>
        <p:spPr>
          <a:xfrm>
            <a:off x="8677814" y="2856009"/>
            <a:ext cx="2752910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E6504D4-D434-6D28-A69D-2D048E9EB592}"/>
              </a:ext>
            </a:extLst>
          </p:cNvPr>
          <p:cNvSpPr txBox="1">
            <a:spLocks/>
          </p:cNvSpPr>
          <p:nvPr/>
        </p:nvSpPr>
        <p:spPr>
          <a:xfrm>
            <a:off x="945599" y="354206"/>
            <a:ext cx="10760731" cy="878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Component Architecture enabling ConverseWithData to interact with various sources through Data Virtualization</a:t>
            </a:r>
          </a:p>
        </p:txBody>
      </p:sp>
      <p:sp>
        <p:nvSpPr>
          <p:cNvPr id="4101" name="Rectangle: Rounded Corners 4100">
            <a:extLst>
              <a:ext uri="{FF2B5EF4-FFF2-40B4-BE49-F238E27FC236}">
                <a16:creationId xmlns:a16="http://schemas.microsoft.com/office/drawing/2014/main" id="{2535D538-8CBE-D043-99F0-4217AB93BAB0}"/>
              </a:ext>
            </a:extLst>
          </p:cNvPr>
          <p:cNvSpPr/>
          <p:nvPr/>
        </p:nvSpPr>
        <p:spPr>
          <a:xfrm>
            <a:off x="727883" y="1472540"/>
            <a:ext cx="8140551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Personas</a:t>
            </a:r>
          </a:p>
        </p:txBody>
      </p:sp>
      <p:grpSp>
        <p:nvGrpSpPr>
          <p:cNvPr id="4102" name="Group 4101">
            <a:extLst>
              <a:ext uri="{FF2B5EF4-FFF2-40B4-BE49-F238E27FC236}">
                <a16:creationId xmlns:a16="http://schemas.microsoft.com/office/drawing/2014/main" id="{3B13410C-9C32-7E14-D0F9-E2E77F2F88DA}"/>
              </a:ext>
            </a:extLst>
          </p:cNvPr>
          <p:cNvGrpSpPr/>
          <p:nvPr/>
        </p:nvGrpSpPr>
        <p:grpSpPr>
          <a:xfrm>
            <a:off x="887183" y="1758653"/>
            <a:ext cx="7743821" cy="506549"/>
            <a:chOff x="2015977" y="5946548"/>
            <a:chExt cx="7401653" cy="538518"/>
          </a:xfrm>
          <a:solidFill>
            <a:schemeClr val="bg1"/>
          </a:solidFill>
        </p:grpSpPr>
        <p:sp>
          <p:nvSpPr>
            <p:cNvPr id="4103" name="Rounded Rectangle 11">
              <a:extLst>
                <a:ext uri="{FF2B5EF4-FFF2-40B4-BE49-F238E27FC236}">
                  <a16:creationId xmlns:a16="http://schemas.microsoft.com/office/drawing/2014/main" id="{139BD6F3-EE0D-CA86-A010-8E20B52A3D65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Ops</a:t>
              </a:r>
            </a:p>
          </p:txBody>
        </p:sp>
        <p:sp>
          <p:nvSpPr>
            <p:cNvPr id="4104" name="Rounded Rectangle 11">
              <a:extLst>
                <a:ext uri="{FF2B5EF4-FFF2-40B4-BE49-F238E27FC236}">
                  <a16:creationId xmlns:a16="http://schemas.microsoft.com/office/drawing/2014/main" id="{072C38F1-6203-2F7F-D971-7ACBD28A8A97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Finance</a:t>
              </a:r>
            </a:p>
          </p:txBody>
        </p:sp>
        <p:sp>
          <p:nvSpPr>
            <p:cNvPr id="4105" name="Rounded Rectangle 11">
              <a:extLst>
                <a:ext uri="{FF2B5EF4-FFF2-40B4-BE49-F238E27FC236}">
                  <a16:creationId xmlns:a16="http://schemas.microsoft.com/office/drawing/2014/main" id="{CEE23B6F-B7FA-495C-820C-7CF16E5A613D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Supply Chain</a:t>
              </a:r>
            </a:p>
          </p:txBody>
        </p:sp>
        <p:sp>
          <p:nvSpPr>
            <p:cNvPr id="4106" name="Rounded Rectangle 11">
              <a:extLst>
                <a:ext uri="{FF2B5EF4-FFF2-40B4-BE49-F238E27FC236}">
                  <a16:creationId xmlns:a16="http://schemas.microsoft.com/office/drawing/2014/main" id="{9EF01874-8345-C1ED-7B9E-A7AE21C7B86F}"/>
                </a:ext>
              </a:extLst>
            </p:cNvPr>
            <p:cNvSpPr/>
            <p:nvPr/>
          </p:nvSpPr>
          <p:spPr>
            <a:xfrm>
              <a:off x="6490378" y="5946548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Strategy &amp; Planning</a:t>
              </a:r>
            </a:p>
          </p:txBody>
        </p:sp>
        <p:sp>
          <p:nvSpPr>
            <p:cNvPr id="4107" name="Rounded Rectangle 11">
              <a:extLst>
                <a:ext uri="{FF2B5EF4-FFF2-40B4-BE49-F238E27FC236}">
                  <a16:creationId xmlns:a16="http://schemas.microsoft.com/office/drawing/2014/main" id="{D3C023AE-7C32-2481-33BE-118719EA2C22}"/>
                </a:ext>
              </a:extLst>
            </p:cNvPr>
            <p:cNvSpPr/>
            <p:nvPr/>
          </p:nvSpPr>
          <p:spPr>
            <a:xfrm>
              <a:off x="7992546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Procurements</a:t>
              </a:r>
            </a:p>
          </p:txBody>
        </p:sp>
      </p:grpSp>
      <p:sp>
        <p:nvSpPr>
          <p:cNvPr id="4108" name="Rectangle: Rounded Corners 4107">
            <a:extLst>
              <a:ext uri="{FF2B5EF4-FFF2-40B4-BE49-F238E27FC236}">
                <a16:creationId xmlns:a16="http://schemas.microsoft.com/office/drawing/2014/main" id="{9739CBD9-65D3-17A2-1D05-37F56DB8800A}"/>
              </a:ext>
            </a:extLst>
          </p:cNvPr>
          <p:cNvSpPr/>
          <p:nvPr/>
        </p:nvSpPr>
        <p:spPr>
          <a:xfrm>
            <a:off x="8868434" y="1453636"/>
            <a:ext cx="2699091" cy="943526"/>
          </a:xfrm>
          <a:prstGeom prst="roundRect">
            <a:avLst>
              <a:gd name="adj" fmla="val 9883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Analytics, AI &amp; ML Engine</a:t>
            </a:r>
          </a:p>
        </p:txBody>
      </p:sp>
      <p:grpSp>
        <p:nvGrpSpPr>
          <p:cNvPr id="4118" name="Group 4117">
            <a:extLst>
              <a:ext uri="{FF2B5EF4-FFF2-40B4-BE49-F238E27FC236}">
                <a16:creationId xmlns:a16="http://schemas.microsoft.com/office/drawing/2014/main" id="{03C968D1-7F2B-9995-18FD-4725D2DCEEBB}"/>
              </a:ext>
            </a:extLst>
          </p:cNvPr>
          <p:cNvGrpSpPr/>
          <p:nvPr/>
        </p:nvGrpSpPr>
        <p:grpSpPr>
          <a:xfrm>
            <a:off x="9124453" y="1729530"/>
            <a:ext cx="2299499" cy="482311"/>
            <a:chOff x="675471" y="2027966"/>
            <a:chExt cx="2270011" cy="482311"/>
          </a:xfrm>
        </p:grpSpPr>
        <p:grpSp>
          <p:nvGrpSpPr>
            <p:cNvPr id="4113" name="Picture 46">
              <a:extLst>
                <a:ext uri="{FF2B5EF4-FFF2-40B4-BE49-F238E27FC236}">
                  <a16:creationId xmlns:a16="http://schemas.microsoft.com/office/drawing/2014/main" id="{E8698546-F890-E76D-A5E8-EA9A20C211B3}"/>
                </a:ext>
              </a:extLst>
            </p:cNvPr>
            <p:cNvGrpSpPr/>
            <p:nvPr/>
          </p:nvGrpSpPr>
          <p:grpSpPr>
            <a:xfrm>
              <a:off x="2089759" y="2047482"/>
              <a:ext cx="855723" cy="456037"/>
              <a:chOff x="0" y="0"/>
              <a:chExt cx="768901" cy="412585"/>
            </a:xfrm>
          </p:grpSpPr>
          <p:sp>
            <p:nvSpPr>
              <p:cNvPr id="4114" name="Rectangle">
                <a:extLst>
                  <a:ext uri="{FF2B5EF4-FFF2-40B4-BE49-F238E27FC236}">
                    <a16:creationId xmlns:a16="http://schemas.microsoft.com/office/drawing/2014/main" id="{4CEAF3E4-D164-8995-4FCE-129688933243}"/>
                  </a:ext>
                </a:extLst>
              </p:cNvPr>
              <p:cNvSpPr/>
              <p:nvPr/>
            </p:nvSpPr>
            <p:spPr>
              <a:xfrm>
                <a:off x="0" y="0"/>
                <a:ext cx="768901" cy="412585"/>
              </a:xfrm>
              <a:prstGeom prst="rect">
                <a:avLst/>
              </a:prstGeom>
              <a:solidFill>
                <a:srgbClr val="C4C4C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91B94C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kumimoji="0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Bierstadt"/>
                  <a:sym typeface="Helvetica Light"/>
                </a:endParaRPr>
              </a:p>
            </p:txBody>
          </p:sp>
          <p:pic>
            <p:nvPicPr>
              <p:cNvPr id="4115" name="image70.png" descr="image70.png">
                <a:extLst>
                  <a:ext uri="{FF2B5EF4-FFF2-40B4-BE49-F238E27FC236}">
                    <a16:creationId xmlns:a16="http://schemas.microsoft.com/office/drawing/2014/main" id="{1D1F0871-81D2-1CE6-6E05-8D8ADFC5A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768901" cy="4125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116" name="Picture 411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88B9234-61C6-81C3-52D3-AF256B6761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49"/>
            <a:stretch/>
          </p:blipFill>
          <p:spPr>
            <a:xfrm>
              <a:off x="675471" y="2027966"/>
              <a:ext cx="833837" cy="482311"/>
            </a:xfrm>
            <a:prstGeom prst="rect">
              <a:avLst/>
            </a:prstGeom>
          </p:spPr>
        </p:pic>
        <p:sp>
          <p:nvSpPr>
            <p:cNvPr id="4117" name="TextBox 4116">
              <a:extLst>
                <a:ext uri="{FF2B5EF4-FFF2-40B4-BE49-F238E27FC236}">
                  <a16:creationId xmlns:a16="http://schemas.microsoft.com/office/drawing/2014/main" id="{F7702DD9-0BD2-888B-BDEE-75B7464D4EFD}"/>
                </a:ext>
              </a:extLst>
            </p:cNvPr>
            <p:cNvSpPr txBox="1"/>
            <p:nvPr/>
          </p:nvSpPr>
          <p:spPr>
            <a:xfrm>
              <a:off x="804275" y="2162100"/>
              <a:ext cx="64680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Bierstadt"/>
                  <a:ea typeface="+mn-ea"/>
                  <a:cs typeface="+mn-cs"/>
                </a:rPr>
                <a:t>Gen AI</a:t>
              </a:r>
            </a:p>
          </p:txBody>
        </p:sp>
      </p:grpSp>
      <p:grpSp>
        <p:nvGrpSpPr>
          <p:cNvPr id="4127" name="Group 4126">
            <a:extLst>
              <a:ext uri="{FF2B5EF4-FFF2-40B4-BE49-F238E27FC236}">
                <a16:creationId xmlns:a16="http://schemas.microsoft.com/office/drawing/2014/main" id="{D6401752-F303-9862-BF99-A82EC721A10D}"/>
              </a:ext>
            </a:extLst>
          </p:cNvPr>
          <p:cNvGrpSpPr/>
          <p:nvPr/>
        </p:nvGrpSpPr>
        <p:grpSpPr>
          <a:xfrm>
            <a:off x="8781940" y="2929459"/>
            <a:ext cx="2272266" cy="317197"/>
            <a:chOff x="4870376" y="2818394"/>
            <a:chExt cx="2161411" cy="317197"/>
          </a:xfrm>
        </p:grpSpPr>
        <p:sp>
          <p:nvSpPr>
            <p:cNvPr id="4119" name="Feature store">
              <a:extLst>
                <a:ext uri="{FF2B5EF4-FFF2-40B4-BE49-F238E27FC236}">
                  <a16:creationId xmlns:a16="http://schemas.microsoft.com/office/drawing/2014/main" id="{540DC0AB-DC73-49B9-F324-1A8BED530385}"/>
                </a:ext>
              </a:extLst>
            </p:cNvPr>
            <p:cNvSpPr txBox="1"/>
            <p:nvPr/>
          </p:nvSpPr>
          <p:spPr>
            <a:xfrm>
              <a:off x="4870376" y="2920147"/>
              <a:ext cx="116038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7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Elastic Vector Store</a:t>
              </a:r>
            </a:p>
          </p:txBody>
        </p:sp>
        <p:pic>
          <p:nvPicPr>
            <p:cNvPr id="4123" name="Picture 4" descr="Elasticsearch png images | PNGWing">
              <a:extLst>
                <a:ext uri="{FF2B5EF4-FFF2-40B4-BE49-F238E27FC236}">
                  <a16:creationId xmlns:a16="http://schemas.microsoft.com/office/drawing/2014/main" id="{72C92926-81A5-9863-E07B-A8F9C7D161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45" b="15920"/>
            <a:stretch/>
          </p:blipFill>
          <p:spPr bwMode="auto">
            <a:xfrm>
              <a:off x="6397605" y="2818394"/>
              <a:ext cx="634182" cy="31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32" name="Group 4131">
            <a:extLst>
              <a:ext uri="{FF2B5EF4-FFF2-40B4-BE49-F238E27FC236}">
                <a16:creationId xmlns:a16="http://schemas.microsoft.com/office/drawing/2014/main" id="{AF8E0CD9-557B-25FB-FEE7-A6821CFFC5BC}"/>
              </a:ext>
            </a:extLst>
          </p:cNvPr>
          <p:cNvGrpSpPr/>
          <p:nvPr/>
        </p:nvGrpSpPr>
        <p:grpSpPr>
          <a:xfrm>
            <a:off x="815316" y="2902788"/>
            <a:ext cx="2758716" cy="506545"/>
            <a:chOff x="1033032" y="2761270"/>
            <a:chExt cx="2624129" cy="506545"/>
          </a:xfrm>
        </p:grpSpPr>
        <p:sp>
          <p:nvSpPr>
            <p:cNvPr id="4131" name="Rounded Rectangle 11">
              <a:extLst>
                <a:ext uri="{FF2B5EF4-FFF2-40B4-BE49-F238E27FC236}">
                  <a16:creationId xmlns:a16="http://schemas.microsoft.com/office/drawing/2014/main" id="{0D07E24C-EC2F-78BB-12A7-790E433787A5}"/>
                </a:ext>
              </a:extLst>
            </p:cNvPr>
            <p:cNvSpPr/>
            <p:nvPr/>
          </p:nvSpPr>
          <p:spPr>
            <a:xfrm>
              <a:off x="1033032" y="2761270"/>
              <a:ext cx="2624129" cy="50654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grpSp>
          <p:nvGrpSpPr>
            <p:cNvPr id="4130" name="Group 4129">
              <a:extLst>
                <a:ext uri="{FF2B5EF4-FFF2-40B4-BE49-F238E27FC236}">
                  <a16:creationId xmlns:a16="http://schemas.microsoft.com/office/drawing/2014/main" id="{1469D399-468F-6036-38E3-D5A10D2E240C}"/>
                </a:ext>
              </a:extLst>
            </p:cNvPr>
            <p:cNvGrpSpPr/>
            <p:nvPr/>
          </p:nvGrpSpPr>
          <p:grpSpPr>
            <a:xfrm>
              <a:off x="1086460" y="2796729"/>
              <a:ext cx="2501090" cy="390394"/>
              <a:chOff x="491020" y="2810494"/>
              <a:chExt cx="2501090" cy="390394"/>
            </a:xfrm>
          </p:grpSpPr>
          <p:pic>
            <p:nvPicPr>
              <p:cNvPr id="4125" name="Picture 8" descr="Denodo Logo PNG Vector - Download Free Resource">
                <a:extLst>
                  <a:ext uri="{FF2B5EF4-FFF2-40B4-BE49-F238E27FC236}">
                    <a16:creationId xmlns:a16="http://schemas.microsoft.com/office/drawing/2014/main" id="{ED08CC66-F44A-A731-3DF0-778E469FE6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6676" y="2810494"/>
                <a:ext cx="1445434" cy="3902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26" name="Text2SQL">
                <a:extLst>
                  <a:ext uri="{FF2B5EF4-FFF2-40B4-BE49-F238E27FC236}">
                    <a16:creationId xmlns:a16="http://schemas.microsoft.com/office/drawing/2014/main" id="{1372E7BF-F96F-7676-90AA-68B5EA5DCACC}"/>
                  </a:ext>
                </a:extLst>
              </p:cNvPr>
              <p:cNvSpPr txBox="1"/>
              <p:nvPr/>
            </p:nvSpPr>
            <p:spPr>
              <a:xfrm>
                <a:off x="491020" y="2862334"/>
                <a:ext cx="746356" cy="33855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45719" rIns="45719">
                <a:spAutoFit/>
              </a:bodyPr>
              <a:lstStyle>
                <a:lvl1pPr>
                  <a:defRPr sz="900"/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Data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virtualization</a:t>
                </a:r>
                <a:endPara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4133" name="Rounded Rectangle 11">
            <a:extLst>
              <a:ext uri="{FF2B5EF4-FFF2-40B4-BE49-F238E27FC236}">
                <a16:creationId xmlns:a16="http://schemas.microsoft.com/office/drawing/2014/main" id="{CEF73FF9-AAA0-A86B-1645-9DE309C6BCD9}"/>
              </a:ext>
            </a:extLst>
          </p:cNvPr>
          <p:cNvSpPr/>
          <p:nvPr/>
        </p:nvSpPr>
        <p:spPr>
          <a:xfrm>
            <a:off x="3805135" y="2902890"/>
            <a:ext cx="1612045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grpSp>
        <p:nvGrpSpPr>
          <p:cNvPr id="4129" name="Group 4128">
            <a:extLst>
              <a:ext uri="{FF2B5EF4-FFF2-40B4-BE49-F238E27FC236}">
                <a16:creationId xmlns:a16="http://schemas.microsoft.com/office/drawing/2014/main" id="{EDF146AC-2AA2-692D-B1ED-A2D58D4BDF52}"/>
              </a:ext>
            </a:extLst>
          </p:cNvPr>
          <p:cNvGrpSpPr/>
          <p:nvPr/>
        </p:nvGrpSpPr>
        <p:grpSpPr>
          <a:xfrm>
            <a:off x="3951093" y="2954636"/>
            <a:ext cx="1087365" cy="380587"/>
            <a:chOff x="2204888" y="2793559"/>
            <a:chExt cx="1087365" cy="380587"/>
          </a:xfrm>
        </p:grpSpPr>
        <p:pic>
          <p:nvPicPr>
            <p:cNvPr id="4121" name="Image" descr="Image">
              <a:extLst>
                <a:ext uri="{FF2B5EF4-FFF2-40B4-BE49-F238E27FC236}">
                  <a16:creationId xmlns:a16="http://schemas.microsoft.com/office/drawing/2014/main" id="{D9C88130-C189-48B4-D055-4167940F5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5778" b="95556" l="4000" r="95556">
                          <a14:foregroundMark x1="37778" y1="5778" x2="37778" y2="5778"/>
                          <a14:foregroundMark x1="4444" y1="41333" x2="4444" y2="41333"/>
                          <a14:foregroundMark x1="34667" y1="92444" x2="34667" y2="92444"/>
                          <a14:foregroundMark x1="38667" y1="95556" x2="38667" y2="95556"/>
                          <a14:foregroundMark x1="95556" y1="45778" x2="95556" y2="4577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11666" y="2793559"/>
              <a:ext cx="380587" cy="38058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22" name="Text2SQL">
              <a:extLst>
                <a:ext uri="{FF2B5EF4-FFF2-40B4-BE49-F238E27FC236}">
                  <a16:creationId xmlns:a16="http://schemas.microsoft.com/office/drawing/2014/main" id="{45278241-7ADA-7B1D-6A18-F19A3CD8CABB}"/>
                </a:ext>
              </a:extLst>
            </p:cNvPr>
            <p:cNvSpPr txBox="1"/>
            <p:nvPr/>
          </p:nvSpPr>
          <p:spPr>
            <a:xfrm>
              <a:off x="2204888" y="2910903"/>
              <a:ext cx="544378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9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Text2SQL</a:t>
              </a:r>
            </a:p>
          </p:txBody>
        </p:sp>
      </p:grpSp>
      <p:sp>
        <p:nvSpPr>
          <p:cNvPr id="4134" name="Rounded Rectangle 11">
            <a:extLst>
              <a:ext uri="{FF2B5EF4-FFF2-40B4-BE49-F238E27FC236}">
                <a16:creationId xmlns:a16="http://schemas.microsoft.com/office/drawing/2014/main" id="{EA30E7A6-E64E-6B46-144D-E5F59B2D8514}"/>
              </a:ext>
            </a:extLst>
          </p:cNvPr>
          <p:cNvSpPr/>
          <p:nvPr/>
        </p:nvSpPr>
        <p:spPr>
          <a:xfrm>
            <a:off x="5698519" y="2876107"/>
            <a:ext cx="2752910" cy="506545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grpSp>
        <p:nvGrpSpPr>
          <p:cNvPr id="4128" name="Group 4127">
            <a:extLst>
              <a:ext uri="{FF2B5EF4-FFF2-40B4-BE49-F238E27FC236}">
                <a16:creationId xmlns:a16="http://schemas.microsoft.com/office/drawing/2014/main" id="{CD0CB4D3-7450-FAA3-7601-1433685BB41E}"/>
              </a:ext>
            </a:extLst>
          </p:cNvPr>
          <p:cNvGrpSpPr/>
          <p:nvPr/>
        </p:nvGrpSpPr>
        <p:grpSpPr>
          <a:xfrm>
            <a:off x="5803349" y="2917088"/>
            <a:ext cx="2216169" cy="424581"/>
            <a:chOff x="3099884" y="2832163"/>
            <a:chExt cx="2216169" cy="424581"/>
          </a:xfrm>
        </p:grpSpPr>
        <p:sp>
          <p:nvSpPr>
            <p:cNvPr id="4120" name="Feature store">
              <a:extLst>
                <a:ext uri="{FF2B5EF4-FFF2-40B4-BE49-F238E27FC236}">
                  <a16:creationId xmlns:a16="http://schemas.microsoft.com/office/drawing/2014/main" id="{597449A2-E753-7929-43E4-C54C49859A9C}"/>
                </a:ext>
              </a:extLst>
            </p:cNvPr>
            <p:cNvSpPr txBox="1"/>
            <p:nvPr/>
          </p:nvSpPr>
          <p:spPr>
            <a:xfrm>
              <a:off x="3099884" y="2955305"/>
              <a:ext cx="1160384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7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Azure Open AI</a:t>
              </a:r>
            </a:p>
          </p:txBody>
        </p:sp>
        <p:pic>
          <p:nvPicPr>
            <p:cNvPr id="4124" name="Picture 6" descr="Azure Open AI and Azure Search ...">
              <a:extLst>
                <a:ext uri="{FF2B5EF4-FFF2-40B4-BE49-F238E27FC236}">
                  <a16:creationId xmlns:a16="http://schemas.microsoft.com/office/drawing/2014/main" id="{94C267BB-D384-D275-E8C6-4A261D2000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7874" y="2832163"/>
              <a:ext cx="758179" cy="424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36" name="Picture 4" descr="Microsoft Entra ID | Figures -Fair Pay, Simple Way">
            <a:extLst>
              <a:ext uri="{FF2B5EF4-FFF2-40B4-BE49-F238E27FC236}">
                <a16:creationId xmlns:a16="http://schemas.microsoft.com/office/drawing/2014/main" id="{319B41CC-7F2A-09E3-671A-B622D05FA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28756" r="16832" b="19611"/>
          <a:stretch/>
        </p:blipFill>
        <p:spPr bwMode="auto">
          <a:xfrm>
            <a:off x="1660090" y="4208927"/>
            <a:ext cx="867064" cy="36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7" name="Picture 8" descr="Denodo Logo PNG Vector - Download Free Resource">
            <a:extLst>
              <a:ext uri="{FF2B5EF4-FFF2-40B4-BE49-F238E27FC236}">
                <a16:creationId xmlns:a16="http://schemas.microsoft.com/office/drawing/2014/main" id="{2988DD69-D9DF-2AE1-4576-BC9EC0A5E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925" y="4278702"/>
            <a:ext cx="741837" cy="20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8" name="Picture 4">
            <a:extLst>
              <a:ext uri="{FF2B5EF4-FFF2-40B4-BE49-F238E27FC236}">
                <a16:creationId xmlns:a16="http://schemas.microsoft.com/office/drawing/2014/main" id="{2128B7B7-E398-6FE7-FD88-AB542D633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907" y="4276075"/>
            <a:ext cx="664336" cy="20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2" name="Picture 4" descr="Azure API Management Getting Started with: A Basic Setup Guide to using Azure  API Management Build and Scale and Monitor scalable APIs">
            <a:extLst>
              <a:ext uri="{FF2B5EF4-FFF2-40B4-BE49-F238E27FC236}">
                <a16:creationId xmlns:a16="http://schemas.microsoft.com/office/drawing/2014/main" id="{F1A12668-DCF8-78BD-F006-F29B9C88E0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6" t="11976" r="4845" b="11834"/>
          <a:stretch/>
        </p:blipFill>
        <p:spPr bwMode="auto">
          <a:xfrm>
            <a:off x="9804160" y="4238274"/>
            <a:ext cx="971213" cy="28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3" name="Picture 10">
            <a:extLst>
              <a:ext uri="{FF2B5EF4-FFF2-40B4-BE49-F238E27FC236}">
                <a16:creationId xmlns:a16="http://schemas.microsoft.com/office/drawing/2014/main" id="{E0CF2348-3031-2B2A-7E75-FD2AE675F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156" y="5201481"/>
            <a:ext cx="456428" cy="2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4" name="Picture 2">
            <a:extLst>
              <a:ext uri="{FF2B5EF4-FFF2-40B4-BE49-F238E27FC236}">
                <a16:creationId xmlns:a16="http://schemas.microsoft.com/office/drawing/2014/main" id="{A54738AC-333C-D112-F707-D52431E31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017" y="5772477"/>
            <a:ext cx="798706" cy="24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5" name="Picture 20" descr="SoftwareReviews">
            <a:extLst>
              <a:ext uri="{FF2B5EF4-FFF2-40B4-BE49-F238E27FC236}">
                <a16:creationId xmlns:a16="http://schemas.microsoft.com/office/drawing/2014/main" id="{294DC009-BD53-B085-D6DA-5BEDC2852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139" y="5772477"/>
            <a:ext cx="782264" cy="31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6" name="Picture 26" descr="Oracle Cloud Services - Star IT Services">
            <a:extLst>
              <a:ext uri="{FF2B5EF4-FFF2-40B4-BE49-F238E27FC236}">
                <a16:creationId xmlns:a16="http://schemas.microsoft.com/office/drawing/2014/main" id="{F067D2D9-8481-9CDA-1DBB-1735B5DD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161" y="5061640"/>
            <a:ext cx="853017" cy="57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7" name="Picture 28">
            <a:extLst>
              <a:ext uri="{FF2B5EF4-FFF2-40B4-BE49-F238E27FC236}">
                <a16:creationId xmlns:a16="http://schemas.microsoft.com/office/drawing/2014/main" id="{6CCD8A4A-7021-EBB8-A88D-973FCB970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345" y="5711638"/>
            <a:ext cx="976647" cy="37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8" name="Picture 2" descr="AMAZON REDSHIFT">
            <a:extLst>
              <a:ext uri="{FF2B5EF4-FFF2-40B4-BE49-F238E27FC236}">
                <a16:creationId xmlns:a16="http://schemas.microsoft.com/office/drawing/2014/main" id="{EAA6CC68-EB35-1D4E-F736-AA63E3053B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44"/>
          <a:stretch/>
        </p:blipFill>
        <p:spPr bwMode="auto">
          <a:xfrm>
            <a:off x="6828610" y="5087179"/>
            <a:ext cx="1134467" cy="46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9" name="Picture 4" descr="Load Data From S3 Buckets | Saturn Cloud">
            <a:extLst>
              <a:ext uri="{FF2B5EF4-FFF2-40B4-BE49-F238E27FC236}">
                <a16:creationId xmlns:a16="http://schemas.microsoft.com/office/drawing/2014/main" id="{232C7B3A-5307-9C59-ED9E-49ACD74439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0" t="8315" r="2207" b="9737"/>
          <a:stretch/>
        </p:blipFill>
        <p:spPr bwMode="auto">
          <a:xfrm>
            <a:off x="7172549" y="5753931"/>
            <a:ext cx="1026901" cy="31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10" descr="Snowflake Logo, Brand Guidelines &amp; Icons (2024)">
            <a:extLst>
              <a:ext uri="{FF2B5EF4-FFF2-40B4-BE49-F238E27FC236}">
                <a16:creationId xmlns:a16="http://schemas.microsoft.com/office/drawing/2014/main" id="{9381E899-3BA6-3DFA-5985-3C005EA19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63023" r="6713" b="11637"/>
          <a:stretch/>
        </p:blipFill>
        <p:spPr bwMode="auto">
          <a:xfrm>
            <a:off x="9735579" y="5811592"/>
            <a:ext cx="1040839" cy="23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4" descr="Microsoft introduces SQL Server 2022 - Techzine Global">
            <a:extLst>
              <a:ext uri="{FF2B5EF4-FFF2-40B4-BE49-F238E27FC236}">
                <a16:creationId xmlns:a16="http://schemas.microsoft.com/office/drawing/2014/main" id="{CCFC4D50-05AD-4000-D875-E66FB76388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42" b="23935"/>
          <a:stretch/>
        </p:blipFill>
        <p:spPr bwMode="auto">
          <a:xfrm>
            <a:off x="1148939" y="5220154"/>
            <a:ext cx="920665" cy="25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2" descr="ADLS">
            <a:extLst>
              <a:ext uri="{FF2B5EF4-FFF2-40B4-BE49-F238E27FC236}">
                <a16:creationId xmlns:a16="http://schemas.microsoft.com/office/drawing/2014/main" id="{22D4F0B1-B8DA-D435-C005-47995D9350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6" t="16632" r="11813"/>
          <a:stretch/>
        </p:blipFill>
        <p:spPr bwMode="auto">
          <a:xfrm>
            <a:off x="9853542" y="5110796"/>
            <a:ext cx="804914" cy="43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Picture 2" descr="AMAZON REDSHIFT">
            <a:extLst>
              <a:ext uri="{FF2B5EF4-FFF2-40B4-BE49-F238E27FC236}">
                <a16:creationId xmlns:a16="http://schemas.microsoft.com/office/drawing/2014/main" id="{DA844251-32EE-B6EF-C5E3-53EF7B124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45" t="61479" r="28216"/>
          <a:stretch/>
        </p:blipFill>
        <p:spPr bwMode="auto">
          <a:xfrm>
            <a:off x="7726322" y="5234595"/>
            <a:ext cx="473510" cy="27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744DDD-35B1-D2BB-AC07-C686E2C155BD}"/>
              </a:ext>
            </a:extLst>
          </p:cNvPr>
          <p:cNvSpPr txBox="1"/>
          <p:nvPr/>
        </p:nvSpPr>
        <p:spPr>
          <a:xfrm>
            <a:off x="8556705" y="6624084"/>
            <a:ext cx="3228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* Tech stack shown is indicative</a:t>
            </a:r>
          </a:p>
        </p:txBody>
      </p:sp>
    </p:spTree>
    <p:extLst>
      <p:ext uri="{BB962C8B-B14F-4D97-AF65-F5344CB8AC3E}">
        <p14:creationId xmlns:p14="http://schemas.microsoft.com/office/powerpoint/2010/main" val="726711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EE8FCA7-ED2F-9964-1522-5A0E485E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A1B47EDB-111A-6D0E-C94A-B2DCCB0025A5}"/>
              </a:ext>
            </a:extLst>
          </p:cNvPr>
          <p:cNvSpPr/>
          <p:nvPr/>
        </p:nvSpPr>
        <p:spPr>
          <a:xfrm>
            <a:off x="2131175" y="2229241"/>
            <a:ext cx="1857164" cy="1424815"/>
          </a:xfrm>
          <a:prstGeom prst="roundRect">
            <a:avLst>
              <a:gd name="adj" fmla="val 7354"/>
            </a:avLst>
          </a:prstGeom>
          <a:solidFill>
            <a:srgbClr val="C5CCFC">
              <a:alpha val="4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49E72FB4-244A-31AC-E4E8-BF24883A11D4}"/>
              </a:ext>
            </a:extLst>
          </p:cNvPr>
          <p:cNvSpPr/>
          <p:nvPr/>
        </p:nvSpPr>
        <p:spPr>
          <a:xfrm>
            <a:off x="4206756" y="2229472"/>
            <a:ext cx="4508859" cy="3884306"/>
          </a:xfrm>
          <a:prstGeom prst="roundRect">
            <a:avLst>
              <a:gd name="adj" fmla="val 2090"/>
            </a:avLst>
          </a:prstGeom>
          <a:solidFill>
            <a:srgbClr val="C5CCFC">
              <a:alpha val="40000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31063E4-568D-D69D-BF59-49EC46AE23E3}"/>
              </a:ext>
            </a:extLst>
          </p:cNvPr>
          <p:cNvSpPr/>
          <p:nvPr/>
        </p:nvSpPr>
        <p:spPr>
          <a:xfrm>
            <a:off x="2277739" y="2882101"/>
            <a:ext cx="1567140" cy="612000"/>
          </a:xfrm>
          <a:prstGeom prst="roundRect">
            <a:avLst>
              <a:gd name="adj" fmla="val 4910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Authentication &amp; Authorization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76E730D-DD16-20BE-02F0-9FBE8D7FD263}"/>
              </a:ext>
            </a:extLst>
          </p:cNvPr>
          <p:cNvSpPr/>
          <p:nvPr/>
        </p:nvSpPr>
        <p:spPr>
          <a:xfrm>
            <a:off x="6419419" y="2562827"/>
            <a:ext cx="2152453" cy="540000"/>
          </a:xfrm>
          <a:prstGeom prst="roundRect">
            <a:avLst>
              <a:gd name="adj" fmla="val 8462"/>
            </a:avLst>
          </a:prstGeom>
          <a:solidFill>
            <a:schemeClr val="bg1"/>
          </a:solidFill>
          <a:ln w="12700"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2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Data(RBAC) </a:t>
            </a: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Access Control Check</a:t>
            </a: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2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3E0A8CB-15C5-FF9F-41B2-33D105C10515}"/>
              </a:ext>
            </a:extLst>
          </p:cNvPr>
          <p:cNvSpPr/>
          <p:nvPr/>
        </p:nvSpPr>
        <p:spPr>
          <a:xfrm>
            <a:off x="6419419" y="3597236"/>
            <a:ext cx="2152453" cy="540000"/>
          </a:xfrm>
          <a:prstGeom prst="roundRect">
            <a:avLst>
              <a:gd name="adj" fmla="val 10045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Gen AI based </a:t>
            </a: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Query Generation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C2B3308-5BC9-28E1-99A4-A1BBB0116053}"/>
              </a:ext>
            </a:extLst>
          </p:cNvPr>
          <p:cNvSpPr/>
          <p:nvPr/>
        </p:nvSpPr>
        <p:spPr>
          <a:xfrm>
            <a:off x="9979381" y="3207372"/>
            <a:ext cx="1793459" cy="694800"/>
          </a:xfrm>
          <a:prstGeom prst="roundRect">
            <a:avLst>
              <a:gd name="adj" fmla="val 7409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LLM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53FEFA4-9B25-26F9-3132-713AD3A18EA3}"/>
              </a:ext>
            </a:extLst>
          </p:cNvPr>
          <p:cNvSpPr txBox="1"/>
          <p:nvPr/>
        </p:nvSpPr>
        <p:spPr>
          <a:xfrm>
            <a:off x="6471807" y="3233458"/>
            <a:ext cx="7924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Permit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083016F-7DBD-8157-4E52-4EF66F4ADC52}"/>
              </a:ext>
            </a:extLst>
          </p:cNvPr>
          <p:cNvSpPr txBox="1"/>
          <p:nvPr/>
        </p:nvSpPr>
        <p:spPr>
          <a:xfrm>
            <a:off x="7023628" y="1204623"/>
            <a:ext cx="792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Fail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 </a:t>
            </a:r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0CC2C042-4311-72AF-5C19-E20EF81ADFF8}"/>
              </a:ext>
            </a:extLst>
          </p:cNvPr>
          <p:cNvCxnSpPr>
            <a:cxnSpLocks/>
          </p:cNvCxnSpPr>
          <p:nvPr/>
        </p:nvCxnSpPr>
        <p:spPr>
          <a:xfrm rot="5400000" flipH="1">
            <a:off x="2336394" y="992307"/>
            <a:ext cx="3324757" cy="6621216"/>
          </a:xfrm>
          <a:prstGeom prst="bentConnector4">
            <a:avLst>
              <a:gd name="adj1" fmla="val -8213"/>
              <a:gd name="adj2" fmla="val 103453"/>
            </a:avLst>
          </a:prstGeom>
          <a:ln w="9525">
            <a:solidFill>
              <a:schemeClr val="accent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2CF414BD-15E0-D6D7-D686-2D4FA5755713}"/>
              </a:ext>
            </a:extLst>
          </p:cNvPr>
          <p:cNvSpPr txBox="1"/>
          <p:nvPr/>
        </p:nvSpPr>
        <p:spPr>
          <a:xfrm>
            <a:off x="2953185" y="6294740"/>
            <a:ext cx="2091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7F0A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Notify on execution progress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FF7F0A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E66BB08-54EE-4E26-EBBE-C2B44E1ECE85}"/>
              </a:ext>
            </a:extLst>
          </p:cNvPr>
          <p:cNvSpPr/>
          <p:nvPr/>
        </p:nvSpPr>
        <p:spPr>
          <a:xfrm>
            <a:off x="4345317" y="5344451"/>
            <a:ext cx="1569600" cy="612000"/>
          </a:xfrm>
          <a:prstGeom prst="roundRect">
            <a:avLst>
              <a:gd name="adj" fmla="val 8879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Optimized Query Execution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C672437-0478-AD31-E1AC-D4A300AB683F}"/>
              </a:ext>
            </a:extLst>
          </p:cNvPr>
          <p:cNvSpPr txBox="1"/>
          <p:nvPr/>
        </p:nvSpPr>
        <p:spPr>
          <a:xfrm>
            <a:off x="4202069" y="2266936"/>
            <a:ext cx="1989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ConversewithData Engine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0A6B659-21B2-22F8-3829-9637A824584E}"/>
              </a:ext>
            </a:extLst>
          </p:cNvPr>
          <p:cNvSpPr/>
          <p:nvPr/>
        </p:nvSpPr>
        <p:spPr>
          <a:xfrm>
            <a:off x="9987447" y="2224654"/>
            <a:ext cx="1793459" cy="695739"/>
          </a:xfrm>
          <a:prstGeom prst="roundRect">
            <a:avLst>
              <a:gd name="adj" fmla="val 9011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Vector store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4EAAF7-0670-BAAB-1285-1FB1BDFF8EEF}"/>
              </a:ext>
            </a:extLst>
          </p:cNvPr>
          <p:cNvSpPr txBox="1"/>
          <p:nvPr/>
        </p:nvSpPr>
        <p:spPr>
          <a:xfrm>
            <a:off x="7677518" y="3164208"/>
            <a:ext cx="96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Metadata Info + User text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B5B71666-AC66-6E24-50D7-69AD16A13655}"/>
              </a:ext>
            </a:extLst>
          </p:cNvPr>
          <p:cNvGrpSpPr/>
          <p:nvPr/>
        </p:nvGrpSpPr>
        <p:grpSpPr>
          <a:xfrm>
            <a:off x="4345793" y="3594190"/>
            <a:ext cx="1569600" cy="863652"/>
            <a:chOff x="4455861" y="3028846"/>
            <a:chExt cx="1569600" cy="863652"/>
          </a:xfrm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9CA38957-0FBC-DD1D-7D7A-3B2472F72CBE}"/>
                </a:ext>
              </a:extLst>
            </p:cNvPr>
            <p:cNvSpPr/>
            <p:nvPr/>
          </p:nvSpPr>
          <p:spPr>
            <a:xfrm>
              <a:off x="4455861" y="3028846"/>
              <a:ext cx="1569600" cy="863652"/>
            </a:xfrm>
            <a:prstGeom prst="roundRect">
              <a:avLst>
                <a:gd name="adj" fmla="val 7357"/>
              </a:avLst>
            </a:prstGeom>
            <a:solidFill>
              <a:schemeClr val="bg1"/>
            </a:solidFill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C5CCFC">
                      <a:lumMod val="25000"/>
                    </a:srgbClr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C5CCFC">
                      <a:lumMod val="25000"/>
                    </a:srgbClr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(Data Sharing)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CABD2BC-D37C-7F97-39EF-39AD202D7006}"/>
                </a:ext>
              </a:extLst>
            </p:cNvPr>
            <p:cNvGrpSpPr/>
            <p:nvPr/>
          </p:nvGrpSpPr>
          <p:grpSpPr>
            <a:xfrm>
              <a:off x="4570390" y="3508568"/>
              <a:ext cx="1352099" cy="288720"/>
              <a:chOff x="4495460" y="3504335"/>
              <a:chExt cx="1352099" cy="28872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4E8A3386-EB23-097D-73AF-1A706CA456A2}"/>
                  </a:ext>
                </a:extLst>
              </p:cNvPr>
              <p:cNvSpPr/>
              <p:nvPr/>
            </p:nvSpPr>
            <p:spPr>
              <a:xfrm>
                <a:off x="5160328" y="3504335"/>
                <a:ext cx="687231" cy="288000"/>
              </a:xfrm>
              <a:prstGeom prst="roundRect">
                <a:avLst>
                  <a:gd name="adj" fmla="val 11155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Charts</a:t>
                </a: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1523E20-8B53-EA95-2BCB-B5541024F6F4}"/>
                  </a:ext>
                </a:extLst>
              </p:cNvPr>
              <p:cNvSpPr/>
              <p:nvPr/>
            </p:nvSpPr>
            <p:spPr>
              <a:xfrm>
                <a:off x="4495460" y="3505055"/>
                <a:ext cx="593662" cy="288000"/>
              </a:xfrm>
              <a:prstGeom prst="roundRect">
                <a:avLst>
                  <a:gd name="adj" fmla="val 12257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Text</a:t>
                </a:r>
                <a:endParaRPr kumimoji="0" lang="en-IN" sz="1100" b="1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F2A47359-CB26-B27B-2219-1E40B337A11E}"/>
              </a:ext>
            </a:extLst>
          </p:cNvPr>
          <p:cNvCxnSpPr>
            <a:cxnSpLocks/>
            <a:stCxn id="75" idx="0"/>
            <a:endCxn id="101" idx="0"/>
          </p:cNvCxnSpPr>
          <p:nvPr/>
        </p:nvCxnSpPr>
        <p:spPr>
          <a:xfrm rot="16200000" flipV="1">
            <a:off x="4131472" y="-801347"/>
            <a:ext cx="279807" cy="6448542"/>
          </a:xfrm>
          <a:prstGeom prst="bentConnector3">
            <a:avLst>
              <a:gd name="adj1" fmla="val 508496"/>
            </a:avLst>
          </a:prstGeom>
          <a:ln w="9525" cap="flat">
            <a:solidFill>
              <a:srgbClr val="FFA3A3"/>
            </a:solidFill>
            <a:prstDash val="solid"/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01F541F-C81C-7728-91A7-D1F88D93DB71}"/>
              </a:ext>
            </a:extLst>
          </p:cNvPr>
          <p:cNvGrpSpPr/>
          <p:nvPr/>
        </p:nvGrpSpPr>
        <p:grpSpPr>
          <a:xfrm>
            <a:off x="688165" y="2283020"/>
            <a:ext cx="717878" cy="715031"/>
            <a:chOff x="688165" y="2244520"/>
            <a:chExt cx="717878" cy="715031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3A2B43DA-43A3-5A3B-D4D6-4329F2F0F5B7}"/>
                </a:ext>
              </a:extLst>
            </p:cNvPr>
            <p:cNvSpPr/>
            <p:nvPr/>
          </p:nvSpPr>
          <p:spPr>
            <a:xfrm>
              <a:off x="688165" y="2244520"/>
              <a:ext cx="717878" cy="715031"/>
            </a:xfrm>
            <a:prstGeom prst="roundRect">
              <a:avLst>
                <a:gd name="adj" fmla="val 9858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35" name="Graphic 34" descr="User outline">
              <a:extLst>
                <a:ext uri="{FF2B5EF4-FFF2-40B4-BE49-F238E27FC236}">
                  <a16:creationId xmlns:a16="http://schemas.microsoft.com/office/drawing/2014/main" id="{6A315C9A-CF9A-3982-0E7B-14B3EBFE0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3889" y="2275191"/>
              <a:ext cx="468000" cy="46800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4A41F24-85E9-FCC9-E3FA-7BA9232F3574}"/>
                </a:ext>
              </a:extLst>
            </p:cNvPr>
            <p:cNvSpPr txBox="1"/>
            <p:nvPr/>
          </p:nvSpPr>
          <p:spPr>
            <a:xfrm>
              <a:off x="711200" y="2704338"/>
              <a:ext cx="669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1200" cap="none" spc="0" normalizeH="0" baseline="0" noProof="0">
                  <a:ln>
                    <a:noFill/>
                  </a:ln>
                  <a:solidFill>
                    <a:srgbClr val="C6CDFD">
                      <a:lumMod val="25000"/>
                    </a:srgbClr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User</a:t>
              </a:r>
            </a:p>
          </p:txBody>
        </p:sp>
      </p:grp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79D1D8CC-EAC2-CD89-3B0C-8761585EA0B1}"/>
              </a:ext>
            </a:extLst>
          </p:cNvPr>
          <p:cNvGrpSpPr/>
          <p:nvPr/>
        </p:nvGrpSpPr>
        <p:grpSpPr>
          <a:xfrm>
            <a:off x="3126915" y="2429025"/>
            <a:ext cx="716215" cy="355601"/>
            <a:chOff x="2366902" y="2432920"/>
            <a:chExt cx="716215" cy="355601"/>
          </a:xfrm>
        </p:grpSpPr>
        <p:pic>
          <p:nvPicPr>
            <p:cNvPr id="2056" name="Picture 8" descr="SSO: Single Sign On For Beginners [Part ...">
              <a:extLst>
                <a:ext uri="{FF2B5EF4-FFF2-40B4-BE49-F238E27FC236}">
                  <a16:creationId xmlns:a16="http://schemas.microsoft.com/office/drawing/2014/main" id="{B8FD83A4-1E71-653E-59A6-D84273A476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28218" b="68812" l="24498" r="73092">
                          <a14:foregroundMark x1="25301" y1="48020" x2="25301" y2="48020"/>
                          <a14:foregroundMark x1="44177" y1="45545" x2="44177" y2="45545"/>
                          <a14:foregroundMark x1="43775" y1="40594" x2="58635" y2="41089"/>
                          <a14:foregroundMark x1="58635" y1="41089" x2="44177" y2="47525"/>
                          <a14:foregroundMark x1="44177" y1="47525" x2="52209" y2="48020"/>
                          <a14:foregroundMark x1="44177" y1="28218" x2="44177" y2="28218"/>
                          <a14:foregroundMark x1="71084" y1="50990" x2="71084" y2="50990"/>
                          <a14:foregroundMark x1="24498" y1="48515" x2="24498" y2="48515"/>
                          <a14:foregroundMark x1="73092" y1="52475" x2="73092" y2="52475"/>
                          <a14:backgroundMark x1="46586" y1="65347" x2="46586" y2="72277"/>
                          <a14:backgroundMark x1="30522" y1="65842" x2="30522" y2="65842"/>
                          <a14:backgroundMark x1="34538" y1="68317" x2="34538" y2="68317"/>
                          <a14:backgroundMark x1="36546" y1="66832" x2="36546" y2="66832"/>
                          <a14:backgroundMark x1="60643" y1="65842" x2="61044" y2="66832"/>
                          <a14:backgroundMark x1="64257" y1="66832" x2="64257" y2="66832"/>
                          <a14:backgroundMark x1="63855" y1="68317" x2="63855" y2="68317"/>
                          <a14:backgroundMark x1="63052" y1="65842" x2="63052" y2="65842"/>
                          <a14:backgroundMark x1="63052" y1="66337" x2="67470" y2="68812"/>
                          <a14:backgroundMark x1="27309" y1="66337" x2="41365" y2="65842"/>
                          <a14:backgroundMark x1="41365" y1="65842" x2="67470" y2="68317"/>
                          <a14:backgroundMark x1="70281" y1="67822" x2="60643" y2="66337"/>
                          <a14:backgroundMark x1="24096" y1="49010" x2="24096" y2="49010"/>
                          <a14:backgroundMark x1="24096" y1="47525" x2="24096" y2="475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42" t="24443" r="24605" b="27325"/>
            <a:stretch/>
          </p:blipFill>
          <p:spPr bwMode="auto">
            <a:xfrm>
              <a:off x="2535496" y="2432920"/>
              <a:ext cx="379027" cy="274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36CB54D-B1E7-B4C9-768A-7BC9243E92F1}"/>
                </a:ext>
              </a:extLst>
            </p:cNvPr>
            <p:cNvSpPr txBox="1"/>
            <p:nvPr/>
          </p:nvSpPr>
          <p:spPr>
            <a:xfrm>
              <a:off x="2366902" y="2603855"/>
              <a:ext cx="71621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Light"/>
                  <a:ea typeface="+mn-ea"/>
                  <a:cs typeface="+mn-cs"/>
                </a:rPr>
                <a:t>Single Sign On</a:t>
              </a:r>
              <a:endParaRPr kumimoji="0" lang="en-IN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EB926A-C834-7231-20C4-D0C59CB7F65B}"/>
              </a:ext>
            </a:extLst>
          </p:cNvPr>
          <p:cNvSpPr/>
          <p:nvPr/>
        </p:nvSpPr>
        <p:spPr>
          <a:xfrm>
            <a:off x="4397204" y="1291614"/>
            <a:ext cx="1504933" cy="612000"/>
          </a:xfrm>
          <a:prstGeom prst="roundRect">
            <a:avLst>
              <a:gd name="adj" fmla="val 7351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Data Catalog/ </a:t>
            </a:r>
          </a:p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Table metadata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E2A88BE-2170-BEFC-791D-5BC43D568A4F}"/>
              </a:ext>
            </a:extLst>
          </p:cNvPr>
          <p:cNvSpPr/>
          <p:nvPr/>
        </p:nvSpPr>
        <p:spPr>
          <a:xfrm>
            <a:off x="4344476" y="2560119"/>
            <a:ext cx="1569600" cy="540000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User query (Natural Language)</a:t>
            </a: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A66ADB7-858C-7025-B078-AF360CE4BB26}"/>
              </a:ext>
            </a:extLst>
          </p:cNvPr>
          <p:cNvGrpSpPr/>
          <p:nvPr/>
        </p:nvGrpSpPr>
        <p:grpSpPr>
          <a:xfrm>
            <a:off x="6419420" y="4641169"/>
            <a:ext cx="2152458" cy="1324124"/>
            <a:chOff x="6398924" y="4148844"/>
            <a:chExt cx="2152458" cy="1324124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5A35FD8-06AE-2952-03AB-5F44AE62F032}"/>
                </a:ext>
              </a:extLst>
            </p:cNvPr>
            <p:cNvSpPr/>
            <p:nvPr/>
          </p:nvSpPr>
          <p:spPr>
            <a:xfrm>
              <a:off x="6398924" y="4148844"/>
              <a:ext cx="2152458" cy="1324124"/>
            </a:xfrm>
            <a:prstGeom prst="roundRect">
              <a:avLst>
                <a:gd name="adj" fmla="val 4599"/>
              </a:avLst>
            </a:prstGeom>
            <a:solidFill>
              <a:schemeClr val="bg1"/>
            </a:solidFill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C5CCFC">
                      <a:lumMod val="25000"/>
                    </a:srgbClr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Data Availability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042A030-F408-04FD-A535-E4B1229E6E39}"/>
                </a:ext>
              </a:extLst>
            </p:cNvPr>
            <p:cNvGrpSpPr/>
            <p:nvPr/>
          </p:nvGrpSpPr>
          <p:grpSpPr>
            <a:xfrm>
              <a:off x="6522907" y="4583820"/>
              <a:ext cx="1923485" cy="787648"/>
              <a:chOff x="6522907" y="4588900"/>
              <a:chExt cx="1923485" cy="787648"/>
            </a:xfrm>
          </p:grpSpPr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9F497544-41B4-1EB4-CA65-D785894004E8}"/>
                  </a:ext>
                </a:extLst>
              </p:cNvPr>
              <p:cNvSpPr/>
              <p:nvPr/>
            </p:nvSpPr>
            <p:spPr>
              <a:xfrm>
                <a:off x="6522907" y="4588900"/>
                <a:ext cx="793881" cy="360000"/>
              </a:xfrm>
              <a:prstGeom prst="roundRect">
                <a:avLst>
                  <a:gd name="adj" fmla="val 8289"/>
                </a:avLst>
              </a:prstGeom>
              <a:solidFill>
                <a:schemeClr val="accent1">
                  <a:lumMod val="75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Curated Layer</a:t>
                </a:r>
              </a:p>
            </p:txBody>
          </p:sp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208902F0-30C8-49D7-DC02-5F39646C87BD}"/>
                  </a:ext>
                </a:extLst>
              </p:cNvPr>
              <p:cNvSpPr/>
              <p:nvPr/>
            </p:nvSpPr>
            <p:spPr>
              <a:xfrm>
                <a:off x="7399836" y="4588900"/>
                <a:ext cx="1046556" cy="360000"/>
              </a:xfrm>
              <a:prstGeom prst="roundRect">
                <a:avLst>
                  <a:gd name="adj" fmla="val 7848"/>
                </a:avLst>
              </a:prstGeom>
              <a:solidFill>
                <a:schemeClr val="accent1">
                  <a:lumMod val="75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Non-Curated Layer</a:t>
                </a:r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ED81DD74-3CF4-FBB3-CE42-CF59CF66E0FE}"/>
                  </a:ext>
                </a:extLst>
              </p:cNvPr>
              <p:cNvSpPr/>
              <p:nvPr/>
            </p:nvSpPr>
            <p:spPr>
              <a:xfrm>
                <a:off x="6522907" y="5016548"/>
                <a:ext cx="1923485" cy="360000"/>
              </a:xfrm>
              <a:prstGeom prst="roundRect">
                <a:avLst>
                  <a:gd name="adj" fmla="val 8289"/>
                </a:avLst>
              </a:prstGeom>
              <a:solidFill>
                <a:schemeClr val="accent1">
                  <a:lumMod val="75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Query complexity check</a:t>
                </a:r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580911F-E2DB-2EC5-2300-08B882B0CFBA}"/>
              </a:ext>
            </a:extLst>
          </p:cNvPr>
          <p:cNvGrpSpPr/>
          <p:nvPr/>
        </p:nvGrpSpPr>
        <p:grpSpPr>
          <a:xfrm>
            <a:off x="815131" y="4294381"/>
            <a:ext cx="3172686" cy="1811569"/>
            <a:chOff x="815131" y="4380686"/>
            <a:chExt cx="3172686" cy="1686766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3FA7DE0-6DB3-7A61-4D63-343340590847}"/>
                </a:ext>
              </a:extLst>
            </p:cNvPr>
            <p:cNvGrpSpPr/>
            <p:nvPr/>
          </p:nvGrpSpPr>
          <p:grpSpPr>
            <a:xfrm>
              <a:off x="2130325" y="4443852"/>
              <a:ext cx="1857492" cy="1623600"/>
              <a:chOff x="2130325" y="3920067"/>
              <a:chExt cx="1857492" cy="1623600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19DAFEB-02D8-7588-F0F8-1F59EC3F2FA7}"/>
                  </a:ext>
                </a:extLst>
              </p:cNvPr>
              <p:cNvSpPr/>
              <p:nvPr/>
            </p:nvSpPr>
            <p:spPr>
              <a:xfrm>
                <a:off x="2130325" y="3920067"/>
                <a:ext cx="1857492" cy="1623600"/>
              </a:xfrm>
              <a:prstGeom prst="roundRect">
                <a:avLst>
                  <a:gd name="adj" fmla="val 4554"/>
                </a:avLst>
              </a:prstGeom>
              <a:solidFill>
                <a:srgbClr val="C5CCFC">
                  <a:alpha val="40000"/>
                </a:srgb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39A2F24D-2F7F-9D26-2D26-24C79791DCD2}"/>
                  </a:ext>
                </a:extLst>
              </p:cNvPr>
              <p:cNvGrpSpPr/>
              <p:nvPr/>
            </p:nvGrpSpPr>
            <p:grpSpPr>
              <a:xfrm>
                <a:off x="2274271" y="4058335"/>
                <a:ext cx="1569600" cy="1348078"/>
                <a:chOff x="2274271" y="4058335"/>
                <a:chExt cx="1569600" cy="1348078"/>
              </a:xfrm>
            </p:grpSpPr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6D02AC0F-1925-9CBD-AA3A-4F4ADC767F2D}"/>
                    </a:ext>
                  </a:extLst>
                </p:cNvPr>
                <p:cNvSpPr/>
                <p:nvPr/>
              </p:nvSpPr>
              <p:spPr>
                <a:xfrm>
                  <a:off x="2274271" y="4920004"/>
                  <a:ext cx="1569600" cy="486409"/>
                </a:xfrm>
                <a:prstGeom prst="roundRect">
                  <a:avLst>
                    <a:gd name="adj" fmla="val 10481"/>
                  </a:avLst>
                </a:prstGeom>
                <a:solidFill>
                  <a:schemeClr val="bg1"/>
                </a:solidFill>
                <a:ln w="127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5CCFC">
                          <a:lumMod val="25000"/>
                        </a:srgbClr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Data Virtualization (Optional)</a:t>
                  </a:r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603E6619-12BB-4D89-A694-EAF724C75B95}"/>
                    </a:ext>
                  </a:extLst>
                </p:cNvPr>
                <p:cNvSpPr/>
                <p:nvPr/>
              </p:nvSpPr>
              <p:spPr>
                <a:xfrm>
                  <a:off x="2274271" y="4058335"/>
                  <a:ext cx="1569600" cy="434466"/>
                </a:xfrm>
                <a:prstGeom prst="roundRect">
                  <a:avLst>
                    <a:gd name="adj" fmla="val 10515"/>
                  </a:avLst>
                </a:prstGeom>
                <a:solidFill>
                  <a:schemeClr val="bg1"/>
                </a:solidFill>
                <a:ln w="127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5CCFC">
                          <a:lumMod val="25000"/>
                        </a:srgbClr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Data Catalog</a:t>
                  </a:r>
                  <a:r>
                    <a:rPr lang="en-IN" sz="1200" b="1">
                      <a:solidFill>
                        <a:srgbClr val="C5CCFC">
                          <a:lumMod val="25000"/>
                        </a:srgbClr>
                      </a:solidFill>
                      <a:latin typeface="Bierstadt" panose="020B0004020202020204" pitchFamily="34" charset="0"/>
                    </a:rPr>
                    <a:t>*</a:t>
                  </a:r>
                  <a:r>
                    <a:rPr kumimoji="0" lang="en-IN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5CCFC">
                          <a:lumMod val="25000"/>
                        </a:srgbClr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/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5CCFC">
                          <a:lumMod val="25000"/>
                        </a:srgbClr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Table metadata</a:t>
                  </a:r>
                </a:p>
              </p:txBody>
            </p:sp>
          </p:grp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77D855B-2576-3C20-F521-2475E412BB28}"/>
                </a:ext>
              </a:extLst>
            </p:cNvPr>
            <p:cNvGrpSpPr/>
            <p:nvPr/>
          </p:nvGrpSpPr>
          <p:grpSpPr>
            <a:xfrm>
              <a:off x="815131" y="4380686"/>
              <a:ext cx="1146289" cy="1678535"/>
              <a:chOff x="815131" y="4380686"/>
              <a:chExt cx="1146289" cy="1678535"/>
            </a:xfrm>
          </p:grpSpPr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D81BDF2-73E8-3CAC-A173-076F17503C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1420" y="4435621"/>
                <a:ext cx="0" cy="1623600"/>
              </a:xfrm>
              <a:prstGeom prst="line">
                <a:avLst/>
              </a:prstGeom>
              <a:ln w="12700">
                <a:solidFill>
                  <a:srgbClr val="002060">
                    <a:alpha val="69804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F7AAC7-FD02-C3E5-B0B7-45733B1A2D3D}"/>
                  </a:ext>
                </a:extLst>
              </p:cNvPr>
              <p:cNvSpPr txBox="1"/>
              <p:nvPr/>
            </p:nvSpPr>
            <p:spPr>
              <a:xfrm>
                <a:off x="815131" y="4380686"/>
                <a:ext cx="10394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6CDFD">
                        <a:lumMod val="25000"/>
                      </a:srgbClr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Data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6CDFD">
                        <a:lumMod val="25000"/>
                      </a:srgbClr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sources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4ED6F29-EB40-D576-B451-F0604BD41EDF}"/>
              </a:ext>
            </a:extLst>
          </p:cNvPr>
          <p:cNvGrpSpPr/>
          <p:nvPr/>
        </p:nvGrpSpPr>
        <p:grpSpPr>
          <a:xfrm>
            <a:off x="7337127" y="4098983"/>
            <a:ext cx="4438190" cy="2348580"/>
            <a:chOff x="7337127" y="4060483"/>
            <a:chExt cx="4438190" cy="23485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E5AE16-B375-1648-061E-7FFD5F84454F}"/>
                </a:ext>
              </a:extLst>
            </p:cNvPr>
            <p:cNvSpPr txBox="1"/>
            <p:nvPr/>
          </p:nvSpPr>
          <p:spPr>
            <a:xfrm>
              <a:off x="7337127" y="6132064"/>
              <a:ext cx="44124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*Tech stack shown is indicative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A54B45-1030-A0F0-2F14-38920D50F91C}"/>
                </a:ext>
              </a:extLst>
            </p:cNvPr>
            <p:cNvGrpSpPr/>
            <p:nvPr/>
          </p:nvGrpSpPr>
          <p:grpSpPr>
            <a:xfrm>
              <a:off x="8859512" y="4060483"/>
              <a:ext cx="2915805" cy="2014795"/>
              <a:chOff x="8859512" y="4060483"/>
              <a:chExt cx="2915805" cy="2014795"/>
            </a:xfrm>
          </p:grpSpPr>
          <p:sp>
            <p:nvSpPr>
              <p:cNvPr id="236" name="Rectangle: Rounded Corners 235">
                <a:extLst>
                  <a:ext uri="{FF2B5EF4-FFF2-40B4-BE49-F238E27FC236}">
                    <a16:creationId xmlns:a16="http://schemas.microsoft.com/office/drawing/2014/main" id="{874023CD-C6BB-5A1C-8EF0-5EA5802F6D41}"/>
                  </a:ext>
                </a:extLst>
              </p:cNvPr>
              <p:cNvSpPr/>
              <p:nvPr/>
            </p:nvSpPr>
            <p:spPr>
              <a:xfrm>
                <a:off x="8904873" y="4060483"/>
                <a:ext cx="2844665" cy="2014795"/>
              </a:xfrm>
              <a:prstGeom prst="roundRect">
                <a:avLst>
                  <a:gd name="adj" fmla="val 4770"/>
                </a:avLst>
              </a:prstGeom>
              <a:solidFill>
                <a:srgbClr val="F6F6F6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/>
                    <a:ea typeface="+mn-ea"/>
                    <a:cs typeface="+mn-cs"/>
                  </a:rPr>
                  <a:t>Tech Stack</a:t>
                </a:r>
                <a:endPara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9600FBE-300F-808E-DDFB-90731B3B9E30}"/>
                  </a:ext>
                </a:extLst>
              </p:cNvPr>
              <p:cNvGrpSpPr/>
              <p:nvPr/>
            </p:nvGrpSpPr>
            <p:grpSpPr>
              <a:xfrm>
                <a:off x="8859512" y="4495862"/>
                <a:ext cx="936000" cy="705126"/>
                <a:chOff x="8859512" y="4442595"/>
                <a:chExt cx="936000" cy="705126"/>
              </a:xfrm>
            </p:grpSpPr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A1BBC872-4632-FA56-4B23-EFEAC7FECF20}"/>
                    </a:ext>
                  </a:extLst>
                </p:cNvPr>
                <p:cNvSpPr txBox="1"/>
                <p:nvPr/>
              </p:nvSpPr>
              <p:spPr>
                <a:xfrm>
                  <a:off x="8859512" y="4809167"/>
                  <a:ext cx="93600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React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Frontend</a:t>
                  </a:r>
                </a:p>
              </p:txBody>
            </p:sp>
            <p:pic>
              <p:nvPicPr>
                <p:cNvPr id="223" name="Graphic 222" descr="Atom with solid fill">
                  <a:extLst>
                    <a:ext uri="{FF2B5EF4-FFF2-40B4-BE49-F238E27FC236}">
                      <a16:creationId xmlns:a16="http://schemas.microsoft.com/office/drawing/2014/main" id="{C599C964-3D58-B136-DA5D-C8B66994D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42719" y="4442595"/>
                  <a:ext cx="387342" cy="387342"/>
                </a:xfrm>
                <a:prstGeom prst="rect">
                  <a:avLst/>
                </a:prstGeom>
              </p:spPr>
            </p:pic>
          </p:grp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A0D91DB-DBB0-CDC6-CD17-FEA3EF92EB4E}"/>
                  </a:ext>
                </a:extLst>
              </p:cNvPr>
              <p:cNvSpPr txBox="1"/>
              <p:nvPr/>
            </p:nvSpPr>
            <p:spPr>
              <a:xfrm>
                <a:off x="9519447" y="4862434"/>
                <a:ext cx="93600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LLM Models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CC16025-88FB-0DF8-32ED-FACB43DDB3F5}"/>
                  </a:ext>
                </a:extLst>
              </p:cNvPr>
              <p:cNvGrpSpPr/>
              <p:nvPr/>
            </p:nvGrpSpPr>
            <p:grpSpPr>
              <a:xfrm>
                <a:off x="10179382" y="4521260"/>
                <a:ext cx="936000" cy="556618"/>
                <a:chOff x="10179382" y="4467993"/>
                <a:chExt cx="936000" cy="556618"/>
              </a:xfrm>
            </p:grpSpPr>
            <p:pic>
              <p:nvPicPr>
                <p:cNvPr id="227" name="Picture 226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8448949F-566B-167B-AB50-093ED57127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87240" y="4467993"/>
                  <a:ext cx="320284" cy="320284"/>
                </a:xfrm>
                <a:prstGeom prst="rect">
                  <a:avLst/>
                </a:prstGeom>
              </p:spPr>
            </p:pic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4C4601B1-CD1F-52BD-D140-E11520AEA112}"/>
                    </a:ext>
                  </a:extLst>
                </p:cNvPr>
                <p:cNvSpPr txBox="1"/>
                <p:nvPr/>
              </p:nvSpPr>
              <p:spPr>
                <a:xfrm>
                  <a:off x="10179382" y="4809167"/>
                  <a:ext cx="936000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Bierstadt" panose="020B0004020202020204" pitchFamily="34" charset="0"/>
                      <a:ea typeface="+mn-ea"/>
                      <a:cs typeface="+mn-cs"/>
                    </a:rPr>
                    <a:t>Fast API</a:t>
                  </a: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92B131-E6F8-7578-D95D-6A2BEBA8403C}"/>
                  </a:ext>
                </a:extLst>
              </p:cNvPr>
              <p:cNvSpPr txBox="1"/>
              <p:nvPr/>
            </p:nvSpPr>
            <p:spPr>
              <a:xfrm>
                <a:off x="10839317" y="4862434"/>
                <a:ext cx="93600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Vector store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DD0816-78F2-F5B4-7159-26D2197B94D7}"/>
                  </a:ext>
                </a:extLst>
              </p:cNvPr>
              <p:cNvSpPr txBox="1"/>
              <p:nvPr/>
            </p:nvSpPr>
            <p:spPr>
              <a:xfrm>
                <a:off x="8859512" y="5617640"/>
                <a:ext cx="93600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AKS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40F70D-3594-DADB-24A6-69A1A1758755}"/>
                  </a:ext>
                </a:extLst>
              </p:cNvPr>
              <p:cNvSpPr txBox="1"/>
              <p:nvPr/>
            </p:nvSpPr>
            <p:spPr>
              <a:xfrm>
                <a:off x="9519447" y="5617640"/>
                <a:ext cx="93600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Application DB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C3A76C-98B8-C98C-EA82-2EF7802C89DA}"/>
                  </a:ext>
                </a:extLst>
              </p:cNvPr>
              <p:cNvSpPr txBox="1"/>
              <p:nvPr/>
            </p:nvSpPr>
            <p:spPr>
              <a:xfrm>
                <a:off x="10179382" y="5617640"/>
                <a:ext cx="936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>
                    <a:solidFill>
                      <a:srgbClr val="000000"/>
                    </a:solidFill>
                    <a:latin typeface="Bierstadt" panose="020B0004020202020204" pitchFamily="34" charset="0"/>
                  </a:rPr>
                  <a:t>Microsoft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>
                    <a:solidFill>
                      <a:srgbClr val="000000"/>
                    </a:solidFill>
                    <a:latin typeface="Bierstadt" panose="020B0004020202020204" pitchFamily="34" charset="0"/>
                  </a:rPr>
                  <a:t>Entra ID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D2CC63C-642D-D582-3FA2-C0A9D8FC7010}"/>
                  </a:ext>
                </a:extLst>
              </p:cNvPr>
              <p:cNvSpPr txBox="1"/>
              <p:nvPr/>
            </p:nvSpPr>
            <p:spPr>
              <a:xfrm>
                <a:off x="10839317" y="5617640"/>
                <a:ext cx="936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Azure Cache Redis</a:t>
                </a:r>
              </a:p>
            </p:txBody>
          </p:sp>
        </p:grpSp>
      </p:grp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C71F0B43-0B33-5BA5-1DEE-B00E02BB9858}"/>
              </a:ext>
            </a:extLst>
          </p:cNvPr>
          <p:cNvSpPr txBox="1">
            <a:spLocks/>
          </p:cNvSpPr>
          <p:nvPr/>
        </p:nvSpPr>
        <p:spPr>
          <a:xfrm>
            <a:off x="1031328" y="436785"/>
            <a:ext cx="11128888" cy="4909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ConverseWithData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 – </a:t>
            </a:r>
            <a:r>
              <a:rPr lang="en-US">
                <a:solidFill>
                  <a:srgbClr val="002060"/>
                </a:solidFill>
                <a:latin typeface="Bierstadt"/>
                <a:cs typeface="Helvetica"/>
              </a:rPr>
              <a:t>Overall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Process View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Helvetica"/>
            </a:endParaRPr>
          </a:p>
        </p:txBody>
      </p: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043A5328-91B6-8FF4-5337-D475FB6A0BC6}"/>
              </a:ext>
            </a:extLst>
          </p:cNvPr>
          <p:cNvCxnSpPr>
            <a:cxnSpLocks/>
            <a:endCxn id="168" idx="3"/>
          </p:cNvCxnSpPr>
          <p:nvPr/>
        </p:nvCxnSpPr>
        <p:spPr>
          <a:xfrm rot="10800000" flipV="1">
            <a:off x="5914918" y="5303231"/>
            <a:ext cx="436767" cy="34722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: Elbow 1050">
            <a:extLst>
              <a:ext uri="{FF2B5EF4-FFF2-40B4-BE49-F238E27FC236}">
                <a16:creationId xmlns:a16="http://schemas.microsoft.com/office/drawing/2014/main" id="{8314AD34-001C-4856-AEB8-3C50C11884C9}"/>
              </a:ext>
            </a:extLst>
          </p:cNvPr>
          <p:cNvCxnSpPr>
            <a:cxnSpLocks/>
            <a:stCxn id="168" idx="0"/>
          </p:cNvCxnSpPr>
          <p:nvPr/>
        </p:nvCxnSpPr>
        <p:spPr>
          <a:xfrm rot="5400000" flipH="1" flipV="1">
            <a:off x="4687051" y="4900909"/>
            <a:ext cx="886609" cy="476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: Elbow 1054">
            <a:extLst>
              <a:ext uri="{FF2B5EF4-FFF2-40B4-BE49-F238E27FC236}">
                <a16:creationId xmlns:a16="http://schemas.microsoft.com/office/drawing/2014/main" id="{00D1A294-8DB2-FBA9-A9A4-74AA827613F0}"/>
              </a:ext>
            </a:extLst>
          </p:cNvPr>
          <p:cNvCxnSpPr>
            <a:cxnSpLocks/>
            <a:endCxn id="153" idx="2"/>
          </p:cNvCxnSpPr>
          <p:nvPr/>
        </p:nvCxnSpPr>
        <p:spPr>
          <a:xfrm rot="10800000">
            <a:off x="1046163" y="2989060"/>
            <a:ext cx="3299630" cy="1036957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: Elbow 1061">
            <a:extLst>
              <a:ext uri="{FF2B5EF4-FFF2-40B4-BE49-F238E27FC236}">
                <a16:creationId xmlns:a16="http://schemas.microsoft.com/office/drawing/2014/main" id="{B34399ED-1533-DF69-6ED5-32B6AA521C49}"/>
              </a:ext>
            </a:extLst>
          </p:cNvPr>
          <p:cNvCxnSpPr>
            <a:cxnSpLocks/>
            <a:stCxn id="108" idx="2"/>
          </p:cNvCxnSpPr>
          <p:nvPr/>
        </p:nvCxnSpPr>
        <p:spPr>
          <a:xfrm rot="16200000" flipH="1">
            <a:off x="7243681" y="4389200"/>
            <a:ext cx="503933" cy="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: Elbow 1066">
            <a:extLst>
              <a:ext uri="{FF2B5EF4-FFF2-40B4-BE49-F238E27FC236}">
                <a16:creationId xmlns:a16="http://schemas.microsoft.com/office/drawing/2014/main" id="{7B29A922-5546-E52D-5AB7-B93FED340968}"/>
              </a:ext>
            </a:extLst>
          </p:cNvPr>
          <p:cNvCxnSpPr>
            <a:cxnSpLocks/>
            <a:stCxn id="75" idx="2"/>
            <a:endCxn id="108" idx="0"/>
          </p:cNvCxnSpPr>
          <p:nvPr/>
        </p:nvCxnSpPr>
        <p:spPr>
          <a:xfrm rot="5400000">
            <a:off x="7248442" y="3350031"/>
            <a:ext cx="494409" cy="1270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680A62BD-DAEF-F2D7-EA89-9EFEB8884639}"/>
              </a:ext>
            </a:extLst>
          </p:cNvPr>
          <p:cNvCxnSpPr>
            <a:cxnSpLocks/>
            <a:stCxn id="45" idx="3"/>
            <a:endCxn id="75" idx="1"/>
          </p:cNvCxnSpPr>
          <p:nvPr/>
        </p:nvCxnSpPr>
        <p:spPr>
          <a:xfrm>
            <a:off x="5914076" y="2830119"/>
            <a:ext cx="505343" cy="270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: Elbow 1086">
            <a:extLst>
              <a:ext uri="{FF2B5EF4-FFF2-40B4-BE49-F238E27FC236}">
                <a16:creationId xmlns:a16="http://schemas.microsoft.com/office/drawing/2014/main" id="{6E703506-5F01-94B1-F92B-729E52889D44}"/>
              </a:ext>
            </a:extLst>
          </p:cNvPr>
          <p:cNvCxnSpPr>
            <a:cxnSpLocks/>
            <a:stCxn id="3" idx="3"/>
            <a:endCxn id="75" idx="1"/>
          </p:cNvCxnSpPr>
          <p:nvPr/>
        </p:nvCxnSpPr>
        <p:spPr>
          <a:xfrm>
            <a:off x="5902137" y="1597614"/>
            <a:ext cx="517282" cy="1235213"/>
          </a:xfrm>
          <a:prstGeom prst="bentConnector3">
            <a:avLst>
              <a:gd name="adj1" fmla="val 73324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BB462068-FFD1-62B5-343E-06832E6BD4A7}"/>
              </a:ext>
            </a:extLst>
          </p:cNvPr>
          <p:cNvCxnSpPr>
            <a:cxnSpLocks/>
            <a:stCxn id="118" idx="1"/>
            <a:endCxn id="108" idx="3"/>
          </p:cNvCxnSpPr>
          <p:nvPr/>
        </p:nvCxnSpPr>
        <p:spPr>
          <a:xfrm rot="10800000" flipV="1">
            <a:off x="8571873" y="3554772"/>
            <a:ext cx="1407509" cy="312464"/>
          </a:xfrm>
          <a:prstGeom prst="bentConnector3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8303AFC-9709-8D4A-CDF3-93EEC388A8B6}"/>
              </a:ext>
            </a:extLst>
          </p:cNvPr>
          <p:cNvSpPr txBox="1"/>
          <p:nvPr/>
        </p:nvSpPr>
        <p:spPr>
          <a:xfrm>
            <a:off x="8726281" y="3604332"/>
            <a:ext cx="1203105" cy="230832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EFFFF"/>
                </a:highlight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Generate SQL Query</a:t>
            </a: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FC1758B6-D889-F2DA-E509-87DE7CD1E09B}"/>
              </a:ext>
            </a:extLst>
          </p:cNvPr>
          <p:cNvCxnSpPr>
            <a:cxnSpLocks/>
            <a:stCxn id="76" idx="1"/>
            <a:endCxn id="75" idx="3"/>
          </p:cNvCxnSpPr>
          <p:nvPr/>
        </p:nvCxnSpPr>
        <p:spPr>
          <a:xfrm rot="10800000" flipV="1">
            <a:off x="8571873" y="2572523"/>
            <a:ext cx="1415575" cy="26030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F623E59-E6F4-557D-69FD-A66F2E63AC1F}"/>
              </a:ext>
            </a:extLst>
          </p:cNvPr>
          <p:cNvSpPr txBox="1"/>
          <p:nvPr/>
        </p:nvSpPr>
        <p:spPr>
          <a:xfrm>
            <a:off x="8814313" y="2606329"/>
            <a:ext cx="1104181" cy="313350"/>
          </a:xfrm>
          <a:prstGeom prst="rect">
            <a:avLst/>
          </a:prstGeom>
          <a:solidFill>
            <a:srgbClr val="FEFFFF"/>
          </a:solidFill>
        </p:spPr>
        <p:txBody>
          <a:bodyPr wrap="square" lIns="36000" tIns="18000" rIns="36000" bIns="1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 Fetch the Metadata, Data dictionary</a:t>
            </a:r>
          </a:p>
        </p:txBody>
      </p: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98A55064-B620-1A7E-F02C-E78D2942F299}"/>
              </a:ext>
            </a:extLst>
          </p:cNvPr>
          <p:cNvCxnSpPr>
            <a:cxnSpLocks/>
            <a:stCxn id="101" idx="3"/>
            <a:endCxn id="55" idx="1"/>
          </p:cNvCxnSpPr>
          <p:nvPr/>
        </p:nvCxnSpPr>
        <p:spPr>
          <a:xfrm>
            <a:off x="1406043" y="2640536"/>
            <a:ext cx="871696" cy="547565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60046B7F-CE44-6DDE-B518-0A4850AC1540}"/>
              </a:ext>
            </a:extLst>
          </p:cNvPr>
          <p:cNvSpPr/>
          <p:nvPr/>
        </p:nvSpPr>
        <p:spPr>
          <a:xfrm>
            <a:off x="1589903" y="2915246"/>
            <a:ext cx="501163" cy="222762"/>
          </a:xfrm>
          <a:prstGeom prst="rect">
            <a:avLst/>
          </a:prstGeom>
          <a:solidFill>
            <a:srgbClr val="FE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EFFFF"/>
                </a:highlight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User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EFFFF"/>
                </a:highlight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Login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33E6BD-4A4F-0ACE-DB87-F5C20D43DC97}"/>
              </a:ext>
            </a:extLst>
          </p:cNvPr>
          <p:cNvSpPr txBox="1"/>
          <p:nvPr/>
        </p:nvSpPr>
        <p:spPr>
          <a:xfrm>
            <a:off x="5555503" y="1960426"/>
            <a:ext cx="1473182" cy="230832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User accessible table info</a:t>
            </a:r>
          </a:p>
        </p:txBody>
      </p: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807CF55C-E1E1-BBF1-9BA0-30505F10719C}"/>
              </a:ext>
            </a:extLst>
          </p:cNvPr>
          <p:cNvCxnSpPr>
            <a:cxnSpLocks/>
            <a:stCxn id="55" idx="0"/>
            <a:endCxn id="3" idx="1"/>
          </p:cNvCxnSpPr>
          <p:nvPr/>
        </p:nvCxnSpPr>
        <p:spPr>
          <a:xfrm rot="5400000" flipH="1" flipV="1">
            <a:off x="3087013" y="1571911"/>
            <a:ext cx="1284487" cy="1335895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5CA1C5D0-E8D5-DFCC-2FFE-8808166F07AF}"/>
              </a:ext>
            </a:extLst>
          </p:cNvPr>
          <p:cNvCxnSpPr>
            <a:cxnSpLocks/>
          </p:cNvCxnSpPr>
          <p:nvPr/>
        </p:nvCxnSpPr>
        <p:spPr>
          <a:xfrm rot="10800000">
            <a:off x="3843871" y="5650451"/>
            <a:ext cx="526344" cy="1"/>
          </a:xfrm>
          <a:prstGeom prst="bentConnector3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2B154609-5553-1533-5BA3-4970D593F7B3}"/>
              </a:ext>
            </a:extLst>
          </p:cNvPr>
          <p:cNvCxnSpPr>
            <a:cxnSpLocks/>
            <a:stCxn id="55" idx="3"/>
            <a:endCxn id="45" idx="1"/>
          </p:cNvCxnSpPr>
          <p:nvPr/>
        </p:nvCxnSpPr>
        <p:spPr>
          <a:xfrm flipV="1">
            <a:off x="3844879" y="2830119"/>
            <a:ext cx="499597" cy="357982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41B0C9F-785E-01B7-B413-3F408E5E3C95}"/>
              </a:ext>
            </a:extLst>
          </p:cNvPr>
          <p:cNvSpPr/>
          <p:nvPr/>
        </p:nvSpPr>
        <p:spPr>
          <a:xfrm>
            <a:off x="1721384" y="2670732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6E8D5E0-F8FA-70D4-8640-27E59777C19E}"/>
              </a:ext>
            </a:extLst>
          </p:cNvPr>
          <p:cNvSpPr/>
          <p:nvPr/>
        </p:nvSpPr>
        <p:spPr>
          <a:xfrm>
            <a:off x="3989675" y="2964535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2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0D320E9-5A7F-DDA1-71F8-8636D657125E}"/>
              </a:ext>
            </a:extLst>
          </p:cNvPr>
          <p:cNvSpPr/>
          <p:nvPr/>
        </p:nvSpPr>
        <p:spPr>
          <a:xfrm>
            <a:off x="5964344" y="2710405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3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10F7520-8302-10E9-17FF-5B559B84FB57}"/>
              </a:ext>
            </a:extLst>
          </p:cNvPr>
          <p:cNvSpPr/>
          <p:nvPr/>
        </p:nvSpPr>
        <p:spPr>
          <a:xfrm>
            <a:off x="7378283" y="3216321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4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D0537B4-5A35-444C-2B46-13B33CBA2890}"/>
              </a:ext>
            </a:extLst>
          </p:cNvPr>
          <p:cNvSpPr/>
          <p:nvPr/>
        </p:nvSpPr>
        <p:spPr>
          <a:xfrm>
            <a:off x="7384306" y="4240151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5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99E49AF-31CB-3CC6-0D23-19C6FA28C50D}"/>
              </a:ext>
            </a:extLst>
          </p:cNvPr>
          <p:cNvSpPr/>
          <p:nvPr/>
        </p:nvSpPr>
        <p:spPr>
          <a:xfrm>
            <a:off x="6019624" y="5356698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6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34652FB-6D3A-978C-CD00-593E589F4FE2}"/>
              </a:ext>
            </a:extLst>
          </p:cNvPr>
          <p:cNvSpPr/>
          <p:nvPr/>
        </p:nvSpPr>
        <p:spPr>
          <a:xfrm>
            <a:off x="2385045" y="3907795"/>
            <a:ext cx="227354" cy="228183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8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920E4EB-28D3-B3E0-4637-DCF29697D645}"/>
              </a:ext>
            </a:extLst>
          </p:cNvPr>
          <p:cNvSpPr txBox="1"/>
          <p:nvPr/>
        </p:nvSpPr>
        <p:spPr>
          <a:xfrm>
            <a:off x="3561136" y="1485588"/>
            <a:ext cx="226800" cy="226800"/>
          </a:xfrm>
          <a:prstGeom prst="ellipse">
            <a:avLst/>
          </a:prstGeom>
          <a:solidFill>
            <a:srgbClr val="25B4E8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2.1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C9F9F1E-262A-8B31-D483-B8C5B391A594}"/>
              </a:ext>
            </a:extLst>
          </p:cNvPr>
          <p:cNvSpPr/>
          <p:nvPr/>
        </p:nvSpPr>
        <p:spPr>
          <a:xfrm>
            <a:off x="5013306" y="4846320"/>
            <a:ext cx="229254" cy="205282"/>
          </a:xfrm>
          <a:prstGeom prst="roundRect">
            <a:avLst>
              <a:gd name="adj" fmla="val 50000"/>
            </a:avLst>
          </a:prstGeom>
          <a:solidFill>
            <a:srgbClr val="25B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7</a:t>
            </a:r>
            <a:endParaRPr kumimoji="0" lang="en-IN" sz="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4" descr="Elasticsearch png images | PNGWing">
            <a:extLst>
              <a:ext uri="{FF2B5EF4-FFF2-40B4-BE49-F238E27FC236}">
                <a16:creationId xmlns:a16="http://schemas.microsoft.com/office/drawing/2014/main" id="{FA349923-72E3-27F0-A7F2-13925A3EA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45" b="15920"/>
          <a:stretch/>
        </p:blipFill>
        <p:spPr bwMode="auto">
          <a:xfrm>
            <a:off x="10586964" y="2503777"/>
            <a:ext cx="634182" cy="31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zure Open AI and Azure Search ...">
            <a:extLst>
              <a:ext uri="{FF2B5EF4-FFF2-40B4-BE49-F238E27FC236}">
                <a16:creationId xmlns:a16="http://schemas.microsoft.com/office/drawing/2014/main" id="{74810137-4C98-7E99-93B3-80CE1AED6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646" y="3494554"/>
            <a:ext cx="519060" cy="29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Atlan Named a Leader in Enterprise Data Catalogs for DataOps ...">
            <a:extLst>
              <a:ext uri="{FF2B5EF4-FFF2-40B4-BE49-F238E27FC236}">
                <a16:creationId xmlns:a16="http://schemas.microsoft.com/office/drawing/2014/main" id="{12AC180B-89EE-AEAF-EC32-B625452E4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t="23633" r="8518" b="23101"/>
          <a:stretch/>
        </p:blipFill>
        <p:spPr bwMode="auto">
          <a:xfrm>
            <a:off x="2366553" y="5094066"/>
            <a:ext cx="577468" cy="19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enodo Logo PNG Vector - Download Free Resource">
            <a:extLst>
              <a:ext uri="{FF2B5EF4-FFF2-40B4-BE49-F238E27FC236}">
                <a16:creationId xmlns:a16="http://schemas.microsoft.com/office/drawing/2014/main" id="{6B05639C-64BC-1214-FD3E-9D8FFACA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236" y="5101603"/>
            <a:ext cx="741837" cy="20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Microsoft introduces SQL Server 2022 - Techzine Global">
            <a:extLst>
              <a:ext uri="{FF2B5EF4-FFF2-40B4-BE49-F238E27FC236}">
                <a16:creationId xmlns:a16="http://schemas.microsoft.com/office/drawing/2014/main" id="{ADD0C175-5555-3FCA-0F2B-AD3361C01A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42" b="23935"/>
          <a:stretch/>
        </p:blipFill>
        <p:spPr bwMode="auto">
          <a:xfrm>
            <a:off x="927888" y="5233966"/>
            <a:ext cx="920665" cy="25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Atlan Named a Leader in Enterprise Data Catalogs for DataOps ...">
            <a:extLst>
              <a:ext uri="{FF2B5EF4-FFF2-40B4-BE49-F238E27FC236}">
                <a16:creationId xmlns:a16="http://schemas.microsoft.com/office/drawing/2014/main" id="{A457AD92-E7D7-E10E-D8DD-DE83CFC516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t="23633" r="8518" b="23101"/>
          <a:stretch/>
        </p:blipFill>
        <p:spPr bwMode="auto">
          <a:xfrm>
            <a:off x="4275797" y="1945709"/>
            <a:ext cx="577468" cy="19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zure Open AI and Azure Search ...">
            <a:extLst>
              <a:ext uri="{FF2B5EF4-FFF2-40B4-BE49-F238E27FC236}">
                <a16:creationId xmlns:a16="http://schemas.microsoft.com/office/drawing/2014/main" id="{B6D874E7-E31A-628D-DCC9-375797904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911" y="4609933"/>
            <a:ext cx="519060" cy="29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Elasticsearch png images | PNGWing">
            <a:extLst>
              <a:ext uri="{FF2B5EF4-FFF2-40B4-BE49-F238E27FC236}">
                <a16:creationId xmlns:a16="http://schemas.microsoft.com/office/drawing/2014/main" id="{784BF844-BD23-FA6A-8E7D-4C1A430C9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45" b="15920"/>
          <a:stretch/>
        </p:blipFill>
        <p:spPr bwMode="auto">
          <a:xfrm>
            <a:off x="10985552" y="4562802"/>
            <a:ext cx="634182" cy="31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Microsoft Entra ID | Figures -Fair Pay, Simple Way">
            <a:extLst>
              <a:ext uri="{FF2B5EF4-FFF2-40B4-BE49-F238E27FC236}">
                <a16:creationId xmlns:a16="http://schemas.microsoft.com/office/drawing/2014/main" id="{9A8E9630-D23A-F029-97C0-78C088B66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28756" r="16832" b="19611"/>
          <a:stretch/>
        </p:blipFill>
        <p:spPr bwMode="auto">
          <a:xfrm>
            <a:off x="2223506" y="2414293"/>
            <a:ext cx="758200" cy="32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KS: Azure Kubernetes Service ...">
            <a:extLst>
              <a:ext uri="{FF2B5EF4-FFF2-40B4-BE49-F238E27FC236}">
                <a16:creationId xmlns:a16="http://schemas.microsoft.com/office/drawing/2014/main" id="{02732620-0846-BDDA-844D-48E79DC2F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118" y="5345959"/>
            <a:ext cx="278183" cy="27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icrosoft Entra ID | Figures -Fair Pay, Simple Way">
            <a:extLst>
              <a:ext uri="{FF2B5EF4-FFF2-40B4-BE49-F238E27FC236}">
                <a16:creationId xmlns:a16="http://schemas.microsoft.com/office/drawing/2014/main" id="{B968B33B-3B19-FD6B-FC3C-AF23158C76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28756" r="54859" b="18883"/>
          <a:stretch/>
        </p:blipFill>
        <p:spPr bwMode="auto">
          <a:xfrm>
            <a:off x="10382084" y="5283208"/>
            <a:ext cx="502092" cy="48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icing - Azure Cache for Redis | Microsoft Azure">
            <a:extLst>
              <a:ext uri="{FF2B5EF4-FFF2-40B4-BE49-F238E27FC236}">
                <a16:creationId xmlns:a16="http://schemas.microsoft.com/office/drawing/2014/main" id="{D6A33366-AB12-9ABC-74E0-6745F73B0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840" y="5320088"/>
            <a:ext cx="584573" cy="30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ostgresql icon from iconduck.com">
            <a:extLst>
              <a:ext uri="{FF2B5EF4-FFF2-40B4-BE49-F238E27FC236}">
                <a16:creationId xmlns:a16="http://schemas.microsoft.com/office/drawing/2014/main" id="{5807F121-0E33-3CC9-C79A-2963FA97767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24507" y="5294842"/>
            <a:ext cx="353484" cy="35348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0354F4-D579-D040-E973-CC662CDAF2AF}"/>
              </a:ext>
            </a:extLst>
          </p:cNvPr>
          <p:cNvSpPr/>
          <p:nvPr/>
        </p:nvSpPr>
        <p:spPr>
          <a:xfrm>
            <a:off x="857249" y="5174115"/>
            <a:ext cx="1020535" cy="35718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F38040-BA7C-8904-C799-A25AA5156F7E}"/>
              </a:ext>
            </a:extLst>
          </p:cNvPr>
          <p:cNvSpPr/>
          <p:nvPr/>
        </p:nvSpPr>
        <p:spPr>
          <a:xfrm>
            <a:off x="9974809" y="1343035"/>
            <a:ext cx="1781266" cy="624667"/>
          </a:xfrm>
          <a:prstGeom prst="roundRect">
            <a:avLst>
              <a:gd name="adj" fmla="val 7585"/>
            </a:avLst>
          </a:prstGeom>
          <a:solidFill>
            <a:schemeClr val="bg1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200"/>
              </a:lnSpc>
              <a:defRPr/>
            </a:pPr>
            <a:r>
              <a:rPr lang="en-IN" sz="1200" b="1">
                <a:solidFill>
                  <a:srgbClr val="002060"/>
                </a:solidFill>
                <a:latin typeface="Bierstadt"/>
              </a:rPr>
              <a:t>Application DB</a:t>
            </a:r>
          </a:p>
          <a:p>
            <a:pPr algn="ctr">
              <a:lnSpc>
                <a:spcPts val="1200"/>
              </a:lnSpc>
              <a:defRPr/>
            </a:pPr>
            <a:endParaRPr lang="en-IN" sz="1200" b="1">
              <a:solidFill>
                <a:srgbClr val="C5CCFC"/>
              </a:solidFill>
              <a:latin typeface="Bierstadt"/>
            </a:endParaRPr>
          </a:p>
          <a:p>
            <a:pPr algn="ctr">
              <a:lnSpc>
                <a:spcPts val="1200"/>
              </a:lnSpc>
              <a:defRPr/>
            </a:pPr>
            <a:endParaRPr lang="en-IN" sz="1200" b="1">
              <a:solidFill>
                <a:srgbClr val="C5CCFC"/>
              </a:solidFill>
              <a:latin typeface="Bierstadt"/>
            </a:endParaRPr>
          </a:p>
        </p:txBody>
      </p:sp>
      <p:pic>
        <p:nvPicPr>
          <p:cNvPr id="24" name="Picture 23" descr="postgresql icon from iconduck.com">
            <a:extLst>
              <a:ext uri="{FF2B5EF4-FFF2-40B4-BE49-F238E27FC236}">
                <a16:creationId xmlns:a16="http://schemas.microsoft.com/office/drawing/2014/main" id="{67A5F26E-E0A5-A0D8-6096-0C8BA41D5B4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50007" y="1580092"/>
            <a:ext cx="353484" cy="3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2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6DD2E7B-4D10-96FD-05C9-D1C8F9CD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9051E7E-42A8-6D8D-9798-268EB41121F2}"/>
              </a:ext>
            </a:extLst>
          </p:cNvPr>
          <p:cNvSpPr txBox="1">
            <a:spLocks/>
          </p:cNvSpPr>
          <p:nvPr/>
        </p:nvSpPr>
        <p:spPr>
          <a:xfrm>
            <a:off x="1031328" y="436785"/>
            <a:ext cx="11128888" cy="4909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ConverseWithData – Detailed Flow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Helvetica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E336EE-0BA1-B171-60CC-E0BC4F185F4D}"/>
              </a:ext>
            </a:extLst>
          </p:cNvPr>
          <p:cNvSpPr/>
          <p:nvPr/>
        </p:nvSpPr>
        <p:spPr>
          <a:xfrm>
            <a:off x="367792" y="1639824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Authentication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endParaRPr lang="en-US" sz="9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user logs in via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Single Sign‐On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using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Microsoft Entra ID</a:t>
            </a:r>
            <a:endParaRPr lang="en-US" sz="9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Upon successful authentication, the user’s identity and entitlements are established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604489-7841-472E-99D7-62BAEBDB3552}"/>
              </a:ext>
            </a:extLst>
          </p:cNvPr>
          <p:cNvSpPr/>
          <p:nvPr/>
        </p:nvSpPr>
        <p:spPr>
          <a:xfrm>
            <a:off x="3327400" y="1639824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Prompt &amp; Context Retrieval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provides a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natural language prompt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the chat interface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application uses user’s identity to retrieve accessible datasets from the EDC, source system, or custom implementation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80662D-345E-4D1D-169F-9771F9279B17}"/>
              </a:ext>
            </a:extLst>
          </p:cNvPr>
          <p:cNvSpPr/>
          <p:nvPr/>
        </p:nvSpPr>
        <p:spPr>
          <a:xfrm>
            <a:off x="6287008" y="1639824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Metadata &amp; Table Information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application retrieves metadata and table info from the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Enterprise Data Catalog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(or the source system)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ensures only authorized table metadata is visible to the LLM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75EA04-2212-2DBA-29CA-980D4745E84D}"/>
              </a:ext>
            </a:extLst>
          </p:cNvPr>
          <p:cNvSpPr/>
          <p:nvPr/>
        </p:nvSpPr>
        <p:spPr>
          <a:xfrm>
            <a:off x="9246616" y="1639824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Vector Store Lookup &amp; LLM Query Generation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Relevant data dictionary and schema documentation are retrieved from the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Vector DB 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(e.g., Elasticsearch)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LLM (hosted via Azure OpenAI, etc.) takes the user prompt &amp; metadata context to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generate a SQL query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6FE01A-FA79-AF8F-4462-231133BF6A5F}"/>
              </a:ext>
            </a:extLst>
          </p:cNvPr>
          <p:cNvSpPr/>
          <p:nvPr/>
        </p:nvSpPr>
        <p:spPr>
          <a:xfrm>
            <a:off x="9246616" y="4032504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Layer Checks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500"/>
              </a:spcAft>
              <a:buFont typeface="Poppins" panose="00000500000000000000" pitchFamily="2" charset="0"/>
              <a:buChar char="–"/>
            </a:pPr>
            <a:r>
              <a:rPr lang="en-US" sz="83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system checks if user’s query targets </a:t>
            </a:r>
            <a:r>
              <a:rPr lang="en-US" sz="83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Curated or Non-Curated Layer</a:t>
            </a:r>
          </a:p>
          <a:p>
            <a:pPr marL="182563" indent="-182563">
              <a:spcAft>
                <a:spcPts val="500"/>
              </a:spcAft>
              <a:buFont typeface="Poppins" panose="00000500000000000000" pitchFamily="2" charset="0"/>
              <a:buChar char="–"/>
            </a:pPr>
            <a:r>
              <a:rPr lang="en-US" sz="83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Performs Query Complexity Check by parsing query and estimating execution cost using historical data and DB stats</a:t>
            </a:r>
          </a:p>
          <a:p>
            <a:pPr marL="182563" indent="-182563">
              <a:spcAft>
                <a:spcPts val="500"/>
              </a:spcAft>
              <a:buFont typeface="Poppins" panose="00000500000000000000" pitchFamily="2" charset="0"/>
              <a:buChar char="–"/>
            </a:pPr>
            <a:r>
              <a:rPr lang="en-US" sz="83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Notifies users if query complexity exceeds defined thresholds and suggests efficient alternatives (e.g., pre‐curated data or simplified queries)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87BC893-31C1-A161-E5DE-C2FC03AC9D37}"/>
              </a:ext>
            </a:extLst>
          </p:cNvPr>
          <p:cNvSpPr/>
          <p:nvPr/>
        </p:nvSpPr>
        <p:spPr>
          <a:xfrm>
            <a:off x="6268720" y="4030519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Query Execution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Final SQL query is executed either directly on the data source (e.g., SQL Server) or via a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Federated Query / Data Virtualization Layer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(e.g., Denodo)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Once the data is retrieved, it’s converted into a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text/table or chart‐friendly format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C0E48E6-B28A-C61A-FFC7-9FE25EEC07FD}"/>
              </a:ext>
            </a:extLst>
          </p:cNvPr>
          <p:cNvSpPr/>
          <p:nvPr/>
        </p:nvSpPr>
        <p:spPr>
          <a:xfrm>
            <a:off x="3327400" y="4030519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Response Generation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application compiles the query results, textual summaries, and any visualizations into the final response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user sees the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answer and charts in the chat interface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A912EB-4FC5-25CC-58CF-9AC5D413C106}"/>
              </a:ext>
            </a:extLst>
          </p:cNvPr>
          <p:cNvSpPr/>
          <p:nvPr/>
        </p:nvSpPr>
        <p:spPr>
          <a:xfrm>
            <a:off x="365062" y="4030519"/>
            <a:ext cx="2540000" cy="1789176"/>
          </a:xfrm>
          <a:prstGeom prst="roundRect">
            <a:avLst>
              <a:gd name="adj" fmla="val 1049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rtlCol="0" anchor="t"/>
          <a:lstStyle/>
          <a:p>
            <a:pPr algn="ctr"/>
            <a:r>
              <a:rPr lang="en-US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Notification</a:t>
            </a:r>
          </a:p>
          <a:p>
            <a:endParaRPr lang="en-US" sz="900">
              <a:solidFill>
                <a:schemeClr val="accent1">
                  <a:lumMod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user is </a:t>
            </a:r>
            <a:r>
              <a:rPr lang="en-US" sz="9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notified of the query execution progress</a:t>
            </a: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including any complexity warnings or partial data restrictions</a:t>
            </a:r>
          </a:p>
          <a:p>
            <a:pPr marL="182563" indent="-182563">
              <a:spcAft>
                <a:spcPts val="600"/>
              </a:spcAft>
              <a:buFont typeface="Poppins" panose="00000500000000000000" pitchFamily="2" charset="0"/>
              <a:buChar char="–"/>
            </a:pPr>
            <a:r>
              <a:rPr lang="en-US"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Once complete, the final output is available for review or further conversation in the interface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D41310-5185-F23A-974F-7262CE69B48D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2907792" y="2534412"/>
            <a:ext cx="41960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CD8ED7-5F6E-A026-D544-6E5D5C04236A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867400" y="2534412"/>
            <a:ext cx="41960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C3D84F-1C3E-6D79-A333-ABF3CB6A0517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8827008" y="2534412"/>
            <a:ext cx="41960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7C20A04-52A3-7BD6-1408-8BF5DBB41C11}"/>
              </a:ext>
            </a:extLst>
          </p:cNvPr>
          <p:cNvSpPr/>
          <p:nvPr/>
        </p:nvSpPr>
        <p:spPr>
          <a:xfrm>
            <a:off x="331216" y="1560557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1E3A5F-BDC3-3001-D330-5684ED282323}"/>
              </a:ext>
            </a:extLst>
          </p:cNvPr>
          <p:cNvSpPr/>
          <p:nvPr/>
        </p:nvSpPr>
        <p:spPr>
          <a:xfrm>
            <a:off x="3290824" y="1560557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5C2AA9A-01CB-F1C0-0DAA-7468BABE821A}"/>
              </a:ext>
            </a:extLst>
          </p:cNvPr>
          <p:cNvSpPr/>
          <p:nvPr/>
        </p:nvSpPr>
        <p:spPr>
          <a:xfrm>
            <a:off x="6250432" y="1560557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07FE001-78F4-6948-4C33-955EEB1D3C84}"/>
              </a:ext>
            </a:extLst>
          </p:cNvPr>
          <p:cNvSpPr/>
          <p:nvPr/>
        </p:nvSpPr>
        <p:spPr>
          <a:xfrm>
            <a:off x="9210040" y="1549908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CB3B736-3EE7-50C0-51E4-35BEBD11A2F8}"/>
              </a:ext>
            </a:extLst>
          </p:cNvPr>
          <p:cNvSpPr/>
          <p:nvPr/>
        </p:nvSpPr>
        <p:spPr>
          <a:xfrm>
            <a:off x="331216" y="3981504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73B77BA-9A05-F161-EFE4-942DF2544FDE}"/>
              </a:ext>
            </a:extLst>
          </p:cNvPr>
          <p:cNvSpPr/>
          <p:nvPr/>
        </p:nvSpPr>
        <p:spPr>
          <a:xfrm>
            <a:off x="3290824" y="3981504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E9B390D-0716-8028-C5D6-1C7C64A05D1A}"/>
              </a:ext>
            </a:extLst>
          </p:cNvPr>
          <p:cNvSpPr/>
          <p:nvPr/>
        </p:nvSpPr>
        <p:spPr>
          <a:xfrm>
            <a:off x="6250432" y="3981504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1205A43-E1D7-215C-618A-B79B4868ACD7}"/>
              </a:ext>
            </a:extLst>
          </p:cNvPr>
          <p:cNvSpPr/>
          <p:nvPr/>
        </p:nvSpPr>
        <p:spPr>
          <a:xfrm>
            <a:off x="9210040" y="3970855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8697312-8367-B46E-6E2E-6806EF52697A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 flipV="1">
            <a:off x="8808720" y="4925107"/>
            <a:ext cx="437896" cy="198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772792B-1602-3C8A-AD01-0974F1FBA775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>
            <a:off x="5867400" y="4925107"/>
            <a:ext cx="4013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37F408C-93BA-8987-908A-EF0D34662E80}"/>
              </a:ext>
            </a:extLst>
          </p:cNvPr>
          <p:cNvCxnSpPr>
            <a:cxnSpLocks/>
            <a:stCxn id="26" idx="1"/>
            <a:endCxn id="30" idx="3"/>
          </p:cNvCxnSpPr>
          <p:nvPr/>
        </p:nvCxnSpPr>
        <p:spPr>
          <a:xfrm flipH="1">
            <a:off x="2905062" y="4925107"/>
            <a:ext cx="42233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90C25CA-8774-26DF-62BC-EBD8F894D6A4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0516616" y="3429000"/>
            <a:ext cx="0" cy="60350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44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0650-D3CD-F172-74A5-F37AEB9C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B7D0450-EE4E-B894-7384-BC6DA404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Execution Plan: Phase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A22B91-64FD-C5E3-DD4D-986C51AA4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37868"/>
              </p:ext>
            </p:extLst>
          </p:nvPr>
        </p:nvGraphicFramePr>
        <p:xfrm>
          <a:off x="520540" y="1124640"/>
          <a:ext cx="11275227" cy="5819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020">
                  <a:extLst>
                    <a:ext uri="{9D8B030D-6E8A-4147-A177-3AD203B41FA5}">
                      <a16:colId xmlns:a16="http://schemas.microsoft.com/office/drawing/2014/main" val="1924737273"/>
                    </a:ext>
                  </a:extLst>
                </a:gridCol>
                <a:gridCol w="4517137">
                  <a:extLst>
                    <a:ext uri="{9D8B030D-6E8A-4147-A177-3AD203B41FA5}">
                      <a16:colId xmlns:a16="http://schemas.microsoft.com/office/drawing/2014/main" val="1439395646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3492400280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1321464587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143646561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2321907276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2302948951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1990121723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4183547653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3136146302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1602041446"/>
                    </a:ext>
                  </a:extLst>
                </a:gridCol>
                <a:gridCol w="646607">
                  <a:extLst>
                    <a:ext uri="{9D8B030D-6E8A-4147-A177-3AD203B41FA5}">
                      <a16:colId xmlns:a16="http://schemas.microsoft.com/office/drawing/2014/main" val="2533181077"/>
                    </a:ext>
                  </a:extLst>
                </a:gridCol>
              </a:tblGrid>
              <a:tr h="32925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#</a:t>
                      </a:r>
                      <a:endParaRPr lang="en-IN" sz="12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Activity</a:t>
                      </a:r>
                      <a:endParaRPr lang="en-IN" sz="12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21-Apr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28-Apr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05-May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02-Jun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09-Jun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694338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Architecture and Technical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59703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2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and Env Access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48109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Discovery, Access and Profiling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4037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4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Selection and Prompt template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631705"/>
                  </a:ext>
                </a:extLst>
              </a:tr>
              <a:tr h="3877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Multi agent creation and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340582"/>
                  </a:ext>
                </a:extLst>
              </a:tr>
              <a:tr h="3877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6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Deployment(API/UI)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24728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App DB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878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8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Vector Store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46421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Semantic search and keyword extraction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46452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User Feedback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405959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SSO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07088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10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Integration testing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37663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11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Refinements and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106699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Testing and validation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35895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Demo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3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3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38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73AF-B479-7C3D-114F-F2215EFE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F885256D-050F-CB29-D15D-9F86250A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Execution Plan: Phase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044134-43BD-FB6A-D5D4-6BB5E98DDFE8}"/>
              </a:ext>
            </a:extLst>
          </p:cNvPr>
          <p:cNvGraphicFramePr>
            <a:graphicFrameLocks noGrp="1"/>
          </p:cNvGraphicFramePr>
          <p:nvPr/>
        </p:nvGraphicFramePr>
        <p:xfrm>
          <a:off x="520540" y="1124640"/>
          <a:ext cx="11275220" cy="5094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852">
                  <a:extLst>
                    <a:ext uri="{9D8B030D-6E8A-4147-A177-3AD203B41FA5}">
                      <a16:colId xmlns:a16="http://schemas.microsoft.com/office/drawing/2014/main" val="1924737273"/>
                    </a:ext>
                  </a:extLst>
                </a:gridCol>
                <a:gridCol w="5102352">
                  <a:extLst>
                    <a:ext uri="{9D8B030D-6E8A-4147-A177-3AD203B41FA5}">
                      <a16:colId xmlns:a16="http://schemas.microsoft.com/office/drawing/2014/main" val="1439395646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3492400280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321464587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43646561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2321907276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2302948951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990121723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4183547653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3136146302"/>
                    </a:ext>
                  </a:extLst>
                </a:gridCol>
              </a:tblGrid>
              <a:tr h="32925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#</a:t>
                      </a:r>
                      <a:endParaRPr lang="en-IN" sz="12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Activity</a:t>
                      </a:r>
                      <a:endParaRPr lang="en-IN" sz="12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14-Apr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21-Apr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28-Apr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05-May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26-May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02-Jun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694338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Architecture and Technical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59703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2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and Env Access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48109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Discovery, Access and Profiling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4037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4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 Selection and Prompt template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631705"/>
                  </a:ext>
                </a:extLst>
              </a:tr>
              <a:tr h="3877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Multi agent creation and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340582"/>
                  </a:ext>
                </a:extLst>
              </a:tr>
              <a:tr h="3877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6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Deployment(API/UI)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24728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App DB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878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8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Vector Store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46421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Semantic search and keyword extraction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46452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10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Integration testing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76636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11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Refinements and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106699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Testing and validation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35895"/>
                  </a:ext>
                </a:extLst>
              </a:tr>
              <a:tr h="3626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Demo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3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03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24A3-360F-9E57-F5A2-306E9E8E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B4403380-FEA8-5451-4FF5-B2631058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Execution Plan: Phase 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230BF7-9D6D-C16D-E624-5E311BDFB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99622"/>
              </p:ext>
            </p:extLst>
          </p:nvPr>
        </p:nvGraphicFramePr>
        <p:xfrm>
          <a:off x="520540" y="1124640"/>
          <a:ext cx="11275220" cy="5225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852">
                  <a:extLst>
                    <a:ext uri="{9D8B030D-6E8A-4147-A177-3AD203B41FA5}">
                      <a16:colId xmlns:a16="http://schemas.microsoft.com/office/drawing/2014/main" val="1924737273"/>
                    </a:ext>
                  </a:extLst>
                </a:gridCol>
                <a:gridCol w="5102352">
                  <a:extLst>
                    <a:ext uri="{9D8B030D-6E8A-4147-A177-3AD203B41FA5}">
                      <a16:colId xmlns:a16="http://schemas.microsoft.com/office/drawing/2014/main" val="1439395646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3492400280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321464587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43646561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2321907276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2302948951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1990121723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4183547653"/>
                    </a:ext>
                  </a:extLst>
                </a:gridCol>
                <a:gridCol w="730377">
                  <a:extLst>
                    <a:ext uri="{9D8B030D-6E8A-4147-A177-3AD203B41FA5}">
                      <a16:colId xmlns:a16="http://schemas.microsoft.com/office/drawing/2014/main" val="3136146302"/>
                    </a:ext>
                  </a:extLst>
                </a:gridCol>
              </a:tblGrid>
              <a:tr h="31220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#</a:t>
                      </a:r>
                      <a:endParaRPr lang="en-IN" sz="14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Activity</a:t>
                      </a:r>
                      <a:endParaRPr lang="en-IN" sz="14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09-Jun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30-Jun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07-Jul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14-Jul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21-Jul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28-Jul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694338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Architecture Enhancements and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59703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2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Access and Profiling for complete use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73943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setup and modelling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30780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4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Prompt template refinement and testing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48109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5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SSO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4037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Github and CICD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6317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7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User feedback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24728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Output results standardization and refinement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8786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Integration with Data catalog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464216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10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Integration with Data virtualization/ another db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526522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11</a:t>
                      </a:r>
                      <a:endParaRPr lang="en-IN" sz="105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Standardizing the access controls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46452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Capturing Usage behaviour and duration stats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76636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Performance optimization and fine tuning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106699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Testing and Validation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0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35895"/>
                  </a:ext>
                </a:extLst>
              </a:tr>
              <a:tr h="32603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0" i="0" u="none" strike="noStrike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UAT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800" b="1" i="0" u="none" strike="noStrike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3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08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14A1-FC4B-CDB0-90D5-FF60B000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FC0001-7E48-80F5-481D-D28DD2281D07}"/>
              </a:ext>
            </a:extLst>
          </p:cNvPr>
          <p:cNvCxnSpPr>
            <a:cxnSpLocks/>
            <a:stCxn id="82" idx="7"/>
          </p:cNvCxnSpPr>
          <p:nvPr/>
        </p:nvCxnSpPr>
        <p:spPr>
          <a:xfrm flipV="1">
            <a:off x="2764714" y="3959080"/>
            <a:ext cx="674550" cy="118259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7FE3D1-DBEB-89EE-0EB4-F4978325AD8F}"/>
              </a:ext>
            </a:extLst>
          </p:cNvPr>
          <p:cNvCxnSpPr>
            <a:cxnSpLocks/>
            <a:stCxn id="83" idx="0"/>
          </p:cNvCxnSpPr>
          <p:nvPr/>
        </p:nvCxnSpPr>
        <p:spPr>
          <a:xfrm flipH="1" flipV="1">
            <a:off x="3487966" y="3948064"/>
            <a:ext cx="649257" cy="1184037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A9A5A0-F970-18B3-E710-822FB6A322A6}"/>
              </a:ext>
            </a:extLst>
          </p:cNvPr>
          <p:cNvCxnSpPr>
            <a:cxnSpLocks/>
          </p:cNvCxnSpPr>
          <p:nvPr/>
        </p:nvCxnSpPr>
        <p:spPr>
          <a:xfrm flipV="1">
            <a:off x="3454578" y="3153993"/>
            <a:ext cx="1061179" cy="79407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36892AD-01FA-47F6-4F6C-4E2A8D9B226A}"/>
              </a:ext>
            </a:extLst>
          </p:cNvPr>
          <p:cNvCxnSpPr>
            <a:cxnSpLocks/>
          </p:cNvCxnSpPr>
          <p:nvPr/>
        </p:nvCxnSpPr>
        <p:spPr>
          <a:xfrm>
            <a:off x="2294424" y="3156342"/>
            <a:ext cx="1155624" cy="762818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571D04-C665-8633-0E5D-AB1530E8C01B}"/>
              </a:ext>
            </a:extLst>
          </p:cNvPr>
          <p:cNvCxnSpPr>
            <a:cxnSpLocks/>
          </p:cNvCxnSpPr>
          <p:nvPr/>
        </p:nvCxnSpPr>
        <p:spPr>
          <a:xfrm flipV="1">
            <a:off x="2032133" y="3906252"/>
            <a:ext cx="1460204" cy="3004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B0F991-B858-4DE4-4386-D7285EC3BB6F}"/>
              </a:ext>
            </a:extLst>
          </p:cNvPr>
          <p:cNvCxnSpPr>
            <a:cxnSpLocks/>
          </p:cNvCxnSpPr>
          <p:nvPr/>
        </p:nvCxnSpPr>
        <p:spPr>
          <a:xfrm flipH="1" flipV="1">
            <a:off x="8943229" y="4035277"/>
            <a:ext cx="1007648" cy="78395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15438F-E215-4C8E-FE98-3FF2389E0005}"/>
              </a:ext>
            </a:extLst>
          </p:cNvPr>
          <p:cNvCxnSpPr>
            <a:cxnSpLocks/>
          </p:cNvCxnSpPr>
          <p:nvPr/>
        </p:nvCxnSpPr>
        <p:spPr>
          <a:xfrm>
            <a:off x="3439249" y="2688746"/>
            <a:ext cx="0" cy="1398523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A4B40-A7D8-4FDF-E4AF-D2BA46D07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746BF55-EB85-DFEB-BCF7-C1BBB042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Delivery Pod Structure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BEAB1F-781E-EF7F-879F-4689B28FA204}"/>
              </a:ext>
            </a:extLst>
          </p:cNvPr>
          <p:cNvCxnSpPr>
            <a:cxnSpLocks/>
          </p:cNvCxnSpPr>
          <p:nvPr/>
        </p:nvCxnSpPr>
        <p:spPr>
          <a:xfrm>
            <a:off x="3472690" y="3948064"/>
            <a:ext cx="1345705" cy="298623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4C849C6-1FB3-50C8-319D-87A9A1F7054E}"/>
              </a:ext>
            </a:extLst>
          </p:cNvPr>
          <p:cNvSpPr/>
          <p:nvPr/>
        </p:nvSpPr>
        <p:spPr>
          <a:xfrm rot="20670144">
            <a:off x="1576547" y="2122225"/>
            <a:ext cx="3797379" cy="3685999"/>
          </a:xfrm>
          <a:prstGeom prst="ellips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46D2BE-002E-134C-DB95-2C72311A3A9C}"/>
              </a:ext>
            </a:extLst>
          </p:cNvPr>
          <p:cNvSpPr/>
          <p:nvPr/>
        </p:nvSpPr>
        <p:spPr>
          <a:xfrm rot="20341833">
            <a:off x="2951615" y="1762698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BE1D49-E579-CC9C-7387-67950B324648}"/>
              </a:ext>
            </a:extLst>
          </p:cNvPr>
          <p:cNvSpPr txBox="1"/>
          <p:nvPr/>
        </p:nvSpPr>
        <p:spPr>
          <a:xfrm rot="14368">
            <a:off x="2901166" y="2246219"/>
            <a:ext cx="1029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Scrum Lead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6F4B612-D240-3B21-BB9F-4A4FDC79956B}"/>
              </a:ext>
            </a:extLst>
          </p:cNvPr>
          <p:cNvSpPr/>
          <p:nvPr/>
        </p:nvSpPr>
        <p:spPr>
          <a:xfrm rot="20341833">
            <a:off x="2795459" y="3306097"/>
            <a:ext cx="1359556" cy="1318255"/>
          </a:xfrm>
          <a:prstGeom prst="ellipse">
            <a:avLst/>
          </a:prstGeom>
          <a:solidFill>
            <a:schemeClr val="accent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84818F-28D6-1715-4DA1-BAF7196839B6}"/>
              </a:ext>
            </a:extLst>
          </p:cNvPr>
          <p:cNvSpPr txBox="1"/>
          <p:nvPr/>
        </p:nvSpPr>
        <p:spPr>
          <a:xfrm rot="14368">
            <a:off x="2745236" y="3821106"/>
            <a:ext cx="1454909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>
                <a:solidFill>
                  <a:srgbClr val="FE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Auxo Team</a:t>
            </a:r>
            <a:endParaRPr kumimoji="0" lang="en-IN" sz="105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7B3FB13-4221-BDDF-68C4-63C9D10290E1}"/>
              </a:ext>
            </a:extLst>
          </p:cNvPr>
          <p:cNvSpPr/>
          <p:nvPr/>
        </p:nvSpPr>
        <p:spPr>
          <a:xfrm rot="20341833">
            <a:off x="4797453" y="3844880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>
              <a:solidFill>
                <a:srgbClr val="FE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69" name="Graphic 68" descr="Male profile with solid fill">
            <a:extLst>
              <a:ext uri="{FF2B5EF4-FFF2-40B4-BE49-F238E27FC236}">
                <a16:creationId xmlns:a16="http://schemas.microsoft.com/office/drawing/2014/main" id="{0B93B8FB-2800-4B7B-49E5-E7B755296E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3217255" y="1849109"/>
            <a:ext cx="396972" cy="400327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01B272C2-19C6-5819-11EC-2EAF7E751C77}"/>
              </a:ext>
            </a:extLst>
          </p:cNvPr>
          <p:cNvSpPr/>
          <p:nvPr/>
        </p:nvSpPr>
        <p:spPr>
          <a:xfrm rot="20341833">
            <a:off x="1095648" y="3844882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>
              <a:solidFill>
                <a:srgbClr val="FE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74" name="Graphic 73" descr="Male profile with solid fill">
            <a:extLst>
              <a:ext uri="{FF2B5EF4-FFF2-40B4-BE49-F238E27FC236}">
                <a16:creationId xmlns:a16="http://schemas.microsoft.com/office/drawing/2014/main" id="{4E5E36A4-0653-B693-62EB-064E6DC45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1360708" y="3966086"/>
            <a:ext cx="396972" cy="40032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98121F67-9DB9-05BD-E278-9E8D6404D05A}"/>
              </a:ext>
            </a:extLst>
          </p:cNvPr>
          <p:cNvSpPr txBox="1"/>
          <p:nvPr/>
        </p:nvSpPr>
        <p:spPr>
          <a:xfrm rot="14368">
            <a:off x="1044645" y="4257289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>
                <a:solidFill>
                  <a:srgbClr val="C5CCFC">
                    <a:lumMod val="10000"/>
                  </a:srgb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Back End Engineer</a:t>
            </a: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4FEA7DC-3E37-BF6E-A8AF-F64E97D8B7A2}"/>
              </a:ext>
            </a:extLst>
          </p:cNvPr>
          <p:cNvSpPr/>
          <p:nvPr/>
        </p:nvSpPr>
        <p:spPr>
          <a:xfrm rot="20341833">
            <a:off x="1449479" y="2421765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10F2003-BD07-8A87-7618-7EB892A18B43}"/>
              </a:ext>
            </a:extLst>
          </p:cNvPr>
          <p:cNvSpPr/>
          <p:nvPr/>
        </p:nvSpPr>
        <p:spPr>
          <a:xfrm rot="20341833">
            <a:off x="2106133" y="5101108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428C749-FEE8-B447-E9F4-6730FCEE4193}"/>
              </a:ext>
            </a:extLst>
          </p:cNvPr>
          <p:cNvSpPr/>
          <p:nvPr/>
        </p:nvSpPr>
        <p:spPr>
          <a:xfrm rot="20341833">
            <a:off x="3836706" y="5101106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>
              <a:solidFill>
                <a:srgbClr val="FE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1ACFFF8-CB9D-9E95-9C05-14109B8922E3}"/>
              </a:ext>
            </a:extLst>
          </p:cNvPr>
          <p:cNvSpPr/>
          <p:nvPr/>
        </p:nvSpPr>
        <p:spPr>
          <a:xfrm rot="20341833">
            <a:off x="4460028" y="2455327"/>
            <a:ext cx="936000" cy="936000"/>
          </a:xfrm>
          <a:prstGeom prst="ellipse">
            <a:avLst/>
          </a:prstGeom>
          <a:solidFill>
            <a:srgbClr val="F0F1FE"/>
          </a:solidFill>
          <a:ln w="63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73" name="Graphic 72" descr="Male profile with solid fill">
            <a:extLst>
              <a:ext uri="{FF2B5EF4-FFF2-40B4-BE49-F238E27FC236}">
                <a16:creationId xmlns:a16="http://schemas.microsoft.com/office/drawing/2014/main" id="{E2CECE71-7C78-628D-E731-935A6DF560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4738463" y="2514283"/>
            <a:ext cx="396972" cy="400327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2B97D07-8A92-7140-F910-CD0EB4738D57}"/>
              </a:ext>
            </a:extLst>
          </p:cNvPr>
          <p:cNvSpPr txBox="1"/>
          <p:nvPr/>
        </p:nvSpPr>
        <p:spPr>
          <a:xfrm rot="14368">
            <a:off x="4412344" y="2857667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Lead and Architect</a:t>
            </a:r>
          </a:p>
        </p:txBody>
      </p:sp>
      <p:pic>
        <p:nvPicPr>
          <p:cNvPr id="72" name="Graphic 71" descr="Male profile with solid fill">
            <a:extLst>
              <a:ext uri="{FF2B5EF4-FFF2-40B4-BE49-F238E27FC236}">
                <a16:creationId xmlns:a16="http://schemas.microsoft.com/office/drawing/2014/main" id="{0F5EED40-056D-1C9D-9230-4C5F9B22B8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1700585" y="2480722"/>
            <a:ext cx="396972" cy="40032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400B3DCB-71BD-2BC7-1BEC-E24AC10931BE}"/>
              </a:ext>
            </a:extLst>
          </p:cNvPr>
          <p:cNvSpPr txBox="1"/>
          <p:nvPr/>
        </p:nvSpPr>
        <p:spPr>
          <a:xfrm rot="14368">
            <a:off x="1391327" y="2901051"/>
            <a:ext cx="1029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AI Engineer</a:t>
            </a:r>
          </a:p>
        </p:txBody>
      </p:sp>
      <p:pic>
        <p:nvPicPr>
          <p:cNvPr id="123" name="Graphic 122" descr="Male profile with solid fill">
            <a:extLst>
              <a:ext uri="{FF2B5EF4-FFF2-40B4-BE49-F238E27FC236}">
                <a16:creationId xmlns:a16="http://schemas.microsoft.com/office/drawing/2014/main" id="{EE59670B-556A-672E-CEE8-89C9E7CA2B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2364652" y="5226220"/>
            <a:ext cx="396972" cy="400327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A4F30722-0414-8241-02CB-C712EC3132D2}"/>
              </a:ext>
            </a:extLst>
          </p:cNvPr>
          <p:cNvSpPr txBox="1"/>
          <p:nvPr/>
        </p:nvSpPr>
        <p:spPr>
          <a:xfrm rot="14368">
            <a:off x="2040549" y="5509350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>
                <a:solidFill>
                  <a:srgbClr val="C5CCFC">
                    <a:lumMod val="10000"/>
                  </a:srgb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Front End Developer</a:t>
            </a: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FF72D87-8F4F-A7A3-E2EF-890FFAA0EAE8}"/>
              </a:ext>
            </a:extLst>
          </p:cNvPr>
          <p:cNvSpPr txBox="1"/>
          <p:nvPr/>
        </p:nvSpPr>
        <p:spPr>
          <a:xfrm rot="14368">
            <a:off x="4771378" y="4280265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>
                <a:solidFill>
                  <a:srgbClr val="C5CCFC">
                    <a:lumMod val="10000"/>
                  </a:srgb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Data Engineer</a:t>
            </a: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DAB330C-AFAB-0A5C-5BBA-5FF9CF7EE398}"/>
              </a:ext>
            </a:extLst>
          </p:cNvPr>
          <p:cNvSpPr txBox="1"/>
          <p:nvPr/>
        </p:nvSpPr>
        <p:spPr>
          <a:xfrm rot="14368">
            <a:off x="3788732" y="5616047"/>
            <a:ext cx="1029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QA Engineer</a:t>
            </a:r>
          </a:p>
        </p:txBody>
      </p:sp>
      <p:pic>
        <p:nvPicPr>
          <p:cNvPr id="11" name="Graphic 10" descr="Male profile with solid fill">
            <a:extLst>
              <a:ext uri="{FF2B5EF4-FFF2-40B4-BE49-F238E27FC236}">
                <a16:creationId xmlns:a16="http://schemas.microsoft.com/office/drawing/2014/main" id="{0F3B2DAA-74DC-E6DE-18AB-56F66B40C7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5081644" y="3966083"/>
            <a:ext cx="396972" cy="400327"/>
          </a:xfrm>
          <a:prstGeom prst="rect">
            <a:avLst/>
          </a:prstGeom>
        </p:spPr>
      </p:pic>
      <p:pic>
        <p:nvPicPr>
          <p:cNvPr id="12" name="Graphic 11" descr="Male profile with solid fill">
            <a:extLst>
              <a:ext uri="{FF2B5EF4-FFF2-40B4-BE49-F238E27FC236}">
                <a16:creationId xmlns:a16="http://schemas.microsoft.com/office/drawing/2014/main" id="{A2E44D79-4E28-66A1-CE16-ACC5308600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368">
            <a:off x="4112615" y="5226217"/>
            <a:ext cx="396972" cy="40032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52905C-11C6-F787-7F0E-4BC1F3D6D43A}"/>
              </a:ext>
            </a:extLst>
          </p:cNvPr>
          <p:cNvCxnSpPr>
            <a:cxnSpLocks/>
          </p:cNvCxnSpPr>
          <p:nvPr/>
        </p:nvCxnSpPr>
        <p:spPr>
          <a:xfrm flipH="1">
            <a:off x="8807018" y="2744421"/>
            <a:ext cx="0" cy="1363223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D916ED-A5F3-DD71-7D3D-5E391A543492}"/>
              </a:ext>
            </a:extLst>
          </p:cNvPr>
          <p:cNvCxnSpPr>
            <a:cxnSpLocks/>
          </p:cNvCxnSpPr>
          <p:nvPr/>
        </p:nvCxnSpPr>
        <p:spPr>
          <a:xfrm flipV="1">
            <a:off x="7734251" y="3965224"/>
            <a:ext cx="1081228" cy="90608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F3E9162-E748-BC76-4366-8B116F919BE8}"/>
              </a:ext>
            </a:extLst>
          </p:cNvPr>
          <p:cNvSpPr/>
          <p:nvPr/>
        </p:nvSpPr>
        <p:spPr>
          <a:xfrm rot="20670144">
            <a:off x="6920594" y="2142700"/>
            <a:ext cx="3797379" cy="3685999"/>
          </a:xfrm>
          <a:prstGeom prst="ellipse">
            <a:avLst/>
          </a:prstGeom>
          <a:noFill/>
          <a:ln w="952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378E8E-05F3-BBCD-F854-9D9C42E683AA}"/>
              </a:ext>
            </a:extLst>
          </p:cNvPr>
          <p:cNvSpPr/>
          <p:nvPr/>
        </p:nvSpPr>
        <p:spPr>
          <a:xfrm rot="20341833">
            <a:off x="8352611" y="1801872"/>
            <a:ext cx="936000" cy="93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CC94C-D785-FEA6-270C-EF72B894D7AC}"/>
              </a:ext>
            </a:extLst>
          </p:cNvPr>
          <p:cNvSpPr txBox="1"/>
          <p:nvPr/>
        </p:nvSpPr>
        <p:spPr>
          <a:xfrm rot="14368">
            <a:off x="8302162" y="2208448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Platform Team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7BCE82-37B5-1CE8-5EC1-DFF436280D0D}"/>
              </a:ext>
            </a:extLst>
          </p:cNvPr>
          <p:cNvSpPr/>
          <p:nvPr/>
        </p:nvSpPr>
        <p:spPr>
          <a:xfrm rot="20341833">
            <a:off x="8139506" y="3326572"/>
            <a:ext cx="1359556" cy="1318255"/>
          </a:xfrm>
          <a:prstGeom prst="ellipse">
            <a:avLst/>
          </a:prstGeom>
          <a:solidFill>
            <a:srgbClr val="49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5324CB-A002-3004-E3BB-FD00418D2889}"/>
              </a:ext>
            </a:extLst>
          </p:cNvPr>
          <p:cNvSpPr txBox="1"/>
          <p:nvPr/>
        </p:nvSpPr>
        <p:spPr>
          <a:xfrm rot="14368">
            <a:off x="8089283" y="3841581"/>
            <a:ext cx="1454909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>
                <a:solidFill>
                  <a:srgbClr val="FE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 Team</a:t>
            </a:r>
            <a:endParaRPr kumimoji="0" lang="en-IN" sz="1050" b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6" name="Graphic 35" descr="Male profile with solid fill">
            <a:extLst>
              <a:ext uri="{FF2B5EF4-FFF2-40B4-BE49-F238E27FC236}">
                <a16:creationId xmlns:a16="http://schemas.microsoft.com/office/drawing/2014/main" id="{FDFFA5DC-14C3-0DB7-C303-159B87F738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368">
            <a:off x="8618251" y="1888283"/>
            <a:ext cx="396972" cy="400327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DB2BE20-FEB4-1126-FBDC-33569F8B9FB8}"/>
              </a:ext>
            </a:extLst>
          </p:cNvPr>
          <p:cNvSpPr/>
          <p:nvPr/>
        </p:nvSpPr>
        <p:spPr>
          <a:xfrm rot="20341833">
            <a:off x="9857062" y="4680466"/>
            <a:ext cx="936000" cy="93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FE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37BDB4-C2A8-343B-3478-105852F72692}"/>
              </a:ext>
            </a:extLst>
          </p:cNvPr>
          <p:cNvSpPr/>
          <p:nvPr/>
        </p:nvSpPr>
        <p:spPr>
          <a:xfrm rot="20341833">
            <a:off x="6867695" y="4681693"/>
            <a:ext cx="936000" cy="93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>
              <a:solidFill>
                <a:srgbClr val="FE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8C72E0D8-2595-3420-07DB-A80885A5B2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368">
            <a:off x="10129734" y="4834715"/>
            <a:ext cx="396972" cy="40032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1A10D26-2F18-5C31-6214-4BCB8C978C81}"/>
              </a:ext>
            </a:extLst>
          </p:cNvPr>
          <p:cNvSpPr txBox="1"/>
          <p:nvPr/>
        </p:nvSpPr>
        <p:spPr>
          <a:xfrm rot="14368">
            <a:off x="9813645" y="5174533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Data Infra SME</a:t>
            </a:r>
          </a:p>
        </p:txBody>
      </p:sp>
      <p:pic>
        <p:nvPicPr>
          <p:cNvPr id="47" name="Graphic 46" descr="Male profile with solid fill">
            <a:extLst>
              <a:ext uri="{FF2B5EF4-FFF2-40B4-BE49-F238E27FC236}">
                <a16:creationId xmlns:a16="http://schemas.microsoft.com/office/drawing/2014/main" id="{740B8101-BA07-46B4-C64C-D18B617BA5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368">
            <a:off x="7125754" y="4775859"/>
            <a:ext cx="396972" cy="40032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6AD21C-7DE2-871E-501B-DE3C2B6C26CA}"/>
              </a:ext>
            </a:extLst>
          </p:cNvPr>
          <p:cNvSpPr txBox="1"/>
          <p:nvPr/>
        </p:nvSpPr>
        <p:spPr>
          <a:xfrm rot="14368">
            <a:off x="6827864" y="5143927"/>
            <a:ext cx="102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cs typeface="Poppins Light" panose="00000400000000000000" pitchFamily="2" charset="0"/>
              </a:rPr>
              <a:t>Data Domain Teams</a:t>
            </a:r>
          </a:p>
        </p:txBody>
      </p:sp>
      <p:sp>
        <p:nvSpPr>
          <p:cNvPr id="62" name="TextBox 13">
            <a:extLst>
              <a:ext uri="{FF2B5EF4-FFF2-40B4-BE49-F238E27FC236}">
                <a16:creationId xmlns:a16="http://schemas.microsoft.com/office/drawing/2014/main" id="{D39DE519-B515-297E-4D56-1F82615EC3C4}"/>
              </a:ext>
            </a:extLst>
          </p:cNvPr>
          <p:cNvSpPr txBox="1"/>
          <p:nvPr/>
        </p:nvSpPr>
        <p:spPr>
          <a:xfrm>
            <a:off x="1525984" y="1304903"/>
            <a:ext cx="389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AuxoAI Team</a:t>
            </a:r>
          </a:p>
        </p:txBody>
      </p:sp>
      <p:sp>
        <p:nvSpPr>
          <p:cNvPr id="77" name="TextBox 13">
            <a:extLst>
              <a:ext uri="{FF2B5EF4-FFF2-40B4-BE49-F238E27FC236}">
                <a16:creationId xmlns:a16="http://schemas.microsoft.com/office/drawing/2014/main" id="{A4A813AC-C15A-522D-1055-63B34DC2D729}"/>
              </a:ext>
            </a:extLst>
          </p:cNvPr>
          <p:cNvSpPr txBox="1"/>
          <p:nvPr/>
        </p:nvSpPr>
        <p:spPr>
          <a:xfrm>
            <a:off x="6894611" y="1304903"/>
            <a:ext cx="389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ADI Team</a:t>
            </a:r>
          </a:p>
        </p:txBody>
      </p:sp>
    </p:spTree>
    <p:extLst>
      <p:ext uri="{BB962C8B-B14F-4D97-AF65-F5344CB8AC3E}">
        <p14:creationId xmlns:p14="http://schemas.microsoft.com/office/powerpoint/2010/main" val="282004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535B-D1A5-680A-D41E-1C2BBA6A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214E69-130C-0D5D-56F7-01A01AB4C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D6513C1A-F9EC-AD7C-67F4-3EE4CE66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Phase 1 Deliverables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59BBE-B7EF-E23F-0D9F-642C3288E337}"/>
              </a:ext>
            </a:extLst>
          </p:cNvPr>
          <p:cNvSpPr txBox="1"/>
          <p:nvPr/>
        </p:nvSpPr>
        <p:spPr>
          <a:xfrm>
            <a:off x="885824" y="1351508"/>
            <a:ext cx="9717162" cy="42165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Architecture Design Document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MVP Converse with Data Application enabled for priority datasets within a domain–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Conversation interface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create new conversation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expand the responses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download the responses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store user history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leverage context from previous user questions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sz="1600" dirty="0">
                <a:highlight>
                  <a:srgbClr val="00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Ability to store user feedback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sz="1600" dirty="0">
                <a:highlight>
                  <a:srgbClr val="00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SSO Integration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314A7-745A-096B-C5F9-248DA324F02F}"/>
              </a:ext>
            </a:extLst>
          </p:cNvPr>
          <p:cNvSpPr txBox="1"/>
          <p:nvPr/>
        </p:nvSpPr>
        <p:spPr>
          <a:xfrm>
            <a:off x="9296843" y="6538912"/>
            <a:ext cx="3625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* Based on broader tool alignment</a:t>
            </a:r>
          </a:p>
        </p:txBody>
      </p:sp>
    </p:spTree>
    <p:extLst>
      <p:ext uri="{BB962C8B-B14F-4D97-AF65-F5344CB8AC3E}">
        <p14:creationId xmlns:p14="http://schemas.microsoft.com/office/powerpoint/2010/main" val="415196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F62C-D6F5-3D60-D703-FC2CF883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B7AF9-3A31-E420-F0D5-6075A3EF8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7379844-890C-5A2F-5D9B-0BDC96C7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Phase 2 Deliverables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96086-DCBA-3B0F-E4DF-DFDA27F0A18D}"/>
              </a:ext>
            </a:extLst>
          </p:cNvPr>
          <p:cNvSpPr txBox="1"/>
          <p:nvPr/>
        </p:nvSpPr>
        <p:spPr>
          <a:xfrm>
            <a:off x="885824" y="1351508"/>
            <a:ext cx="9717162" cy="35702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Updated Architecture Design Document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Converse with Data Application enabled for the finalized domain with additional features–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store user feedback</a:t>
            </a:r>
          </a:p>
          <a:p>
            <a:pPr marL="800100" lvl="1" indent="-342900">
              <a:spcAft>
                <a:spcPts val="600"/>
              </a:spcAft>
              <a:buFontTx/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Ability to copy prompts</a:t>
            </a:r>
          </a:p>
          <a:p>
            <a:pPr marL="800100" lvl="1" indent="-342900">
              <a:spcAft>
                <a:spcPts val="600"/>
              </a:spcAft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SSO Integration</a:t>
            </a:r>
          </a:p>
          <a:p>
            <a:pPr marL="800100" lvl="1" indent="-342900">
              <a:spcAft>
                <a:spcPts val="600"/>
              </a:spcAft>
              <a:buFontTx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Performance Optimization  </a:t>
            </a:r>
          </a:p>
          <a:p>
            <a:pPr marL="800100" lvl="1" indent="-342900">
              <a:spcAft>
                <a:spcPts val="600"/>
              </a:spcAft>
              <a:buFontTx/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UAT Support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Roadshow Support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0D5F2-73C6-EAAA-C75A-48154A2555E0}"/>
              </a:ext>
            </a:extLst>
          </p:cNvPr>
          <p:cNvSpPr txBox="1"/>
          <p:nvPr/>
        </p:nvSpPr>
        <p:spPr>
          <a:xfrm>
            <a:off x="9296843" y="6538912"/>
            <a:ext cx="3625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* Based on broader tool alignment</a:t>
            </a:r>
          </a:p>
        </p:txBody>
      </p:sp>
    </p:spTree>
    <p:extLst>
      <p:ext uri="{BB962C8B-B14F-4D97-AF65-F5344CB8AC3E}">
        <p14:creationId xmlns:p14="http://schemas.microsoft.com/office/powerpoint/2010/main" val="322439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DC8E-1CA3-51DC-3880-F9BF1B075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60CE6-22E7-B788-D1F0-7D22B75E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76657C9-8F1F-F500-4FB9-17D65201C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Support Required from ADI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8C5BC-EC70-33BF-A3AF-732E1D4CE88E}"/>
              </a:ext>
            </a:extLst>
          </p:cNvPr>
          <p:cNvSpPr txBox="1"/>
          <p:nvPr/>
        </p:nvSpPr>
        <p:spPr>
          <a:xfrm>
            <a:off x="431006" y="1622643"/>
            <a:ext cx="11329988" cy="3559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Assign a Single Point of Contact (SPOC):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coordinate feedback, approvals, and cross-functional alignment.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Provide a Data Subject Matter Expert (SME):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support schema understanding, business context, and query validation.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Access to GenAI Infrastructure and Models: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Ensure required compute resources and model endpoints are provisioned for development and testing.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Database Schema and Metadata Documentation: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Share comprehensive schema details, data dictionaries, and entity relationships for accurate SQL generation.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 Preparation and Access: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Provide access to relevant databases (dev/test environments), sanitized sample data, and connection credentials.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User Scenarios and Sample Queries: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207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Share representative user questions and corresponding SQL outputs to guide model fine-tuning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2694322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6850" y="2962976"/>
            <a:ext cx="3781649" cy="932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235">
                <a:latin typeface="Helvetica Light"/>
              </a:rPr>
              <a:t>Thank</a:t>
            </a:r>
            <a:r>
              <a:rPr lang="en-IN" spc="-145">
                <a:latin typeface="Helvetica Light"/>
              </a:rPr>
              <a:t> </a:t>
            </a:r>
            <a:r>
              <a:rPr lang="en-IN" spc="-805">
                <a:latin typeface="Helvetica Light"/>
              </a:rPr>
              <a:t>Y</a:t>
            </a:r>
            <a:r>
              <a:rPr lang="en-IN" spc="-365">
                <a:latin typeface="Helvetica Light"/>
              </a:rPr>
              <a:t>o</a:t>
            </a:r>
            <a:r>
              <a:rPr lang="en-IN" spc="-260">
                <a:latin typeface="Helvetica Light"/>
              </a:rPr>
              <a:t>u</a:t>
            </a:r>
            <a:r>
              <a:rPr lang="en-IN" spc="-275">
                <a:latin typeface="Helvetica Ligh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48714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238A-9819-D17E-8C77-5168F7A6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91A3AD-AD11-3D2B-DB53-C1F914D558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46850" y="2962976"/>
            <a:ext cx="3781649" cy="932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pc="-235">
                <a:latin typeface="Helvetica Light"/>
              </a:rPr>
              <a:t>Appendix</a:t>
            </a:r>
            <a:endParaRPr lang="en-IN" spc="-275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873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9268-DF6F-9C79-1445-B079E2C3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C2C1AC-C222-E96B-FE5E-F5BF6A30F1E9}"/>
              </a:ext>
            </a:extLst>
          </p:cNvPr>
          <p:cNvGraphicFramePr>
            <a:graphicFrameLocks noGrp="1"/>
          </p:cNvGraphicFramePr>
          <p:nvPr/>
        </p:nvGraphicFramePr>
        <p:xfrm>
          <a:off x="2863410" y="1947991"/>
          <a:ext cx="6116836" cy="2753572"/>
        </p:xfrm>
        <a:graphic>
          <a:graphicData uri="http://schemas.openxmlformats.org/drawingml/2006/table">
            <a:tbl>
              <a:tblPr/>
              <a:tblGrid>
                <a:gridCol w="4197782">
                  <a:extLst>
                    <a:ext uri="{9D8B030D-6E8A-4147-A177-3AD203B41FA5}">
                      <a16:colId xmlns:a16="http://schemas.microsoft.com/office/drawing/2014/main" val="2801057077"/>
                    </a:ext>
                  </a:extLst>
                </a:gridCol>
                <a:gridCol w="1919054">
                  <a:extLst>
                    <a:ext uri="{9D8B030D-6E8A-4147-A177-3AD203B41FA5}">
                      <a16:colId xmlns:a16="http://schemas.microsoft.com/office/drawing/2014/main" val="4265913293"/>
                    </a:ext>
                  </a:extLst>
                </a:gridCol>
              </a:tblGrid>
              <a:tr h="417831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i="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</a:rPr>
                        <a:t>Phase</a:t>
                      </a:r>
                      <a:endParaRPr lang="en-IN" sz="1400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400" b="1" i="0" kern="1200">
                          <a:solidFill>
                            <a:schemeClr val="bg1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Cost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47039"/>
                  </a:ext>
                </a:extLst>
              </a:tr>
              <a:tr h="93806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Phase 1 (14 Apr’25 to 06 Jun’25)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$100,000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280838"/>
                  </a:ext>
                </a:extLst>
              </a:tr>
              <a:tr h="93806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Phase 2 (09 Jun’25 to 01 Sep’25)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$105,000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61017"/>
                  </a:ext>
                </a:extLst>
              </a:tr>
              <a:tr h="459615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i="0" u="none" strike="noStrike" kern="12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Bierstadt" panose="020B0004020202020204" pitchFamily="34" charset="0"/>
                          <a:ea typeface="+mn-ea"/>
                          <a:cs typeface="+mn-cs"/>
                        </a:rPr>
                        <a:t>$205,000</a:t>
                      </a:r>
                    </a:p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3024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E0BFE00-FC6F-09E8-25BD-8383559FB971}"/>
              </a:ext>
            </a:extLst>
          </p:cNvPr>
          <p:cNvSpPr txBox="1"/>
          <p:nvPr/>
        </p:nvSpPr>
        <p:spPr>
          <a:xfrm>
            <a:off x="907205" y="266079"/>
            <a:ext cx="10581162" cy="931024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000" b="1">
                <a:solidFill>
                  <a:srgbClr val="D3E9AB">
                    <a:lumMod val="50000"/>
                  </a:srgbClr>
                </a:solidFill>
                <a:latin typeface="Bierstadt" panose="020B00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accen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Commercials</a:t>
            </a:r>
          </a:p>
        </p:txBody>
      </p:sp>
    </p:spTree>
    <p:extLst>
      <p:ext uri="{BB962C8B-B14F-4D97-AF65-F5344CB8AC3E}">
        <p14:creationId xmlns:p14="http://schemas.microsoft.com/office/powerpoint/2010/main" val="66217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B682-6A99-406B-F2F3-E66E119F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E51539-5FF9-DDDB-2228-AA4C6C034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433813"/>
              </p:ext>
            </p:extLst>
          </p:nvPr>
        </p:nvGraphicFramePr>
        <p:xfrm>
          <a:off x="2863143" y="1123950"/>
          <a:ext cx="6116836" cy="5159565"/>
        </p:xfrm>
        <a:graphic>
          <a:graphicData uri="http://schemas.openxmlformats.org/drawingml/2006/table">
            <a:tbl>
              <a:tblPr/>
              <a:tblGrid>
                <a:gridCol w="3575757">
                  <a:extLst>
                    <a:ext uri="{9D8B030D-6E8A-4147-A177-3AD203B41FA5}">
                      <a16:colId xmlns:a16="http://schemas.microsoft.com/office/drawing/2014/main" val="2801057077"/>
                    </a:ext>
                  </a:extLst>
                </a:gridCol>
                <a:gridCol w="2541079">
                  <a:extLst>
                    <a:ext uri="{9D8B030D-6E8A-4147-A177-3AD203B41FA5}">
                      <a16:colId xmlns:a16="http://schemas.microsoft.com/office/drawing/2014/main" val="4265913293"/>
                    </a:ext>
                  </a:extLst>
                </a:gridCol>
              </a:tblGrid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SOWs from mid March to end April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$ 314,600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280838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Old adjustment (on Auxo)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 14,000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107524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Kitty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$ 328,600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34603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Actual Burn till date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$ 85,250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089875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Discount during march time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$ 3,950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15169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Remaining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$ 2,39,400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62955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UDA Burn Projected till week of June 2nd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$ 17,400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0952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Product Manager Projected for 9 weeks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$ 72,000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61017"/>
                  </a:ext>
                </a:extLst>
              </a:tr>
              <a:tr h="5732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21212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Remaining amount for other services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$ 1,50,000 </a:t>
                      </a:r>
                    </a:p>
                  </a:txBody>
                  <a:tcPr marR="57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3024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2D4A0D4-A772-147C-F4C9-EE87E33B72CA}"/>
              </a:ext>
            </a:extLst>
          </p:cNvPr>
          <p:cNvSpPr txBox="1"/>
          <p:nvPr/>
        </p:nvSpPr>
        <p:spPr>
          <a:xfrm>
            <a:off x="907205" y="266079"/>
            <a:ext cx="10581162" cy="931024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000" b="1">
                <a:solidFill>
                  <a:srgbClr val="D3E9AB">
                    <a:lumMod val="50000"/>
                  </a:srgbClr>
                </a:solidFill>
                <a:latin typeface="Bierstadt" panose="020B00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accen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Budget Calculation</a:t>
            </a:r>
          </a:p>
        </p:txBody>
      </p:sp>
    </p:spTree>
    <p:extLst>
      <p:ext uri="{BB962C8B-B14F-4D97-AF65-F5344CB8AC3E}">
        <p14:creationId xmlns:p14="http://schemas.microsoft.com/office/powerpoint/2010/main" val="4010838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68F0A1D-DEC9-EE43-6107-0DAA0BCD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1911CCA-2380-8014-CB46-A2A3A6AA39C4}"/>
              </a:ext>
            </a:extLst>
          </p:cNvPr>
          <p:cNvSpPr/>
          <p:nvPr/>
        </p:nvSpPr>
        <p:spPr>
          <a:xfrm>
            <a:off x="288760" y="3138269"/>
            <a:ext cx="148993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Financial Accounting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9D1C2B6-3590-A8D0-2559-C31F439D04D2}"/>
              </a:ext>
            </a:extLst>
          </p:cNvPr>
          <p:cNvSpPr/>
          <p:nvPr/>
        </p:nvSpPr>
        <p:spPr>
          <a:xfrm>
            <a:off x="2644684" y="1215615"/>
            <a:ext cx="176425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General Ledger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EE274E-4C8F-964B-ED65-A7BFF29D1801}"/>
              </a:ext>
            </a:extLst>
          </p:cNvPr>
          <p:cNvSpPr/>
          <p:nvPr/>
        </p:nvSpPr>
        <p:spPr>
          <a:xfrm>
            <a:off x="2644684" y="2176942"/>
            <a:ext cx="176425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Accounts Receivable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D6E88E-D9A2-499E-9AA1-B4CA6791D853}"/>
              </a:ext>
            </a:extLst>
          </p:cNvPr>
          <p:cNvSpPr/>
          <p:nvPr/>
        </p:nvSpPr>
        <p:spPr>
          <a:xfrm>
            <a:off x="2644684" y="3138269"/>
            <a:ext cx="176425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Accounts Payable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C21F4-6DF3-C98A-C7DD-13BD8ED6DFF1}"/>
              </a:ext>
            </a:extLst>
          </p:cNvPr>
          <p:cNvSpPr/>
          <p:nvPr/>
        </p:nvSpPr>
        <p:spPr>
          <a:xfrm>
            <a:off x="2644684" y="4099596"/>
            <a:ext cx="176425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Asset Accounting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A228A4-D54D-69C7-4FF1-402115AA06F6}"/>
              </a:ext>
            </a:extLst>
          </p:cNvPr>
          <p:cNvSpPr/>
          <p:nvPr/>
        </p:nvSpPr>
        <p:spPr>
          <a:xfrm>
            <a:off x="2644684" y="5187912"/>
            <a:ext cx="1764254" cy="804134"/>
          </a:xfrm>
          <a:prstGeom prst="roundRect">
            <a:avLst/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 Accounting</a:t>
            </a:r>
          </a:p>
        </p:txBody>
      </p:sp>
      <p:cxnSp>
        <p:nvCxnSpPr>
          <p:cNvPr id="9" name="Elbow Connector 9">
            <a:extLst>
              <a:ext uri="{FF2B5EF4-FFF2-40B4-BE49-F238E27FC236}">
                <a16:creationId xmlns:a16="http://schemas.microsoft.com/office/drawing/2014/main" id="{C3C50546-EC6E-8616-74BA-1C715C0B9AE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778694" y="1617682"/>
            <a:ext cx="865990" cy="1922654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4F8A506B-4C24-EB64-F8D8-7B8FC1298DB9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1778694" y="2579009"/>
            <a:ext cx="865990" cy="961327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6">
            <a:extLst>
              <a:ext uri="{FF2B5EF4-FFF2-40B4-BE49-F238E27FC236}">
                <a16:creationId xmlns:a16="http://schemas.microsoft.com/office/drawing/2014/main" id="{623BA214-A107-68B9-1D8E-96A07D58F8CC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778694" y="3540336"/>
            <a:ext cx="865990" cy="961327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9">
            <a:extLst>
              <a:ext uri="{FF2B5EF4-FFF2-40B4-BE49-F238E27FC236}">
                <a16:creationId xmlns:a16="http://schemas.microsoft.com/office/drawing/2014/main" id="{BD73DCB5-BC29-54CA-C4B0-6EC69484B3E5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778694" y="3540336"/>
            <a:ext cx="865990" cy="2049643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D483E168-FAE4-7C05-A2F2-C069E090746D}"/>
              </a:ext>
            </a:extLst>
          </p:cNvPr>
          <p:cNvSpPr/>
          <p:nvPr/>
        </p:nvSpPr>
        <p:spPr>
          <a:xfrm>
            <a:off x="4604368" y="1215615"/>
            <a:ext cx="1558067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D6118A-45A4-282B-D16B-1C575834F558}"/>
              </a:ext>
            </a:extLst>
          </p:cNvPr>
          <p:cNvSpPr/>
          <p:nvPr/>
        </p:nvSpPr>
        <p:spPr>
          <a:xfrm>
            <a:off x="4724493" y="1259749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Financial Reporting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5D747E-8B73-D774-32EC-DFE126B2B2D6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4408938" y="1617682"/>
            <a:ext cx="19543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014B35-25B6-EAF1-7B75-0D49EFFB64C0}"/>
              </a:ext>
            </a:extLst>
          </p:cNvPr>
          <p:cNvSpPr/>
          <p:nvPr/>
        </p:nvSpPr>
        <p:spPr>
          <a:xfrm>
            <a:off x="4724493" y="1504893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Period Closure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64A230-A3F5-1ACC-BD7A-C9223195B091}"/>
              </a:ext>
            </a:extLst>
          </p:cNvPr>
          <p:cNvSpPr/>
          <p:nvPr/>
        </p:nvSpPr>
        <p:spPr>
          <a:xfrm>
            <a:off x="4724493" y="1750037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GL Account Balance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E1E8A6-2E83-DEC5-5CDE-80C9394E1703}"/>
              </a:ext>
            </a:extLst>
          </p:cNvPr>
          <p:cNvSpPr txBox="1"/>
          <p:nvPr/>
        </p:nvSpPr>
        <p:spPr>
          <a:xfrm>
            <a:off x="408909" y="2876659"/>
            <a:ext cx="1215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Domain 1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CFEA59AE-CBFE-0841-1736-02CE168AF7F0}"/>
              </a:ext>
            </a:extLst>
          </p:cNvPr>
          <p:cNvSpPr/>
          <p:nvPr/>
        </p:nvSpPr>
        <p:spPr>
          <a:xfrm>
            <a:off x="6525887" y="1211746"/>
            <a:ext cx="5370374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A43FFB-E0F5-2806-ED79-FCD209E0F510}"/>
              </a:ext>
            </a:extLst>
          </p:cNvPr>
          <p:cNvSpPr/>
          <p:nvPr/>
        </p:nvSpPr>
        <p:spPr>
          <a:xfrm>
            <a:off x="6684896" y="1413706"/>
            <a:ext cx="1188720" cy="40021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GL Accounts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C3AD2F-D825-1D77-2052-3282C4A932E5}"/>
              </a:ext>
            </a:extLst>
          </p:cNvPr>
          <p:cNvSpPr/>
          <p:nvPr/>
        </p:nvSpPr>
        <p:spPr>
          <a:xfrm>
            <a:off x="7972774" y="1413706"/>
            <a:ext cx="1188720" cy="40021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GL Account Balance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D5BDDE-6B79-8727-FF73-4A14175EAD25}"/>
              </a:ext>
            </a:extLst>
          </p:cNvPr>
          <p:cNvSpPr/>
          <p:nvPr/>
        </p:nvSpPr>
        <p:spPr>
          <a:xfrm>
            <a:off x="9260652" y="1404325"/>
            <a:ext cx="1188720" cy="41897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Journal Entries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2E770B-E1B8-EDFD-99BE-4F77DAA08AC1}"/>
              </a:ext>
            </a:extLst>
          </p:cNvPr>
          <p:cNvSpPr/>
          <p:nvPr/>
        </p:nvSpPr>
        <p:spPr>
          <a:xfrm>
            <a:off x="10548531" y="1404325"/>
            <a:ext cx="1188720" cy="418977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Accounting Document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95AF51B-0658-1E81-6813-0AB68A0C9B64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V="1">
            <a:off x="6162435" y="1613813"/>
            <a:ext cx="363452" cy="38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43">
            <a:extLst>
              <a:ext uri="{FF2B5EF4-FFF2-40B4-BE49-F238E27FC236}">
                <a16:creationId xmlns:a16="http://schemas.microsoft.com/office/drawing/2014/main" id="{46907D1A-BC12-9A9D-A50A-71E1C86FBDB4}"/>
              </a:ext>
            </a:extLst>
          </p:cNvPr>
          <p:cNvSpPr/>
          <p:nvPr/>
        </p:nvSpPr>
        <p:spPr>
          <a:xfrm>
            <a:off x="4604368" y="2174722"/>
            <a:ext cx="1558067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45084C-4969-96EE-7092-609E4E3B0F89}"/>
              </a:ext>
            </a:extLst>
          </p:cNvPr>
          <p:cNvSpPr/>
          <p:nvPr/>
        </p:nvSpPr>
        <p:spPr>
          <a:xfrm>
            <a:off x="4724493" y="2223993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Customer Invoicing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299390-FF0E-1810-A9F6-0742AECB666C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408938" y="2576789"/>
            <a:ext cx="19543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1071F29-683C-CD2F-D945-FD3C6D39B86E}"/>
              </a:ext>
            </a:extLst>
          </p:cNvPr>
          <p:cNvSpPr/>
          <p:nvPr/>
        </p:nvSpPr>
        <p:spPr>
          <a:xfrm>
            <a:off x="4724493" y="2471171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Payments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B78F3E6-8C97-702E-8A8A-98DD1D94C4CF}"/>
              </a:ext>
            </a:extLst>
          </p:cNvPr>
          <p:cNvSpPr/>
          <p:nvPr/>
        </p:nvSpPr>
        <p:spPr>
          <a:xfrm>
            <a:off x="4724493" y="2708301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Credit Management</a:t>
            </a:r>
          </a:p>
        </p:txBody>
      </p:sp>
      <p:sp>
        <p:nvSpPr>
          <p:cNvPr id="32" name="Rounded Rectangle 49">
            <a:extLst>
              <a:ext uri="{FF2B5EF4-FFF2-40B4-BE49-F238E27FC236}">
                <a16:creationId xmlns:a16="http://schemas.microsoft.com/office/drawing/2014/main" id="{C3646579-CC37-23A9-0D49-C30FC0B280A4}"/>
              </a:ext>
            </a:extLst>
          </p:cNvPr>
          <p:cNvSpPr/>
          <p:nvPr/>
        </p:nvSpPr>
        <p:spPr>
          <a:xfrm>
            <a:off x="6525887" y="2170853"/>
            <a:ext cx="5370374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A0C419-3BEE-0D2B-5AA4-A9DEB6637E12}"/>
              </a:ext>
            </a:extLst>
          </p:cNvPr>
          <p:cNvSpPr/>
          <p:nvPr/>
        </p:nvSpPr>
        <p:spPr>
          <a:xfrm>
            <a:off x="6684896" y="2382427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Master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41A143-124F-8419-BE17-1BF91090E20E}"/>
              </a:ext>
            </a:extLst>
          </p:cNvPr>
          <p:cNvSpPr/>
          <p:nvPr/>
        </p:nvSpPr>
        <p:spPr>
          <a:xfrm>
            <a:off x="7972774" y="2382427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Invoices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2C8E73-99C4-FF20-BE31-2E1A42192EA5}"/>
              </a:ext>
            </a:extLst>
          </p:cNvPr>
          <p:cNvSpPr/>
          <p:nvPr/>
        </p:nvSpPr>
        <p:spPr>
          <a:xfrm>
            <a:off x="9260652" y="2382427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Payments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5E9788-04AA-E52A-C7CD-438305D9CEDA}"/>
              </a:ext>
            </a:extLst>
          </p:cNvPr>
          <p:cNvSpPr/>
          <p:nvPr/>
        </p:nvSpPr>
        <p:spPr>
          <a:xfrm>
            <a:off x="10548531" y="2382427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 Credit Limits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D2489A3-82D4-63C2-AFC1-DD1A84628ABF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 flipV="1">
            <a:off x="6162435" y="2572920"/>
            <a:ext cx="363452" cy="38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56">
            <a:extLst>
              <a:ext uri="{FF2B5EF4-FFF2-40B4-BE49-F238E27FC236}">
                <a16:creationId xmlns:a16="http://schemas.microsoft.com/office/drawing/2014/main" id="{AB7EC1ED-420C-FD5B-B34B-0D8DE4850A24}"/>
              </a:ext>
            </a:extLst>
          </p:cNvPr>
          <p:cNvSpPr/>
          <p:nvPr/>
        </p:nvSpPr>
        <p:spPr>
          <a:xfrm>
            <a:off x="4604368" y="3133829"/>
            <a:ext cx="1558067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FA887F7-14F3-B7F7-854C-6E7C687DA2C7}"/>
              </a:ext>
            </a:extLst>
          </p:cNvPr>
          <p:cNvSpPr/>
          <p:nvPr/>
        </p:nvSpPr>
        <p:spPr>
          <a:xfrm>
            <a:off x="4724493" y="3177963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Vendor invoicing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9C65BD-0C27-1C2D-9AA0-FA6776FF8E2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08938" y="3535896"/>
            <a:ext cx="19543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8C60231-968D-08F8-6466-9AD2ADFB1C37}"/>
              </a:ext>
            </a:extLst>
          </p:cNvPr>
          <p:cNvSpPr/>
          <p:nvPr/>
        </p:nvSpPr>
        <p:spPr>
          <a:xfrm>
            <a:off x="4724493" y="3423107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Payments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5F0F74F-BBFD-7E08-E6CE-72A43B3A5F1F}"/>
              </a:ext>
            </a:extLst>
          </p:cNvPr>
          <p:cNvSpPr/>
          <p:nvPr/>
        </p:nvSpPr>
        <p:spPr>
          <a:xfrm>
            <a:off x="4724493" y="3668251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Payment terms</a:t>
            </a:r>
          </a:p>
        </p:txBody>
      </p:sp>
      <p:sp>
        <p:nvSpPr>
          <p:cNvPr id="43" name="Rounded Rectangle 61">
            <a:extLst>
              <a:ext uri="{FF2B5EF4-FFF2-40B4-BE49-F238E27FC236}">
                <a16:creationId xmlns:a16="http://schemas.microsoft.com/office/drawing/2014/main" id="{3E672ECD-BD02-7B0D-4DBE-E2CD7020B197}"/>
              </a:ext>
            </a:extLst>
          </p:cNvPr>
          <p:cNvSpPr/>
          <p:nvPr/>
        </p:nvSpPr>
        <p:spPr>
          <a:xfrm>
            <a:off x="6525887" y="3129960"/>
            <a:ext cx="5370374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02509E-613D-640A-2113-149D4697449D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 flipV="1">
            <a:off x="6162435" y="3532027"/>
            <a:ext cx="363452" cy="38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BAF2D34-111B-B6F5-A119-CD4465A4526C}"/>
              </a:ext>
            </a:extLst>
          </p:cNvPr>
          <p:cNvSpPr/>
          <p:nvPr/>
        </p:nvSpPr>
        <p:spPr>
          <a:xfrm>
            <a:off x="6684896" y="3330859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Vendor Master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2FCCEB-0113-E387-24AC-98A872C5CBC0}"/>
              </a:ext>
            </a:extLst>
          </p:cNvPr>
          <p:cNvSpPr/>
          <p:nvPr/>
        </p:nvSpPr>
        <p:spPr>
          <a:xfrm>
            <a:off x="7972774" y="3330859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Vendor Invoices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71D1BB-F0D0-809C-B1D2-D5FFF31A013E}"/>
              </a:ext>
            </a:extLst>
          </p:cNvPr>
          <p:cNvSpPr/>
          <p:nvPr/>
        </p:nvSpPr>
        <p:spPr>
          <a:xfrm>
            <a:off x="9260652" y="3330859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Vendor Payments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769102-6B69-5207-8D49-9E7AD9260C36}"/>
              </a:ext>
            </a:extLst>
          </p:cNvPr>
          <p:cNvSpPr/>
          <p:nvPr/>
        </p:nvSpPr>
        <p:spPr>
          <a:xfrm>
            <a:off x="10548531" y="3330859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Payment Terms</a:t>
            </a:r>
          </a:p>
        </p:txBody>
      </p:sp>
      <p:sp>
        <p:nvSpPr>
          <p:cNvPr id="49" name="Rounded Rectangle 75">
            <a:extLst>
              <a:ext uri="{FF2B5EF4-FFF2-40B4-BE49-F238E27FC236}">
                <a16:creationId xmlns:a16="http://schemas.microsoft.com/office/drawing/2014/main" id="{6E0AE4A6-79F6-FD82-2DAB-4F8526BC128D}"/>
              </a:ext>
            </a:extLst>
          </p:cNvPr>
          <p:cNvSpPr/>
          <p:nvPr/>
        </p:nvSpPr>
        <p:spPr>
          <a:xfrm>
            <a:off x="4605262" y="4103465"/>
            <a:ext cx="1558067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F45A54C-4345-A01A-001F-C6023087A55F}"/>
              </a:ext>
            </a:extLst>
          </p:cNvPr>
          <p:cNvSpPr/>
          <p:nvPr/>
        </p:nvSpPr>
        <p:spPr>
          <a:xfrm>
            <a:off x="4724493" y="4147599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Fixed Assets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1BE0F07-9FF7-3024-8917-AE96FA2C0820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403558" y="4505532"/>
            <a:ext cx="20170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39CAC79-968F-3A7D-1145-3F2B612D4A72}"/>
              </a:ext>
            </a:extLst>
          </p:cNvPr>
          <p:cNvSpPr/>
          <p:nvPr/>
        </p:nvSpPr>
        <p:spPr>
          <a:xfrm>
            <a:off x="4724493" y="4388708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Depreciation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0EE66F1-45DE-2123-346F-BCDF01F601E3}"/>
              </a:ext>
            </a:extLst>
          </p:cNvPr>
          <p:cNvSpPr/>
          <p:nvPr/>
        </p:nvSpPr>
        <p:spPr>
          <a:xfrm>
            <a:off x="4724493" y="4627839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Asset Transactions</a:t>
            </a:r>
          </a:p>
        </p:txBody>
      </p:sp>
      <p:sp>
        <p:nvSpPr>
          <p:cNvPr id="54" name="Rounded Rectangle 80">
            <a:extLst>
              <a:ext uri="{FF2B5EF4-FFF2-40B4-BE49-F238E27FC236}">
                <a16:creationId xmlns:a16="http://schemas.microsoft.com/office/drawing/2014/main" id="{63EE6A18-4FE4-07A0-EBA0-769EA06DC5DA}"/>
              </a:ext>
            </a:extLst>
          </p:cNvPr>
          <p:cNvSpPr/>
          <p:nvPr/>
        </p:nvSpPr>
        <p:spPr>
          <a:xfrm>
            <a:off x="6520507" y="4099596"/>
            <a:ext cx="5370374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0C85EB8-671E-F537-0ED7-CA2B04E8103F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 flipV="1">
            <a:off x="6163329" y="4501663"/>
            <a:ext cx="357178" cy="38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10A471D-8751-A4A8-EE9C-9B2B4FE5D500}"/>
              </a:ext>
            </a:extLst>
          </p:cNvPr>
          <p:cNvSpPr/>
          <p:nvPr/>
        </p:nvSpPr>
        <p:spPr>
          <a:xfrm>
            <a:off x="6656252" y="4300495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Asset Master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B86528-9B87-77EC-49E2-912CEABDBFB9}"/>
              </a:ext>
            </a:extLst>
          </p:cNvPr>
          <p:cNvSpPr/>
          <p:nvPr/>
        </p:nvSpPr>
        <p:spPr>
          <a:xfrm>
            <a:off x="7953678" y="4300495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Asset Transactions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CFBBC5-9090-6BD8-943D-64EC2ABC5505}"/>
              </a:ext>
            </a:extLst>
          </p:cNvPr>
          <p:cNvSpPr/>
          <p:nvPr/>
        </p:nvSpPr>
        <p:spPr>
          <a:xfrm>
            <a:off x="9251104" y="4300495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Depreciation Rules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FF6D59-DAC2-C994-E42A-007202971068}"/>
              </a:ext>
            </a:extLst>
          </p:cNvPr>
          <p:cNvSpPr/>
          <p:nvPr/>
        </p:nvSpPr>
        <p:spPr>
          <a:xfrm>
            <a:off x="10548531" y="4300495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Depreciation Postings</a:t>
            </a:r>
          </a:p>
        </p:txBody>
      </p:sp>
      <p:sp>
        <p:nvSpPr>
          <p:cNvPr id="60" name="Rounded Rectangle 90">
            <a:extLst>
              <a:ext uri="{FF2B5EF4-FFF2-40B4-BE49-F238E27FC236}">
                <a16:creationId xmlns:a16="http://schemas.microsoft.com/office/drawing/2014/main" id="{C03C2028-0CC2-15EB-253C-8BABE14931A3}"/>
              </a:ext>
            </a:extLst>
          </p:cNvPr>
          <p:cNvSpPr/>
          <p:nvPr/>
        </p:nvSpPr>
        <p:spPr>
          <a:xfrm>
            <a:off x="4605262" y="5191932"/>
            <a:ext cx="1558067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322392C-08D6-7055-C199-CDDB695751EF}"/>
              </a:ext>
            </a:extLst>
          </p:cNvPr>
          <p:cNvSpPr/>
          <p:nvPr/>
        </p:nvSpPr>
        <p:spPr>
          <a:xfrm>
            <a:off x="4724493" y="5226018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Bank transactions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FED6BA-EAF2-A6F2-E7CF-64FC1C38B4DB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416105" y="5593999"/>
            <a:ext cx="18915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3DC6383-7060-7874-3037-1097C11A178C}"/>
              </a:ext>
            </a:extLst>
          </p:cNvPr>
          <p:cNvSpPr/>
          <p:nvPr/>
        </p:nvSpPr>
        <p:spPr>
          <a:xfrm>
            <a:off x="4724493" y="5477175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Cash management</a:t>
            </a:r>
          </a:p>
        </p:txBody>
      </p:sp>
      <p:sp>
        <p:nvSpPr>
          <p:cNvPr id="483" name="Rectangle: Rounded Corners 482">
            <a:extLst>
              <a:ext uri="{FF2B5EF4-FFF2-40B4-BE49-F238E27FC236}">
                <a16:creationId xmlns:a16="http://schemas.microsoft.com/office/drawing/2014/main" id="{21B29998-C6DE-D52A-300F-4C90F9827EFD}"/>
              </a:ext>
            </a:extLst>
          </p:cNvPr>
          <p:cNvSpPr/>
          <p:nvPr/>
        </p:nvSpPr>
        <p:spPr>
          <a:xfrm>
            <a:off x="4724493" y="5726354"/>
            <a:ext cx="1319605" cy="225910"/>
          </a:xfrm>
          <a:prstGeom prst="round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Bank reconciliation</a:t>
            </a:r>
          </a:p>
        </p:txBody>
      </p:sp>
      <p:sp>
        <p:nvSpPr>
          <p:cNvPr id="484" name="Rounded Rectangle 95">
            <a:extLst>
              <a:ext uri="{FF2B5EF4-FFF2-40B4-BE49-F238E27FC236}">
                <a16:creationId xmlns:a16="http://schemas.microsoft.com/office/drawing/2014/main" id="{5A5CE4B0-EBD1-1C3A-35B9-C9B85EBE485B}"/>
              </a:ext>
            </a:extLst>
          </p:cNvPr>
          <p:cNvSpPr/>
          <p:nvPr/>
        </p:nvSpPr>
        <p:spPr>
          <a:xfrm>
            <a:off x="6533054" y="5188063"/>
            <a:ext cx="5370374" cy="804134"/>
          </a:xfrm>
          <a:prstGeom prst="roundRect">
            <a:avLst>
              <a:gd name="adj" fmla="val 5965"/>
            </a:avLst>
          </a:prstGeom>
          <a:gradFill>
            <a:gsLst>
              <a:gs pos="46000">
                <a:srgbClr val="83A997">
                  <a:alpha val="10000"/>
                </a:srgbClr>
              </a:gs>
              <a:gs pos="100000">
                <a:srgbClr val="06522E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endParaRPr lang="en-US" sz="1000" b="1">
              <a:solidFill>
                <a:srgbClr val="01672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AFDD347C-6481-848C-6D07-F4610407311A}"/>
              </a:ext>
            </a:extLst>
          </p:cNvPr>
          <p:cNvCxnSpPr>
            <a:cxnSpLocks/>
            <a:stCxn id="60" idx="3"/>
            <a:endCxn id="484" idx="1"/>
          </p:cNvCxnSpPr>
          <p:nvPr/>
        </p:nvCxnSpPr>
        <p:spPr>
          <a:xfrm flipV="1">
            <a:off x="6163329" y="5590130"/>
            <a:ext cx="369725" cy="38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Rectangle 485">
            <a:extLst>
              <a:ext uri="{FF2B5EF4-FFF2-40B4-BE49-F238E27FC236}">
                <a16:creationId xmlns:a16="http://schemas.microsoft.com/office/drawing/2014/main" id="{B0AA5B29-F76F-D4FF-D29D-620990BF21DB}"/>
              </a:ext>
            </a:extLst>
          </p:cNvPr>
          <p:cNvSpPr/>
          <p:nvPr/>
        </p:nvSpPr>
        <p:spPr>
          <a:xfrm>
            <a:off x="6684896" y="5388962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 master data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5E200B9-65C2-B20A-C072-52B6323A1EB5}"/>
              </a:ext>
            </a:extLst>
          </p:cNvPr>
          <p:cNvSpPr/>
          <p:nvPr/>
        </p:nvSpPr>
        <p:spPr>
          <a:xfrm>
            <a:off x="7972774" y="5388962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 Transactions</a:t>
            </a: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68FB64ED-96E8-963A-606F-3D2FD69CF5C0}"/>
              </a:ext>
            </a:extLst>
          </p:cNvPr>
          <p:cNvSpPr/>
          <p:nvPr/>
        </p:nvSpPr>
        <p:spPr>
          <a:xfrm>
            <a:off x="9260652" y="5388962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 Statements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920DA7D-347D-D2E2-FFB9-5FF713FE8054}"/>
              </a:ext>
            </a:extLst>
          </p:cNvPr>
          <p:cNvSpPr/>
          <p:nvPr/>
        </p:nvSpPr>
        <p:spPr>
          <a:xfrm>
            <a:off x="10548531" y="5388962"/>
            <a:ext cx="1188720" cy="40233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167E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Cash Position</a:t>
            </a:r>
          </a:p>
        </p:txBody>
      </p: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F96E9CE6-7297-3FA7-381A-2566B18C9B87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778694" y="3540336"/>
            <a:ext cx="86599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Text Placeholder 5">
            <a:extLst>
              <a:ext uri="{FF2B5EF4-FFF2-40B4-BE49-F238E27FC236}">
                <a16:creationId xmlns:a16="http://schemas.microsoft.com/office/drawing/2014/main" id="{C4E0F265-A2BC-2B3F-42CE-E810E03DC977}"/>
              </a:ext>
            </a:extLst>
          </p:cNvPr>
          <p:cNvSpPr txBox="1">
            <a:spLocks/>
          </p:cNvSpPr>
          <p:nvPr/>
        </p:nvSpPr>
        <p:spPr>
          <a:xfrm>
            <a:off x="1031328" y="436785"/>
            <a:ext cx="11128888" cy="4909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Our Common Information Model for Finance</a:t>
            </a:r>
          </a:p>
        </p:txBody>
      </p:sp>
    </p:spTree>
    <p:extLst>
      <p:ext uri="{BB962C8B-B14F-4D97-AF65-F5344CB8AC3E}">
        <p14:creationId xmlns:p14="http://schemas.microsoft.com/office/powerpoint/2010/main" val="2840660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80B61B-78AE-C7BE-359E-AC2020B3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9E124-21C4-3CB5-A7A5-319CF0D26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EA37F5A-6582-DEF2-509B-A42893A3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Technical Implementation Architecture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B3FA88-FD06-EFAB-C124-D16424DCD452}"/>
              </a:ext>
            </a:extLst>
          </p:cNvPr>
          <p:cNvSpPr/>
          <p:nvPr/>
        </p:nvSpPr>
        <p:spPr>
          <a:xfrm>
            <a:off x="276225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Vector Knowledge Store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3A06A6-F95F-D2BE-BC60-61DFC7D09283}"/>
              </a:ext>
            </a:extLst>
          </p:cNvPr>
          <p:cNvSpPr/>
          <p:nvPr/>
        </p:nvSpPr>
        <p:spPr>
          <a:xfrm>
            <a:off x="2223216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NLP Engine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23941E-1F16-427A-8512-6DAD7B8EC8C4}"/>
              </a:ext>
            </a:extLst>
          </p:cNvPr>
          <p:cNvSpPr/>
          <p:nvPr/>
        </p:nvSpPr>
        <p:spPr>
          <a:xfrm>
            <a:off x="4170207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API Integration Layer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A0C477-F3BB-89C1-6A18-973C0A6A8B1C}"/>
              </a:ext>
            </a:extLst>
          </p:cNvPr>
          <p:cNvSpPr/>
          <p:nvPr/>
        </p:nvSpPr>
        <p:spPr>
          <a:xfrm>
            <a:off x="6117199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Workflow Engine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9A1AAB-02FA-4F37-A33F-AF30176F25DE}"/>
              </a:ext>
            </a:extLst>
          </p:cNvPr>
          <p:cNvSpPr/>
          <p:nvPr/>
        </p:nvSpPr>
        <p:spPr>
          <a:xfrm>
            <a:off x="8064190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Monitoring &amp; Analytics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A865AA-BBA0-482F-D6C3-D805F16B291C}"/>
              </a:ext>
            </a:extLst>
          </p:cNvPr>
          <p:cNvSpPr/>
          <p:nvPr/>
        </p:nvSpPr>
        <p:spPr>
          <a:xfrm>
            <a:off x="10011181" y="1743075"/>
            <a:ext cx="1828393" cy="3990975"/>
          </a:xfrm>
          <a:prstGeom prst="roundRect">
            <a:avLst>
              <a:gd name="adj" fmla="val 9099"/>
            </a:avLst>
          </a:prstGeom>
          <a:gradFill flip="none" rotWithShape="1">
            <a:gsLst>
              <a:gs pos="35000">
                <a:srgbClr val="F5F5F5"/>
              </a:gs>
              <a:gs pos="100000">
                <a:srgbClr val="EAEAEB"/>
              </a:gs>
              <a:gs pos="3000">
                <a:sysClr val="window" lastClr="FFFF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12000" rtlCol="0" anchor="t"/>
          <a:lstStyle/>
          <a:p>
            <a:pPr algn="ctr"/>
            <a:r>
              <a:rPr lang="en-US" sz="1200" b="1" kern="0">
                <a:solidFill>
                  <a:schemeClr val="tx2">
                    <a:lumMod val="90000"/>
                    <a:lumOff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 Communication Bus</a:t>
            </a:r>
            <a:endParaRPr lang="en-IN" sz="1200" b="1" kern="0">
              <a:solidFill>
                <a:schemeClr val="tx2">
                  <a:lumMod val="90000"/>
                  <a:lumOff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842FF-A22F-9B03-2D47-CE66F0FD7F76}"/>
              </a:ext>
            </a:extLst>
          </p:cNvPr>
          <p:cNvSpPr txBox="1"/>
          <p:nvPr/>
        </p:nvSpPr>
        <p:spPr>
          <a:xfrm>
            <a:off x="276225" y="2957060"/>
            <a:ext cx="1828392" cy="239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Embeddings of Fivetran documentation, API references, and best practices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Semantic search capabilities for rapid knowledge retrieval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Regular update mechanism to stay current with Fivetran releases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429B98-9AA4-04FF-1F87-0688D800C4F7}"/>
              </a:ext>
            </a:extLst>
          </p:cNvPr>
          <p:cNvSpPr txBox="1"/>
          <p:nvPr/>
        </p:nvSpPr>
        <p:spPr>
          <a:xfrm>
            <a:off x="2223215" y="2957060"/>
            <a:ext cx="1828393" cy="239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Fine-tuned LLM for data integration domain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Specialized models for technical parameter extraction and validation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Few-shot learning capabilities for adapting to organization-specific terminology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C7C00E-D2A0-C557-6BB7-A39F2EC50A8D}"/>
              </a:ext>
            </a:extLst>
          </p:cNvPr>
          <p:cNvSpPr txBox="1"/>
          <p:nvPr/>
        </p:nvSpPr>
        <p:spPr>
          <a:xfrm>
            <a:off x="4170207" y="2957060"/>
            <a:ext cx="1828394" cy="193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Authentication and authorization management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Rate limiting and request optimization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Response caching and connection pooling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Error handling and retry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DDE7A-5EF7-82E5-C6EC-08C93B9A4D78}"/>
              </a:ext>
            </a:extLst>
          </p:cNvPr>
          <p:cNvSpPr txBox="1"/>
          <p:nvPr/>
        </p:nvSpPr>
        <p:spPr>
          <a:xfrm>
            <a:off x="6074802" y="2957060"/>
            <a:ext cx="1870790" cy="210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State management for multi-step ingestion processes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Parallel execution of independent tasks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Checkpoint and recovery mechanisms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Long-running operation management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774E8-A009-39EF-0033-C4F6B3CDD546}"/>
              </a:ext>
            </a:extLst>
          </p:cNvPr>
          <p:cNvSpPr txBox="1"/>
          <p:nvPr/>
        </p:nvSpPr>
        <p:spPr>
          <a:xfrm>
            <a:off x="8021793" y="2957060"/>
            <a:ext cx="1870790" cy="2289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Real-time metrics collection from Fivetran APIs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Performance benchmarking against historical data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Predictive analytics for resource planning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Anomaly detection for early issue identification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A7077-F06A-12F1-8358-C4BFA0FBC0C1}"/>
              </a:ext>
            </a:extLst>
          </p:cNvPr>
          <p:cNvSpPr txBox="1"/>
          <p:nvPr/>
        </p:nvSpPr>
        <p:spPr>
          <a:xfrm>
            <a:off x="9968784" y="2957060"/>
            <a:ext cx="1870790" cy="246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Event-driven architecture for inter-agent communication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Standardized message formats for agent interoperability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Prioritization mechanisms for urgent notifications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Audit logging of all inter-agent interactions</a:t>
            </a:r>
          </a:p>
        </p:txBody>
      </p:sp>
      <p:pic>
        <p:nvPicPr>
          <p:cNvPr id="2050" name="Picture 2" descr="Knowledge icons for free download | Freepik">
            <a:extLst>
              <a:ext uri="{FF2B5EF4-FFF2-40B4-BE49-F238E27FC236}">
                <a16:creationId xmlns:a16="http://schemas.microsoft.com/office/drawing/2014/main" id="{3754A734-DFB2-FF56-3A07-CC38D278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24" y="1848818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atural language processing, nlp techniques, text analysis, language  understanding, nlp technology, language processing, nlp tools icon -">
            <a:extLst>
              <a:ext uri="{FF2B5EF4-FFF2-40B4-BE49-F238E27FC236}">
                <a16:creationId xmlns:a16="http://schemas.microsoft.com/office/drawing/2014/main" id="{A66EA4B3-99B6-1538-7CAC-E81CF89C1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86" y="1820369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ntegrated Icon PNG Images, Vectors Free Download - Pngtree">
            <a:extLst>
              <a:ext uri="{FF2B5EF4-FFF2-40B4-BE49-F238E27FC236}">
                <a16:creationId xmlns:a16="http://schemas.microsoft.com/office/drawing/2014/main" id="{73726AD2-9BA5-FCF6-CBEE-BE653B022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52" y="1862804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Workflow Icon PNG Images, Vectors Free Download - Pngtree">
            <a:extLst>
              <a:ext uri="{FF2B5EF4-FFF2-40B4-BE49-F238E27FC236}">
                <a16:creationId xmlns:a16="http://schemas.microsoft.com/office/drawing/2014/main" id="{D122D7F4-8620-D12C-7C47-8E5FD33EC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60" y="18796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nalytics - Free computer icons">
            <a:extLst>
              <a:ext uri="{FF2B5EF4-FFF2-40B4-BE49-F238E27FC236}">
                <a16:creationId xmlns:a16="http://schemas.microsoft.com/office/drawing/2014/main" id="{00A9AB5A-8E2B-FFCA-4593-45836C18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188" y="192842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Development, experience, interaction, software, user icon - Download on  Iconfinder">
            <a:extLst>
              <a:ext uri="{FF2B5EF4-FFF2-40B4-BE49-F238E27FC236}">
                <a16:creationId xmlns:a16="http://schemas.microsoft.com/office/drawing/2014/main" id="{C3BE6360-2156-A1A0-E197-68029A8DB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179" y="192842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828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19B826-EE2E-689D-0F7E-EE2E85CA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86E8A6-106E-B935-D85C-B29042DE7CD9}"/>
              </a:ext>
            </a:extLst>
          </p:cNvPr>
          <p:cNvSpPr/>
          <p:nvPr/>
        </p:nvSpPr>
        <p:spPr>
          <a:xfrm>
            <a:off x="8760091" y="5777155"/>
            <a:ext cx="3401853" cy="159640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6E9A8E3-C037-6054-F27B-E81C630D3AEC}"/>
              </a:ext>
            </a:extLst>
          </p:cNvPr>
          <p:cNvSpPr/>
          <p:nvPr/>
        </p:nvSpPr>
        <p:spPr>
          <a:xfrm>
            <a:off x="9047300" y="2929458"/>
            <a:ext cx="510537" cy="45251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9F621B-12C7-8389-58F0-7FDB369FB9A5}"/>
              </a:ext>
            </a:extLst>
          </p:cNvPr>
          <p:cNvSpPr/>
          <p:nvPr/>
        </p:nvSpPr>
        <p:spPr>
          <a:xfrm>
            <a:off x="6969091" y="3503598"/>
            <a:ext cx="494173" cy="698587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74D924-C4ED-E512-1AD1-102A51B52BD1}"/>
              </a:ext>
            </a:extLst>
          </p:cNvPr>
          <p:cNvSpPr/>
          <p:nvPr/>
        </p:nvSpPr>
        <p:spPr>
          <a:xfrm>
            <a:off x="10484697" y="4341214"/>
            <a:ext cx="482198" cy="44165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10C9BD0-B322-72FA-022E-A5E4448F195B}"/>
              </a:ext>
            </a:extLst>
          </p:cNvPr>
          <p:cNvSpPr/>
          <p:nvPr/>
        </p:nvSpPr>
        <p:spPr>
          <a:xfrm>
            <a:off x="10484697" y="3660512"/>
            <a:ext cx="482198" cy="46698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rgbClr val="02072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16001916-FB37-9413-7B07-410C1552A9EC}"/>
              </a:ext>
            </a:extLst>
          </p:cNvPr>
          <p:cNvSpPr/>
          <p:nvPr/>
        </p:nvSpPr>
        <p:spPr>
          <a:xfrm>
            <a:off x="7688699" y="3513402"/>
            <a:ext cx="745573" cy="68878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688FEDA-8B31-3744-B85D-18AF58EA2177}"/>
              </a:ext>
            </a:extLst>
          </p:cNvPr>
          <p:cNvSpPr/>
          <p:nvPr/>
        </p:nvSpPr>
        <p:spPr>
          <a:xfrm>
            <a:off x="71632" y="1652697"/>
            <a:ext cx="12063065" cy="4105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sng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0E9887B0-08BF-F79C-2826-A7F4173BD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2501" y="3560717"/>
            <a:ext cx="526344" cy="526344"/>
          </a:xfrm>
          <a:prstGeom prst="rect">
            <a:avLst/>
          </a:prstGeom>
        </p:spPr>
      </p:pic>
      <p:pic>
        <p:nvPicPr>
          <p:cNvPr id="69" name="Picture 2" descr="AWS UK | Generative AI">
            <a:extLst>
              <a:ext uri="{FF2B5EF4-FFF2-40B4-BE49-F238E27FC236}">
                <a16:creationId xmlns:a16="http://schemas.microsoft.com/office/drawing/2014/main" id="{199ECCBD-86DF-C615-E4DD-7061E007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048" y="2365342"/>
            <a:ext cx="479992" cy="45545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rgbClr val="02072C"/>
            </a:solidFill>
            <a:prstDash val="sysDot"/>
          </a:ln>
        </p:spPr>
      </p:pic>
      <p:pic>
        <p:nvPicPr>
          <p:cNvPr id="101" name="Graphic 100" descr="Atom with solid fill">
            <a:extLst>
              <a:ext uri="{FF2B5EF4-FFF2-40B4-BE49-F238E27FC236}">
                <a16:creationId xmlns:a16="http://schemas.microsoft.com/office/drawing/2014/main" id="{F2362271-6C4B-BA1F-7EA8-C960425C9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0278" y="3661913"/>
            <a:ext cx="455655" cy="455655"/>
          </a:xfrm>
          <a:prstGeom prst="rect">
            <a:avLst/>
          </a:prstGeom>
        </p:spPr>
      </p:pic>
      <p:pic>
        <p:nvPicPr>
          <p:cNvPr id="105" name="Graphic 104" descr="User with solid fill">
            <a:extLst>
              <a:ext uri="{FF2B5EF4-FFF2-40B4-BE49-F238E27FC236}">
                <a16:creationId xmlns:a16="http://schemas.microsoft.com/office/drawing/2014/main" id="{266637E4-72B3-9435-1EB8-27AF42F650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4903" y="3483961"/>
            <a:ext cx="447959" cy="447959"/>
          </a:xfrm>
          <a:prstGeom prst="rect">
            <a:avLst/>
          </a:prstGeom>
        </p:spPr>
      </p:pic>
      <p:cxnSp>
        <p:nvCxnSpPr>
          <p:cNvPr id="126" name="Straight Arrow Connector 35">
            <a:extLst>
              <a:ext uri="{FF2B5EF4-FFF2-40B4-BE49-F238E27FC236}">
                <a16:creationId xmlns:a16="http://schemas.microsoft.com/office/drawing/2014/main" id="{B3481832-2A73-5BD2-9762-06870BCC7BDB}"/>
              </a:ext>
            </a:extLst>
          </p:cNvPr>
          <p:cNvCxnSpPr>
            <a:cxnSpLocks/>
            <a:endCxn id="331" idx="0"/>
          </p:cNvCxnSpPr>
          <p:nvPr/>
        </p:nvCxnSpPr>
        <p:spPr>
          <a:xfrm rot="10800000" flipV="1">
            <a:off x="8096072" y="3198610"/>
            <a:ext cx="888433" cy="117239"/>
          </a:xfrm>
          <a:prstGeom prst="bentConnector2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75D0653-064B-BC4D-4891-4D92DE92DCC6}"/>
              </a:ext>
            </a:extLst>
          </p:cNvPr>
          <p:cNvCxnSpPr>
            <a:cxnSpLocks/>
          </p:cNvCxnSpPr>
          <p:nvPr/>
        </p:nvCxnSpPr>
        <p:spPr>
          <a:xfrm flipV="1">
            <a:off x="8453231" y="3883391"/>
            <a:ext cx="2047047" cy="10471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6B8CCE6-82D6-6155-CD2B-E1C924812BB8}"/>
              </a:ext>
            </a:extLst>
          </p:cNvPr>
          <p:cNvCxnSpPr>
            <a:cxnSpLocks/>
          </p:cNvCxnSpPr>
          <p:nvPr/>
        </p:nvCxnSpPr>
        <p:spPr>
          <a:xfrm>
            <a:off x="11162705" y="3693494"/>
            <a:ext cx="482198" cy="0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415B65D-C922-A512-AAAB-CAA8E14A6B97}"/>
              </a:ext>
            </a:extLst>
          </p:cNvPr>
          <p:cNvCxnSpPr>
            <a:cxnSpLocks/>
          </p:cNvCxnSpPr>
          <p:nvPr/>
        </p:nvCxnSpPr>
        <p:spPr>
          <a:xfrm flipH="1">
            <a:off x="11162705" y="3800719"/>
            <a:ext cx="482198" cy="0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134" name="Picture 8" descr="aws-cloudwatch-logo-png-transparent - CodeOpinion">
            <a:extLst>
              <a:ext uri="{FF2B5EF4-FFF2-40B4-BE49-F238E27FC236}">
                <a16:creationId xmlns:a16="http://schemas.microsoft.com/office/drawing/2014/main" id="{5017816F-106D-683C-BA7F-C572BEFCE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95" y="2365341"/>
            <a:ext cx="432105" cy="43603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rgbClr val="02072C"/>
            </a:solidFill>
            <a:prstDash val="sysDot"/>
          </a:ln>
        </p:spPr>
      </p:pic>
      <p:cxnSp>
        <p:nvCxnSpPr>
          <p:cNvPr id="139" name="Straight Arrow Connector 35">
            <a:extLst>
              <a:ext uri="{FF2B5EF4-FFF2-40B4-BE49-F238E27FC236}">
                <a16:creationId xmlns:a16="http://schemas.microsoft.com/office/drawing/2014/main" id="{0A0398C3-976F-84B6-9620-3644F3A152AF}"/>
              </a:ext>
            </a:extLst>
          </p:cNvPr>
          <p:cNvCxnSpPr>
            <a:cxnSpLocks/>
            <a:stCxn id="69" idx="2"/>
            <a:endCxn id="82" idx="0"/>
          </p:cNvCxnSpPr>
          <p:nvPr/>
        </p:nvCxnSpPr>
        <p:spPr>
          <a:xfrm rot="16200000" flipH="1">
            <a:off x="6799210" y="3086630"/>
            <a:ext cx="682802" cy="151134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145" name="Graphic 144">
            <a:extLst>
              <a:ext uri="{FF2B5EF4-FFF2-40B4-BE49-F238E27FC236}">
                <a16:creationId xmlns:a16="http://schemas.microsoft.com/office/drawing/2014/main" id="{736C55B0-7E5A-6565-7814-B5D4114517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61952" y="4392784"/>
            <a:ext cx="327687" cy="336494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DF7D5A75-756E-0B86-C3AF-A47C79BED4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9325" y="5298085"/>
            <a:ext cx="517177" cy="142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CE9C3C9-BC9F-1CCC-B1BD-1C6645E11EE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9999" y="2989497"/>
            <a:ext cx="284784" cy="319633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4C7845D4-2379-6823-56BF-3666EDEC3B3E}"/>
              </a:ext>
            </a:extLst>
          </p:cNvPr>
          <p:cNvSpPr/>
          <p:nvPr/>
        </p:nvSpPr>
        <p:spPr>
          <a:xfrm>
            <a:off x="166017" y="2159127"/>
            <a:ext cx="5087069" cy="3507630"/>
          </a:xfrm>
          <a:prstGeom prst="rect">
            <a:avLst/>
          </a:prstGeom>
          <a:noFill/>
          <a:ln w="19050" cap="flat" cmpd="sng" algn="ctr">
            <a:solidFill>
              <a:schemeClr val="accent5">
                <a:lumMod val="10000"/>
              </a:schemeClr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C09CA62-40C6-3E1D-B201-D2324968939E}"/>
              </a:ext>
            </a:extLst>
          </p:cNvPr>
          <p:cNvSpPr txBox="1"/>
          <p:nvPr/>
        </p:nvSpPr>
        <p:spPr>
          <a:xfrm>
            <a:off x="57302" y="1876032"/>
            <a:ext cx="2445066" cy="2462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Metadata Ingestion/Fetch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B4D460-B29C-5178-2714-487CB894A583}"/>
              </a:ext>
            </a:extLst>
          </p:cNvPr>
          <p:cNvSpPr/>
          <p:nvPr/>
        </p:nvSpPr>
        <p:spPr>
          <a:xfrm>
            <a:off x="5324805" y="2159127"/>
            <a:ext cx="6754599" cy="3505331"/>
          </a:xfrm>
          <a:prstGeom prst="rect">
            <a:avLst/>
          </a:prstGeom>
          <a:noFill/>
          <a:ln w="19050" cap="flat" cmpd="sng" algn="ctr">
            <a:solidFill>
              <a:schemeClr val="accent5">
                <a:lumMod val="10000"/>
              </a:schemeClr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2136A95-A4D2-3F30-5F05-87ABC401DBBE}"/>
              </a:ext>
            </a:extLst>
          </p:cNvPr>
          <p:cNvSpPr txBox="1"/>
          <p:nvPr/>
        </p:nvSpPr>
        <p:spPr>
          <a:xfrm>
            <a:off x="5178973" y="1899317"/>
            <a:ext cx="3058830" cy="2462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Generative AI (NLP on Procurement Data)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5126A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cxnSp>
        <p:nvCxnSpPr>
          <p:cNvPr id="177" name="Straight Arrow Connector 130">
            <a:extLst>
              <a:ext uri="{FF2B5EF4-FFF2-40B4-BE49-F238E27FC236}">
                <a16:creationId xmlns:a16="http://schemas.microsoft.com/office/drawing/2014/main" id="{BD05796D-81E6-37ED-599D-52DE7BD12CA6}"/>
              </a:ext>
            </a:extLst>
          </p:cNvPr>
          <p:cNvCxnSpPr>
            <a:cxnSpLocks/>
            <a:stCxn id="63" idx="1"/>
          </p:cNvCxnSpPr>
          <p:nvPr/>
        </p:nvCxnSpPr>
        <p:spPr>
          <a:xfrm rot="10800000" flipV="1">
            <a:off x="6169009" y="3823888"/>
            <a:ext cx="783493" cy="979831"/>
          </a:xfrm>
          <a:prstGeom prst="bentConnector2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222" name="Oval 221">
            <a:extLst>
              <a:ext uri="{FF2B5EF4-FFF2-40B4-BE49-F238E27FC236}">
                <a16:creationId xmlns:a16="http://schemas.microsoft.com/office/drawing/2014/main" id="{03CF1268-13A3-6D0F-1072-0E68E65C08FF}"/>
              </a:ext>
            </a:extLst>
          </p:cNvPr>
          <p:cNvSpPr/>
          <p:nvPr/>
        </p:nvSpPr>
        <p:spPr>
          <a:xfrm>
            <a:off x="7701765" y="4250226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9</a:t>
            </a:r>
            <a:endParaRPr kumimoji="0" lang="en-IN" sz="1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C4EBA09F-083D-CCB6-0D33-0A152AB15F59}"/>
              </a:ext>
            </a:extLst>
          </p:cNvPr>
          <p:cNvSpPr/>
          <p:nvPr/>
        </p:nvSpPr>
        <p:spPr>
          <a:xfrm>
            <a:off x="6241301" y="3860317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6</a:t>
            </a:r>
            <a:endParaRPr kumimoji="0" lang="en-IN" sz="1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FFFFDF0E-2527-0313-E8AF-B5C821C8E4F4}"/>
              </a:ext>
            </a:extLst>
          </p:cNvPr>
          <p:cNvSpPr/>
          <p:nvPr/>
        </p:nvSpPr>
        <p:spPr>
          <a:xfrm>
            <a:off x="9091985" y="3611168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11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EF5E44F3-9A2C-7EE5-382B-849928C5D820}"/>
              </a:ext>
            </a:extLst>
          </p:cNvPr>
          <p:cNvSpPr txBox="1"/>
          <p:nvPr/>
        </p:nvSpPr>
        <p:spPr>
          <a:xfrm>
            <a:off x="11509673" y="3896106"/>
            <a:ext cx="701982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User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E63040B-8682-601D-E9C3-3DB0ED503CD8}"/>
              </a:ext>
            </a:extLst>
          </p:cNvPr>
          <p:cNvSpPr txBox="1"/>
          <p:nvPr/>
        </p:nvSpPr>
        <p:spPr>
          <a:xfrm>
            <a:off x="5023295" y="2782533"/>
            <a:ext cx="193765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AWS CloudWatch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42B9F6B0-6AA1-3617-0BF8-1F66EAA01037}"/>
              </a:ext>
            </a:extLst>
          </p:cNvPr>
          <p:cNvSpPr txBox="1"/>
          <p:nvPr/>
        </p:nvSpPr>
        <p:spPr>
          <a:xfrm>
            <a:off x="6685577" y="2168628"/>
            <a:ext cx="762023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Bedrock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13DB0721-0A43-588A-7407-061E1EB855B4}"/>
              </a:ext>
            </a:extLst>
          </p:cNvPr>
          <p:cNvSpPr txBox="1"/>
          <p:nvPr/>
        </p:nvSpPr>
        <p:spPr>
          <a:xfrm>
            <a:off x="8307440" y="2689285"/>
            <a:ext cx="1937657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AWS Elastic Kubernetes Services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6FEB8DDF-EAC8-7448-8033-BA10EBAF1367}"/>
              </a:ext>
            </a:extLst>
          </p:cNvPr>
          <p:cNvSpPr txBox="1"/>
          <p:nvPr/>
        </p:nvSpPr>
        <p:spPr>
          <a:xfrm>
            <a:off x="6546164" y="4214617"/>
            <a:ext cx="1243340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Application Lambda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B98328F-0C6C-B22F-AF8C-D74E62BFE263}"/>
              </a:ext>
            </a:extLst>
          </p:cNvPr>
          <p:cNvSpPr txBox="1"/>
          <p:nvPr/>
        </p:nvSpPr>
        <p:spPr>
          <a:xfrm>
            <a:off x="5194747" y="5065890"/>
            <a:ext cx="1907151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PG Vector Store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0E89D4B-1341-97F0-F813-F60BFB6188E3}"/>
              </a:ext>
            </a:extLst>
          </p:cNvPr>
          <p:cNvSpPr txBox="1"/>
          <p:nvPr/>
        </p:nvSpPr>
        <p:spPr>
          <a:xfrm>
            <a:off x="10036508" y="4806329"/>
            <a:ext cx="197348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AWS </a:t>
            </a:r>
            <a:r>
              <a:rPr kumimoji="0" lang="en-IN" sz="900" b="0" i="0" u="none" strike="noStrike" kern="1200" cap="none" spc="0" normalizeH="0" baseline="0" noProof="0" err="1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Sagemaker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 Notebook Instance 	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E8DD9AC-1712-9D82-CDBF-C733E01EB6A3}"/>
              </a:ext>
            </a:extLst>
          </p:cNvPr>
          <p:cNvSpPr txBox="1"/>
          <p:nvPr/>
        </p:nvSpPr>
        <p:spPr>
          <a:xfrm>
            <a:off x="10189247" y="4101600"/>
            <a:ext cx="1094072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Frontend UI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6EC4E93-167F-3DB3-A6B0-94F3905D0D5C}"/>
              </a:ext>
            </a:extLst>
          </p:cNvPr>
          <p:cNvSpPr txBox="1"/>
          <p:nvPr/>
        </p:nvSpPr>
        <p:spPr>
          <a:xfrm>
            <a:off x="9644470" y="5081895"/>
            <a:ext cx="2315881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For this MVP, AWS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Sagemaker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 Notebook will be used for Ingestion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4825B27-DA56-36E0-1E58-B9593561C878}"/>
              </a:ext>
            </a:extLst>
          </p:cNvPr>
          <p:cNvSpPr txBox="1"/>
          <p:nvPr/>
        </p:nvSpPr>
        <p:spPr>
          <a:xfrm>
            <a:off x="6439268" y="5430884"/>
            <a:ext cx="193765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EDW</a:t>
            </a:r>
          </a:p>
        </p:txBody>
      </p:sp>
      <p:cxnSp>
        <p:nvCxnSpPr>
          <p:cNvPr id="280" name="Connector: Elbow 279">
            <a:extLst>
              <a:ext uri="{FF2B5EF4-FFF2-40B4-BE49-F238E27FC236}">
                <a16:creationId xmlns:a16="http://schemas.microsoft.com/office/drawing/2014/main" id="{3E016FBD-D4DA-4331-50D1-89BDE7EECF8F}"/>
              </a:ext>
            </a:extLst>
          </p:cNvPr>
          <p:cNvCxnSpPr>
            <a:cxnSpLocks/>
          </p:cNvCxnSpPr>
          <p:nvPr/>
        </p:nvCxnSpPr>
        <p:spPr>
          <a:xfrm>
            <a:off x="9571296" y="3193863"/>
            <a:ext cx="1076937" cy="290097"/>
          </a:xfrm>
          <a:prstGeom prst="bentConnector2">
            <a:avLst/>
          </a:prstGeom>
          <a:ln w="19050">
            <a:solidFill>
              <a:srgbClr val="002060">
                <a:alpha val="50000"/>
              </a:srgb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4793D962-E9F6-FBFF-F3C5-E1F7CABE463C}"/>
              </a:ext>
            </a:extLst>
          </p:cNvPr>
          <p:cNvCxnSpPr>
            <a:cxnSpLocks/>
            <a:stCxn id="107" idx="3"/>
            <a:endCxn id="3" idx="1"/>
          </p:cNvCxnSpPr>
          <p:nvPr/>
        </p:nvCxnSpPr>
        <p:spPr>
          <a:xfrm>
            <a:off x="3716098" y="3675974"/>
            <a:ext cx="2325348" cy="120355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317" name="Picture 3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2EC411-4CD6-B13C-A25D-F48A89E53DF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389" y="3629165"/>
            <a:ext cx="320284" cy="320284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1391B86D-7F76-860A-223D-E81DAF61DDF4}"/>
              </a:ext>
            </a:extLst>
          </p:cNvPr>
          <p:cNvSpPr txBox="1"/>
          <p:nvPr/>
        </p:nvSpPr>
        <p:spPr>
          <a:xfrm>
            <a:off x="7563721" y="3950237"/>
            <a:ext cx="1011349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Fast API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774C5BE-2E2A-136E-C12D-F30697BF0EB9}"/>
              </a:ext>
            </a:extLst>
          </p:cNvPr>
          <p:cNvSpPr txBox="1"/>
          <p:nvPr/>
        </p:nvSpPr>
        <p:spPr>
          <a:xfrm>
            <a:off x="7765332" y="3315850"/>
            <a:ext cx="661478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Backend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625990-FE7D-DFE8-111C-A73D6D61BC9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1446" y="4728475"/>
            <a:ext cx="267611" cy="302108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08639AC9-7B45-C02D-837D-EF271B33B62A}"/>
              </a:ext>
            </a:extLst>
          </p:cNvPr>
          <p:cNvSpPr txBox="1"/>
          <p:nvPr/>
        </p:nvSpPr>
        <p:spPr>
          <a:xfrm>
            <a:off x="7817429" y="5480052"/>
            <a:ext cx="631215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Redshift</a:t>
            </a:r>
          </a:p>
        </p:txBody>
      </p:sp>
      <p:pic>
        <p:nvPicPr>
          <p:cNvPr id="100" name="Graphic 99" descr="Atom with solid fill">
            <a:extLst>
              <a:ext uri="{FF2B5EF4-FFF2-40B4-BE49-F238E27FC236}">
                <a16:creationId xmlns:a16="http://schemas.microsoft.com/office/drawing/2014/main" id="{2AF98558-310C-5EEE-66AA-3012AD3AD4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6461" y="3469250"/>
            <a:ext cx="366798" cy="366798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5365D844-074F-702A-6321-5BAD82B4B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6278" y="3413327"/>
            <a:ext cx="491206" cy="465935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805837AC-2455-52F3-50B9-0C30B88C1367}"/>
              </a:ext>
            </a:extLst>
          </p:cNvPr>
          <p:cNvSpPr txBox="1"/>
          <p:nvPr/>
        </p:nvSpPr>
        <p:spPr>
          <a:xfrm>
            <a:off x="1747637" y="3790785"/>
            <a:ext cx="1141878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Metadata generation lambda</a:t>
            </a:r>
          </a:p>
        </p:txBody>
      </p:sp>
      <p:pic>
        <p:nvPicPr>
          <p:cNvPr id="107" name="Picture 2" descr="Coding ">
            <a:extLst>
              <a:ext uri="{FF2B5EF4-FFF2-40B4-BE49-F238E27FC236}">
                <a16:creationId xmlns:a16="http://schemas.microsoft.com/office/drawing/2014/main" id="{85B8BA74-6BC3-F41C-2C1D-09D1D0774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alphaModFix amt="68000"/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3378371" y="3515482"/>
            <a:ext cx="337727" cy="320985"/>
          </a:xfrm>
          <a:prstGeom prst="rect">
            <a:avLst/>
          </a:prstGeom>
          <a:noFill/>
          <a:effectLst>
            <a:outerShdw>
              <a:srgbClr val="00B05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C37C63C-5753-0F2C-FF6D-8F6DC49744CC}"/>
              </a:ext>
            </a:extLst>
          </p:cNvPr>
          <p:cNvCxnSpPr>
            <a:cxnSpLocks/>
          </p:cNvCxnSpPr>
          <p:nvPr/>
        </p:nvCxnSpPr>
        <p:spPr>
          <a:xfrm>
            <a:off x="1607193" y="3620606"/>
            <a:ext cx="415287" cy="0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9C03938-0A7E-94DB-3AA4-B0FC058A83A1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2665852" y="3639562"/>
            <a:ext cx="598638" cy="5618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31C3FEF-5F50-5840-1A7D-14CA2DC19D33}"/>
              </a:ext>
            </a:extLst>
          </p:cNvPr>
          <p:cNvCxnSpPr>
            <a:cxnSpLocks/>
            <a:stCxn id="104" idx="0"/>
            <a:endCxn id="18" idx="2"/>
          </p:cNvCxnSpPr>
          <p:nvPr/>
        </p:nvCxnSpPr>
        <p:spPr>
          <a:xfrm flipV="1">
            <a:off x="2421881" y="2842855"/>
            <a:ext cx="13961" cy="570472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76E45F8-62D7-EE18-408A-C822C8535BEC}"/>
              </a:ext>
            </a:extLst>
          </p:cNvPr>
          <p:cNvSpPr txBox="1"/>
          <p:nvPr/>
        </p:nvSpPr>
        <p:spPr>
          <a:xfrm>
            <a:off x="838862" y="3715453"/>
            <a:ext cx="1157204" cy="37428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Content Management UI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BF6EFC-EFEC-0BB1-FF72-F50FDDBBD871}"/>
              </a:ext>
            </a:extLst>
          </p:cNvPr>
          <p:cNvSpPr txBox="1"/>
          <p:nvPr/>
        </p:nvSpPr>
        <p:spPr>
          <a:xfrm>
            <a:off x="2727007" y="3868315"/>
            <a:ext cx="1534518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AI generated Metadata information</a:t>
            </a:r>
          </a:p>
        </p:txBody>
      </p:sp>
      <p:pic>
        <p:nvPicPr>
          <p:cNvPr id="122" name="Graphic 121">
            <a:extLst>
              <a:ext uri="{FF2B5EF4-FFF2-40B4-BE49-F238E27FC236}">
                <a16:creationId xmlns:a16="http://schemas.microsoft.com/office/drawing/2014/main" id="{C8103549-E0E6-595F-EDC0-96AC60392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574" y="3394219"/>
            <a:ext cx="521994" cy="495139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CEDFB9EF-4D76-9127-5C09-DD10FFFF0961}"/>
              </a:ext>
            </a:extLst>
          </p:cNvPr>
          <p:cNvSpPr txBox="1"/>
          <p:nvPr/>
        </p:nvSpPr>
        <p:spPr>
          <a:xfrm>
            <a:off x="3989385" y="3868057"/>
            <a:ext cx="1272443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Metadata Ingestion and Fetch lambda</a:t>
            </a:r>
          </a:p>
        </p:txBody>
      </p:sp>
      <p:pic>
        <p:nvPicPr>
          <p:cNvPr id="128" name="Graphic 127" descr="User with solid fill">
            <a:extLst>
              <a:ext uri="{FF2B5EF4-FFF2-40B4-BE49-F238E27FC236}">
                <a16:creationId xmlns:a16="http://schemas.microsoft.com/office/drawing/2014/main" id="{F2B8DB0A-041E-92D5-A292-359D15D03A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400" y="3420445"/>
            <a:ext cx="409719" cy="371658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AB574BFA-5F5F-69D0-3063-23E937D0588B}"/>
              </a:ext>
            </a:extLst>
          </p:cNvPr>
          <p:cNvSpPr txBox="1"/>
          <p:nvPr/>
        </p:nvSpPr>
        <p:spPr>
          <a:xfrm>
            <a:off x="139385" y="3724617"/>
            <a:ext cx="689748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Admin</a:t>
            </a:r>
          </a:p>
        </p:txBody>
      </p:sp>
      <p:cxnSp>
        <p:nvCxnSpPr>
          <p:cNvPr id="135" name="Straight Arrow Connector 74">
            <a:extLst>
              <a:ext uri="{FF2B5EF4-FFF2-40B4-BE49-F238E27FC236}">
                <a16:creationId xmlns:a16="http://schemas.microsoft.com/office/drawing/2014/main" id="{348F1B8A-CB3C-375F-352D-CB00DBC1DEA1}"/>
              </a:ext>
            </a:extLst>
          </p:cNvPr>
          <p:cNvCxnSpPr>
            <a:cxnSpLocks/>
          </p:cNvCxnSpPr>
          <p:nvPr/>
        </p:nvCxnSpPr>
        <p:spPr>
          <a:xfrm flipV="1">
            <a:off x="725057" y="3560595"/>
            <a:ext cx="451797" cy="360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1B01A51-435F-D76E-F7E2-85BD69140BD8}"/>
              </a:ext>
            </a:extLst>
          </p:cNvPr>
          <p:cNvSpPr txBox="1"/>
          <p:nvPr/>
        </p:nvSpPr>
        <p:spPr>
          <a:xfrm>
            <a:off x="95584" y="2875351"/>
            <a:ext cx="1838379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User selects the tables for generating Metadata information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C5E0261-B500-4133-501F-0C3146F1CDDC}"/>
              </a:ext>
            </a:extLst>
          </p:cNvPr>
          <p:cNvSpPr txBox="1"/>
          <p:nvPr/>
        </p:nvSpPr>
        <p:spPr>
          <a:xfrm>
            <a:off x="123870" y="4176434"/>
            <a:ext cx="1405728" cy="5078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Admin reviews generated Metadata information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58D49C2-9898-43F0-3925-5FCEED6701AC}"/>
              </a:ext>
            </a:extLst>
          </p:cNvPr>
          <p:cNvSpPr/>
          <p:nvPr/>
        </p:nvSpPr>
        <p:spPr>
          <a:xfrm>
            <a:off x="514003" y="3278847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1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3DE0274-3535-A8A0-988A-AFD3DFB0006A}"/>
              </a:ext>
            </a:extLst>
          </p:cNvPr>
          <p:cNvSpPr/>
          <p:nvPr/>
        </p:nvSpPr>
        <p:spPr>
          <a:xfrm>
            <a:off x="1543045" y="3428351"/>
            <a:ext cx="541835" cy="22575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2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D47C8A52-9B8F-C9E4-32CD-B404856A198C}"/>
              </a:ext>
            </a:extLst>
          </p:cNvPr>
          <p:cNvSpPr/>
          <p:nvPr/>
        </p:nvSpPr>
        <p:spPr>
          <a:xfrm>
            <a:off x="2649700" y="3437750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3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4205A0F3-C4CF-DC91-400E-5115F29B876D}"/>
              </a:ext>
            </a:extLst>
          </p:cNvPr>
          <p:cNvSpPr/>
          <p:nvPr/>
        </p:nvSpPr>
        <p:spPr>
          <a:xfrm>
            <a:off x="540623" y="3767881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4</a:t>
            </a:r>
            <a:endParaRPr kumimoji="0" lang="en-IN" sz="1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65CB10A-A533-3348-025B-786D85ADA295}"/>
              </a:ext>
            </a:extLst>
          </p:cNvPr>
          <p:cNvSpPr/>
          <p:nvPr/>
        </p:nvSpPr>
        <p:spPr>
          <a:xfrm>
            <a:off x="3786608" y="3437750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5</a:t>
            </a:r>
            <a:endParaRPr kumimoji="0" lang="en-IN" sz="1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2" descr="AMAZON REDSHIFT">
            <a:extLst>
              <a:ext uri="{FF2B5EF4-FFF2-40B4-BE49-F238E27FC236}">
                <a16:creationId xmlns:a16="http://schemas.microsoft.com/office/drawing/2014/main" id="{CA26EBDF-BB9A-5A52-F666-9FC7AC17FE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61"/>
          <a:stretch/>
        </p:blipFill>
        <p:spPr bwMode="auto">
          <a:xfrm>
            <a:off x="7868246" y="5191419"/>
            <a:ext cx="549953" cy="343320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rgbClr val="02072C"/>
            </a:solidFill>
            <a:prstDash val="sysDot"/>
          </a:ln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64359D4-E8F9-A6C6-A30E-5278A6A34F02}"/>
              </a:ext>
            </a:extLst>
          </p:cNvPr>
          <p:cNvCxnSpPr>
            <a:cxnSpLocks/>
          </p:cNvCxnSpPr>
          <p:nvPr/>
        </p:nvCxnSpPr>
        <p:spPr>
          <a:xfrm flipH="1" flipV="1">
            <a:off x="7447600" y="3817317"/>
            <a:ext cx="258990" cy="5113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6" name="Straight Arrow Connector 130">
            <a:extLst>
              <a:ext uri="{FF2B5EF4-FFF2-40B4-BE49-F238E27FC236}">
                <a16:creationId xmlns:a16="http://schemas.microsoft.com/office/drawing/2014/main" id="{D478B4BA-2CC4-337F-17B6-D3ECE59EFA2D}"/>
              </a:ext>
            </a:extLst>
          </p:cNvPr>
          <p:cNvCxnSpPr>
            <a:cxnSpLocks/>
          </p:cNvCxnSpPr>
          <p:nvPr/>
        </p:nvCxnSpPr>
        <p:spPr>
          <a:xfrm>
            <a:off x="8451756" y="4091717"/>
            <a:ext cx="1279340" cy="270835"/>
          </a:xfrm>
          <a:prstGeom prst="bentConnector2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47" name="Picture 46" descr="A logo with blue cubes&#10;&#10;Description automatically generated">
            <a:extLst>
              <a:ext uri="{FF2B5EF4-FFF2-40B4-BE49-F238E27FC236}">
                <a16:creationId xmlns:a16="http://schemas.microsoft.com/office/drawing/2014/main" id="{D209085B-B3CB-B378-6F47-36786CF3212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328" y="4395282"/>
            <a:ext cx="852440" cy="442693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ED00BF8-A05D-53F3-1038-2E40B3D7B63B}"/>
              </a:ext>
            </a:extLst>
          </p:cNvPr>
          <p:cNvCxnSpPr>
            <a:cxnSpLocks/>
            <a:stCxn id="325" idx="2"/>
          </p:cNvCxnSpPr>
          <p:nvPr/>
        </p:nvCxnSpPr>
        <p:spPr>
          <a:xfrm>
            <a:off x="8061486" y="4202185"/>
            <a:ext cx="0" cy="376566"/>
          </a:xfrm>
          <a:prstGeom prst="straightConnector1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972E52C-9BB5-6C1C-FBB7-FC4114F2A34D}"/>
              </a:ext>
            </a:extLst>
          </p:cNvPr>
          <p:cNvSpPr/>
          <p:nvPr/>
        </p:nvSpPr>
        <p:spPr>
          <a:xfrm>
            <a:off x="7408057" y="4657561"/>
            <a:ext cx="1361179" cy="49205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CD4C19-2680-AD57-9AF1-AD738165100B}"/>
              </a:ext>
            </a:extLst>
          </p:cNvPr>
          <p:cNvSpPr txBox="1"/>
          <p:nvPr/>
        </p:nvSpPr>
        <p:spPr>
          <a:xfrm>
            <a:off x="6557866" y="4657561"/>
            <a:ext cx="305684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Data Virtualization Layer</a:t>
            </a:r>
          </a:p>
        </p:txBody>
      </p:sp>
      <p:pic>
        <p:nvPicPr>
          <p:cNvPr id="61" name="Picture 8" descr="SSO: Single Sign On For Beginners [Part ...">
            <a:extLst>
              <a:ext uri="{FF2B5EF4-FFF2-40B4-BE49-F238E27FC236}">
                <a16:creationId xmlns:a16="http://schemas.microsoft.com/office/drawing/2014/main" id="{1B1B8CD6-008C-C4A6-9286-E7665A666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2" t="24443" r="24605" b="27325"/>
          <a:stretch/>
        </p:blipFill>
        <p:spPr bwMode="auto">
          <a:xfrm>
            <a:off x="923722" y="3264429"/>
            <a:ext cx="334568" cy="24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8" descr="SSO: Single Sign On For Beginners [Part ...">
            <a:extLst>
              <a:ext uri="{FF2B5EF4-FFF2-40B4-BE49-F238E27FC236}">
                <a16:creationId xmlns:a16="http://schemas.microsoft.com/office/drawing/2014/main" id="{32466719-75F2-FBEF-C51C-01370CCBB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2" t="24443" r="24605" b="27325"/>
          <a:stretch/>
        </p:blipFill>
        <p:spPr bwMode="auto">
          <a:xfrm>
            <a:off x="11219620" y="3946490"/>
            <a:ext cx="458163" cy="33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Oval 67">
            <a:extLst>
              <a:ext uri="{FF2B5EF4-FFF2-40B4-BE49-F238E27FC236}">
                <a16:creationId xmlns:a16="http://schemas.microsoft.com/office/drawing/2014/main" id="{97D8CE92-D6EA-8B05-2B33-1C3D1C05FBCB}"/>
              </a:ext>
            </a:extLst>
          </p:cNvPr>
          <p:cNvSpPr/>
          <p:nvPr/>
        </p:nvSpPr>
        <p:spPr>
          <a:xfrm>
            <a:off x="8881374" y="4082376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7</a:t>
            </a: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FBEE9ECE-9200-E2FC-A7F9-DC92518DB3DF}"/>
              </a:ext>
            </a:extLst>
          </p:cNvPr>
          <p:cNvSpPr txBox="1">
            <a:spLocks/>
          </p:cNvSpPr>
          <p:nvPr/>
        </p:nvSpPr>
        <p:spPr>
          <a:xfrm>
            <a:off x="945600" y="298864"/>
            <a:ext cx="11246400" cy="10618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>
              <a:lnSpc>
                <a:spcPct val="90000"/>
              </a:lnSpc>
              <a:buSzPts val="2800"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Gen AI Architecture Component View : Self Serve with </a:t>
            </a:r>
            <a:r>
              <a:rPr lang="en-US">
                <a:solidFill>
                  <a:srgbClr val="002060"/>
                </a:solidFill>
                <a:latin typeface="Bierstadt"/>
                <a:cs typeface="Helvetica"/>
              </a:rPr>
              <a:t>ConverseWithData</a:t>
            </a:r>
            <a:br>
              <a:rPr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Bierstadt"/>
                <a:cs typeface="Helvetica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Selection </a:t>
            </a:r>
            <a:r>
              <a:rPr lang="en-US" sz="1400">
                <a:solidFill>
                  <a:srgbClr val="002060"/>
                </a:solidFill>
                <a:latin typeface="Bierstadt"/>
                <a:cs typeface="Helvetica"/>
              </a:rPr>
              <a:t>can be refined based on discussion with ADI Arch. team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cs typeface="Helvetica"/>
            </a:endParaRPr>
          </a:p>
        </p:txBody>
      </p:sp>
      <p:pic>
        <p:nvPicPr>
          <p:cNvPr id="6" name="Picture 14" descr="TIBCO® Data Virtualization - Ansera d.o.o.">
            <a:extLst>
              <a:ext uri="{FF2B5EF4-FFF2-40B4-BE49-F238E27FC236}">
                <a16:creationId xmlns:a16="http://schemas.microsoft.com/office/drawing/2014/main" id="{AE0607E5-1B6E-B0C9-CB81-9CABE31A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1" b="13331"/>
          <a:stretch/>
        </p:blipFill>
        <p:spPr bwMode="auto">
          <a:xfrm>
            <a:off x="7743031" y="4850328"/>
            <a:ext cx="598894" cy="26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0" descr="Create IAM Users and S3 Buckets in AWS ...">
            <a:extLst>
              <a:ext uri="{FF2B5EF4-FFF2-40B4-BE49-F238E27FC236}">
                <a16:creationId xmlns:a16="http://schemas.microsoft.com/office/drawing/2014/main" id="{A5478466-40AF-65A7-98D8-358CA4F7CC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6" t="9193" r="15139" b="9072"/>
          <a:stretch/>
        </p:blipFill>
        <p:spPr bwMode="auto">
          <a:xfrm>
            <a:off x="8597578" y="5215714"/>
            <a:ext cx="332580" cy="30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7A72E6-EDAE-C330-174D-52E023AE0E52}"/>
              </a:ext>
            </a:extLst>
          </p:cNvPr>
          <p:cNvSpPr txBox="1"/>
          <p:nvPr/>
        </p:nvSpPr>
        <p:spPr>
          <a:xfrm>
            <a:off x="8453231" y="5440238"/>
            <a:ext cx="68559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Data lake</a:t>
            </a:r>
          </a:p>
        </p:txBody>
      </p:sp>
      <p:pic>
        <p:nvPicPr>
          <p:cNvPr id="16" name="Picture 2" descr="AWS UK | Generative AI">
            <a:extLst>
              <a:ext uri="{FF2B5EF4-FFF2-40B4-BE49-F238E27FC236}">
                <a16:creationId xmlns:a16="http://schemas.microsoft.com/office/drawing/2014/main" id="{2A31C426-7815-D7FB-EB0D-9F479D944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484" y="3056049"/>
            <a:ext cx="406253" cy="40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B43F99F-FF26-78D6-B6D0-7158055D6C23}"/>
              </a:ext>
            </a:extLst>
          </p:cNvPr>
          <p:cNvSpPr txBox="1"/>
          <p:nvPr/>
        </p:nvSpPr>
        <p:spPr>
          <a:xfrm>
            <a:off x="2600804" y="2882380"/>
            <a:ext cx="762023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Bedrock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64288D8-4CEC-3D40-CB60-5870FD1F13B9}"/>
              </a:ext>
            </a:extLst>
          </p:cNvPr>
          <p:cNvSpPr/>
          <p:nvPr/>
        </p:nvSpPr>
        <p:spPr>
          <a:xfrm>
            <a:off x="6959106" y="2863843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8</a:t>
            </a:r>
            <a:endParaRPr kumimoji="0" lang="en-IN" sz="10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cxnSp>
        <p:nvCxnSpPr>
          <p:cNvPr id="14" name="Straight Arrow Connector 74">
            <a:extLst>
              <a:ext uri="{FF2B5EF4-FFF2-40B4-BE49-F238E27FC236}">
                <a16:creationId xmlns:a16="http://schemas.microsoft.com/office/drawing/2014/main" id="{CDB8B64F-6E04-4BAD-E642-D1B1177C3F12}"/>
              </a:ext>
            </a:extLst>
          </p:cNvPr>
          <p:cNvCxnSpPr>
            <a:cxnSpLocks/>
          </p:cNvCxnSpPr>
          <p:nvPr/>
        </p:nvCxnSpPr>
        <p:spPr>
          <a:xfrm flipV="1">
            <a:off x="735217" y="3702835"/>
            <a:ext cx="451797" cy="360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404A332-635F-6965-CF3C-448C3483A5E6}"/>
              </a:ext>
            </a:extLst>
          </p:cNvPr>
          <p:cNvSpPr/>
          <p:nvPr/>
        </p:nvSpPr>
        <p:spPr>
          <a:xfrm>
            <a:off x="1607194" y="2482262"/>
            <a:ext cx="1657296" cy="3605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C3EB8-A1F6-44B9-D0EC-D5C5D578623B}"/>
              </a:ext>
            </a:extLst>
          </p:cNvPr>
          <p:cNvSpPr txBox="1"/>
          <p:nvPr/>
        </p:nvSpPr>
        <p:spPr>
          <a:xfrm>
            <a:off x="1394378" y="2451248"/>
            <a:ext cx="210718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Enterprise Data Catalog (Options)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2A90655-9906-CA25-D526-39E6947DB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021" y="2610304"/>
            <a:ext cx="671741" cy="22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tlan Named a Leader in Enterprise Data Catalogs for DataOps ...">
            <a:extLst>
              <a:ext uri="{FF2B5EF4-FFF2-40B4-BE49-F238E27FC236}">
                <a16:creationId xmlns:a16="http://schemas.microsoft.com/office/drawing/2014/main" id="{40F23EE3-00F6-BDF0-FBEE-75A15C4953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t="23633" r="8518" b="23101"/>
          <a:stretch/>
        </p:blipFill>
        <p:spPr bwMode="auto">
          <a:xfrm>
            <a:off x="2574580" y="2680281"/>
            <a:ext cx="304854" cy="10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35">
            <a:extLst>
              <a:ext uri="{FF2B5EF4-FFF2-40B4-BE49-F238E27FC236}">
                <a16:creationId xmlns:a16="http://schemas.microsoft.com/office/drawing/2014/main" id="{418E96D3-BE30-569A-B8A3-2C8187861813}"/>
              </a:ext>
            </a:extLst>
          </p:cNvPr>
          <p:cNvCxnSpPr>
            <a:cxnSpLocks/>
            <a:stCxn id="331" idx="1"/>
          </p:cNvCxnSpPr>
          <p:nvPr/>
        </p:nvCxnSpPr>
        <p:spPr>
          <a:xfrm rot="10800000">
            <a:off x="7757870" y="2920118"/>
            <a:ext cx="7462" cy="511149"/>
          </a:xfrm>
          <a:prstGeom prst="bentConnector2">
            <a:avLst/>
          </a:prstGeom>
          <a:noFill/>
          <a:ln w="19050" cap="flat" cmpd="sng" algn="ctr">
            <a:solidFill>
              <a:srgbClr val="002060">
                <a:alpha val="50000"/>
              </a:srgb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2060" name="Picture 12" descr="Dynamodb, copy, database icon - Free ...">
            <a:extLst>
              <a:ext uri="{FF2B5EF4-FFF2-40B4-BE49-F238E27FC236}">
                <a16:creationId xmlns:a16="http://schemas.microsoft.com/office/drawing/2014/main" id="{DC951240-B9B0-B5BD-6716-04E1AC149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2" t="11670" r="16686" b="12832"/>
          <a:stretch/>
        </p:blipFill>
        <p:spPr bwMode="auto">
          <a:xfrm>
            <a:off x="7590801" y="2544906"/>
            <a:ext cx="311066" cy="34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34AF81A-03DD-228D-BE46-2DF28913FF91}"/>
              </a:ext>
            </a:extLst>
          </p:cNvPr>
          <p:cNvSpPr txBox="1"/>
          <p:nvPr/>
        </p:nvSpPr>
        <p:spPr>
          <a:xfrm>
            <a:off x="6789455" y="2340340"/>
            <a:ext cx="1907151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5126A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App metrics DB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D2B3A64-86A4-0BBF-3A6C-2E4ED3CA8C80}"/>
              </a:ext>
            </a:extLst>
          </p:cNvPr>
          <p:cNvSpPr/>
          <p:nvPr/>
        </p:nvSpPr>
        <p:spPr>
          <a:xfrm>
            <a:off x="7368156" y="3095612"/>
            <a:ext cx="534659" cy="22276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10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359B9DB-4B70-E0D6-DBE2-EAA8C34A6EE6}"/>
              </a:ext>
            </a:extLst>
          </p:cNvPr>
          <p:cNvSpPr txBox="1"/>
          <p:nvPr/>
        </p:nvSpPr>
        <p:spPr>
          <a:xfrm>
            <a:off x="8769236" y="5723810"/>
            <a:ext cx="39340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*Components highlighted in green are already implemented</a:t>
            </a:r>
            <a:endParaRPr kumimoji="0" lang="en-IN" sz="1000" b="0" i="1" u="none" strike="noStrike" kern="1200" cap="none" spc="0" normalizeH="0" baseline="0" noProof="0">
              <a:ln>
                <a:noFill/>
              </a:ln>
              <a:solidFill>
                <a:srgbClr val="C5CCFC">
                  <a:lumMod val="2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2" descr="Saviynt sets up a one-stop customer portal for its ...">
            <a:extLst>
              <a:ext uri="{FF2B5EF4-FFF2-40B4-BE49-F238E27FC236}">
                <a16:creationId xmlns:a16="http://schemas.microsoft.com/office/drawing/2014/main" id="{892633BB-8821-427B-2DAF-93BD5ACC5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3" t="31327" r="9267" b="29701"/>
          <a:stretch/>
        </p:blipFill>
        <p:spPr bwMode="auto">
          <a:xfrm>
            <a:off x="8189090" y="4413003"/>
            <a:ext cx="699353" cy="20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248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AF3BFA-A4C0-3293-144A-7170E3F2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ED99C44D-06C0-5FCD-1903-008E09546F21}"/>
              </a:ext>
            </a:extLst>
          </p:cNvPr>
          <p:cNvSpPr/>
          <p:nvPr/>
        </p:nvSpPr>
        <p:spPr>
          <a:xfrm>
            <a:off x="-10635235" y="4194578"/>
            <a:ext cx="9903946" cy="119945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  Data </a:t>
            </a:r>
          </a:p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Sources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04A2530-40D8-8330-2302-F56356169582}"/>
              </a:ext>
            </a:extLst>
          </p:cNvPr>
          <p:cNvSpPr/>
          <p:nvPr/>
        </p:nvSpPr>
        <p:spPr>
          <a:xfrm>
            <a:off x="-10635233" y="2590825"/>
            <a:ext cx="9903946" cy="56082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Consumption Layer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B0282-BC0F-C9DC-339C-5A15EAA28921}"/>
              </a:ext>
            </a:extLst>
          </p:cNvPr>
          <p:cNvSpPr/>
          <p:nvPr/>
        </p:nvSpPr>
        <p:spPr>
          <a:xfrm>
            <a:off x="-5014553" y="1784213"/>
            <a:ext cx="4283264" cy="719306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Analytics, AI &amp; ML Engine</a:t>
            </a:r>
          </a:p>
        </p:txBody>
      </p:sp>
      <p:sp>
        <p:nvSpPr>
          <p:cNvPr id="130" name="Rounded Rectangle 66">
            <a:extLst>
              <a:ext uri="{FF2B5EF4-FFF2-40B4-BE49-F238E27FC236}">
                <a16:creationId xmlns:a16="http://schemas.microsoft.com/office/drawing/2014/main" id="{CDE21EF8-85EC-925C-C6A0-12EB16173B15}"/>
              </a:ext>
            </a:extLst>
          </p:cNvPr>
          <p:cNvSpPr/>
          <p:nvPr/>
        </p:nvSpPr>
        <p:spPr>
          <a:xfrm>
            <a:off x="-2366568" y="2022932"/>
            <a:ext cx="1385092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Model Catalog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D20492-F827-53DA-2558-6E2619355114}"/>
              </a:ext>
            </a:extLst>
          </p:cNvPr>
          <p:cNvSpPr txBox="1"/>
          <p:nvPr/>
        </p:nvSpPr>
        <p:spPr>
          <a:xfrm>
            <a:off x="-3728321" y="2022932"/>
            <a:ext cx="1309438" cy="4572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Reports/Dashboards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47A80B-3C40-8B56-EE6D-C6E73EE76232}"/>
              </a:ext>
            </a:extLst>
          </p:cNvPr>
          <p:cNvSpPr/>
          <p:nvPr/>
        </p:nvSpPr>
        <p:spPr>
          <a:xfrm>
            <a:off x="-9166239" y="4477285"/>
            <a:ext cx="1326965" cy="364993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Calibri"/>
              </a:rPr>
              <a:t>SQL Server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D509A2-1839-CAA4-EAD9-2A51AD05E19A}"/>
              </a:ext>
            </a:extLst>
          </p:cNvPr>
          <p:cNvSpPr/>
          <p:nvPr/>
        </p:nvSpPr>
        <p:spPr>
          <a:xfrm>
            <a:off x="-9166238" y="4940899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2612F2-2F6B-99DF-EE1C-64BFEB78E613}"/>
              </a:ext>
            </a:extLst>
          </p:cNvPr>
          <p:cNvSpPr/>
          <p:nvPr/>
        </p:nvSpPr>
        <p:spPr>
          <a:xfrm>
            <a:off x="-10635234" y="3315928"/>
            <a:ext cx="9903946" cy="70303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Integration Layer</a:t>
            </a:r>
          </a:p>
        </p:txBody>
      </p:sp>
      <p:sp>
        <p:nvSpPr>
          <p:cNvPr id="36" name="Rounded Rectangle 56">
            <a:extLst>
              <a:ext uri="{FF2B5EF4-FFF2-40B4-BE49-F238E27FC236}">
                <a16:creationId xmlns:a16="http://schemas.microsoft.com/office/drawing/2014/main" id="{5494C1C6-D840-1AD2-F82C-2AF16761A4A8}"/>
              </a:ext>
            </a:extLst>
          </p:cNvPr>
          <p:cNvSpPr/>
          <p:nvPr/>
        </p:nvSpPr>
        <p:spPr>
          <a:xfrm>
            <a:off x="-8839491" y="2679601"/>
            <a:ext cx="673468" cy="39823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APIs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7CF7A0B4-6CBE-D65E-C359-A2A37713049E}"/>
              </a:ext>
            </a:extLst>
          </p:cNvPr>
          <p:cNvSpPr/>
          <p:nvPr/>
        </p:nvSpPr>
        <p:spPr>
          <a:xfrm>
            <a:off x="-8007913" y="2688487"/>
            <a:ext cx="707292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</a:p>
        </p:txBody>
      </p:sp>
      <p:sp>
        <p:nvSpPr>
          <p:cNvPr id="40" name="Rounded Rectangle 56">
            <a:extLst>
              <a:ext uri="{FF2B5EF4-FFF2-40B4-BE49-F238E27FC236}">
                <a16:creationId xmlns:a16="http://schemas.microsoft.com/office/drawing/2014/main" id="{FA9E9F2E-1B0C-91AD-B1FA-DF4FA685DA4A}"/>
              </a:ext>
            </a:extLst>
          </p:cNvPr>
          <p:cNvSpPr/>
          <p:nvPr/>
        </p:nvSpPr>
        <p:spPr>
          <a:xfrm>
            <a:off x="-5875816" y="2690576"/>
            <a:ext cx="1118300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LLM Experience Layer – Text2SQL</a:t>
            </a:r>
          </a:p>
        </p:txBody>
      </p:sp>
      <p:sp>
        <p:nvSpPr>
          <p:cNvPr id="59" name="Rounded Rectangle 56">
            <a:extLst>
              <a:ext uri="{FF2B5EF4-FFF2-40B4-BE49-F238E27FC236}">
                <a16:creationId xmlns:a16="http://schemas.microsoft.com/office/drawing/2014/main" id="{BFA5E233-F763-376F-E22A-780EEEE36439}"/>
              </a:ext>
            </a:extLst>
          </p:cNvPr>
          <p:cNvSpPr/>
          <p:nvPr/>
        </p:nvSpPr>
        <p:spPr>
          <a:xfrm>
            <a:off x="-3553868" y="2697121"/>
            <a:ext cx="1193292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Gen AI Toolkit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(Prompt Templates, LLMs)</a:t>
            </a:r>
          </a:p>
        </p:txBody>
      </p:sp>
      <p:sp>
        <p:nvSpPr>
          <p:cNvPr id="60" name="Rounded Rectangle 56">
            <a:extLst>
              <a:ext uri="{FF2B5EF4-FFF2-40B4-BE49-F238E27FC236}">
                <a16:creationId xmlns:a16="http://schemas.microsoft.com/office/drawing/2014/main" id="{B02BC8BC-4450-A1EE-5C5B-5584D74ACC4C}"/>
              </a:ext>
            </a:extLst>
          </p:cNvPr>
          <p:cNvSpPr/>
          <p:nvPr/>
        </p:nvSpPr>
        <p:spPr>
          <a:xfrm>
            <a:off x="-2250657" y="2697121"/>
            <a:ext cx="1193292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Gen AI Guardrails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(AI Fairness 360, Bias Checks) </a:t>
            </a:r>
          </a:p>
        </p:txBody>
      </p:sp>
      <p:sp>
        <p:nvSpPr>
          <p:cNvPr id="61" name="Rounded Rectangle 56">
            <a:extLst>
              <a:ext uri="{FF2B5EF4-FFF2-40B4-BE49-F238E27FC236}">
                <a16:creationId xmlns:a16="http://schemas.microsoft.com/office/drawing/2014/main" id="{B8781761-6FAD-6722-7EBE-9C91F5CF34D1}"/>
              </a:ext>
            </a:extLst>
          </p:cNvPr>
          <p:cNvSpPr/>
          <p:nvPr/>
        </p:nvSpPr>
        <p:spPr>
          <a:xfrm>
            <a:off x="-7096817" y="2690242"/>
            <a:ext cx="1056066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Data Self Serve</a:t>
            </a:r>
          </a:p>
        </p:txBody>
      </p:sp>
      <p:sp>
        <p:nvSpPr>
          <p:cNvPr id="62" name="Rounded Rectangle 56">
            <a:extLst>
              <a:ext uri="{FF2B5EF4-FFF2-40B4-BE49-F238E27FC236}">
                <a16:creationId xmlns:a16="http://schemas.microsoft.com/office/drawing/2014/main" id="{D226BFF2-D78B-569D-D21E-09D7E7D748C1}"/>
              </a:ext>
            </a:extLst>
          </p:cNvPr>
          <p:cNvSpPr/>
          <p:nvPr/>
        </p:nvSpPr>
        <p:spPr>
          <a:xfrm>
            <a:off x="-4609167" y="2697121"/>
            <a:ext cx="873763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AI/ML Feature Store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FC7C7F-BE98-E828-2EA7-FA11B96213DE}"/>
              </a:ext>
            </a:extLst>
          </p:cNvPr>
          <p:cNvSpPr txBox="1"/>
          <p:nvPr/>
        </p:nvSpPr>
        <p:spPr>
          <a:xfrm>
            <a:off x="-4959491" y="2013949"/>
            <a:ext cx="1116932" cy="45720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kern="0"/>
            </a:defPPr>
            <a:lvl1pPr algn="ctr" defTabSz="736253" rtl="0" fontAlgn="base">
              <a:spcBef>
                <a:spcPct val="0"/>
              </a:spcBef>
              <a:spcAft>
                <a:spcPct val="0"/>
              </a:spcAft>
              <a:defRPr sz="1000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/>
                <a:cs typeface="Calibri"/>
              </a:rPr>
              <a:t>Generative AI (Converse With Data)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6EAF2F6-CEA6-E23F-523B-D3143773CAB1}"/>
              </a:ext>
            </a:extLst>
          </p:cNvPr>
          <p:cNvSpPr/>
          <p:nvPr/>
        </p:nvSpPr>
        <p:spPr>
          <a:xfrm>
            <a:off x="10909786" y="136541"/>
            <a:ext cx="175929" cy="17185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49ADE5-8A85-1785-4FD6-28DC9979533E}"/>
              </a:ext>
            </a:extLst>
          </p:cNvPr>
          <p:cNvSpPr txBox="1"/>
          <p:nvPr/>
        </p:nvSpPr>
        <p:spPr>
          <a:xfrm>
            <a:off x="9958094" y="107054"/>
            <a:ext cx="7650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MVP Scope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9CB61CF6-E01A-E7F4-3A11-C14A6FD80073}"/>
              </a:ext>
            </a:extLst>
          </p:cNvPr>
          <p:cNvSpPr/>
          <p:nvPr/>
        </p:nvSpPr>
        <p:spPr>
          <a:xfrm>
            <a:off x="9814565" y="133752"/>
            <a:ext cx="175929" cy="17743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050323A-EA98-79BC-410F-8A7F27DAE7F1}"/>
              </a:ext>
            </a:extLst>
          </p:cNvPr>
          <p:cNvSpPr txBox="1"/>
          <p:nvPr/>
        </p:nvSpPr>
        <p:spPr>
          <a:xfrm>
            <a:off x="11068297" y="107054"/>
            <a:ext cx="10087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Future Scope                 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1218D4-9E65-6168-5A76-CCA67967D48B}"/>
              </a:ext>
            </a:extLst>
          </p:cNvPr>
          <p:cNvSpPr/>
          <p:nvPr/>
        </p:nvSpPr>
        <p:spPr>
          <a:xfrm>
            <a:off x="-10645781" y="1787538"/>
            <a:ext cx="5578913" cy="71598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Business Personas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D9F9CE-2757-0BF8-3CAE-97FDBD2AEA83}"/>
              </a:ext>
            </a:extLst>
          </p:cNvPr>
          <p:cNvSpPr txBox="1"/>
          <p:nvPr/>
        </p:nvSpPr>
        <p:spPr>
          <a:xfrm>
            <a:off x="-10189054" y="2022932"/>
            <a:ext cx="914400" cy="457200"/>
          </a:xfrm>
          <a:prstGeom prst="rect">
            <a:avLst/>
          </a:prstGeom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Ops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0E59C4-7183-0779-53A9-DADFACBF87F6}"/>
              </a:ext>
            </a:extLst>
          </p:cNvPr>
          <p:cNvSpPr txBox="1"/>
          <p:nvPr/>
        </p:nvSpPr>
        <p:spPr>
          <a:xfrm>
            <a:off x="-9193017" y="2012290"/>
            <a:ext cx="914400" cy="4572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089B81-300F-DC74-89EF-04F3C49B6258}"/>
              </a:ext>
            </a:extLst>
          </p:cNvPr>
          <p:cNvSpPr txBox="1"/>
          <p:nvPr/>
        </p:nvSpPr>
        <p:spPr>
          <a:xfrm>
            <a:off x="-8191901" y="2023997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Supply Chain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CE101A-8A67-3F48-0FE3-122D496C7A5B}"/>
              </a:ext>
            </a:extLst>
          </p:cNvPr>
          <p:cNvSpPr txBox="1"/>
          <p:nvPr/>
        </p:nvSpPr>
        <p:spPr>
          <a:xfrm>
            <a:off x="-7200943" y="2012290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Strategy &amp; Planning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A8185FC-4A34-7344-F592-9CB785A724BB}"/>
              </a:ext>
            </a:extLst>
          </p:cNvPr>
          <p:cNvSpPr txBox="1"/>
          <p:nvPr/>
        </p:nvSpPr>
        <p:spPr>
          <a:xfrm>
            <a:off x="-6133427" y="2012290"/>
            <a:ext cx="914400" cy="4572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Procurements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F7F04B5-3E4F-5BAC-5A61-7D400864CD54}"/>
              </a:ext>
            </a:extLst>
          </p:cNvPr>
          <p:cNvSpPr txBox="1">
            <a:spLocks/>
          </p:cNvSpPr>
          <p:nvPr/>
        </p:nvSpPr>
        <p:spPr>
          <a:xfrm>
            <a:off x="945599" y="354206"/>
            <a:ext cx="10760731" cy="878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Capability View of the Architecture enabling  ConverseWithData to interact with various sources through Data Virtualization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E265F1-3246-8180-6BC6-ECEE42221873}"/>
              </a:ext>
            </a:extLst>
          </p:cNvPr>
          <p:cNvSpPr txBox="1"/>
          <p:nvPr/>
        </p:nvSpPr>
        <p:spPr>
          <a:xfrm>
            <a:off x="-9028552" y="3430932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Access Control and Governance </a:t>
            </a:r>
            <a:endParaRPr kumimoji="0" lang="en-US" sz="149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282828"/>
                  </a:gs>
                  <a:gs pos="100000">
                    <a:srgbClr val="282828"/>
                  </a:gs>
                </a:gsLst>
                <a:lin ang="5400000" scaled="1"/>
              </a:gradFill>
              <a:effectLst/>
              <a:uLnTx/>
              <a:uFillTx/>
              <a:latin typeface="CiscoSansTT ExtraLight" panose="020B0303020201020303" pitchFamily="34" charset="0"/>
              <a:ea typeface="ＭＳ Ｐゴシック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 Azure AD/ Entra ID )</a:t>
            </a:r>
            <a:endParaRPr kumimoji="0" lang="en-US" sz="149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282828"/>
                  </a:gs>
                  <a:gs pos="100000">
                    <a:srgbClr val="282828"/>
                  </a:gs>
                </a:gsLst>
                <a:lin ang="5400000" scaled="1"/>
              </a:gradFill>
              <a:effectLst/>
              <a:uLnTx/>
              <a:uFillTx/>
              <a:latin typeface="CiscoSansTT ExtraLight" panose="020B0303020201020303" pitchFamily="34" charset="0"/>
              <a:ea typeface="ＭＳ Ｐゴシック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A29BD1-03EE-526B-C304-811C9D980415}"/>
              </a:ext>
            </a:extLst>
          </p:cNvPr>
          <p:cNvSpPr txBox="1"/>
          <p:nvPr/>
        </p:nvSpPr>
        <p:spPr>
          <a:xfrm>
            <a:off x="-6187016" y="3428799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Data Virtualization Layer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(Denodo DV)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5DEF578-A355-AF40-D46F-59CAAA8A2ACC}"/>
              </a:ext>
            </a:extLst>
          </p:cNvPr>
          <p:cNvSpPr txBox="1"/>
          <p:nvPr/>
        </p:nvSpPr>
        <p:spPr>
          <a:xfrm>
            <a:off x="-3325932" y="3428799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Enterprise Data Catalog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(Atlan/Collibra)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7474F2-1211-1AB5-0835-0ED0F800F181}"/>
              </a:ext>
            </a:extLst>
          </p:cNvPr>
          <p:cNvSpPr/>
          <p:nvPr/>
        </p:nvSpPr>
        <p:spPr>
          <a:xfrm>
            <a:off x="-6291513" y="4491176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PostgreSQL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57396D6-8B0C-726C-62AA-AAB7B7E312AD}"/>
              </a:ext>
            </a:extLst>
          </p:cNvPr>
          <p:cNvSpPr/>
          <p:nvPr/>
        </p:nvSpPr>
        <p:spPr>
          <a:xfrm>
            <a:off x="-6291512" y="4954790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Work Day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E5EACD0-9BEC-5D1B-90D9-2FF18F39E4C0}"/>
              </a:ext>
            </a:extLst>
          </p:cNvPr>
          <p:cNvSpPr/>
          <p:nvPr/>
        </p:nvSpPr>
        <p:spPr>
          <a:xfrm>
            <a:off x="-7745450" y="4484752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SAP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4758DD0-50B2-1AA4-F20C-74F83C42D017}"/>
              </a:ext>
            </a:extLst>
          </p:cNvPr>
          <p:cNvSpPr/>
          <p:nvPr/>
        </p:nvSpPr>
        <p:spPr>
          <a:xfrm>
            <a:off x="-7745449" y="4948366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Model 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94F94FB-829C-11EE-C43C-B458D8257462}"/>
              </a:ext>
            </a:extLst>
          </p:cNvPr>
          <p:cNvSpPr/>
          <p:nvPr/>
        </p:nvSpPr>
        <p:spPr>
          <a:xfrm>
            <a:off x="-4419349" y="4505867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AWS S3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B2F98DB-3FFE-498C-E95A-A787F1094B9B}"/>
              </a:ext>
            </a:extLst>
          </p:cNvPr>
          <p:cNvSpPr/>
          <p:nvPr/>
        </p:nvSpPr>
        <p:spPr>
          <a:xfrm>
            <a:off x="-4419348" y="4949385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AWS Redshift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45E16-838F-01CD-70F4-B87D895A38C9}"/>
              </a:ext>
            </a:extLst>
          </p:cNvPr>
          <p:cNvSpPr/>
          <p:nvPr/>
        </p:nvSpPr>
        <p:spPr>
          <a:xfrm>
            <a:off x="-2404094" y="4537251"/>
            <a:ext cx="1326965" cy="364993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Snowflake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1D62B-CFF6-3862-FB78-0176E00FABB4}"/>
              </a:ext>
            </a:extLst>
          </p:cNvPr>
          <p:cNvSpPr/>
          <p:nvPr/>
        </p:nvSpPr>
        <p:spPr>
          <a:xfrm>
            <a:off x="-2404093" y="4980769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Azure Data lake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B777E-81C1-1992-9AB5-BBB11B03B81E}"/>
              </a:ext>
            </a:extLst>
          </p:cNvPr>
          <p:cNvSpPr/>
          <p:nvPr/>
        </p:nvSpPr>
        <p:spPr>
          <a:xfrm>
            <a:off x="945600" y="4664581"/>
            <a:ext cx="10839640" cy="1507618"/>
          </a:xfrm>
          <a:prstGeom prst="roundRect">
            <a:avLst>
              <a:gd name="adj" fmla="val 9883"/>
            </a:avLst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Data Sources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B287BB-3098-8FB2-5BC6-D925636DE098}"/>
              </a:ext>
            </a:extLst>
          </p:cNvPr>
          <p:cNvGrpSpPr/>
          <p:nvPr/>
        </p:nvGrpSpPr>
        <p:grpSpPr>
          <a:xfrm>
            <a:off x="1104902" y="4980765"/>
            <a:ext cx="10536769" cy="1027938"/>
            <a:chOff x="2015978" y="4832127"/>
            <a:chExt cx="8841379" cy="11765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6D12B2F-2E1E-B971-AF89-EBF736BE09CC}"/>
                </a:ext>
              </a:extLst>
            </p:cNvPr>
            <p:cNvGrpSpPr/>
            <p:nvPr/>
          </p:nvGrpSpPr>
          <p:grpSpPr>
            <a:xfrm>
              <a:off x="2015978" y="4832127"/>
              <a:ext cx="8841379" cy="506545"/>
              <a:chOff x="2015977" y="5946552"/>
              <a:chExt cx="8138116" cy="538514"/>
            </a:xfrm>
          </p:grpSpPr>
          <p:sp>
            <p:nvSpPr>
              <p:cNvPr id="8" name="Rounded Rectangle 11">
                <a:extLst>
                  <a:ext uri="{FF2B5EF4-FFF2-40B4-BE49-F238E27FC236}">
                    <a16:creationId xmlns:a16="http://schemas.microsoft.com/office/drawing/2014/main" id="{D6A07BCA-9FA1-02EE-0C61-2F92766E9FFB}"/>
                  </a:ext>
                </a:extLst>
              </p:cNvPr>
              <p:cNvSpPr/>
              <p:nvPr/>
            </p:nvSpPr>
            <p:spPr>
              <a:xfrm>
                <a:off x="2015977" y="5946552"/>
                <a:ext cx="1425084" cy="538514"/>
              </a:xfrm>
              <a:prstGeom prst="roundRect">
                <a:avLst/>
              </a:prstGeom>
              <a:solidFill>
                <a:schemeClr val="tx2">
                  <a:lumMod val="2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cs typeface="Poppins" panose="00000500000000000000" pitchFamily="2" charset="0"/>
                  </a:rPr>
                  <a:t>SQL Server</a:t>
                </a:r>
              </a:p>
            </p:txBody>
          </p:sp>
          <p:sp>
            <p:nvSpPr>
              <p:cNvPr id="9" name="Rounded Rectangle 11">
                <a:extLst>
                  <a:ext uri="{FF2B5EF4-FFF2-40B4-BE49-F238E27FC236}">
                    <a16:creationId xmlns:a16="http://schemas.microsoft.com/office/drawing/2014/main" id="{4572D92C-7EE2-6D85-F09D-9A1E06ADB511}"/>
                  </a:ext>
                </a:extLst>
              </p:cNvPr>
              <p:cNvSpPr/>
              <p:nvPr/>
            </p:nvSpPr>
            <p:spPr>
              <a:xfrm>
                <a:off x="3509382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SAP</a:t>
                </a:r>
              </a:p>
            </p:txBody>
          </p:sp>
          <p:sp>
            <p:nvSpPr>
              <p:cNvPr id="10" name="Rounded Rectangle 11">
                <a:extLst>
                  <a:ext uri="{FF2B5EF4-FFF2-40B4-BE49-F238E27FC236}">
                    <a16:creationId xmlns:a16="http://schemas.microsoft.com/office/drawing/2014/main" id="{95F718D8-4315-DEBA-61DA-5F05BDDDEBEB}"/>
                  </a:ext>
                </a:extLst>
              </p:cNvPr>
              <p:cNvSpPr/>
              <p:nvPr/>
            </p:nvSpPr>
            <p:spPr>
              <a:xfrm>
                <a:off x="5002787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PostgreSQL</a:t>
                </a:r>
              </a:p>
            </p:txBody>
          </p:sp>
          <p:sp>
            <p:nvSpPr>
              <p:cNvPr id="14" name="Rounded Rectangle 11">
                <a:extLst>
                  <a:ext uri="{FF2B5EF4-FFF2-40B4-BE49-F238E27FC236}">
                    <a16:creationId xmlns:a16="http://schemas.microsoft.com/office/drawing/2014/main" id="{C05E1499-E3BC-C66D-858A-2F813FB2A1D0}"/>
                  </a:ext>
                </a:extLst>
              </p:cNvPr>
              <p:cNvSpPr/>
              <p:nvPr/>
            </p:nvSpPr>
            <p:spPr>
              <a:xfrm>
                <a:off x="7016419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AWS S3</a:t>
                </a:r>
              </a:p>
            </p:txBody>
          </p:sp>
          <p:sp>
            <p:nvSpPr>
              <p:cNvPr id="15" name="Rounded Rectangle 11">
                <a:extLst>
                  <a:ext uri="{FF2B5EF4-FFF2-40B4-BE49-F238E27FC236}">
                    <a16:creationId xmlns:a16="http://schemas.microsoft.com/office/drawing/2014/main" id="{AF7AA396-75FD-BAF6-D7ED-0DA29C752D99}"/>
                  </a:ext>
                </a:extLst>
              </p:cNvPr>
              <p:cNvSpPr/>
              <p:nvPr/>
            </p:nvSpPr>
            <p:spPr>
              <a:xfrm>
                <a:off x="8729009" y="5946552"/>
                <a:ext cx="1425084" cy="538514"/>
              </a:xfrm>
              <a:prstGeom prst="roundRect">
                <a:avLst/>
              </a:prstGeom>
              <a:solidFill>
                <a:schemeClr val="tx2">
                  <a:lumMod val="2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Snowflake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F662DEE-2182-DD59-8178-ABD4D58DB4E1}"/>
                </a:ext>
              </a:extLst>
            </p:cNvPr>
            <p:cNvGrpSpPr/>
            <p:nvPr/>
          </p:nvGrpSpPr>
          <p:grpSpPr>
            <a:xfrm>
              <a:off x="2015978" y="5502163"/>
              <a:ext cx="8841379" cy="506545"/>
              <a:chOff x="2015977" y="5946552"/>
              <a:chExt cx="8138116" cy="538514"/>
            </a:xfrm>
          </p:grpSpPr>
          <p:sp>
            <p:nvSpPr>
              <p:cNvPr id="19" name="Rounded Rectangle 11">
                <a:extLst>
                  <a:ext uri="{FF2B5EF4-FFF2-40B4-BE49-F238E27FC236}">
                    <a16:creationId xmlns:a16="http://schemas.microsoft.com/office/drawing/2014/main" id="{3E1E559F-3B31-490B-FBCF-559B4A01BB0E}"/>
                  </a:ext>
                </a:extLst>
              </p:cNvPr>
              <p:cNvSpPr/>
              <p:nvPr/>
            </p:nvSpPr>
            <p:spPr>
              <a:xfrm>
                <a:off x="2015977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MySQL</a:t>
                </a:r>
              </a:p>
            </p:txBody>
          </p:sp>
          <p:sp>
            <p:nvSpPr>
              <p:cNvPr id="20" name="Rounded Rectangle 11">
                <a:extLst>
                  <a:ext uri="{FF2B5EF4-FFF2-40B4-BE49-F238E27FC236}">
                    <a16:creationId xmlns:a16="http://schemas.microsoft.com/office/drawing/2014/main" id="{7558E47E-F144-EE58-B343-5990256DB97A}"/>
                  </a:ext>
                </a:extLst>
              </p:cNvPr>
              <p:cNvSpPr/>
              <p:nvPr/>
            </p:nvSpPr>
            <p:spPr>
              <a:xfrm>
                <a:off x="3509382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Model N</a:t>
                </a:r>
              </a:p>
            </p:txBody>
          </p:sp>
          <p:sp>
            <p:nvSpPr>
              <p:cNvPr id="24" name="Rounded Rectangle 11">
                <a:extLst>
                  <a:ext uri="{FF2B5EF4-FFF2-40B4-BE49-F238E27FC236}">
                    <a16:creationId xmlns:a16="http://schemas.microsoft.com/office/drawing/2014/main" id="{88349C78-2BE7-9F52-E151-1CF76EA8469A}"/>
                  </a:ext>
                </a:extLst>
              </p:cNvPr>
              <p:cNvSpPr/>
              <p:nvPr/>
            </p:nvSpPr>
            <p:spPr>
              <a:xfrm>
                <a:off x="5002787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Work Day</a:t>
                </a:r>
              </a:p>
            </p:txBody>
          </p:sp>
          <p:sp>
            <p:nvSpPr>
              <p:cNvPr id="27" name="Rounded Rectangle 11">
                <a:extLst>
                  <a:ext uri="{FF2B5EF4-FFF2-40B4-BE49-F238E27FC236}">
                    <a16:creationId xmlns:a16="http://schemas.microsoft.com/office/drawing/2014/main" id="{DD47A929-E741-2ADF-A690-C4FC142D3493}"/>
                  </a:ext>
                </a:extLst>
              </p:cNvPr>
              <p:cNvSpPr/>
              <p:nvPr/>
            </p:nvSpPr>
            <p:spPr>
              <a:xfrm>
                <a:off x="7016419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AWS Redshift</a:t>
                </a:r>
              </a:p>
            </p:txBody>
          </p:sp>
          <p:sp>
            <p:nvSpPr>
              <p:cNvPr id="28" name="Rounded Rectangle 11">
                <a:extLst>
                  <a:ext uri="{FF2B5EF4-FFF2-40B4-BE49-F238E27FC236}">
                    <a16:creationId xmlns:a16="http://schemas.microsoft.com/office/drawing/2014/main" id="{DA997F14-45C7-FA6A-3852-B139C96CFBEC}"/>
                  </a:ext>
                </a:extLst>
              </p:cNvPr>
              <p:cNvSpPr/>
              <p:nvPr/>
            </p:nvSpPr>
            <p:spPr>
              <a:xfrm>
                <a:off x="8729009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71442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Azure Data lake</a:t>
                </a:r>
              </a:p>
            </p:txBody>
          </p:sp>
        </p:grp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037E4D6-9355-9768-ABE8-8039C8A81D37}"/>
              </a:ext>
            </a:extLst>
          </p:cNvPr>
          <p:cNvSpPr/>
          <p:nvPr/>
        </p:nvSpPr>
        <p:spPr>
          <a:xfrm>
            <a:off x="945600" y="3565716"/>
            <a:ext cx="10839640" cy="956027"/>
          </a:xfrm>
          <a:prstGeom prst="roundRect">
            <a:avLst>
              <a:gd name="adj" fmla="val 9883"/>
            </a:avLst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Integration Layer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0BBC8F-67DC-4663-3765-CC216F129406}"/>
              </a:ext>
            </a:extLst>
          </p:cNvPr>
          <p:cNvGrpSpPr/>
          <p:nvPr/>
        </p:nvGrpSpPr>
        <p:grpSpPr>
          <a:xfrm>
            <a:off x="1104901" y="4018967"/>
            <a:ext cx="10536766" cy="391108"/>
            <a:chOff x="2015977" y="5946552"/>
            <a:chExt cx="4411894" cy="538514"/>
          </a:xfrm>
          <a:solidFill>
            <a:srgbClr val="00B050"/>
          </a:solidFill>
        </p:grpSpPr>
        <p:sp>
          <p:nvSpPr>
            <p:cNvPr id="45" name="Rounded Rectangle 11">
              <a:extLst>
                <a:ext uri="{FF2B5EF4-FFF2-40B4-BE49-F238E27FC236}">
                  <a16:creationId xmlns:a16="http://schemas.microsoft.com/office/drawing/2014/main" id="{D6C0AAED-51AA-634F-D8A6-0AB69F86D792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Access Control and Governance </a:t>
              </a:r>
            </a:p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( Azure AD/ Entra ID )</a:t>
              </a:r>
            </a:p>
          </p:txBody>
        </p:sp>
        <p:sp>
          <p:nvSpPr>
            <p:cNvPr id="47" name="Rounded Rectangle 11">
              <a:extLst>
                <a:ext uri="{FF2B5EF4-FFF2-40B4-BE49-F238E27FC236}">
                  <a16:creationId xmlns:a16="http://schemas.microsoft.com/office/drawing/2014/main" id="{C7CDD46F-C074-139B-F46D-0105820B6B94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Data Virtualization Layer </a:t>
              </a:r>
            </a:p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(Denodo DV)</a:t>
              </a:r>
            </a:p>
          </p:txBody>
        </p:sp>
        <p:sp>
          <p:nvSpPr>
            <p:cNvPr id="48" name="Rounded Rectangle 11">
              <a:extLst>
                <a:ext uri="{FF2B5EF4-FFF2-40B4-BE49-F238E27FC236}">
                  <a16:creationId xmlns:a16="http://schemas.microsoft.com/office/drawing/2014/main" id="{34B27E4A-D0C3-2D7C-65D9-450C60D9C5A1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it-IT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Enterprise Data Catalog</a:t>
              </a:r>
            </a:p>
            <a:p>
              <a:pPr marL="0" marR="0" lvl="0" indent="0" algn="ctr" defTabSz="57144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it-IT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(Atlan/Collibra)</a:t>
              </a:r>
            </a:p>
          </p:txBody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BAF1A2-5B5D-B43E-AE79-8CEC7340BE08}"/>
              </a:ext>
            </a:extLst>
          </p:cNvPr>
          <p:cNvSpPr/>
          <p:nvPr/>
        </p:nvSpPr>
        <p:spPr>
          <a:xfrm>
            <a:off x="945600" y="2458699"/>
            <a:ext cx="10839640" cy="943526"/>
          </a:xfrm>
          <a:prstGeom prst="roundRect">
            <a:avLst>
              <a:gd name="adj" fmla="val 9883"/>
            </a:avLst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Consumption Layer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3B52719-737F-FDE6-519B-F6FD7FAACA28}"/>
              </a:ext>
            </a:extLst>
          </p:cNvPr>
          <p:cNvGrpSpPr/>
          <p:nvPr/>
        </p:nvGrpSpPr>
        <p:grpSpPr>
          <a:xfrm>
            <a:off x="1104902" y="2809152"/>
            <a:ext cx="10536766" cy="437653"/>
            <a:chOff x="2015975" y="2464035"/>
            <a:chExt cx="11322334" cy="50654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BE4151F-BEE6-5AAF-8DE9-A66E9BD18C5F}"/>
                </a:ext>
              </a:extLst>
            </p:cNvPr>
            <p:cNvGrpSpPr/>
            <p:nvPr/>
          </p:nvGrpSpPr>
          <p:grpSpPr>
            <a:xfrm>
              <a:off x="2015975" y="2464035"/>
              <a:ext cx="8041274" cy="506545"/>
              <a:chOff x="2015977" y="5946552"/>
              <a:chExt cx="7401653" cy="538514"/>
            </a:xfrm>
          </p:grpSpPr>
          <p:sp>
            <p:nvSpPr>
              <p:cNvPr id="135" name="Rounded Rectangle 11">
                <a:extLst>
                  <a:ext uri="{FF2B5EF4-FFF2-40B4-BE49-F238E27FC236}">
                    <a16:creationId xmlns:a16="http://schemas.microsoft.com/office/drawing/2014/main" id="{9754CC75-A7D3-B100-07FF-000D38347A32}"/>
                  </a:ext>
                </a:extLst>
              </p:cNvPr>
              <p:cNvSpPr/>
              <p:nvPr/>
            </p:nvSpPr>
            <p:spPr>
              <a:xfrm>
                <a:off x="2015977" y="5946552"/>
                <a:ext cx="1425084" cy="538514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APIs</a:t>
                </a:r>
              </a:p>
            </p:txBody>
          </p:sp>
          <p:sp>
            <p:nvSpPr>
              <p:cNvPr id="136" name="Rounded Rectangle 11">
                <a:extLst>
                  <a:ext uri="{FF2B5EF4-FFF2-40B4-BE49-F238E27FC236}">
                    <a16:creationId xmlns:a16="http://schemas.microsoft.com/office/drawing/2014/main" id="{81B37DC6-C837-3093-FFA8-B978E6BB9636}"/>
                  </a:ext>
                </a:extLst>
              </p:cNvPr>
              <p:cNvSpPr/>
              <p:nvPr/>
            </p:nvSpPr>
            <p:spPr>
              <a:xfrm>
                <a:off x="3509382" y="5946552"/>
                <a:ext cx="1425084" cy="538514"/>
              </a:xfrm>
              <a:prstGeom prst="roundRect">
                <a:avLst/>
              </a:prstGeom>
              <a:solidFill>
                <a:schemeClr val="tx2">
                  <a:lumMod val="2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SQL</a:t>
                </a:r>
              </a:p>
            </p:txBody>
          </p:sp>
          <p:sp>
            <p:nvSpPr>
              <p:cNvPr id="138" name="Rounded Rectangle 11">
                <a:extLst>
                  <a:ext uri="{FF2B5EF4-FFF2-40B4-BE49-F238E27FC236}">
                    <a16:creationId xmlns:a16="http://schemas.microsoft.com/office/drawing/2014/main" id="{2CDF9292-10A1-A847-57E5-1E810C59839B}"/>
                  </a:ext>
                </a:extLst>
              </p:cNvPr>
              <p:cNvSpPr/>
              <p:nvPr/>
            </p:nvSpPr>
            <p:spPr>
              <a:xfrm>
                <a:off x="5002787" y="5946552"/>
                <a:ext cx="1425084" cy="538514"/>
              </a:xfrm>
              <a:prstGeom prst="roundRect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j-ea"/>
                    <a:cs typeface="Poppins" panose="00000500000000000000" pitchFamily="2" charset="0"/>
                  </a:rPr>
                  <a:t>Data Self Serve</a:t>
                </a:r>
              </a:p>
            </p:txBody>
          </p:sp>
          <p:sp>
            <p:nvSpPr>
              <p:cNvPr id="139" name="Rounded Rectangle 11">
                <a:extLst>
                  <a:ext uri="{FF2B5EF4-FFF2-40B4-BE49-F238E27FC236}">
                    <a16:creationId xmlns:a16="http://schemas.microsoft.com/office/drawing/2014/main" id="{19D169D4-0024-957A-68F2-92102D5218A7}"/>
                  </a:ext>
                </a:extLst>
              </p:cNvPr>
              <p:cNvSpPr/>
              <p:nvPr/>
            </p:nvSpPr>
            <p:spPr>
              <a:xfrm>
                <a:off x="6490378" y="5946552"/>
                <a:ext cx="1425084" cy="538514"/>
              </a:xfrm>
              <a:prstGeom prst="roundRect">
                <a:avLst/>
              </a:prstGeom>
              <a:solidFill>
                <a:schemeClr val="tx2">
                  <a:lumMod val="2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Calibri" panose="020F0502020204030204" pitchFamily="34" charset="0"/>
                    <a:cs typeface="Poppins" panose="00000500000000000000" pitchFamily="2" charset="0"/>
                  </a:rPr>
                  <a:t>LLM Experience Layer – Text2SQL</a:t>
                </a:r>
              </a:p>
            </p:txBody>
          </p:sp>
          <p:sp>
            <p:nvSpPr>
              <p:cNvPr id="140" name="Rounded Rectangle 11">
                <a:extLst>
                  <a:ext uri="{FF2B5EF4-FFF2-40B4-BE49-F238E27FC236}">
                    <a16:creationId xmlns:a16="http://schemas.microsoft.com/office/drawing/2014/main" id="{14980454-A10D-CF64-27B1-0EE0790B470E}"/>
                  </a:ext>
                </a:extLst>
              </p:cNvPr>
              <p:cNvSpPr/>
              <p:nvPr/>
            </p:nvSpPr>
            <p:spPr>
              <a:xfrm>
                <a:off x="7992546" y="5946552"/>
                <a:ext cx="1425084" cy="538514"/>
              </a:xfrm>
              <a:prstGeom prst="roundRect">
                <a:avLst/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7362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j-ea"/>
                    <a:cs typeface="Poppins" panose="00000500000000000000" pitchFamily="2" charset="0"/>
                  </a:rPr>
                  <a:t>AI/ML Feature Store</a:t>
                </a:r>
              </a:p>
            </p:txBody>
          </p:sp>
        </p:grpSp>
        <p:sp>
          <p:nvSpPr>
            <p:cNvPr id="154" name="Rounded Rectangle 11">
              <a:extLst>
                <a:ext uri="{FF2B5EF4-FFF2-40B4-BE49-F238E27FC236}">
                  <a16:creationId xmlns:a16="http://schemas.microsoft.com/office/drawing/2014/main" id="{4A8245B2-E7DE-F1EF-CE0D-0F143C7BACA6}"/>
                </a:ext>
              </a:extLst>
            </p:cNvPr>
            <p:cNvSpPr/>
            <p:nvPr/>
          </p:nvSpPr>
          <p:spPr>
            <a:xfrm>
              <a:off x="10158096" y="2464035"/>
              <a:ext cx="1548234" cy="506545"/>
            </a:xfrm>
            <a:prstGeom prst="roundRect">
              <a:avLst/>
            </a:prstGeom>
            <a:solidFill>
              <a:schemeClr val="tx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Gen AI Toolkit </a:t>
              </a:r>
            </a:p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(Prompt Templates, LLMs)</a:t>
              </a:r>
            </a:p>
          </p:txBody>
        </p:sp>
        <p:sp>
          <p:nvSpPr>
            <p:cNvPr id="155" name="Rounded Rectangle 11">
              <a:extLst>
                <a:ext uri="{FF2B5EF4-FFF2-40B4-BE49-F238E27FC236}">
                  <a16:creationId xmlns:a16="http://schemas.microsoft.com/office/drawing/2014/main" id="{50DC2F67-761C-1927-5DE8-9DFE00DA9CB3}"/>
                </a:ext>
              </a:extLst>
            </p:cNvPr>
            <p:cNvSpPr/>
            <p:nvPr/>
          </p:nvSpPr>
          <p:spPr>
            <a:xfrm>
              <a:off x="11790075" y="2464035"/>
              <a:ext cx="1548234" cy="506545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Gen AI Guardrails</a:t>
              </a:r>
            </a:p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(AI Fairness 360, Bias Checks) </a:t>
              </a:r>
            </a:p>
          </p:txBody>
        </p:sp>
      </p:grp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51414CD7-E6A1-F044-6FDE-E982B247B3C4}"/>
              </a:ext>
            </a:extLst>
          </p:cNvPr>
          <p:cNvSpPr/>
          <p:nvPr/>
        </p:nvSpPr>
        <p:spPr>
          <a:xfrm>
            <a:off x="945600" y="1331022"/>
            <a:ext cx="5871568" cy="943526"/>
          </a:xfrm>
          <a:prstGeom prst="roundRect">
            <a:avLst>
              <a:gd name="adj" fmla="val 9883"/>
            </a:avLst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 Personas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0ECBDC8-4B7F-9F6B-C87B-354B9D9D42C7}"/>
              </a:ext>
            </a:extLst>
          </p:cNvPr>
          <p:cNvGrpSpPr/>
          <p:nvPr/>
        </p:nvGrpSpPr>
        <p:grpSpPr>
          <a:xfrm>
            <a:off x="1104901" y="1617135"/>
            <a:ext cx="5608506" cy="506549"/>
            <a:chOff x="2015977" y="5946548"/>
            <a:chExt cx="7401653" cy="538518"/>
          </a:xfrm>
        </p:grpSpPr>
        <p:sp>
          <p:nvSpPr>
            <p:cNvPr id="162" name="Rounded Rectangle 11">
              <a:extLst>
                <a:ext uri="{FF2B5EF4-FFF2-40B4-BE49-F238E27FC236}">
                  <a16:creationId xmlns:a16="http://schemas.microsoft.com/office/drawing/2014/main" id="{10177F66-4BEE-13FF-B37C-88A2EF44DAF3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Ops</a:t>
              </a:r>
            </a:p>
          </p:txBody>
        </p:sp>
        <p:sp>
          <p:nvSpPr>
            <p:cNvPr id="163" name="Rounded Rectangle 11">
              <a:extLst>
                <a:ext uri="{FF2B5EF4-FFF2-40B4-BE49-F238E27FC236}">
                  <a16:creationId xmlns:a16="http://schemas.microsoft.com/office/drawing/2014/main" id="{7845154A-4051-C9BC-CCBB-69485EEC0AB7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solidFill>
              <a:schemeClr val="tx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Finance</a:t>
              </a:r>
            </a:p>
          </p:txBody>
        </p:sp>
        <p:sp>
          <p:nvSpPr>
            <p:cNvPr id="164" name="Rounded Rectangle 11">
              <a:extLst>
                <a:ext uri="{FF2B5EF4-FFF2-40B4-BE49-F238E27FC236}">
                  <a16:creationId xmlns:a16="http://schemas.microsoft.com/office/drawing/2014/main" id="{0E694272-C05D-88DB-595B-B10614EB33B9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Supply Chain</a:t>
              </a:r>
            </a:p>
          </p:txBody>
        </p:sp>
        <p:sp>
          <p:nvSpPr>
            <p:cNvPr id="165" name="Rounded Rectangle 11">
              <a:extLst>
                <a:ext uri="{FF2B5EF4-FFF2-40B4-BE49-F238E27FC236}">
                  <a16:creationId xmlns:a16="http://schemas.microsoft.com/office/drawing/2014/main" id="{ADFE2822-37EE-4F30-0071-EA4CD6130CCF}"/>
                </a:ext>
              </a:extLst>
            </p:cNvPr>
            <p:cNvSpPr/>
            <p:nvPr/>
          </p:nvSpPr>
          <p:spPr>
            <a:xfrm>
              <a:off x="6490378" y="5946548"/>
              <a:ext cx="1425084" cy="53851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Sales Strategy &amp; Planning</a:t>
              </a:r>
            </a:p>
          </p:txBody>
        </p:sp>
        <p:sp>
          <p:nvSpPr>
            <p:cNvPr id="166" name="Rounded Rectangle 11">
              <a:extLst>
                <a:ext uri="{FF2B5EF4-FFF2-40B4-BE49-F238E27FC236}">
                  <a16:creationId xmlns:a16="http://schemas.microsoft.com/office/drawing/2014/main" id="{DA1888E3-4945-40FB-0BA6-09B8396790F2}"/>
                </a:ext>
              </a:extLst>
            </p:cNvPr>
            <p:cNvSpPr/>
            <p:nvPr/>
          </p:nvSpPr>
          <p:spPr>
            <a:xfrm>
              <a:off x="7992546" y="5946552"/>
              <a:ext cx="1425084" cy="53851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Procurements</a:t>
              </a:r>
            </a:p>
          </p:txBody>
        </p:sp>
      </p:grp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CE3C31C0-269E-15D4-FD18-898F935946B9}"/>
              </a:ext>
            </a:extLst>
          </p:cNvPr>
          <p:cNvSpPr/>
          <p:nvPr/>
        </p:nvSpPr>
        <p:spPr>
          <a:xfrm>
            <a:off x="6899098" y="1312118"/>
            <a:ext cx="4886143" cy="943526"/>
          </a:xfrm>
          <a:prstGeom prst="roundRect">
            <a:avLst>
              <a:gd name="adj" fmla="val 9883"/>
            </a:avLst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Analytics, AI &amp; ML Engine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5F41574-7598-5CAB-611B-5F1575376CCF}"/>
              </a:ext>
            </a:extLst>
          </p:cNvPr>
          <p:cNvGrpSpPr/>
          <p:nvPr/>
        </p:nvGrpSpPr>
        <p:grpSpPr>
          <a:xfrm>
            <a:off x="7084791" y="1598232"/>
            <a:ext cx="4556874" cy="506545"/>
            <a:chOff x="2015977" y="5946552"/>
            <a:chExt cx="4411894" cy="538514"/>
          </a:xfrm>
        </p:grpSpPr>
        <p:sp>
          <p:nvSpPr>
            <p:cNvPr id="169" name="Rounded Rectangle 11">
              <a:extLst>
                <a:ext uri="{FF2B5EF4-FFF2-40B4-BE49-F238E27FC236}">
                  <a16:creationId xmlns:a16="http://schemas.microsoft.com/office/drawing/2014/main" id="{769E1A05-D8D4-8B1A-F7FB-19845593411C}"/>
                </a:ext>
              </a:extLst>
            </p:cNvPr>
            <p:cNvSpPr/>
            <p:nvPr/>
          </p:nvSpPr>
          <p:spPr>
            <a:xfrm>
              <a:off x="2015977" y="5946552"/>
              <a:ext cx="1425084" cy="538514"/>
            </a:xfrm>
            <a:prstGeom prst="roundRect">
              <a:avLst/>
            </a:prstGeom>
            <a:solidFill>
              <a:schemeClr val="tx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9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Generative AI (Converse With Data)</a:t>
              </a:r>
            </a:p>
          </p:txBody>
        </p:sp>
        <p:sp>
          <p:nvSpPr>
            <p:cNvPr id="170" name="Rounded Rectangle 11">
              <a:extLst>
                <a:ext uri="{FF2B5EF4-FFF2-40B4-BE49-F238E27FC236}">
                  <a16:creationId xmlns:a16="http://schemas.microsoft.com/office/drawing/2014/main" id="{DF104A59-4064-1F41-B108-2E2A1400C14E}"/>
                </a:ext>
              </a:extLst>
            </p:cNvPr>
            <p:cNvSpPr/>
            <p:nvPr/>
          </p:nvSpPr>
          <p:spPr>
            <a:xfrm>
              <a:off x="3509382" y="5946552"/>
              <a:ext cx="1425084" cy="53851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uLnTx/>
                  <a:uFillTx/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</a:rPr>
                <a:t>Reports/Dashboards </a:t>
              </a:r>
            </a:p>
          </p:txBody>
        </p:sp>
        <p:sp>
          <p:nvSpPr>
            <p:cNvPr id="171" name="Rounded Rectangle 11">
              <a:extLst>
                <a:ext uri="{FF2B5EF4-FFF2-40B4-BE49-F238E27FC236}">
                  <a16:creationId xmlns:a16="http://schemas.microsoft.com/office/drawing/2014/main" id="{AB210B4C-C595-263A-93EC-55317C7B30A7}"/>
                </a:ext>
              </a:extLst>
            </p:cNvPr>
            <p:cNvSpPr/>
            <p:nvPr/>
          </p:nvSpPr>
          <p:spPr>
            <a:xfrm>
              <a:off x="5002787" y="5946552"/>
              <a:ext cx="1425084" cy="538514"/>
            </a:xfrm>
            <a:prstGeom prst="roundRect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7362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j-ea"/>
                  <a:cs typeface="Poppins" panose="00000500000000000000" pitchFamily="2" charset="0"/>
                </a:rPr>
                <a:t>Model Catalog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7816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91098C-AF1F-4CC5-1CDA-91688AE9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7055819-1C14-ADEA-E746-E033B7D1152B}"/>
              </a:ext>
            </a:extLst>
          </p:cNvPr>
          <p:cNvSpPr/>
          <p:nvPr/>
        </p:nvSpPr>
        <p:spPr>
          <a:xfrm>
            <a:off x="1005839" y="4194578"/>
            <a:ext cx="9903946" cy="119945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  Data </a:t>
            </a:r>
          </a:p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Sources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C2ECFAC-DACE-A7AD-91FC-5F2EAF7193D2}"/>
              </a:ext>
            </a:extLst>
          </p:cNvPr>
          <p:cNvSpPr/>
          <p:nvPr/>
        </p:nvSpPr>
        <p:spPr>
          <a:xfrm>
            <a:off x="1005841" y="2590825"/>
            <a:ext cx="9903946" cy="56082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Consumption Layer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70BA8-E5AB-4E3A-3F99-29898049D368}"/>
              </a:ext>
            </a:extLst>
          </p:cNvPr>
          <p:cNvSpPr/>
          <p:nvPr/>
        </p:nvSpPr>
        <p:spPr>
          <a:xfrm>
            <a:off x="6626521" y="1784213"/>
            <a:ext cx="4283264" cy="719306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Analytics, AI &amp; ML Engine</a:t>
            </a:r>
          </a:p>
        </p:txBody>
      </p:sp>
      <p:sp>
        <p:nvSpPr>
          <p:cNvPr id="130" name="Rounded Rectangle 66">
            <a:extLst>
              <a:ext uri="{FF2B5EF4-FFF2-40B4-BE49-F238E27FC236}">
                <a16:creationId xmlns:a16="http://schemas.microsoft.com/office/drawing/2014/main" id="{D93F835A-77A6-A1BB-1F95-B32C08991F7C}"/>
              </a:ext>
            </a:extLst>
          </p:cNvPr>
          <p:cNvSpPr/>
          <p:nvPr/>
        </p:nvSpPr>
        <p:spPr>
          <a:xfrm>
            <a:off x="9274506" y="2022932"/>
            <a:ext cx="1385092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Model Catalog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DFD77D3-2E00-3AA1-FA11-89C464D78236}"/>
              </a:ext>
            </a:extLst>
          </p:cNvPr>
          <p:cNvSpPr txBox="1"/>
          <p:nvPr/>
        </p:nvSpPr>
        <p:spPr>
          <a:xfrm>
            <a:off x="7912753" y="2022932"/>
            <a:ext cx="1309438" cy="4572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Reports/Dashboards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B0C3F6-EA77-A419-DE8C-32FEFC6CFCD9}"/>
              </a:ext>
            </a:extLst>
          </p:cNvPr>
          <p:cNvSpPr/>
          <p:nvPr/>
        </p:nvSpPr>
        <p:spPr>
          <a:xfrm>
            <a:off x="2474835" y="4477285"/>
            <a:ext cx="1326965" cy="364993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Calibri"/>
              </a:rPr>
              <a:t>SQL Server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3E69C3-6733-117F-E5B4-BDC54C54F84F}"/>
              </a:ext>
            </a:extLst>
          </p:cNvPr>
          <p:cNvSpPr/>
          <p:nvPr/>
        </p:nvSpPr>
        <p:spPr>
          <a:xfrm>
            <a:off x="2474836" y="4940899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33767-426C-C849-2D63-FE30F4C81D02}"/>
              </a:ext>
            </a:extLst>
          </p:cNvPr>
          <p:cNvSpPr/>
          <p:nvPr/>
        </p:nvSpPr>
        <p:spPr>
          <a:xfrm>
            <a:off x="1005840" y="3315928"/>
            <a:ext cx="9903946" cy="70303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Integration Layer</a:t>
            </a:r>
          </a:p>
        </p:txBody>
      </p:sp>
      <p:sp>
        <p:nvSpPr>
          <p:cNvPr id="36" name="Rounded Rectangle 56">
            <a:extLst>
              <a:ext uri="{FF2B5EF4-FFF2-40B4-BE49-F238E27FC236}">
                <a16:creationId xmlns:a16="http://schemas.microsoft.com/office/drawing/2014/main" id="{61EFB92B-470F-BFFB-ED44-E9AF1D2A5B1C}"/>
              </a:ext>
            </a:extLst>
          </p:cNvPr>
          <p:cNvSpPr/>
          <p:nvPr/>
        </p:nvSpPr>
        <p:spPr>
          <a:xfrm>
            <a:off x="2801583" y="2679601"/>
            <a:ext cx="673468" cy="39823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APIs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EF57995B-31C3-7591-84BD-63C289153176}"/>
              </a:ext>
            </a:extLst>
          </p:cNvPr>
          <p:cNvSpPr/>
          <p:nvPr/>
        </p:nvSpPr>
        <p:spPr>
          <a:xfrm>
            <a:off x="3633161" y="2688487"/>
            <a:ext cx="707292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</a:p>
        </p:txBody>
      </p:sp>
      <p:sp>
        <p:nvSpPr>
          <p:cNvPr id="40" name="Rounded Rectangle 56">
            <a:extLst>
              <a:ext uri="{FF2B5EF4-FFF2-40B4-BE49-F238E27FC236}">
                <a16:creationId xmlns:a16="http://schemas.microsoft.com/office/drawing/2014/main" id="{22976182-E4C1-0128-5CEC-B2DC5E29B734}"/>
              </a:ext>
            </a:extLst>
          </p:cNvPr>
          <p:cNvSpPr/>
          <p:nvPr/>
        </p:nvSpPr>
        <p:spPr>
          <a:xfrm>
            <a:off x="5765258" y="2690576"/>
            <a:ext cx="1118300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LLM Experience Layer – Text2SQL</a:t>
            </a:r>
          </a:p>
        </p:txBody>
      </p:sp>
      <p:sp>
        <p:nvSpPr>
          <p:cNvPr id="59" name="Rounded Rectangle 56">
            <a:extLst>
              <a:ext uri="{FF2B5EF4-FFF2-40B4-BE49-F238E27FC236}">
                <a16:creationId xmlns:a16="http://schemas.microsoft.com/office/drawing/2014/main" id="{F4B33A57-25E4-9D86-CBC4-342CAB46DE55}"/>
              </a:ext>
            </a:extLst>
          </p:cNvPr>
          <p:cNvSpPr/>
          <p:nvPr/>
        </p:nvSpPr>
        <p:spPr>
          <a:xfrm>
            <a:off x="8087206" y="2697121"/>
            <a:ext cx="1193292" cy="39823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Gen AI Toolkit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(Prompt Templates, LLMs)</a:t>
            </a:r>
          </a:p>
        </p:txBody>
      </p:sp>
      <p:sp>
        <p:nvSpPr>
          <p:cNvPr id="60" name="Rounded Rectangle 56">
            <a:extLst>
              <a:ext uri="{FF2B5EF4-FFF2-40B4-BE49-F238E27FC236}">
                <a16:creationId xmlns:a16="http://schemas.microsoft.com/office/drawing/2014/main" id="{AB9E92F8-EDF8-ADFB-9C28-AC5BB9DA273B}"/>
              </a:ext>
            </a:extLst>
          </p:cNvPr>
          <p:cNvSpPr/>
          <p:nvPr/>
        </p:nvSpPr>
        <p:spPr>
          <a:xfrm>
            <a:off x="9390417" y="2697121"/>
            <a:ext cx="1193292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Gen AI Guardrails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(AI Fairness 360, Bias Checks) </a:t>
            </a:r>
          </a:p>
        </p:txBody>
      </p:sp>
      <p:sp>
        <p:nvSpPr>
          <p:cNvPr id="61" name="Rounded Rectangle 56">
            <a:extLst>
              <a:ext uri="{FF2B5EF4-FFF2-40B4-BE49-F238E27FC236}">
                <a16:creationId xmlns:a16="http://schemas.microsoft.com/office/drawing/2014/main" id="{E53AE6D6-53CE-69F4-4C63-D00846703066}"/>
              </a:ext>
            </a:extLst>
          </p:cNvPr>
          <p:cNvSpPr/>
          <p:nvPr/>
        </p:nvSpPr>
        <p:spPr>
          <a:xfrm>
            <a:off x="4544257" y="2690242"/>
            <a:ext cx="1056066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Data Self Serve</a:t>
            </a:r>
          </a:p>
        </p:txBody>
      </p:sp>
      <p:sp>
        <p:nvSpPr>
          <p:cNvPr id="62" name="Rounded Rectangle 56">
            <a:extLst>
              <a:ext uri="{FF2B5EF4-FFF2-40B4-BE49-F238E27FC236}">
                <a16:creationId xmlns:a16="http://schemas.microsoft.com/office/drawing/2014/main" id="{22438446-53EE-9C21-2604-71B1B7F21E01}"/>
              </a:ext>
            </a:extLst>
          </p:cNvPr>
          <p:cNvSpPr/>
          <p:nvPr/>
        </p:nvSpPr>
        <p:spPr>
          <a:xfrm>
            <a:off x="7031907" y="2697121"/>
            <a:ext cx="873763" cy="398239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/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j-ea"/>
                <a:cs typeface="Calibri" panose="020F0502020204030204" pitchFamily="34" charset="0"/>
              </a:rPr>
              <a:t>AI/ML Feature Store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20EAC6-021E-D086-8D6A-489E10637C71}"/>
              </a:ext>
            </a:extLst>
          </p:cNvPr>
          <p:cNvSpPr txBox="1"/>
          <p:nvPr/>
        </p:nvSpPr>
        <p:spPr>
          <a:xfrm>
            <a:off x="6681583" y="2013949"/>
            <a:ext cx="1116932" cy="45720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kern="0"/>
            </a:defPPr>
            <a:lvl1pPr algn="ctr" defTabSz="736253" rtl="0" fontAlgn="base">
              <a:spcBef>
                <a:spcPct val="0"/>
              </a:spcBef>
              <a:spcAft>
                <a:spcPct val="0"/>
              </a:spcAft>
              <a:defRPr sz="1000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effectLst/>
                <a:uLnTx/>
                <a:uFillTx/>
                <a:latin typeface="Bierstadt"/>
                <a:ea typeface="Calibri"/>
                <a:cs typeface="Calibri"/>
              </a:rPr>
              <a:t>Generative AI (Converse With Data)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84E7B27-C455-D0B7-D034-8E18E8A0BD62}"/>
              </a:ext>
            </a:extLst>
          </p:cNvPr>
          <p:cNvSpPr/>
          <p:nvPr/>
        </p:nvSpPr>
        <p:spPr>
          <a:xfrm>
            <a:off x="10909786" y="136541"/>
            <a:ext cx="175929" cy="171858"/>
          </a:xfrm>
          <a:prstGeom prst="ellipse">
            <a:avLst/>
          </a:prstGeom>
          <a:solidFill>
            <a:srgbClr val="91B9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21C2EC-B739-1670-96B9-79A9BD61E84C}"/>
              </a:ext>
            </a:extLst>
          </p:cNvPr>
          <p:cNvSpPr txBox="1"/>
          <p:nvPr/>
        </p:nvSpPr>
        <p:spPr>
          <a:xfrm>
            <a:off x="9958094" y="107054"/>
            <a:ext cx="7650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MVP Scope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E2F9009-E5C1-63A1-222F-EA8A09ADBEE6}"/>
              </a:ext>
            </a:extLst>
          </p:cNvPr>
          <p:cNvSpPr/>
          <p:nvPr/>
        </p:nvSpPr>
        <p:spPr>
          <a:xfrm>
            <a:off x="9814565" y="133752"/>
            <a:ext cx="175929" cy="177436"/>
          </a:xfrm>
          <a:prstGeom prst="ellipse">
            <a:avLst/>
          </a:prstGeom>
          <a:solidFill>
            <a:srgbClr val="C5C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1CDAF20-319A-F9BD-FED7-6A9D95D0158D}"/>
              </a:ext>
            </a:extLst>
          </p:cNvPr>
          <p:cNvSpPr txBox="1"/>
          <p:nvPr/>
        </p:nvSpPr>
        <p:spPr>
          <a:xfrm>
            <a:off x="11068297" y="107054"/>
            <a:ext cx="10087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EFFFF">
                    <a:lumMod val="10000"/>
                  </a:srgbClr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Future Scope                   </a:t>
            </a:r>
          </a:p>
        </p:txBody>
      </p:sp>
      <p:sp>
        <p:nvSpPr>
          <p:cNvPr id="13" name="Slide Number Placeholder 90">
            <a:extLst>
              <a:ext uri="{FF2B5EF4-FFF2-40B4-BE49-F238E27FC236}">
                <a16:creationId xmlns:a16="http://schemas.microsoft.com/office/drawing/2014/main" id="{F6E96B1A-7BF2-524B-85AE-DCE67269EF82}"/>
              </a:ext>
            </a:extLst>
          </p:cNvPr>
          <p:cNvSpPr txBox="1">
            <a:spLocks/>
          </p:cNvSpPr>
          <p:nvPr/>
        </p:nvSpPr>
        <p:spPr>
          <a:xfrm>
            <a:off x="933818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F2C7D4-7543-4F8A-A661-C7A18B3067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CF5CDC-EB37-863C-0CAA-EB89F009EA5C}"/>
              </a:ext>
            </a:extLst>
          </p:cNvPr>
          <p:cNvSpPr/>
          <p:nvPr/>
        </p:nvSpPr>
        <p:spPr>
          <a:xfrm>
            <a:off x="995293" y="1787538"/>
            <a:ext cx="5578913" cy="71598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Business Personas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91CE3-134C-0E73-0326-4B2987895AD6}"/>
              </a:ext>
            </a:extLst>
          </p:cNvPr>
          <p:cNvSpPr txBox="1"/>
          <p:nvPr/>
        </p:nvSpPr>
        <p:spPr>
          <a:xfrm>
            <a:off x="1452020" y="2022932"/>
            <a:ext cx="914400" cy="457200"/>
          </a:xfrm>
          <a:prstGeom prst="rect">
            <a:avLst/>
          </a:prstGeom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Ops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590B2-C208-B7AD-30B6-2CBC313B9972}"/>
              </a:ext>
            </a:extLst>
          </p:cNvPr>
          <p:cNvSpPr txBox="1"/>
          <p:nvPr/>
        </p:nvSpPr>
        <p:spPr>
          <a:xfrm>
            <a:off x="2448057" y="2012290"/>
            <a:ext cx="914400" cy="4572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FDCC3A-2CDA-148F-7CF0-230A217EDCDD}"/>
              </a:ext>
            </a:extLst>
          </p:cNvPr>
          <p:cNvSpPr txBox="1"/>
          <p:nvPr/>
        </p:nvSpPr>
        <p:spPr>
          <a:xfrm>
            <a:off x="3449173" y="2023997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Supply Chain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A7262-174B-3DE5-3165-CFA37284F47C}"/>
              </a:ext>
            </a:extLst>
          </p:cNvPr>
          <p:cNvSpPr txBox="1"/>
          <p:nvPr/>
        </p:nvSpPr>
        <p:spPr>
          <a:xfrm>
            <a:off x="4440131" y="2012290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Strategy &amp; Planning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F5DE5D-6553-0D8F-02FC-44421BD3BD4C}"/>
              </a:ext>
            </a:extLst>
          </p:cNvPr>
          <p:cNvSpPr txBox="1"/>
          <p:nvPr/>
        </p:nvSpPr>
        <p:spPr>
          <a:xfrm>
            <a:off x="5507647" y="2012290"/>
            <a:ext cx="914400" cy="4572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Procurements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BCF2505-33F5-DAB5-CF81-987504CEE527}"/>
              </a:ext>
            </a:extLst>
          </p:cNvPr>
          <p:cNvSpPr txBox="1">
            <a:spLocks/>
          </p:cNvSpPr>
          <p:nvPr/>
        </p:nvSpPr>
        <p:spPr>
          <a:xfrm>
            <a:off x="945599" y="354206"/>
            <a:ext cx="10760731" cy="878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Capability View of the Architecture enabling  ConverseWithData to interact with various sources through Data Virtualization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D64C0-AB03-95AB-A90B-6DC2037B3637}"/>
              </a:ext>
            </a:extLst>
          </p:cNvPr>
          <p:cNvSpPr txBox="1"/>
          <p:nvPr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@2024 </a:t>
            </a:r>
            <a:r>
              <a:rPr kumimoji="0" lang="en-IN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AuxoAI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 – Confidential and Proprietary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CF513F-4E14-B0D5-7D30-19DEF202A37C}"/>
              </a:ext>
            </a:extLst>
          </p:cNvPr>
          <p:cNvSpPr txBox="1"/>
          <p:nvPr/>
        </p:nvSpPr>
        <p:spPr>
          <a:xfrm>
            <a:off x="2612522" y="3430932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Access Control and Governance </a:t>
            </a:r>
            <a:endParaRPr kumimoji="0" lang="en-US" sz="149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282828"/>
                  </a:gs>
                  <a:gs pos="100000">
                    <a:srgbClr val="282828"/>
                  </a:gs>
                </a:gsLst>
                <a:lin ang="5400000" scaled="1"/>
              </a:gradFill>
              <a:effectLst/>
              <a:uLnTx/>
              <a:uFillTx/>
              <a:latin typeface="CiscoSansTT ExtraLight" panose="020B0303020201020303" pitchFamily="34" charset="0"/>
              <a:ea typeface="ＭＳ Ｐゴシック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 Azure AD/ Entra ID )</a:t>
            </a:r>
            <a:endParaRPr kumimoji="0" lang="en-US" sz="149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282828"/>
                  </a:gs>
                  <a:gs pos="100000">
                    <a:srgbClr val="282828"/>
                  </a:gs>
                </a:gsLst>
                <a:lin ang="5400000" scaled="1"/>
              </a:gradFill>
              <a:effectLst/>
              <a:uLnTx/>
              <a:uFillTx/>
              <a:latin typeface="CiscoSansTT ExtraLight" panose="020B0303020201020303" pitchFamily="34" charset="0"/>
              <a:ea typeface="ＭＳ Ｐゴシック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8FA608-BD39-3F73-CB11-B9F6CC00E40B}"/>
              </a:ext>
            </a:extLst>
          </p:cNvPr>
          <p:cNvSpPr txBox="1"/>
          <p:nvPr/>
        </p:nvSpPr>
        <p:spPr>
          <a:xfrm>
            <a:off x="5454058" y="3428799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Data Virtualization Layer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(Denodo DV)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0ED730D-01EF-8E55-E960-D1688F763F08}"/>
              </a:ext>
            </a:extLst>
          </p:cNvPr>
          <p:cNvSpPr txBox="1"/>
          <p:nvPr/>
        </p:nvSpPr>
        <p:spPr>
          <a:xfrm>
            <a:off x="8315142" y="3428799"/>
            <a:ext cx="2344456" cy="457200"/>
          </a:xfrm>
          <a:prstGeom prst="rect">
            <a:avLst/>
          </a:prstGeom>
          <a:solidFill>
            <a:srgbClr val="90B94B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Enterprise Data Catalog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/>
                <a:cs typeface="Calibri"/>
              </a:rPr>
              <a:t>(Atlan/Collibra)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61D77B1-49FF-4482-6990-028B3C2D0BA1}"/>
              </a:ext>
            </a:extLst>
          </p:cNvPr>
          <p:cNvSpPr/>
          <p:nvPr/>
        </p:nvSpPr>
        <p:spPr>
          <a:xfrm>
            <a:off x="5349561" y="4491176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PostgreSQL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290F985-0F56-D9A1-0E47-F44E16DDAB25}"/>
              </a:ext>
            </a:extLst>
          </p:cNvPr>
          <p:cNvSpPr/>
          <p:nvPr/>
        </p:nvSpPr>
        <p:spPr>
          <a:xfrm>
            <a:off x="5349562" y="4954790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Work Day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FC23FDF-29B0-3A23-6F4B-6CBF573375BD}"/>
              </a:ext>
            </a:extLst>
          </p:cNvPr>
          <p:cNvSpPr/>
          <p:nvPr/>
        </p:nvSpPr>
        <p:spPr>
          <a:xfrm>
            <a:off x="3895624" y="4484752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SAP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01119DC-F90D-AE30-E382-2EC18493355D}"/>
              </a:ext>
            </a:extLst>
          </p:cNvPr>
          <p:cNvSpPr/>
          <p:nvPr/>
        </p:nvSpPr>
        <p:spPr>
          <a:xfrm>
            <a:off x="3895625" y="4948366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Model 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CC334EF-061F-9F1D-9061-4A269AC37639}"/>
              </a:ext>
            </a:extLst>
          </p:cNvPr>
          <p:cNvSpPr/>
          <p:nvPr/>
        </p:nvSpPr>
        <p:spPr>
          <a:xfrm>
            <a:off x="7221725" y="4505867"/>
            <a:ext cx="1326965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AWS S3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1ECE34D-E66D-FDFE-BC42-F010462A7013}"/>
              </a:ext>
            </a:extLst>
          </p:cNvPr>
          <p:cNvSpPr/>
          <p:nvPr/>
        </p:nvSpPr>
        <p:spPr>
          <a:xfrm>
            <a:off x="7221726" y="4949385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AWS Redshift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FAA2B-F54F-A52A-3404-E213327580C1}"/>
              </a:ext>
            </a:extLst>
          </p:cNvPr>
          <p:cNvSpPr/>
          <p:nvPr/>
        </p:nvSpPr>
        <p:spPr>
          <a:xfrm>
            <a:off x="9236980" y="4537251"/>
            <a:ext cx="1326965" cy="364993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Snowflake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23456-2F74-5052-87CF-960A242F32D3}"/>
              </a:ext>
            </a:extLst>
          </p:cNvPr>
          <p:cNvSpPr/>
          <p:nvPr/>
        </p:nvSpPr>
        <p:spPr>
          <a:xfrm>
            <a:off x="9236981" y="4980769"/>
            <a:ext cx="1326964" cy="36499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none" lIns="121920" tIns="48768" rIns="121920" bIns="48768" rtlCol="0" anchor="ctr">
            <a:noAutofit/>
          </a:bodyPr>
          <a:lstStyle/>
          <a:p>
            <a:pPr marL="0" marR="0" lvl="0" indent="0" algn="ctr" defTabSz="57144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Azure Data lake</a:t>
            </a:r>
          </a:p>
        </p:txBody>
      </p:sp>
    </p:spTree>
    <p:extLst>
      <p:ext uri="{BB962C8B-B14F-4D97-AF65-F5344CB8AC3E}">
        <p14:creationId xmlns:p14="http://schemas.microsoft.com/office/powerpoint/2010/main" val="3636741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A0B42E-E6A0-6836-0EF0-42CA82D5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CAA9CD-D443-C0F4-823C-AB4EEFBED4E6}"/>
              </a:ext>
            </a:extLst>
          </p:cNvPr>
          <p:cNvSpPr/>
          <p:nvPr/>
        </p:nvSpPr>
        <p:spPr>
          <a:xfrm>
            <a:off x="1005840" y="3315928"/>
            <a:ext cx="9903946" cy="70303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Integration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B441C-2734-FBA0-B9C1-B31EEE176E2A}"/>
              </a:ext>
            </a:extLst>
          </p:cNvPr>
          <p:cNvSpPr txBox="1"/>
          <p:nvPr/>
        </p:nvSpPr>
        <p:spPr>
          <a:xfrm>
            <a:off x="8964126" y="3407211"/>
            <a:ext cx="1766975" cy="520471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API 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Management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E7DD52-ECC1-8B5C-D54D-E2052BDE33E5}"/>
              </a:ext>
            </a:extLst>
          </p:cNvPr>
          <p:cNvSpPr/>
          <p:nvPr/>
        </p:nvSpPr>
        <p:spPr>
          <a:xfrm>
            <a:off x="1005839" y="4194578"/>
            <a:ext cx="9903946" cy="1199459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  Data </a:t>
            </a:r>
          </a:p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    Sources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1D30E23-BBD2-2BE1-7789-5DAF12C9B6BE}"/>
              </a:ext>
            </a:extLst>
          </p:cNvPr>
          <p:cNvSpPr/>
          <p:nvPr/>
        </p:nvSpPr>
        <p:spPr>
          <a:xfrm>
            <a:off x="1005841" y="2590825"/>
            <a:ext cx="9903946" cy="56082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ctr"/>
          <a:lstStyle/>
          <a:p>
            <a:pPr marL="0" marR="0" lvl="0" indent="0" algn="l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Consumption Layer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EC87B-46DC-8743-C4E1-A27266F92A1E}"/>
              </a:ext>
            </a:extLst>
          </p:cNvPr>
          <p:cNvSpPr/>
          <p:nvPr/>
        </p:nvSpPr>
        <p:spPr>
          <a:xfrm>
            <a:off x="6626521" y="1784213"/>
            <a:ext cx="4283264" cy="719306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Analytics, AI &amp; ML Engine</a:t>
            </a:r>
          </a:p>
        </p:txBody>
      </p:sp>
      <p:sp>
        <p:nvSpPr>
          <p:cNvPr id="13" name="Slide Number Placeholder 90">
            <a:extLst>
              <a:ext uri="{FF2B5EF4-FFF2-40B4-BE49-F238E27FC236}">
                <a16:creationId xmlns:a16="http://schemas.microsoft.com/office/drawing/2014/main" id="{75406CCD-D2E3-73CB-0574-37AF4B754F4C}"/>
              </a:ext>
            </a:extLst>
          </p:cNvPr>
          <p:cNvSpPr txBox="1">
            <a:spLocks/>
          </p:cNvSpPr>
          <p:nvPr/>
        </p:nvSpPr>
        <p:spPr>
          <a:xfrm>
            <a:off x="933818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F2C7D4-7543-4F8A-A661-C7A18B3067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86434F-BC81-474D-AE33-8BCCED373322}"/>
              </a:ext>
            </a:extLst>
          </p:cNvPr>
          <p:cNvSpPr/>
          <p:nvPr/>
        </p:nvSpPr>
        <p:spPr>
          <a:xfrm>
            <a:off x="995293" y="1787538"/>
            <a:ext cx="5578913" cy="715981"/>
          </a:xfrm>
          <a:prstGeom prst="rect">
            <a:avLst/>
          </a:prstGeom>
          <a:solidFill>
            <a:srgbClr val="EAEAEA"/>
          </a:solidFill>
          <a:ln w="6350" cap="flat" cmpd="sng" algn="ctr">
            <a:solidFill>
              <a:srgbClr val="888888"/>
            </a:solidFill>
            <a:prstDash val="solid"/>
          </a:ln>
          <a:effectLst/>
        </p:spPr>
        <p:txBody>
          <a:bodyPr lIns="121920" tIns="48768" rIns="121920" bIns="48768" rtlCol="0" anchor="t"/>
          <a:lstStyle/>
          <a:p>
            <a:pPr marL="0" marR="0" lvl="0" indent="0" algn="ctr" defTabSz="6096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Business Personas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74D8DC-1A22-56EB-0555-4D8859C805C3}"/>
              </a:ext>
            </a:extLst>
          </p:cNvPr>
          <p:cNvSpPr txBox="1"/>
          <p:nvPr/>
        </p:nvSpPr>
        <p:spPr>
          <a:xfrm>
            <a:off x="1452020" y="2022932"/>
            <a:ext cx="914400" cy="457200"/>
          </a:xfrm>
          <a:prstGeom prst="rect">
            <a:avLst/>
          </a:prstGeom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Ops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C40986-280C-C929-1721-EF8A1C00F769}"/>
              </a:ext>
            </a:extLst>
          </p:cNvPr>
          <p:cNvSpPr txBox="1"/>
          <p:nvPr/>
        </p:nvSpPr>
        <p:spPr>
          <a:xfrm>
            <a:off x="2448057" y="2012290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3EA4D-92B0-F96A-8A84-6E0044BE1EF5}"/>
              </a:ext>
            </a:extLst>
          </p:cNvPr>
          <p:cNvSpPr txBox="1"/>
          <p:nvPr/>
        </p:nvSpPr>
        <p:spPr>
          <a:xfrm>
            <a:off x="3449173" y="2023997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Supply Chain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90AFCA-C0C6-8D15-460E-F39CD5E91361}"/>
              </a:ext>
            </a:extLst>
          </p:cNvPr>
          <p:cNvSpPr txBox="1"/>
          <p:nvPr/>
        </p:nvSpPr>
        <p:spPr>
          <a:xfrm>
            <a:off x="4440131" y="2012290"/>
            <a:ext cx="914400" cy="4572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Sales Strategy &amp; Planning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B9E837F-AB04-172C-E44C-2EDDFC7BFE42}"/>
              </a:ext>
            </a:extLst>
          </p:cNvPr>
          <p:cNvSpPr txBox="1"/>
          <p:nvPr/>
        </p:nvSpPr>
        <p:spPr>
          <a:xfrm>
            <a:off x="5507647" y="2012290"/>
            <a:ext cx="914400" cy="45720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Procurements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AFD94C-E3F1-E763-0449-821031034622}"/>
              </a:ext>
            </a:extLst>
          </p:cNvPr>
          <p:cNvSpPr/>
          <p:nvPr/>
        </p:nvSpPr>
        <p:spPr>
          <a:xfrm>
            <a:off x="12554712" y="153633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AE0F350-E6CF-9E7C-38D9-D831D8EEBB6C}"/>
              </a:ext>
            </a:extLst>
          </p:cNvPr>
          <p:cNvSpPr txBox="1">
            <a:spLocks/>
          </p:cNvSpPr>
          <p:nvPr/>
        </p:nvSpPr>
        <p:spPr>
          <a:xfrm>
            <a:off x="945599" y="354206"/>
            <a:ext cx="10760731" cy="878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Component Architecture enabling ConverseWithData to interact with various sources through Data Virtualization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00C1F-89C5-AC22-AE7E-F37A76533D67}"/>
              </a:ext>
            </a:extLst>
          </p:cNvPr>
          <p:cNvSpPr txBox="1"/>
          <p:nvPr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@2024 </a:t>
            </a:r>
            <a:r>
              <a:rPr kumimoji="0" lang="en-IN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AuxoAI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 – Confidential and Proprietary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0234F-BE8B-CCFA-9AE3-3E95F27ACCDE}"/>
              </a:ext>
            </a:extLst>
          </p:cNvPr>
          <p:cNvSpPr txBox="1"/>
          <p:nvPr/>
        </p:nvSpPr>
        <p:spPr>
          <a:xfrm>
            <a:off x="2612522" y="3430932"/>
            <a:ext cx="2009676" cy="52047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algn="ctr" defTabSz="1472506" fontAlgn="base">
              <a:spcBef>
                <a:spcPct val="0"/>
              </a:spcBef>
              <a:spcAft>
                <a:spcPct val="0"/>
              </a:spcAft>
              <a:defRPr sz="1493" kern="0"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1"/>
                </a:gradFill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Access Control and Governance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2F2940-4D5D-D043-93B6-9E25E2DAE0C3}"/>
              </a:ext>
            </a:extLst>
          </p:cNvPr>
          <p:cNvSpPr txBox="1"/>
          <p:nvPr/>
        </p:nvSpPr>
        <p:spPr>
          <a:xfrm>
            <a:off x="4867529" y="3416227"/>
            <a:ext cx="1902986" cy="535256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Data Virtualization Layer 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3A87F2-1286-5367-5328-44D8701DEE89}"/>
              </a:ext>
            </a:extLst>
          </p:cNvPr>
          <p:cNvSpPr txBox="1"/>
          <p:nvPr/>
        </p:nvSpPr>
        <p:spPr>
          <a:xfrm>
            <a:off x="6983833" y="3416958"/>
            <a:ext cx="1766975" cy="520471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 rtlCol="0" anchor="ctr"/>
          <a:lstStyle>
            <a:defPPr>
              <a:defRPr lang="en-US"/>
            </a:defPPr>
            <a:lvl1pPr marR="0" lvl="0" indent="0" algn="ctr" defTabSz="73625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 kern="0">
                <a:solidFill>
                  <a:srgbClr val="333333"/>
                </a:solidFill>
                <a:latin typeface="Bierstad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Calibri" panose="020F0502020204030204" pitchFamily="34" charset="0"/>
                <a:cs typeface="Calibri" panose="020F0502020204030204" pitchFamily="34" charset="0"/>
              </a:rPr>
              <a:t>Enterprise Data Catalog</a:t>
            </a: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7362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Bierstad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Picture 46">
            <a:extLst>
              <a:ext uri="{FF2B5EF4-FFF2-40B4-BE49-F238E27FC236}">
                <a16:creationId xmlns:a16="http://schemas.microsoft.com/office/drawing/2014/main" id="{D5C3B6FD-0EA1-F112-F573-B6778B55C0AB}"/>
              </a:ext>
            </a:extLst>
          </p:cNvPr>
          <p:cNvGrpSpPr/>
          <p:nvPr/>
        </p:nvGrpSpPr>
        <p:grpSpPr>
          <a:xfrm>
            <a:off x="8841384" y="2029848"/>
            <a:ext cx="855723" cy="456037"/>
            <a:chOff x="0" y="0"/>
            <a:chExt cx="768901" cy="412585"/>
          </a:xfrm>
        </p:grpSpPr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5964A4D1-985E-A4C8-E3C9-B23DD941F589}"/>
                </a:ext>
              </a:extLst>
            </p:cNvPr>
            <p:cNvSpPr/>
            <p:nvPr/>
          </p:nvSpPr>
          <p:spPr>
            <a:xfrm>
              <a:off x="0" y="0"/>
              <a:ext cx="768901" cy="412585"/>
            </a:xfrm>
            <a:prstGeom prst="rect">
              <a:avLst/>
            </a:prstGeom>
            <a:solidFill>
              <a:srgbClr val="C4C4C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91B94C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sym typeface="Helvetica Light"/>
              </a:endParaRPr>
            </a:p>
          </p:txBody>
        </p:sp>
        <p:pic>
          <p:nvPicPr>
            <p:cNvPr id="27" name="image70.png" descr="image70.png">
              <a:extLst>
                <a:ext uri="{FF2B5EF4-FFF2-40B4-BE49-F238E27FC236}">
                  <a16:creationId xmlns:a16="http://schemas.microsoft.com/office/drawing/2014/main" id="{1C42AEF0-7A77-3E06-E7E8-E0E8C8050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768901" cy="4125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DEE1BF0C-D811-A7B1-E8D9-432CE5525CF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9"/>
          <a:stretch/>
        </p:blipFill>
        <p:spPr>
          <a:xfrm>
            <a:off x="7427096" y="2010332"/>
            <a:ext cx="833837" cy="4823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18D404-E014-2E95-3891-3AB64AFC622D}"/>
              </a:ext>
            </a:extLst>
          </p:cNvPr>
          <p:cNvSpPr txBox="1"/>
          <p:nvPr/>
        </p:nvSpPr>
        <p:spPr>
          <a:xfrm>
            <a:off x="7555900" y="2144466"/>
            <a:ext cx="646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Gen AI</a:t>
            </a:r>
          </a:p>
        </p:txBody>
      </p:sp>
      <p:sp>
        <p:nvSpPr>
          <p:cNvPr id="32" name="Feature store">
            <a:extLst>
              <a:ext uri="{FF2B5EF4-FFF2-40B4-BE49-F238E27FC236}">
                <a16:creationId xmlns:a16="http://schemas.microsoft.com/office/drawing/2014/main" id="{5B2F5821-42AF-8100-7C2B-1F44390DE723}"/>
              </a:ext>
            </a:extLst>
          </p:cNvPr>
          <p:cNvSpPr txBox="1"/>
          <p:nvPr/>
        </p:nvSpPr>
        <p:spPr>
          <a:xfrm>
            <a:off x="8491073" y="2978261"/>
            <a:ext cx="116038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7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Elastic Vector Store</a:t>
            </a:r>
          </a:p>
        </p:txBody>
      </p:sp>
      <p:sp>
        <p:nvSpPr>
          <p:cNvPr id="38" name="Feature store">
            <a:extLst>
              <a:ext uri="{FF2B5EF4-FFF2-40B4-BE49-F238E27FC236}">
                <a16:creationId xmlns:a16="http://schemas.microsoft.com/office/drawing/2014/main" id="{A3576C23-73A9-158A-3911-E84215844913}"/>
              </a:ext>
            </a:extLst>
          </p:cNvPr>
          <p:cNvSpPr txBox="1"/>
          <p:nvPr/>
        </p:nvSpPr>
        <p:spPr>
          <a:xfrm>
            <a:off x="7096488" y="3004446"/>
            <a:ext cx="116038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7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Azure Open AI</a:t>
            </a:r>
          </a:p>
        </p:txBody>
      </p:sp>
      <p:pic>
        <p:nvPicPr>
          <p:cNvPr id="39" name="Image" descr="Image">
            <a:extLst>
              <a:ext uri="{FF2B5EF4-FFF2-40B4-BE49-F238E27FC236}">
                <a16:creationId xmlns:a16="http://schemas.microsoft.com/office/drawing/2014/main" id="{72178282-1FCC-AC5A-3D3D-0C63AFE1F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78" b="95556" l="4000" r="95556">
                        <a14:foregroundMark x1="37778" y1="5778" x2="37778" y2="5778"/>
                        <a14:foregroundMark x1="4444" y1="41333" x2="4444" y2="41333"/>
                        <a14:foregroundMark x1="34667" y1="92444" x2="34667" y2="92444"/>
                        <a14:foregroundMark x1="38667" y1="95556" x2="38667" y2="95556"/>
                        <a14:foregroundMark x1="95556" y1="45778" x2="95556" y2="45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7900" y="2665218"/>
            <a:ext cx="380587" cy="380587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2SQL">
            <a:extLst>
              <a:ext uri="{FF2B5EF4-FFF2-40B4-BE49-F238E27FC236}">
                <a16:creationId xmlns:a16="http://schemas.microsoft.com/office/drawing/2014/main" id="{9D580450-6EA4-651D-1B51-8854CBCEE97D}"/>
              </a:ext>
            </a:extLst>
          </p:cNvPr>
          <p:cNvSpPr txBox="1"/>
          <p:nvPr/>
        </p:nvSpPr>
        <p:spPr>
          <a:xfrm>
            <a:off x="5751905" y="2982906"/>
            <a:ext cx="51552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Text2SQL</a:t>
            </a:r>
          </a:p>
        </p:txBody>
      </p:sp>
      <p:pic>
        <p:nvPicPr>
          <p:cNvPr id="44" name="Picture 10">
            <a:extLst>
              <a:ext uri="{FF2B5EF4-FFF2-40B4-BE49-F238E27FC236}">
                <a16:creationId xmlns:a16="http://schemas.microsoft.com/office/drawing/2014/main" id="{2BA216FC-8F79-546C-2FE8-87316C258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993" y="4409333"/>
            <a:ext cx="456428" cy="2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2BF2A68F-4A5F-479B-DF91-EA36D3816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110" y="4973070"/>
            <a:ext cx="798706" cy="24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0" descr="SoftwareReviews">
            <a:extLst>
              <a:ext uri="{FF2B5EF4-FFF2-40B4-BE49-F238E27FC236}">
                <a16:creationId xmlns:a16="http://schemas.microsoft.com/office/drawing/2014/main" id="{9089EDFC-8EC4-BAEB-6C8B-38AD9146B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892" y="4973070"/>
            <a:ext cx="782264" cy="31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6" descr="Oracle Cloud Services - Star IT Services">
            <a:extLst>
              <a:ext uri="{FF2B5EF4-FFF2-40B4-BE49-F238E27FC236}">
                <a16:creationId xmlns:a16="http://schemas.microsoft.com/office/drawing/2014/main" id="{56788194-F1D1-1192-7C7D-62DFD277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088" y="4322316"/>
            <a:ext cx="853017" cy="57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8">
            <a:extLst>
              <a:ext uri="{FF2B5EF4-FFF2-40B4-BE49-F238E27FC236}">
                <a16:creationId xmlns:a16="http://schemas.microsoft.com/office/drawing/2014/main" id="{7CC3693D-8AAA-73FE-F95D-6455ACB2A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878" y="4920272"/>
            <a:ext cx="976647" cy="37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AMAZON REDSHIFT">
            <a:extLst>
              <a:ext uri="{FF2B5EF4-FFF2-40B4-BE49-F238E27FC236}">
                <a16:creationId xmlns:a16="http://schemas.microsoft.com/office/drawing/2014/main" id="{6A47532B-26F8-7A5D-C64E-7733FDAAC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392" y="4495761"/>
            <a:ext cx="1134467" cy="72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Picture 4">
            <a:extLst>
              <a:ext uri="{FF2B5EF4-FFF2-40B4-BE49-F238E27FC236}">
                <a16:creationId xmlns:a16="http://schemas.microsoft.com/office/drawing/2014/main" id="{92E5DA81-F673-0E43-4C75-68E6C46B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256" y="3653938"/>
            <a:ext cx="664336" cy="20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Load Data From S3 Buckets | Saturn Cloud">
            <a:extLst>
              <a:ext uri="{FF2B5EF4-FFF2-40B4-BE49-F238E27FC236}">
                <a16:creationId xmlns:a16="http://schemas.microsoft.com/office/drawing/2014/main" id="{B9941366-32CF-A047-91C7-B2CB9A551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0" t="8315" r="2207" b="9737"/>
          <a:stretch/>
        </p:blipFill>
        <p:spPr bwMode="auto">
          <a:xfrm>
            <a:off x="6991745" y="4694656"/>
            <a:ext cx="1026901" cy="31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lasticsearch png images | PNGWing">
            <a:extLst>
              <a:ext uri="{FF2B5EF4-FFF2-40B4-BE49-F238E27FC236}">
                <a16:creationId xmlns:a16="http://schemas.microsoft.com/office/drawing/2014/main" id="{77E24A5A-A669-1D1B-904C-302039EEE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45" b="15920"/>
          <a:stretch/>
        </p:blipFill>
        <p:spPr bwMode="auto">
          <a:xfrm>
            <a:off x="8651586" y="2660745"/>
            <a:ext cx="634182" cy="31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zure Open AI and Azure Search ...">
            <a:extLst>
              <a:ext uri="{FF2B5EF4-FFF2-40B4-BE49-F238E27FC236}">
                <a16:creationId xmlns:a16="http://schemas.microsoft.com/office/drawing/2014/main" id="{4AFA1101-47B5-0D55-94DF-EA6E1C9BB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978" y="2692232"/>
            <a:ext cx="519060" cy="29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Denodo Logo PNG Vector - Download Free Resource">
            <a:extLst>
              <a:ext uri="{FF2B5EF4-FFF2-40B4-BE49-F238E27FC236}">
                <a16:creationId xmlns:a16="http://schemas.microsoft.com/office/drawing/2014/main" id="{A8A5BB93-0633-7056-8896-05CF8108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424" y="3651724"/>
            <a:ext cx="741837" cy="20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Snowflake Logo, Brand Guidelines &amp; Icons (2024)">
            <a:extLst>
              <a:ext uri="{FF2B5EF4-FFF2-40B4-BE49-F238E27FC236}">
                <a16:creationId xmlns:a16="http://schemas.microsoft.com/office/drawing/2014/main" id="{364A24F8-139A-9E62-B2DF-EC6174540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63023" r="6713" b="11637"/>
          <a:stretch/>
        </p:blipFill>
        <p:spPr bwMode="auto">
          <a:xfrm>
            <a:off x="9290187" y="4977795"/>
            <a:ext cx="1040839" cy="23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icrosoft introduces SQL Server 2022 - Techzine Global">
            <a:extLst>
              <a:ext uri="{FF2B5EF4-FFF2-40B4-BE49-F238E27FC236}">
                <a16:creationId xmlns:a16="http://schemas.microsoft.com/office/drawing/2014/main" id="{D2333B8E-0520-9393-AA65-9BA39B069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42" b="23935"/>
          <a:stretch/>
        </p:blipFill>
        <p:spPr bwMode="auto">
          <a:xfrm>
            <a:off x="3090325" y="4434788"/>
            <a:ext cx="920665" cy="25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DLS">
            <a:extLst>
              <a:ext uri="{FF2B5EF4-FFF2-40B4-BE49-F238E27FC236}">
                <a16:creationId xmlns:a16="http://schemas.microsoft.com/office/drawing/2014/main" id="{CCD519C5-65B0-0B33-2105-EE7CE0986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6" t="16632" r="11813"/>
          <a:stretch/>
        </p:blipFill>
        <p:spPr bwMode="auto">
          <a:xfrm>
            <a:off x="9390973" y="4353882"/>
            <a:ext cx="804914" cy="43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Denodo Logo PNG Vector - Download Free Resource">
            <a:extLst>
              <a:ext uri="{FF2B5EF4-FFF2-40B4-BE49-F238E27FC236}">
                <a16:creationId xmlns:a16="http://schemas.microsoft.com/office/drawing/2014/main" id="{9D9FB8EF-1DBE-5E33-1CD7-F8BC02FCA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426" y="2714491"/>
            <a:ext cx="1027304" cy="27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2SQL">
            <a:extLst>
              <a:ext uri="{FF2B5EF4-FFF2-40B4-BE49-F238E27FC236}">
                <a16:creationId xmlns:a16="http://schemas.microsoft.com/office/drawing/2014/main" id="{F02EB874-9F12-C216-6405-C88B0FED512A}"/>
              </a:ext>
            </a:extLst>
          </p:cNvPr>
          <p:cNvSpPr txBox="1"/>
          <p:nvPr/>
        </p:nvSpPr>
        <p:spPr>
          <a:xfrm>
            <a:off x="3909690" y="2980827"/>
            <a:ext cx="89864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Data virtualization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2" name="Picture 4" descr="Microsoft Entra ID | Figures -Fair Pay, Simple Way">
            <a:extLst>
              <a:ext uri="{FF2B5EF4-FFF2-40B4-BE49-F238E27FC236}">
                <a16:creationId xmlns:a16="http://schemas.microsoft.com/office/drawing/2014/main" id="{79869A10-C231-E846-0E75-56AD7AA7A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6" t="28756" r="16832" b="19611"/>
          <a:stretch/>
        </p:blipFill>
        <p:spPr bwMode="auto">
          <a:xfrm>
            <a:off x="3117125" y="3636841"/>
            <a:ext cx="867064" cy="36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zure API Management Getting Started with: A Basic Setup Guide to using Azure  API Management Build and Scale and Monitor scalable APIs">
            <a:extLst>
              <a:ext uri="{FF2B5EF4-FFF2-40B4-BE49-F238E27FC236}">
                <a16:creationId xmlns:a16="http://schemas.microsoft.com/office/drawing/2014/main" id="{28E4FD4C-DC52-A5D4-00CF-FE3CD542A4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6" t="11976" r="4845" b="11834"/>
          <a:stretch/>
        </p:blipFill>
        <p:spPr bwMode="auto">
          <a:xfrm>
            <a:off x="9329209" y="3581681"/>
            <a:ext cx="1065965" cy="3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05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DD2B34-330B-44A9-F1F0-28D5A930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85CA86E-04F3-F345-694E-780EB212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Implementation Timeline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A3C7A4-959B-3A8C-E64D-D16C1B9C55F3}"/>
              </a:ext>
            </a:extLst>
          </p:cNvPr>
          <p:cNvSpPr/>
          <p:nvPr/>
        </p:nvSpPr>
        <p:spPr>
          <a:xfrm>
            <a:off x="1476375" y="1619251"/>
            <a:ext cx="3191765" cy="428624"/>
          </a:xfrm>
          <a:prstGeom prst="roundRect">
            <a:avLst>
              <a:gd name="adj" fmla="val 909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sz="1200" b="1" i="0">
                <a:solidFill>
                  <a:schemeClr val="tx2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Phase 1</a:t>
            </a:r>
            <a:endParaRPr lang="en-IN" sz="120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360B65-D384-FFF0-020A-2574BDEEAF5A}"/>
              </a:ext>
            </a:extLst>
          </p:cNvPr>
          <p:cNvSpPr/>
          <p:nvPr/>
        </p:nvSpPr>
        <p:spPr>
          <a:xfrm>
            <a:off x="4954936" y="1619251"/>
            <a:ext cx="3191765" cy="428624"/>
          </a:xfrm>
          <a:prstGeom prst="roundRect">
            <a:avLst>
              <a:gd name="adj" fmla="val 909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sz="1200" b="1" i="0">
                <a:solidFill>
                  <a:schemeClr val="tx2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Phase 2</a:t>
            </a:r>
            <a:endParaRPr lang="en-IN" sz="120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DD99D9-E96E-5C84-14EB-5B255C25F5A2}"/>
              </a:ext>
            </a:extLst>
          </p:cNvPr>
          <p:cNvSpPr/>
          <p:nvPr/>
        </p:nvSpPr>
        <p:spPr>
          <a:xfrm>
            <a:off x="8433496" y="1619251"/>
            <a:ext cx="3191765" cy="428624"/>
          </a:xfrm>
          <a:prstGeom prst="roundRect">
            <a:avLst>
              <a:gd name="adj" fmla="val 909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sz="1200" b="1" i="0">
                <a:solidFill>
                  <a:schemeClr val="tx2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Phase 3</a:t>
            </a:r>
            <a:endParaRPr lang="en-IN" sz="120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FC4BFA-39F4-7DD0-D2F7-4EEEF396834F}"/>
              </a:ext>
            </a:extLst>
          </p:cNvPr>
          <p:cNvCxnSpPr/>
          <p:nvPr/>
        </p:nvCxnSpPr>
        <p:spPr>
          <a:xfrm>
            <a:off x="1476374" y="2295525"/>
            <a:ext cx="3191765" cy="0"/>
          </a:xfrm>
          <a:prstGeom prst="straightConnector1">
            <a:avLst/>
          </a:prstGeom>
          <a:ln w="127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518BCF1-6B25-34B0-0FA0-E1A142EF55CA}"/>
              </a:ext>
            </a:extLst>
          </p:cNvPr>
          <p:cNvSpPr/>
          <p:nvPr/>
        </p:nvSpPr>
        <p:spPr>
          <a:xfrm>
            <a:off x="2578361" y="2162175"/>
            <a:ext cx="98779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1.5 months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D53693-011A-BC10-4C75-6E1DE4BAC738}"/>
              </a:ext>
            </a:extLst>
          </p:cNvPr>
          <p:cNvCxnSpPr/>
          <p:nvPr/>
        </p:nvCxnSpPr>
        <p:spPr>
          <a:xfrm>
            <a:off x="4954936" y="2295525"/>
            <a:ext cx="3191765" cy="0"/>
          </a:xfrm>
          <a:prstGeom prst="straightConnector1">
            <a:avLst/>
          </a:prstGeom>
          <a:ln w="127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2920D-04E3-7A78-2279-9240585A8212}"/>
              </a:ext>
            </a:extLst>
          </p:cNvPr>
          <p:cNvSpPr/>
          <p:nvPr/>
        </p:nvSpPr>
        <p:spPr>
          <a:xfrm>
            <a:off x="6056922" y="2162175"/>
            <a:ext cx="98779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 months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BE13C6-9883-A789-639A-9E4977B8C236}"/>
              </a:ext>
            </a:extLst>
          </p:cNvPr>
          <p:cNvCxnSpPr/>
          <p:nvPr/>
        </p:nvCxnSpPr>
        <p:spPr>
          <a:xfrm>
            <a:off x="8433496" y="2295525"/>
            <a:ext cx="3191765" cy="0"/>
          </a:xfrm>
          <a:prstGeom prst="straightConnector1">
            <a:avLst/>
          </a:prstGeom>
          <a:ln w="127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61D905B-B845-2B5D-9340-5770495C30FF}"/>
              </a:ext>
            </a:extLst>
          </p:cNvPr>
          <p:cNvSpPr/>
          <p:nvPr/>
        </p:nvSpPr>
        <p:spPr>
          <a:xfrm>
            <a:off x="9535483" y="2162175"/>
            <a:ext cx="98779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 month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972E525-420C-AFC7-6B6C-DC8F8917DDBA}"/>
              </a:ext>
            </a:extLst>
          </p:cNvPr>
          <p:cNvSpPr/>
          <p:nvPr/>
        </p:nvSpPr>
        <p:spPr>
          <a:xfrm>
            <a:off x="1476374" y="2662238"/>
            <a:ext cx="3191765" cy="1766886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Establish core knowledge base for </a:t>
            </a:r>
            <a:r>
              <a:rPr lang="en-US" sz="1200" b="0" i="0" err="1">
                <a:solidFill>
                  <a:srgbClr val="000000"/>
                </a:solidFill>
                <a:effectLst/>
                <a:latin typeface="Poppins"/>
                <a:cs typeface="Poppins"/>
              </a:rPr>
              <a:t>Fivetran</a:t>
            </a: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 capabilities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Implement basic NLU for ingestion requests 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Create fundamental API integration framework</a:t>
            </a:r>
          </a:p>
          <a:p>
            <a:pPr marL="180975" indent="-180975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cs typeface="Poppins"/>
              </a:rPr>
              <a:t>AI based Relationship insights of Source data model</a:t>
            </a:r>
            <a:endParaRPr lang="en-US" sz="1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D15E55-0981-4F5A-96E3-E40B9F41142C}"/>
              </a:ext>
            </a:extLst>
          </p:cNvPr>
          <p:cNvSpPr/>
          <p:nvPr/>
        </p:nvSpPr>
        <p:spPr>
          <a:xfrm>
            <a:off x="4954934" y="2662238"/>
            <a:ext cx="3191765" cy="1766886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Implement support for top 10-15 most common connectors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Develop basic schema mapping recommendations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Create initial monitoring and reporting capabilities </a:t>
            </a:r>
          </a:p>
          <a:p>
            <a:pPr marL="180975" indent="-180975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cs typeface="Poppins"/>
              </a:rPr>
              <a:t>AI based build for custom connectors using SDK and API</a:t>
            </a:r>
            <a:endParaRPr lang="en-US" sz="1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BCD8331-EB63-46BB-E5A8-8F2961933DC9}"/>
              </a:ext>
            </a:extLst>
          </p:cNvPr>
          <p:cNvSpPr/>
          <p:nvPr/>
        </p:nvSpPr>
        <p:spPr>
          <a:xfrm>
            <a:off x="8433493" y="2662238"/>
            <a:ext cx="3191765" cy="1766886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Test with real user scenarios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Refine NLU capabilities based on test results </a:t>
            </a:r>
          </a:p>
          <a:p>
            <a:pPr marL="180975" indent="-180975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Non-</a:t>
            </a:r>
            <a:r>
              <a:rPr lang="en-US" sz="120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Fivetran</a:t>
            </a:r>
            <a:r>
              <a:rPr lang="en-US" sz="120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 Data movement over FTP to a target data model</a:t>
            </a:r>
            <a:endParaRPr lang="en-US" sz="1200">
              <a:solidFill>
                <a:srgbClr val="000000"/>
              </a:solidFill>
              <a:latin typeface="Poppins"/>
              <a:cs typeface="Poppins"/>
            </a:endParaRP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Implement basic error handling and recovery </a:t>
            </a:r>
          </a:p>
          <a:p>
            <a:pPr>
              <a:lnSpc>
                <a:spcPts val="1350"/>
              </a:lnSpc>
              <a:spcAft>
                <a:spcPts val="600"/>
              </a:spcAft>
            </a:pPr>
            <a:endParaRPr lang="en-US" sz="1200">
              <a:solidFill>
                <a:srgbClr val="000000"/>
              </a:solidFill>
              <a:latin typeface="Poppins"/>
              <a:cs typeface="Poppin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C0F9CC-E942-ECCA-41EE-876D54F304C6}"/>
              </a:ext>
            </a:extLst>
          </p:cNvPr>
          <p:cNvSpPr/>
          <p:nvPr/>
        </p:nvSpPr>
        <p:spPr>
          <a:xfrm>
            <a:off x="1476374" y="4595813"/>
            <a:ext cx="3181182" cy="1652587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Vector database of </a:t>
            </a:r>
            <a:r>
              <a:rPr lang="en-US" sz="1200" b="0" i="0" err="1">
                <a:solidFill>
                  <a:srgbClr val="000000"/>
                </a:solidFill>
                <a:effectLst/>
                <a:latin typeface="Poppins"/>
                <a:cs typeface="Poppins"/>
              </a:rPr>
              <a:t>Fivetran</a:t>
            </a: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 connector documentation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Basic intent classification model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Core API integration layer with authentication</a:t>
            </a:r>
          </a:p>
          <a:p>
            <a:pPr marL="180975" indent="-180975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>
                <a:solidFill>
                  <a:srgbClr val="000000"/>
                </a:solidFill>
                <a:latin typeface="Poppins"/>
                <a:cs typeface="Poppins"/>
              </a:rPr>
              <a:t>Entity relationship between data assets in the source</a:t>
            </a:r>
            <a:endParaRPr lang="en-US" sz="1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CAEC9A-448A-7A6A-3B3B-B7D75CB9930F}"/>
              </a:ext>
            </a:extLst>
          </p:cNvPr>
          <p:cNvSpPr/>
          <p:nvPr/>
        </p:nvSpPr>
        <p:spPr>
          <a:xfrm>
            <a:off x="4954934" y="4595813"/>
            <a:ext cx="3191765" cy="1652587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Functional connector setup and configuration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Basic schema mapping functionality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Simple monitoring dashboard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E06ADC-A788-A78F-6AE6-DE8722BAD872}"/>
              </a:ext>
            </a:extLst>
          </p:cNvPr>
          <p:cNvSpPr/>
          <p:nvPr/>
        </p:nvSpPr>
        <p:spPr>
          <a:xfrm>
            <a:off x="8433493" y="4595813"/>
            <a:ext cx="3191765" cy="1652587"/>
          </a:xfrm>
          <a:prstGeom prst="roundRect">
            <a:avLst>
              <a:gd name="adj" fmla="val 495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36000" rtlCol="0" anchor="t"/>
          <a:lstStyle/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Validated agent for production use </a:t>
            </a:r>
          </a:p>
          <a:p>
            <a:pPr marL="180975" indent="-180975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>
                <a:solidFill>
                  <a:srgbClr val="000000"/>
                </a:solidFill>
                <a:latin typeface="Poppins"/>
                <a:cs typeface="Poppins"/>
              </a:rPr>
              <a:t>Support FTP sources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Initial user documentation </a:t>
            </a:r>
          </a:p>
          <a:p>
            <a:pPr marL="180975" indent="-180975" algn="l" rtl="0" fontAlgn="base">
              <a:lnSpc>
                <a:spcPts val="135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200" b="0" i="0">
                <a:solidFill>
                  <a:srgbClr val="000000"/>
                </a:solidFill>
                <a:effectLst/>
                <a:latin typeface="Poppins"/>
                <a:cs typeface="Poppins"/>
              </a:rPr>
              <a:t>Simple training module for citizen users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38F013-7393-652A-6152-90226B61E9D2}"/>
              </a:ext>
            </a:extLst>
          </p:cNvPr>
          <p:cNvSpPr txBox="1"/>
          <p:nvPr/>
        </p:nvSpPr>
        <p:spPr>
          <a:xfrm>
            <a:off x="66151" y="3268682"/>
            <a:ext cx="1266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3F1AD8-8002-2B39-9B69-6D8FF1DF06DE}"/>
              </a:ext>
            </a:extLst>
          </p:cNvPr>
          <p:cNvSpPr txBox="1"/>
          <p:nvPr/>
        </p:nvSpPr>
        <p:spPr>
          <a:xfrm>
            <a:off x="66151" y="5140731"/>
            <a:ext cx="1266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232622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583E-5CA8-0603-176B-BB6C46B9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2933C1-89B4-CEE8-F00A-AD4DB99AE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DF43A00-2184-7949-462E-B5ED17CF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Phase 2 Deliverables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06679-F247-445A-899E-0C22FDA4B7AA}"/>
              </a:ext>
            </a:extLst>
          </p:cNvPr>
          <p:cNvSpPr txBox="1"/>
          <p:nvPr/>
        </p:nvSpPr>
        <p:spPr>
          <a:xfrm>
            <a:off x="885824" y="1201081"/>
            <a:ext cx="11306176" cy="54476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1. Updated Architecture &amp; Scaling Blueprint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Refine and expand system architecture for higher performance and scalability.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2. Integrated Data Pipeline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Automate data transformation.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3. Refined Prompt Library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Enhance prompt templates for improved LLM accuracy and context handling.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4. SSO Integration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Implement single sign‐on with Microsoft Entra ID (Azure AD) for a seamless user experience.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5. GitHub &amp; CI/CD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Set up source control, automated builds, and deployments.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6. Data Catalog &amp; Data Virtualization Integration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Incorporate Enterprise Data Catalog* and  Denodo* for Data virtualization federated queries.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7. Usage statistics &amp; metrics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Capture usage statistics and metrics for better insights and adoption.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8. Access Control </a:t>
            </a:r>
            <a:r>
              <a:rPr kumimoji="0" lang="en-IN" sz="1400" b="1" i="0" u="none" strike="noStrike" kern="1200" cap="none" spc="0" normalizeH="0" baseline="0" noProof="0" err="1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Enablements</a:t>
            </a: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Enforce role‐based security and table/column‐level permissions.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9. Performance Optimization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Tune query execution plans and vector searches to reduce latency.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10. QA Validation &amp; UAT Feedback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  - Conduct thorough testing and gather user acceptance feedback for final refinements.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51059-2915-01FC-FE2C-4A33126B00AF}"/>
              </a:ext>
            </a:extLst>
          </p:cNvPr>
          <p:cNvSpPr txBox="1"/>
          <p:nvPr/>
        </p:nvSpPr>
        <p:spPr>
          <a:xfrm>
            <a:off x="9296843" y="6538912"/>
            <a:ext cx="3625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* Based on broader tool alignment</a:t>
            </a:r>
          </a:p>
        </p:txBody>
      </p:sp>
    </p:spTree>
    <p:extLst>
      <p:ext uri="{BB962C8B-B14F-4D97-AF65-F5344CB8AC3E}">
        <p14:creationId xmlns:p14="http://schemas.microsoft.com/office/powerpoint/2010/main" val="99855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1736-9049-6F64-0CE1-EB65C1BD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3BA2A2-82F8-2755-D45A-01E105BBF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218FAAE-FF84-EBBA-65D8-EA5693DD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Phase 1 Deliverables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C3475-73A6-B0F4-ED98-B35ADC4B25D9}"/>
              </a:ext>
            </a:extLst>
          </p:cNvPr>
          <p:cNvSpPr txBox="1"/>
          <p:nvPr/>
        </p:nvSpPr>
        <p:spPr>
          <a:xfrm>
            <a:off x="885824" y="1351508"/>
            <a:ext cx="971716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1. Architecture &amp; Environment Setup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Establish core infrastructure and environment prerequisites.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2. Data Connectivity &amp; Profiling </a:t>
            </a: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Connect to SQL Server and perform basic data exploration.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3. Integration with SQL Server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Set up secure read access and test queries.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4. Prompt &amp; Model Framework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Develop the foundational logic for natural language to SQL conversion.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5. UI &amp; API Deployment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Launch the initial user interface and backend service endpoints (via </a:t>
            </a:r>
            <a:r>
              <a:rPr lang="en-US" sz="1100" err="1">
                <a:latin typeface="Poppins" panose="00000500000000000000" pitchFamily="2" charset="0"/>
                <a:cs typeface="Poppins" panose="00000500000000000000" pitchFamily="2" charset="0"/>
              </a:rPr>
              <a:t>FastAPI</a:t>
            </a: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/React).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6. Vector Store &amp; Application DB Layer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Configure vector database (Elastic ) and the primary application database.  </a:t>
            </a:r>
          </a:p>
          <a:p>
            <a:pPr>
              <a:spcAft>
                <a:spcPts val="600"/>
              </a:spcAft>
            </a:pPr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7. End‐to‐End MVP  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   - Deliver a working minimal viable product demonstrating the basic query flow.</a:t>
            </a:r>
            <a:endParaRPr lang="en-IN" sz="11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F272E-A71D-71A0-3A10-FF54AD063E2A}"/>
              </a:ext>
            </a:extLst>
          </p:cNvPr>
          <p:cNvSpPr txBox="1"/>
          <p:nvPr/>
        </p:nvSpPr>
        <p:spPr>
          <a:xfrm>
            <a:off x="9296843" y="6538912"/>
            <a:ext cx="3625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* Based on broader tool alignment</a:t>
            </a:r>
          </a:p>
        </p:txBody>
      </p:sp>
    </p:spTree>
    <p:extLst>
      <p:ext uri="{BB962C8B-B14F-4D97-AF65-F5344CB8AC3E}">
        <p14:creationId xmlns:p14="http://schemas.microsoft.com/office/powerpoint/2010/main" val="4030373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6B49B7-2656-9216-C6C1-17522FB9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0">
            <a:extLst>
              <a:ext uri="{FF2B5EF4-FFF2-40B4-BE49-F238E27FC236}">
                <a16:creationId xmlns:a16="http://schemas.microsoft.com/office/drawing/2014/main" id="{2E5ACD16-412B-90E4-2703-6E63D9AC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00" y="378049"/>
            <a:ext cx="10515600" cy="569991"/>
          </a:xfrm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tx2"/>
                </a:solidFill>
                <a:latin typeface="Poppins"/>
                <a:cs typeface="Poppins"/>
              </a:rPr>
              <a:t>Execution Plan – Phase 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F76E3DC-1091-C363-0D80-2951EC92844F}"/>
              </a:ext>
            </a:extLst>
          </p:cNvPr>
          <p:cNvGraphicFramePr>
            <a:graphicFrameLocks noGrp="1"/>
          </p:cNvGraphicFramePr>
          <p:nvPr/>
        </p:nvGraphicFramePr>
        <p:xfrm>
          <a:off x="1873859" y="1098850"/>
          <a:ext cx="8892753" cy="5475453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1917025">
                  <a:extLst>
                    <a:ext uri="{9D8B030D-6E8A-4147-A177-3AD203B41FA5}">
                      <a16:colId xmlns:a16="http://schemas.microsoft.com/office/drawing/2014/main" val="1618511665"/>
                    </a:ext>
                  </a:extLst>
                </a:gridCol>
                <a:gridCol w="6975728">
                  <a:extLst>
                    <a:ext uri="{9D8B030D-6E8A-4147-A177-3AD203B41FA5}">
                      <a16:colId xmlns:a16="http://schemas.microsoft.com/office/drawing/2014/main" val="45097547"/>
                    </a:ext>
                  </a:extLst>
                </a:gridCol>
              </a:tblGrid>
              <a:tr h="3534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ea typeface="Lato" panose="020F0502020204030203" pitchFamily="34" charset="0"/>
                          <a:cs typeface="Poppins" panose="00000500000000000000" pitchFamily="2" charset="0"/>
                        </a:rPr>
                        <a:t>Week</a:t>
                      </a:r>
                    </a:p>
                  </a:txBody>
                  <a:tcPr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algn="ctr" fontAlgn="b"/>
                      <a:r>
                        <a:rPr lang="en-US" sz="1100" b="1" i="0">
                          <a:solidFill>
                            <a:schemeClr val="bg1"/>
                          </a:solidFill>
                          <a:effectLst/>
                          <a:latin typeface="Poppins"/>
                          <a:ea typeface="Lato"/>
                          <a:cs typeface="Poppins"/>
                        </a:rPr>
                        <a:t>Activity</a:t>
                      </a:r>
                      <a:endParaRPr lang="en-US" sz="1200" i="1">
                        <a:solidFill>
                          <a:schemeClr val="bg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755024"/>
                  </a:ext>
                </a:extLst>
              </a:tr>
              <a:tr h="360338">
                <a:tc rowSpan="2">
                  <a:txBody>
                    <a:bodyPr/>
                    <a:lstStyle/>
                    <a:p>
                      <a:pPr lvl="0" algn="ctr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1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Architecture finalization &amp; data flow design</a:t>
                      </a:r>
                      <a:endParaRPr lang="en-US" sz="1200" b="1" i="0">
                        <a:solidFill>
                          <a:srgbClr val="91B94C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705112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Break down into backend, AI, FE modules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45083"/>
                  </a:ext>
                </a:extLst>
              </a:tr>
              <a:tr h="307115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2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</a:t>
                      </a: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PoC</a:t>
                      </a: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Azure </a:t>
                      </a: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environment</a:t>
                      </a: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+ repos</a:t>
                      </a:r>
                      <a:endParaRPr lang="en-IN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678406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Create base backend &amp; frontend code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93243"/>
                  </a:ext>
                </a:extLst>
              </a:tr>
              <a:tr h="289186">
                <a:tc vMerge="1">
                  <a:txBody>
                    <a:bodyPr/>
                    <a:lstStyle/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DB schema (App DB)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12509"/>
                  </a:ext>
                </a:extLst>
              </a:tr>
              <a:tr h="320414">
                <a:tc rowSpan="3">
                  <a:txBody>
                    <a:bodyPr/>
                    <a:lstStyle/>
                    <a:p>
                      <a:pPr lvl="0" algn="ctr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3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Populate Fivetran ingestion knowledge base</a:t>
                      </a:r>
                      <a:endParaRPr lang="en-IN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382122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Setup &amp; test vector DB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785577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Design table relationship model from catalog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62262"/>
                  </a:ext>
                </a:extLst>
              </a:tr>
              <a:tr h="3204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4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Integrate Fivetran API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929147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Define</a:t>
                      </a: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NLU </a:t>
                      </a: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intent</a:t>
                      </a: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classes + </a:t>
                      </a: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GenAI</a:t>
                      </a: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prompt </a:t>
                      </a:r>
                      <a:r>
                        <a:rPr lang="fr-FR" sz="1200" i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templates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477475"/>
                  </a:ext>
                </a:extLst>
              </a:tr>
              <a:tr h="320414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5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Implement GenAI call to extract metadata from a sample source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527060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API + vector retrieval integration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146086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Connect FE to ingestion API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317854"/>
                  </a:ext>
                </a:extLst>
              </a:tr>
              <a:tr h="320414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6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Integration testing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11638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Internal dry-run of ingestion flow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80761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Phase 1 demo &amp;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4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932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1065B9-BCC9-000D-C2C2-7A915AEA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0">
            <a:extLst>
              <a:ext uri="{FF2B5EF4-FFF2-40B4-BE49-F238E27FC236}">
                <a16:creationId xmlns:a16="http://schemas.microsoft.com/office/drawing/2014/main" id="{6C4D8FB3-37BD-350E-4DAA-F89FDDC7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00" y="378049"/>
            <a:ext cx="10515600" cy="569991"/>
          </a:xfrm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tx2"/>
                </a:solidFill>
                <a:latin typeface="Poppins"/>
                <a:cs typeface="Poppins"/>
              </a:rPr>
              <a:t>Execution Plan – Phase 2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5AE7E7D-8CBD-CC66-93AA-70C3613EF1D6}"/>
              </a:ext>
            </a:extLst>
          </p:cNvPr>
          <p:cNvGraphicFramePr>
            <a:graphicFrameLocks noGrp="1"/>
          </p:cNvGraphicFramePr>
          <p:nvPr/>
        </p:nvGraphicFramePr>
        <p:xfrm>
          <a:off x="1775248" y="1251250"/>
          <a:ext cx="8892753" cy="4785383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1917025">
                  <a:extLst>
                    <a:ext uri="{9D8B030D-6E8A-4147-A177-3AD203B41FA5}">
                      <a16:colId xmlns:a16="http://schemas.microsoft.com/office/drawing/2014/main" val="1618511665"/>
                    </a:ext>
                  </a:extLst>
                </a:gridCol>
                <a:gridCol w="6975728">
                  <a:extLst>
                    <a:ext uri="{9D8B030D-6E8A-4147-A177-3AD203B41FA5}">
                      <a16:colId xmlns:a16="http://schemas.microsoft.com/office/drawing/2014/main" val="45097547"/>
                    </a:ext>
                  </a:extLst>
                </a:gridCol>
              </a:tblGrid>
              <a:tr h="3041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ea typeface="Lato" panose="020F0502020204030203" pitchFamily="34" charset="0"/>
                          <a:cs typeface="Poppins" panose="00000500000000000000" pitchFamily="2" charset="0"/>
                        </a:rPr>
                        <a:t>Week</a:t>
                      </a:r>
                    </a:p>
                  </a:txBody>
                  <a:tcPr anchor="ctr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algn="ctr" fontAlgn="b"/>
                      <a:r>
                        <a:rPr lang="en-US" sz="1100" b="1" i="0">
                          <a:solidFill>
                            <a:schemeClr val="bg1"/>
                          </a:solidFill>
                          <a:effectLst/>
                          <a:latin typeface="Poppins"/>
                          <a:ea typeface="Lato"/>
                          <a:cs typeface="Poppins"/>
                        </a:rPr>
                        <a:t>Activity</a:t>
                      </a:r>
                      <a:endParaRPr lang="en-US" sz="1200" i="1">
                        <a:solidFill>
                          <a:schemeClr val="bg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755024"/>
                  </a:ext>
                </a:extLst>
              </a:tr>
              <a:tr h="360338">
                <a:tc rowSpan="2">
                  <a:txBody>
                    <a:bodyPr/>
                    <a:lstStyle/>
                    <a:p>
                      <a:pPr lvl="0" algn="ctr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7-8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Add support for top 10 Fivetran connectors </a:t>
                      </a:r>
                      <a:endParaRPr lang="en-US" sz="1200" b="1" i="0">
                        <a:solidFill>
                          <a:srgbClr val="91B94C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705112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Design tables mapping prompt/template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45083"/>
                  </a:ext>
                </a:extLst>
              </a:tr>
              <a:tr h="307115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9-10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Integrate tables mapping output into FE</a:t>
                      </a:r>
                      <a:endParaRPr lang="en-IN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678406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Logging of job status/errors</a:t>
                      </a:r>
                      <a:endParaRPr lang="en-US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93243"/>
                  </a:ext>
                </a:extLst>
              </a:tr>
              <a:tr h="289186">
                <a:tc vMerge="1">
                  <a:txBody>
                    <a:bodyPr/>
                    <a:lstStyle/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SSO Integration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12509"/>
                  </a:ext>
                </a:extLst>
              </a:tr>
              <a:tr h="320414">
                <a:tc rowSpan="2">
                  <a:txBody>
                    <a:bodyPr/>
                    <a:lstStyle/>
                    <a:p>
                      <a:pPr lvl="0" algn="ctr" fontAlgn="base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11-12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Build GenAI-assisted flow to auto-generate Fivetran SDK-based connector</a:t>
                      </a:r>
                      <a:endParaRPr lang="en-IN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382122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 fontAlgn="base"/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Add Fallback Error Messaging</a:t>
                      </a:r>
                      <a:endParaRPr lang="de-DE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785577"/>
                  </a:ext>
                </a:extLst>
              </a:tr>
              <a:tr h="3204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13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Internal testing of 10 connector flows</a:t>
                      </a:r>
                      <a:endParaRPr lang="de-DE" sz="1200" b="1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929147"/>
                  </a:ext>
                </a:extLst>
              </a:tr>
              <a:tr h="320414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Helvetica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Monitoring Dashboard UX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477475"/>
                  </a:ext>
                </a:extLst>
              </a:tr>
              <a:tr h="320414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14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QA testing + dry run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527060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UI/UX Refinements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146086"/>
                  </a:ext>
                </a:extLst>
              </a:tr>
              <a:tr h="320414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Week 15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Feedback incorporation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11638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Final round of deployment tests</a:t>
                      </a:r>
                      <a:endParaRPr lang="fr-FR" sz="1200" i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80761"/>
                  </a:ext>
                </a:extLst>
              </a:tr>
              <a:tr h="320414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Phase 2 wrap-up demo &amp;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4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377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7319BE-D6B3-BF5B-5647-D84118F72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1BA12-316B-0A40-BB3D-1A8CDD33E9E5}" type="slidenum">
              <a:rPr kumimoji="0" lang="en-US" sz="500" b="1" i="0" u="none" strike="noStrike" kern="1200" cap="none" spc="5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500" b="1" i="0" u="none" strike="noStrike" kern="1200" cap="none" spc="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AA1F07E-CB60-280B-4320-6F25F577B9D4}"/>
              </a:ext>
            </a:extLst>
          </p:cNvPr>
          <p:cNvSpPr txBox="1">
            <a:spLocks/>
          </p:cNvSpPr>
          <p:nvPr/>
        </p:nvSpPr>
        <p:spPr>
          <a:xfrm>
            <a:off x="965619" y="279878"/>
            <a:ext cx="10848632" cy="954000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10182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Our Common Information Model for Finance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E8C140-6702-7030-0BBF-3C20947DA79C}"/>
              </a:ext>
            </a:extLst>
          </p:cNvPr>
          <p:cNvSpPr/>
          <p:nvPr/>
        </p:nvSpPr>
        <p:spPr>
          <a:xfrm>
            <a:off x="131648" y="3138269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Financial Accounting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34A3BB-5B0E-5976-FC2B-7F942C490C46}"/>
              </a:ext>
            </a:extLst>
          </p:cNvPr>
          <p:cNvSpPr/>
          <p:nvPr/>
        </p:nvSpPr>
        <p:spPr>
          <a:xfrm>
            <a:off x="2721684" y="1215615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General Ledger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B5A8AE-5C1A-1A54-7A44-056E44925C07}"/>
              </a:ext>
            </a:extLst>
          </p:cNvPr>
          <p:cNvSpPr/>
          <p:nvPr/>
        </p:nvSpPr>
        <p:spPr>
          <a:xfrm>
            <a:off x="2721684" y="2176942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Accounts Receivable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217DE2-CA7A-505F-3854-57B5E3B8B75C}"/>
              </a:ext>
            </a:extLst>
          </p:cNvPr>
          <p:cNvSpPr/>
          <p:nvPr/>
        </p:nvSpPr>
        <p:spPr>
          <a:xfrm>
            <a:off x="2721684" y="3138269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Accounts Payable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4640D2-6B05-ED67-80F4-F8F2478E5534}"/>
              </a:ext>
            </a:extLst>
          </p:cNvPr>
          <p:cNvSpPr/>
          <p:nvPr/>
        </p:nvSpPr>
        <p:spPr>
          <a:xfrm>
            <a:off x="2721684" y="4099596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Accounting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9EF1A8-D6F8-618F-F449-B9CBFCC9E4F5}"/>
              </a:ext>
            </a:extLst>
          </p:cNvPr>
          <p:cNvSpPr/>
          <p:nvPr/>
        </p:nvSpPr>
        <p:spPr>
          <a:xfrm>
            <a:off x="2721684" y="5187912"/>
            <a:ext cx="1764254" cy="804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Accounting</a:t>
            </a:r>
          </a:p>
        </p:txBody>
      </p:sp>
      <p:cxnSp>
        <p:nvCxnSpPr>
          <p:cNvPr id="9" name="Elbow Connector 9">
            <a:extLst>
              <a:ext uri="{FF2B5EF4-FFF2-40B4-BE49-F238E27FC236}">
                <a16:creationId xmlns:a16="http://schemas.microsoft.com/office/drawing/2014/main" id="{542CC84C-6239-C984-B138-AD6EE8120A3E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895902" y="1617682"/>
            <a:ext cx="825782" cy="1922654"/>
          </a:xfrm>
          <a:prstGeom prst="bentConnector3">
            <a:avLst/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10">
            <a:extLst>
              <a:ext uri="{FF2B5EF4-FFF2-40B4-BE49-F238E27FC236}">
                <a16:creationId xmlns:a16="http://schemas.microsoft.com/office/drawing/2014/main" id="{D0D82687-3002-F7E9-DAEA-141783E1C1A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1895902" y="2579009"/>
            <a:ext cx="825782" cy="96132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3">
            <a:extLst>
              <a:ext uri="{FF2B5EF4-FFF2-40B4-BE49-F238E27FC236}">
                <a16:creationId xmlns:a16="http://schemas.microsoft.com/office/drawing/2014/main" id="{2539797B-B83A-1382-342F-389F7BFB378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95902" y="3540336"/>
            <a:ext cx="825782" cy="12700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6">
            <a:extLst>
              <a:ext uri="{FF2B5EF4-FFF2-40B4-BE49-F238E27FC236}">
                <a16:creationId xmlns:a16="http://schemas.microsoft.com/office/drawing/2014/main" id="{BA7166ED-BCF1-97FC-925D-2B035B4F89AF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895902" y="3540336"/>
            <a:ext cx="825782" cy="96132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9">
            <a:extLst>
              <a:ext uri="{FF2B5EF4-FFF2-40B4-BE49-F238E27FC236}">
                <a16:creationId xmlns:a16="http://schemas.microsoft.com/office/drawing/2014/main" id="{3FC82770-20E2-5D6F-D37F-1D223499750B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895902" y="3540336"/>
            <a:ext cx="825782" cy="2049643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9734283F-48D4-016D-4ECA-EF7ABAD9D333}"/>
              </a:ext>
            </a:extLst>
          </p:cNvPr>
          <p:cNvSpPr/>
          <p:nvPr/>
        </p:nvSpPr>
        <p:spPr>
          <a:xfrm>
            <a:off x="4681368" y="1215615"/>
            <a:ext cx="1558067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42C909-12B6-64D9-51D7-F867C94A91C1}"/>
              </a:ext>
            </a:extLst>
          </p:cNvPr>
          <p:cNvSpPr/>
          <p:nvPr/>
        </p:nvSpPr>
        <p:spPr>
          <a:xfrm>
            <a:off x="4801493" y="1259749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Financial Reporting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532BB0-066B-1070-AE82-A132D521BE06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4485938" y="1617682"/>
            <a:ext cx="19543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FF0E65B-48CD-CD8D-E09C-5C3633375395}"/>
              </a:ext>
            </a:extLst>
          </p:cNvPr>
          <p:cNvSpPr/>
          <p:nvPr/>
        </p:nvSpPr>
        <p:spPr>
          <a:xfrm>
            <a:off x="4801493" y="1504893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Period Closure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374B0B-5F52-D1AB-49A4-6805B9DEE588}"/>
              </a:ext>
            </a:extLst>
          </p:cNvPr>
          <p:cNvSpPr/>
          <p:nvPr/>
        </p:nvSpPr>
        <p:spPr>
          <a:xfrm>
            <a:off x="4801493" y="1750037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 Account Balance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CEE827-CAE5-6D62-1614-2A69CC430921}"/>
              </a:ext>
            </a:extLst>
          </p:cNvPr>
          <p:cNvSpPr txBox="1"/>
          <p:nvPr/>
        </p:nvSpPr>
        <p:spPr>
          <a:xfrm>
            <a:off x="365760" y="2883052"/>
            <a:ext cx="1215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Domain 1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B5985B6D-FD68-1A3A-45AB-EF4BC52A1B4C}"/>
              </a:ext>
            </a:extLst>
          </p:cNvPr>
          <p:cNvSpPr/>
          <p:nvPr/>
        </p:nvSpPr>
        <p:spPr>
          <a:xfrm>
            <a:off x="6602887" y="1211746"/>
            <a:ext cx="5370374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D674E-718D-5101-0E35-4665B99692C3}"/>
              </a:ext>
            </a:extLst>
          </p:cNvPr>
          <p:cNvSpPr/>
          <p:nvPr/>
        </p:nvSpPr>
        <p:spPr>
          <a:xfrm>
            <a:off x="6761896" y="1413706"/>
            <a:ext cx="1188720" cy="4002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 Accounts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50A609-EADF-4B4E-641B-0D86F90E1AEF}"/>
              </a:ext>
            </a:extLst>
          </p:cNvPr>
          <p:cNvSpPr/>
          <p:nvPr/>
        </p:nvSpPr>
        <p:spPr>
          <a:xfrm>
            <a:off x="8049774" y="1413706"/>
            <a:ext cx="1188720" cy="4002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GL Account Balance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5339DE-FB18-5CE3-8462-8D2B56A99822}"/>
              </a:ext>
            </a:extLst>
          </p:cNvPr>
          <p:cNvSpPr/>
          <p:nvPr/>
        </p:nvSpPr>
        <p:spPr>
          <a:xfrm>
            <a:off x="9337652" y="1404325"/>
            <a:ext cx="1188720" cy="41897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Journal Entries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EDBCF0-BE50-DADB-6DE2-026320E5FE76}"/>
              </a:ext>
            </a:extLst>
          </p:cNvPr>
          <p:cNvSpPr/>
          <p:nvPr/>
        </p:nvSpPr>
        <p:spPr>
          <a:xfrm>
            <a:off x="10625531" y="1404325"/>
            <a:ext cx="1188720" cy="41897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Accounting Document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4D611F-4E31-8BA7-8617-D8DE2FA87F03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V="1">
            <a:off x="6239435" y="1613813"/>
            <a:ext cx="363452" cy="386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43">
            <a:extLst>
              <a:ext uri="{FF2B5EF4-FFF2-40B4-BE49-F238E27FC236}">
                <a16:creationId xmlns:a16="http://schemas.microsoft.com/office/drawing/2014/main" id="{AFBB5DA9-B5D4-EF27-C055-D1000637FB76}"/>
              </a:ext>
            </a:extLst>
          </p:cNvPr>
          <p:cNvSpPr/>
          <p:nvPr/>
        </p:nvSpPr>
        <p:spPr>
          <a:xfrm>
            <a:off x="4681368" y="2174722"/>
            <a:ext cx="1558067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2A3BF7-373F-902C-6ACB-B23FCADAC796}"/>
              </a:ext>
            </a:extLst>
          </p:cNvPr>
          <p:cNvSpPr/>
          <p:nvPr/>
        </p:nvSpPr>
        <p:spPr>
          <a:xfrm>
            <a:off x="4801493" y="2223993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Invoicing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70B158-DDDF-69CA-6553-EA286610D9D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485938" y="2576789"/>
            <a:ext cx="19543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C9C4DCC-CA3C-F3EC-BC6F-6AF8C650849A}"/>
              </a:ext>
            </a:extLst>
          </p:cNvPr>
          <p:cNvSpPr/>
          <p:nvPr/>
        </p:nvSpPr>
        <p:spPr>
          <a:xfrm>
            <a:off x="4801493" y="2471171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Payments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C6B22D-A8EC-489F-D304-0D7AEC0161D0}"/>
              </a:ext>
            </a:extLst>
          </p:cNvPr>
          <p:cNvSpPr/>
          <p:nvPr/>
        </p:nvSpPr>
        <p:spPr>
          <a:xfrm>
            <a:off x="4801493" y="2708301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Credit Management</a:t>
            </a:r>
          </a:p>
        </p:txBody>
      </p:sp>
      <p:sp>
        <p:nvSpPr>
          <p:cNvPr id="32" name="Rounded Rectangle 49">
            <a:extLst>
              <a:ext uri="{FF2B5EF4-FFF2-40B4-BE49-F238E27FC236}">
                <a16:creationId xmlns:a16="http://schemas.microsoft.com/office/drawing/2014/main" id="{7D370022-6ADB-6F82-5E44-B328BFF1121D}"/>
              </a:ext>
            </a:extLst>
          </p:cNvPr>
          <p:cNvSpPr/>
          <p:nvPr/>
        </p:nvSpPr>
        <p:spPr>
          <a:xfrm>
            <a:off x="6602887" y="2170853"/>
            <a:ext cx="5370374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AF5F90-BB1C-422F-1826-13E3F15530C0}"/>
              </a:ext>
            </a:extLst>
          </p:cNvPr>
          <p:cNvSpPr/>
          <p:nvPr/>
        </p:nvSpPr>
        <p:spPr>
          <a:xfrm>
            <a:off x="6761896" y="2382427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Master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16A16-BC28-A8B5-55E2-B22AD61F1510}"/>
              </a:ext>
            </a:extLst>
          </p:cNvPr>
          <p:cNvSpPr/>
          <p:nvPr/>
        </p:nvSpPr>
        <p:spPr>
          <a:xfrm>
            <a:off x="8049774" y="2382427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Invoices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1367CE-6358-15A8-BA52-968F07270EC6}"/>
              </a:ext>
            </a:extLst>
          </p:cNvPr>
          <p:cNvSpPr/>
          <p:nvPr/>
        </p:nvSpPr>
        <p:spPr>
          <a:xfrm>
            <a:off x="9337652" y="2382427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Payments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150EF9-2E50-43DB-1F6F-4ABBF7598639}"/>
              </a:ext>
            </a:extLst>
          </p:cNvPr>
          <p:cNvSpPr/>
          <p:nvPr/>
        </p:nvSpPr>
        <p:spPr>
          <a:xfrm>
            <a:off x="10625531" y="2382427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Credit Limits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FD42E2-D032-05AF-6E46-233D25B04323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 flipV="1">
            <a:off x="6239435" y="2572920"/>
            <a:ext cx="363452" cy="386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56">
            <a:extLst>
              <a:ext uri="{FF2B5EF4-FFF2-40B4-BE49-F238E27FC236}">
                <a16:creationId xmlns:a16="http://schemas.microsoft.com/office/drawing/2014/main" id="{2E8E5DB4-3B33-A4C3-987D-5A8F9435C8C8}"/>
              </a:ext>
            </a:extLst>
          </p:cNvPr>
          <p:cNvSpPr/>
          <p:nvPr/>
        </p:nvSpPr>
        <p:spPr>
          <a:xfrm>
            <a:off x="4681368" y="3133829"/>
            <a:ext cx="1558067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286BAC-2214-F435-14C1-A229C0F2B6E8}"/>
              </a:ext>
            </a:extLst>
          </p:cNvPr>
          <p:cNvSpPr/>
          <p:nvPr/>
        </p:nvSpPr>
        <p:spPr>
          <a:xfrm>
            <a:off x="4801493" y="3177963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Vendor invoicing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2BE20C-71E9-2120-909E-253DF7004E9D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85938" y="3535896"/>
            <a:ext cx="19543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8B49D5B-05D5-E33A-9A75-5531F6EEEA3F}"/>
              </a:ext>
            </a:extLst>
          </p:cNvPr>
          <p:cNvSpPr/>
          <p:nvPr/>
        </p:nvSpPr>
        <p:spPr>
          <a:xfrm>
            <a:off x="4801493" y="3423107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Payments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5BE492-B421-E91F-D493-B55F5DC7CB03}"/>
              </a:ext>
            </a:extLst>
          </p:cNvPr>
          <p:cNvSpPr/>
          <p:nvPr/>
        </p:nvSpPr>
        <p:spPr>
          <a:xfrm>
            <a:off x="4801493" y="3668251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Payment terms</a:t>
            </a:r>
          </a:p>
        </p:txBody>
      </p:sp>
      <p:sp>
        <p:nvSpPr>
          <p:cNvPr id="43" name="Rounded Rectangle 61">
            <a:extLst>
              <a:ext uri="{FF2B5EF4-FFF2-40B4-BE49-F238E27FC236}">
                <a16:creationId xmlns:a16="http://schemas.microsoft.com/office/drawing/2014/main" id="{9C8340BF-A7A7-587F-8E49-AF04EC2A876D}"/>
              </a:ext>
            </a:extLst>
          </p:cNvPr>
          <p:cNvSpPr/>
          <p:nvPr/>
        </p:nvSpPr>
        <p:spPr>
          <a:xfrm>
            <a:off x="6602887" y="3129960"/>
            <a:ext cx="5370374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0291C6-A332-06C8-79A5-E729FAB550B8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 flipV="1">
            <a:off x="6239435" y="3532027"/>
            <a:ext cx="363452" cy="386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B6EB9D4-30BF-1DB0-4BB2-CA297DBE2106}"/>
              </a:ext>
            </a:extLst>
          </p:cNvPr>
          <p:cNvSpPr/>
          <p:nvPr/>
        </p:nvSpPr>
        <p:spPr>
          <a:xfrm>
            <a:off x="6761896" y="3330859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Vendor Master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500D7E-6717-6157-69C5-1A98A48204E9}"/>
              </a:ext>
            </a:extLst>
          </p:cNvPr>
          <p:cNvSpPr/>
          <p:nvPr/>
        </p:nvSpPr>
        <p:spPr>
          <a:xfrm>
            <a:off x="8049774" y="3330859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Vendor Invoices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BE301FA-7469-4235-9ACD-48F5FEB03538}"/>
              </a:ext>
            </a:extLst>
          </p:cNvPr>
          <p:cNvSpPr/>
          <p:nvPr/>
        </p:nvSpPr>
        <p:spPr>
          <a:xfrm>
            <a:off x="9337652" y="3330859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Vendor Payments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E947B6-6963-7321-DABF-0F4A6F2EB9F5}"/>
              </a:ext>
            </a:extLst>
          </p:cNvPr>
          <p:cNvSpPr/>
          <p:nvPr/>
        </p:nvSpPr>
        <p:spPr>
          <a:xfrm>
            <a:off x="10625531" y="3330859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Payment Terms</a:t>
            </a:r>
          </a:p>
        </p:txBody>
      </p:sp>
      <p:sp>
        <p:nvSpPr>
          <p:cNvPr id="49" name="Rounded Rectangle 75">
            <a:extLst>
              <a:ext uri="{FF2B5EF4-FFF2-40B4-BE49-F238E27FC236}">
                <a16:creationId xmlns:a16="http://schemas.microsoft.com/office/drawing/2014/main" id="{DA83921A-7B5C-51E5-0A2F-77CD4DEAB5B5}"/>
              </a:ext>
            </a:extLst>
          </p:cNvPr>
          <p:cNvSpPr/>
          <p:nvPr/>
        </p:nvSpPr>
        <p:spPr>
          <a:xfrm>
            <a:off x="4682262" y="4103465"/>
            <a:ext cx="1558067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AB2767-E8FE-586F-ED60-8AAD64A4926A}"/>
              </a:ext>
            </a:extLst>
          </p:cNvPr>
          <p:cNvSpPr/>
          <p:nvPr/>
        </p:nvSpPr>
        <p:spPr>
          <a:xfrm>
            <a:off x="4801493" y="4147599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Fixed Assets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E7047C-895B-45F9-6611-836AC988E9C3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480558" y="4505532"/>
            <a:ext cx="20170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97C0D01-D309-E611-EFD7-DAFB38B84925}"/>
              </a:ext>
            </a:extLst>
          </p:cNvPr>
          <p:cNvSpPr/>
          <p:nvPr/>
        </p:nvSpPr>
        <p:spPr>
          <a:xfrm>
            <a:off x="4801493" y="4388708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Depreciation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23C72-7FCB-648F-0222-1FFCA0A6ADB5}"/>
              </a:ext>
            </a:extLst>
          </p:cNvPr>
          <p:cNvSpPr/>
          <p:nvPr/>
        </p:nvSpPr>
        <p:spPr>
          <a:xfrm>
            <a:off x="4801493" y="4627839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Transactions</a:t>
            </a:r>
          </a:p>
        </p:txBody>
      </p:sp>
      <p:sp>
        <p:nvSpPr>
          <p:cNvPr id="54" name="Rounded Rectangle 80">
            <a:extLst>
              <a:ext uri="{FF2B5EF4-FFF2-40B4-BE49-F238E27FC236}">
                <a16:creationId xmlns:a16="http://schemas.microsoft.com/office/drawing/2014/main" id="{7AE06DDF-1CE3-594C-A8F2-C293A3A9C074}"/>
              </a:ext>
            </a:extLst>
          </p:cNvPr>
          <p:cNvSpPr/>
          <p:nvPr/>
        </p:nvSpPr>
        <p:spPr>
          <a:xfrm>
            <a:off x="6597507" y="4099596"/>
            <a:ext cx="5370374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5DA2974-C3F2-5F27-6870-54437E086326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 flipV="1">
            <a:off x="6240329" y="4501663"/>
            <a:ext cx="357178" cy="386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B3A855E-4DDF-7233-B9DB-57118328165D}"/>
              </a:ext>
            </a:extLst>
          </p:cNvPr>
          <p:cNvSpPr/>
          <p:nvPr/>
        </p:nvSpPr>
        <p:spPr>
          <a:xfrm>
            <a:off x="6733252" y="4300495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Master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96EEE96-B945-CF05-9F1C-D2A2D3DCB1A2}"/>
              </a:ext>
            </a:extLst>
          </p:cNvPr>
          <p:cNvSpPr/>
          <p:nvPr/>
        </p:nvSpPr>
        <p:spPr>
          <a:xfrm>
            <a:off x="8030678" y="4300495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Transactions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1A440D9-3A30-A642-8395-E275A177B0A4}"/>
              </a:ext>
            </a:extLst>
          </p:cNvPr>
          <p:cNvSpPr/>
          <p:nvPr/>
        </p:nvSpPr>
        <p:spPr>
          <a:xfrm>
            <a:off x="9328104" y="4300495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Depreciation Rules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D0933E-D9DF-A144-AF35-42E6F90024D7}"/>
              </a:ext>
            </a:extLst>
          </p:cNvPr>
          <p:cNvSpPr/>
          <p:nvPr/>
        </p:nvSpPr>
        <p:spPr>
          <a:xfrm>
            <a:off x="10625531" y="4300495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Depreciation Postings</a:t>
            </a:r>
          </a:p>
        </p:txBody>
      </p:sp>
      <p:sp>
        <p:nvSpPr>
          <p:cNvPr id="60" name="Rounded Rectangle 90">
            <a:extLst>
              <a:ext uri="{FF2B5EF4-FFF2-40B4-BE49-F238E27FC236}">
                <a16:creationId xmlns:a16="http://schemas.microsoft.com/office/drawing/2014/main" id="{256E8E10-12C4-AC4B-24CE-449B7928A7C3}"/>
              </a:ext>
            </a:extLst>
          </p:cNvPr>
          <p:cNvSpPr/>
          <p:nvPr/>
        </p:nvSpPr>
        <p:spPr>
          <a:xfrm>
            <a:off x="4682262" y="5191932"/>
            <a:ext cx="1558067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632A11-8E8B-F819-EB55-DD34116E8A6F}"/>
              </a:ext>
            </a:extLst>
          </p:cNvPr>
          <p:cNvSpPr/>
          <p:nvPr/>
        </p:nvSpPr>
        <p:spPr>
          <a:xfrm>
            <a:off x="4801493" y="5226018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transactions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DDF2BED-33E5-9807-AB18-892356A7AAB6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493105" y="5593999"/>
            <a:ext cx="18915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0A7A68C-A5E6-08F7-52FA-2E0E049023E0}"/>
              </a:ext>
            </a:extLst>
          </p:cNvPr>
          <p:cNvSpPr/>
          <p:nvPr/>
        </p:nvSpPr>
        <p:spPr>
          <a:xfrm>
            <a:off x="4801493" y="5477175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management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B2A50494-7EE1-D4C3-AACD-CA588085830A}"/>
              </a:ext>
            </a:extLst>
          </p:cNvPr>
          <p:cNvSpPr/>
          <p:nvPr/>
        </p:nvSpPr>
        <p:spPr>
          <a:xfrm>
            <a:off x="4801493" y="5726354"/>
            <a:ext cx="1319605" cy="2259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reconciliation</a:t>
            </a:r>
          </a:p>
        </p:txBody>
      </p:sp>
      <p:sp>
        <p:nvSpPr>
          <p:cNvPr id="484" name="Rounded Rectangle 95">
            <a:extLst>
              <a:ext uri="{FF2B5EF4-FFF2-40B4-BE49-F238E27FC236}">
                <a16:creationId xmlns:a16="http://schemas.microsoft.com/office/drawing/2014/main" id="{C1A32C5A-3B47-A6DA-BD19-A6C062D6775A}"/>
              </a:ext>
            </a:extLst>
          </p:cNvPr>
          <p:cNvSpPr/>
          <p:nvPr/>
        </p:nvSpPr>
        <p:spPr>
          <a:xfrm>
            <a:off x="6610054" y="5188063"/>
            <a:ext cx="5370374" cy="804134"/>
          </a:xfrm>
          <a:prstGeom prst="roundRect">
            <a:avLst>
              <a:gd name="adj" fmla="val 59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56D6DE03-B6EC-924D-01C3-413FC02FB734}"/>
              </a:ext>
            </a:extLst>
          </p:cNvPr>
          <p:cNvCxnSpPr>
            <a:cxnSpLocks/>
            <a:stCxn id="60" idx="3"/>
            <a:endCxn id="484" idx="1"/>
          </p:cNvCxnSpPr>
          <p:nvPr/>
        </p:nvCxnSpPr>
        <p:spPr>
          <a:xfrm flipV="1">
            <a:off x="6240329" y="5590130"/>
            <a:ext cx="369725" cy="386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Rectangle 485">
            <a:extLst>
              <a:ext uri="{FF2B5EF4-FFF2-40B4-BE49-F238E27FC236}">
                <a16:creationId xmlns:a16="http://schemas.microsoft.com/office/drawing/2014/main" id="{4CCE0223-AD63-B9DE-96CE-BC215E30D0F8}"/>
              </a:ext>
            </a:extLst>
          </p:cNvPr>
          <p:cNvSpPr/>
          <p:nvPr/>
        </p:nvSpPr>
        <p:spPr>
          <a:xfrm>
            <a:off x="6761896" y="5388962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master data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FA96852D-5D07-7B3D-6232-01B0BA356D3E}"/>
              </a:ext>
            </a:extLst>
          </p:cNvPr>
          <p:cNvSpPr/>
          <p:nvPr/>
        </p:nvSpPr>
        <p:spPr>
          <a:xfrm>
            <a:off x="8049774" y="5388962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Transactions</a:t>
            </a: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1B0DD4DC-285C-72AE-8201-DF446E61795B}"/>
              </a:ext>
            </a:extLst>
          </p:cNvPr>
          <p:cNvSpPr/>
          <p:nvPr/>
        </p:nvSpPr>
        <p:spPr>
          <a:xfrm>
            <a:off x="9337652" y="5388962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 Statements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53B16588-E065-E687-6804-94E6DEE0EC27}"/>
              </a:ext>
            </a:extLst>
          </p:cNvPr>
          <p:cNvSpPr/>
          <p:nvPr/>
        </p:nvSpPr>
        <p:spPr>
          <a:xfrm>
            <a:off x="10625531" y="5388962"/>
            <a:ext cx="11887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Position</a:t>
            </a:r>
          </a:p>
        </p:txBody>
      </p:sp>
    </p:spTree>
    <p:extLst>
      <p:ext uri="{BB962C8B-B14F-4D97-AF65-F5344CB8AC3E}">
        <p14:creationId xmlns:p14="http://schemas.microsoft.com/office/powerpoint/2010/main" val="55383005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D0F42B-1784-2B72-9C39-B243EAC4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BAE4E50-257E-77B2-8B08-ADD523239C0C}"/>
              </a:ext>
            </a:extLst>
          </p:cNvPr>
          <p:cNvSpPr txBox="1">
            <a:spLocks/>
          </p:cNvSpPr>
          <p:nvPr/>
        </p:nvSpPr>
        <p:spPr>
          <a:xfrm>
            <a:off x="1031328" y="436785"/>
            <a:ext cx="11128888" cy="4909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C5CCFC">
                    <a:lumMod val="2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cs typeface="Helvetica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ConverseWithData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ierstadt"/>
                <a:ea typeface="+mn-ea"/>
                <a:cs typeface="Helvetica"/>
              </a:rPr>
              <a:t> – Detailed Flow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8BC42-74CA-C458-BF5A-1D424E5F7CDB}"/>
              </a:ext>
            </a:extLst>
          </p:cNvPr>
          <p:cNvSpPr txBox="1"/>
          <p:nvPr/>
        </p:nvSpPr>
        <p:spPr>
          <a:xfrm>
            <a:off x="425302" y="1350335"/>
            <a:ext cx="113874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ConverseWithData – Detailed Flow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User Authentication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user logs in via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Single Sign‐On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using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Microsoft Entra ID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Upon successful authentication, the user’s identity and entitlements are established.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User Prompt &amp; Context Retrieval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user provides a natural language prompt in the chat interface.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(2.1) The application uses the user’s identity to fetch the list of datasets (tables) they have access to, from the EDC or Source system or Custom implementation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If the user has no accessible datasets, an error is returned immediately.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Metadata &amp; Table Information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application retrieves metadata and table info from the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Enterprise Data Catalog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(or the source system) for the tables the user has access to.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This ensures only authorized table metadata is visible to the LLM.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Vector Store Lookup &amp; LLM Query Generation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Relevant data dictionary and schema documentation are retrieved from the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Vector Database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(e.g., Elasticsearch).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LLM (hosted via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Azure OpenAI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, etc.) takes the user prompt + metadata context and generates a SQL query.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Data Layer Checks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system checks if the data for the user’s query resides in the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Curated Layer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or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Non‐Curated Layer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A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Query Complexity Check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is performed: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query is parsed, and execution cost is estimated using historical data &amp; DB stats.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If it exceeds predefined complexity thresholds, the user is notified and offered more efficient alternatives (e.g., pre‐curated data or a simplified query).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Query Execution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final SQL query is executed either directly on the data source (e.g., SQL Server)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or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via a </a:t>
            </a: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Federated Query / Data Virtualization Layer</a:t>
            </a: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 (e.g., Denodo).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Once the data is retrieved, it’s converted into a text/table or chart‐friendly format.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Response Generation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application compiles the query results, textual summaries, and any visualizations into the final response.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user sees the answer and (optionally) charts directly in the chat interface.</a:t>
            </a:r>
          </a:p>
          <a:p>
            <a:pPr>
              <a:buFont typeface="+mj-lt"/>
              <a:buAutoNum type="arabicPeriod"/>
            </a:pPr>
            <a:r>
              <a:rPr lang="en-US" sz="1200" b="1">
                <a:solidFill>
                  <a:schemeClr val="accent1">
                    <a:lumMod val="25000"/>
                  </a:schemeClr>
                </a:solidFill>
              </a:rPr>
              <a:t>User Notification</a:t>
            </a:r>
            <a:endParaRPr lang="en-US" sz="1200">
              <a:solidFill>
                <a:schemeClr val="accent1">
                  <a:lumMod val="2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The user is notified of the query execution progress, including any complexity warnings or partial data restrictions.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>
                <a:solidFill>
                  <a:schemeClr val="accent1">
                    <a:lumMod val="25000"/>
                  </a:schemeClr>
                </a:solidFill>
              </a:rPr>
              <a:t>Once complete, the final output is available for review or further conversation in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38976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AuxoAI Template 1">
      <a:dk1>
        <a:srgbClr val="02072A"/>
      </a:dk1>
      <a:lt1>
        <a:srgbClr val="FFFFFF"/>
      </a:lt1>
      <a:dk2>
        <a:srgbClr val="02072A"/>
      </a:dk2>
      <a:lt2>
        <a:srgbClr val="FFFFFF"/>
      </a:lt2>
      <a:accent1>
        <a:srgbClr val="C5CCFC"/>
      </a:accent1>
      <a:accent2>
        <a:srgbClr val="91B94C"/>
      </a:accent2>
      <a:accent3>
        <a:srgbClr val="A9D45B"/>
      </a:accent3>
      <a:accent4>
        <a:srgbClr val="CBFFFF"/>
      </a:accent4>
      <a:accent5>
        <a:srgbClr val="00FEFE"/>
      </a:accent5>
      <a:accent6>
        <a:srgbClr val="007F7F"/>
      </a:accent6>
      <a:hlink>
        <a:srgbClr val="91B94C"/>
      </a:hlink>
      <a:folHlink>
        <a:srgbClr val="213AF4"/>
      </a:folHlink>
    </a:clrScheme>
    <a:fontScheme name="Default">
      <a:majorFont>
        <a:latin typeface="Bierstadt"/>
        <a:ea typeface=""/>
        <a:cs typeface=""/>
      </a:majorFont>
      <a:minorFont>
        <a:latin typeface="Arial 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AuxoAI Template 1">
      <a:dk1>
        <a:srgbClr val="02072A"/>
      </a:dk1>
      <a:lt1>
        <a:srgbClr val="FFFFFF"/>
      </a:lt1>
      <a:dk2>
        <a:srgbClr val="02072A"/>
      </a:dk2>
      <a:lt2>
        <a:srgbClr val="FFFFFF"/>
      </a:lt2>
      <a:accent1>
        <a:srgbClr val="C5CCFC"/>
      </a:accent1>
      <a:accent2>
        <a:srgbClr val="91B94C"/>
      </a:accent2>
      <a:accent3>
        <a:srgbClr val="A9D45B"/>
      </a:accent3>
      <a:accent4>
        <a:srgbClr val="CBFFFF"/>
      </a:accent4>
      <a:accent5>
        <a:srgbClr val="00FEFE"/>
      </a:accent5>
      <a:accent6>
        <a:srgbClr val="007F7F"/>
      </a:accent6>
      <a:hlink>
        <a:srgbClr val="91B94C"/>
      </a:hlink>
      <a:folHlink>
        <a:srgbClr val="213AF4"/>
      </a:folHlink>
    </a:clrScheme>
    <a:fontScheme name="Default">
      <a:majorFont>
        <a:latin typeface="Bierstadt"/>
        <a:ea typeface=""/>
        <a:cs typeface=""/>
      </a:majorFont>
      <a:minorFont>
        <a:latin typeface="Arial 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WDC PPT v.3.0">
  <a:themeElements>
    <a:clrScheme name="WDC Colors 2022">
      <a:dk1>
        <a:srgbClr val="000000"/>
      </a:dk1>
      <a:lt1>
        <a:srgbClr val="FAFAFA"/>
      </a:lt1>
      <a:dk2>
        <a:srgbClr val="000000"/>
      </a:dk2>
      <a:lt2>
        <a:srgbClr val="FAFAFA"/>
      </a:lt2>
      <a:accent1>
        <a:srgbClr val="5DA7FB"/>
      </a:accent1>
      <a:accent2>
        <a:srgbClr val="995DFF"/>
      </a:accent2>
      <a:accent3>
        <a:srgbClr val="FC1859"/>
      </a:accent3>
      <a:accent4>
        <a:srgbClr val="5DA7FB"/>
      </a:accent4>
      <a:accent5>
        <a:srgbClr val="995DFF"/>
      </a:accent5>
      <a:accent6>
        <a:srgbClr val="FC1859"/>
      </a:accent6>
      <a:hlink>
        <a:srgbClr val="995DFF"/>
      </a:hlink>
      <a:folHlink>
        <a:srgbClr val="D9D9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WDC_PPT_Template_v3.0_041122" id="{D42E8941-A6E9-5042-9915-2F81C687F021}" vid="{C46A872D-AECD-9C4A-8B8D-08F5508599A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2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3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4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5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6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ppt/theme/themeOverride7.xml><?xml version="1.0" encoding="utf-8"?>
<a:themeOverride xmlns:a="http://schemas.openxmlformats.org/drawingml/2006/main">
  <a:clrScheme name="AuxoAI Template 1">
    <a:dk1>
      <a:srgbClr val="02072A"/>
    </a:dk1>
    <a:lt1>
      <a:srgbClr val="FFFFFF"/>
    </a:lt1>
    <a:dk2>
      <a:srgbClr val="02072A"/>
    </a:dk2>
    <a:lt2>
      <a:srgbClr val="FFFFFF"/>
    </a:lt2>
    <a:accent1>
      <a:srgbClr val="C5CCFC"/>
    </a:accent1>
    <a:accent2>
      <a:srgbClr val="91B94C"/>
    </a:accent2>
    <a:accent3>
      <a:srgbClr val="A9D45B"/>
    </a:accent3>
    <a:accent4>
      <a:srgbClr val="CBFFFF"/>
    </a:accent4>
    <a:accent5>
      <a:srgbClr val="00FEFE"/>
    </a:accent5>
    <a:accent6>
      <a:srgbClr val="007F7F"/>
    </a:accent6>
    <a:hlink>
      <a:srgbClr val="91B94C"/>
    </a:hlink>
    <a:folHlink>
      <a:srgbClr val="213AF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9172D96F9FE45AC29174293285FBA" ma:contentTypeVersion="3" ma:contentTypeDescription="Create a new document." ma:contentTypeScope="" ma:versionID="66afa27dec4314cb97ac54924c66f136">
  <xsd:schema xmlns:xsd="http://www.w3.org/2001/XMLSchema" xmlns:xs="http://www.w3.org/2001/XMLSchema" xmlns:p="http://schemas.microsoft.com/office/2006/metadata/properties" xmlns:ns2="146ceb4b-6c95-4a0c-aa6e-ec7aed300d6c" targetNamespace="http://schemas.microsoft.com/office/2006/metadata/properties" ma:root="true" ma:fieldsID="00454e5a9dd9b739a90ee9c01efb9c14" ns2:_="">
    <xsd:import namespace="146ceb4b-6c95-4a0c-aa6e-ec7aed300d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ceb4b-6c95-4a0c-aa6e-ec7aed300d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230B44-7962-4471-913B-8F52AE317624}">
  <ds:schemaRefs>
    <ds:schemaRef ds:uri="28908500-976f-4e25-ad31-764d294f3e02"/>
    <ds:schemaRef ds:uri="84eb3cb4-9014-4f44-b2b6-3a1d6137ff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796392-0F2F-4C7E-89E7-C79ADA7045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22CAC7-1CC2-48C5-AFEB-A1730E0FB717}"/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4299</Words>
  <Application>Microsoft Office PowerPoint</Application>
  <PresentationFormat>Widescreen</PresentationFormat>
  <Paragraphs>981</Paragraphs>
  <Slides>32</Slides>
  <Notes>17</Notes>
  <HiddenSlides>10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52" baseType="lpstr">
      <vt:lpstr>Aptos</vt:lpstr>
      <vt:lpstr>Arial</vt:lpstr>
      <vt:lpstr>Arial Nova Light</vt:lpstr>
      <vt:lpstr>Bebas Neue</vt:lpstr>
      <vt:lpstr>Bierstadt</vt:lpstr>
      <vt:lpstr>Calibri</vt:lpstr>
      <vt:lpstr>CiscoSansTT ExtraLight</vt:lpstr>
      <vt:lpstr>DM Sans</vt:lpstr>
      <vt:lpstr>Helvertica</vt:lpstr>
      <vt:lpstr>Helvetica Light</vt:lpstr>
      <vt:lpstr>Lato</vt:lpstr>
      <vt:lpstr>Poppins</vt:lpstr>
      <vt:lpstr>Poppins Light</vt:lpstr>
      <vt:lpstr>Poppins SemiBold</vt:lpstr>
      <vt:lpstr>Wingdings</vt:lpstr>
      <vt:lpstr>Office Theme</vt:lpstr>
      <vt:lpstr>4_office theme</vt:lpstr>
      <vt:lpstr>3_office theme</vt:lpstr>
      <vt:lpstr>5_Custom Design</vt:lpstr>
      <vt:lpstr>1_WDC PPT v.3.0</vt:lpstr>
      <vt:lpstr>PowerPoint Presentation</vt:lpstr>
      <vt:lpstr>PowerPoint Presentation</vt:lpstr>
      <vt:lpstr>Unified Self-Service through Multi-Agent Orchestration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Plan: Phase 1</vt:lpstr>
      <vt:lpstr>Execution Plan: Phase 1</vt:lpstr>
      <vt:lpstr>Execution Plan: Phase 2</vt:lpstr>
      <vt:lpstr>Delivery Pod Structure</vt:lpstr>
      <vt:lpstr>Phase 1 Deliverables</vt:lpstr>
      <vt:lpstr>Phase 2 Deliverables</vt:lpstr>
      <vt:lpstr>Support Required from ADI</vt:lpstr>
      <vt:lpstr>Thank You!</vt:lpstr>
      <vt:lpstr>Appendix</vt:lpstr>
      <vt:lpstr>PowerPoint Presentation</vt:lpstr>
      <vt:lpstr>PowerPoint Presentation</vt:lpstr>
      <vt:lpstr>PowerPoint Presentation</vt:lpstr>
      <vt:lpstr>Technical Implementation Architecture </vt:lpstr>
      <vt:lpstr>PowerPoint Presentation</vt:lpstr>
      <vt:lpstr>PowerPoint Presentation</vt:lpstr>
      <vt:lpstr>PowerPoint Presentation</vt:lpstr>
      <vt:lpstr>PowerPoint Presentation</vt:lpstr>
      <vt:lpstr>Implementation Timeline </vt:lpstr>
      <vt:lpstr>Phase 2 Deliverables</vt:lpstr>
      <vt:lpstr>Phase 1 Deliverables</vt:lpstr>
      <vt:lpstr>Execution Plan – Phase 1</vt:lpstr>
      <vt:lpstr>Execution Plan – Phase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Nitesh Goyal</dc:creator>
  <cp:lastModifiedBy>Nitesh Goyal</cp:lastModifiedBy>
  <cp:revision>1</cp:revision>
  <dcterms:created xsi:type="dcterms:W3CDTF">2025-01-06T14:30:28Z</dcterms:created>
  <dcterms:modified xsi:type="dcterms:W3CDTF">2025-07-04T10:03:27Z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0x01010013E9172D96F9FE45AC29174293285FBA</vt:lpwstr>
  </property>
  <property fmtid="{D5CDD505-2E9C-101B-9397-08002B2CF9AE}" pid="3" name="MediaServiceImageTags">
    <vt:lpwstr/>
  </property>
</Properties>
</file>